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1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notesSlides/notesSlide2.xml" ContentType="application/vnd.openxmlformats-officedocument.presentationml.notesSlide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0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651" r:id="rId2"/>
    <p:sldId id="934" r:id="rId3"/>
    <p:sldId id="813" r:id="rId4"/>
    <p:sldId id="814" r:id="rId5"/>
    <p:sldId id="815" r:id="rId6"/>
    <p:sldId id="816" r:id="rId7"/>
    <p:sldId id="817" r:id="rId8"/>
    <p:sldId id="818" r:id="rId9"/>
    <p:sldId id="819" r:id="rId10"/>
    <p:sldId id="936" r:id="rId11"/>
    <p:sldId id="928" r:id="rId12"/>
    <p:sldId id="820" r:id="rId13"/>
    <p:sldId id="821" r:id="rId14"/>
    <p:sldId id="822" r:id="rId15"/>
    <p:sldId id="920" r:id="rId16"/>
    <p:sldId id="923" r:id="rId17"/>
    <p:sldId id="824" r:id="rId18"/>
    <p:sldId id="825" r:id="rId19"/>
    <p:sldId id="922" r:id="rId20"/>
    <p:sldId id="937" r:id="rId21"/>
    <p:sldId id="938" r:id="rId22"/>
    <p:sldId id="828" r:id="rId23"/>
    <p:sldId id="829" r:id="rId24"/>
    <p:sldId id="830" r:id="rId25"/>
    <p:sldId id="831" r:id="rId26"/>
    <p:sldId id="924" r:id="rId27"/>
    <p:sldId id="833" r:id="rId28"/>
    <p:sldId id="926" r:id="rId29"/>
    <p:sldId id="835" r:id="rId30"/>
    <p:sldId id="836" r:id="rId31"/>
    <p:sldId id="837" r:id="rId32"/>
    <p:sldId id="838" r:id="rId33"/>
    <p:sldId id="839" r:id="rId34"/>
    <p:sldId id="840" r:id="rId35"/>
    <p:sldId id="841" r:id="rId36"/>
    <p:sldId id="925" r:id="rId37"/>
    <p:sldId id="935" r:id="rId38"/>
  </p:sldIdLst>
  <p:sldSz cx="9144000" cy="6858000" type="screen4x3"/>
  <p:notesSz cx="9180513" cy="6858000"/>
  <p:custDataLst>
    <p:tags r:id="rId4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000"/>
    <a:srgbClr val="0000FF"/>
    <a:srgbClr val="1E7AB6"/>
    <a:srgbClr val="CC0000"/>
    <a:srgbClr val="3A3AB9"/>
    <a:srgbClr val="5252D4"/>
    <a:srgbClr val="B545B5"/>
    <a:srgbClr val="339966"/>
    <a:srgbClr val="66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6429" autoAdjust="0"/>
  </p:normalViewPr>
  <p:slideViewPr>
    <p:cSldViewPr showGuides="1">
      <p:cViewPr varScale="1">
        <p:scale>
          <a:sx n="99" d="100"/>
          <a:sy n="99" d="100"/>
        </p:scale>
        <p:origin x="96" y="498"/>
      </p:cViewPr>
      <p:guideLst>
        <p:guide orient="horz" pos="20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6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tags" Target="tags/tag1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19.xml"/><Relationship Id="rId1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6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02111" y="0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defRPr sz="16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515503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6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02111" y="6515503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6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025CC5D-31DA-4F4B-89AE-356C3429DFE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02111" y="0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77095" y="514694"/>
            <a:ext cx="3428130" cy="257109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24026" y="3257752"/>
            <a:ext cx="6732143" cy="308579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5503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02111" y="6515503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DA164DF-2D1A-4652-9C0E-EA404900A30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F9D201F-8FE8-4ABE-B5E1-44447EA8E256}" type="slidenum">
              <a:rPr lang="en-US" altLang="zh-CN" sz="1200">
                <a:latin typeface="Times New Roman" panose="02020603050405020304" pitchFamily="18" charset="0"/>
              </a:rPr>
              <a:pPr/>
              <a:t>2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ACC4D53-F844-4B19-81F6-71952C8D6F22}" type="slidenum">
              <a:rPr lang="en-US" altLang="zh-CN" sz="1200">
                <a:latin typeface="Times New Roman" panose="02020603050405020304" pitchFamily="18" charset="0"/>
              </a:rPr>
              <a:pPr/>
              <a:t>13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6387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388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6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zh-CN" altLang="en-US" dirty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23/09/11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Trees and Binary trees – Lecture 4-1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29B4B7-6FC4-46C7-B312-FF4DD7F8F95F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16" name="图片 15" descr="华工标志（透明版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335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1865"/>
            </a:lvl4pPr>
            <a:lvl5pPr>
              <a:defRPr sz="1865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23/09/11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Trees and Binary trees – Lecture 4-1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91" y="1712425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91" y="4552636"/>
            <a:ext cx="78867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5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23/09/11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Trees and Binary trees – Lecture 4-1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52B5B-A998-4951-B51D-36F673174679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33845" y="1828802"/>
            <a:ext cx="38862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1" y="1828802"/>
            <a:ext cx="38862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23/09/11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Trees and Binary trees – Lecture 4-1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AB17B5-A930-4446-BA1F-272BF9AC3846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33848" y="1681850"/>
            <a:ext cx="3867151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33848" y="2507552"/>
            <a:ext cx="3867151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3" y="1681852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3" y="2507552"/>
            <a:ext cx="3886201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23/09/11</a:t>
            </a:r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Trees and Binary trees – Lecture 4-1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624403-EF1A-4B6F-946B-A6E534429E50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23/09/11</a:t>
            </a:r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Trees and Binary trees – Lecture 4-1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4C8C6E-2ECC-4C4B-9171-1828715EE89A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Trees and Binary trees – Lecture 4-1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A7ABA4-88C9-4138-B5CD-00AB99C8AB8D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5" name="Date Placeholder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23/09/11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9" y="457202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6203" y="990600"/>
            <a:ext cx="4629151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30939" y="2057399"/>
            <a:ext cx="294894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5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Trees and Binary trees – Lecture 4-1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7196B7-B9C7-42B1-8A5A-00AAACE51B94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10" name="Date Placeholder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23/09/11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9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3" y="990600"/>
            <a:ext cx="4629151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30939" y="2057400"/>
            <a:ext cx="294894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5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Trees and Binary trees – Lecture 4-1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1FAD-2A9A-4887-9496-291ED06DDAC3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8" name="Date Placeholder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23/09/11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Trees and Binary trees – Lecture 4-1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60E623-7BE8-433A-A2F9-07576491169E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23/09/11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7" y="360363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2" y="360362"/>
            <a:ext cx="5800725" cy="581183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Trees and Binary trees – Lecture 4-1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DFF39B-38BA-4A28-8FBF-A3AD744757DA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23/09/11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39" y="350658"/>
            <a:ext cx="78867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7" y="1828802"/>
            <a:ext cx="78867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1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23/09/11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Trees and Binary trees – Lecture 4-1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63145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EDFF39B-38BA-4A28-8FBF-A3AD744757DA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5335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170815" indent="-170815" algn="l" defTabSz="685800" rtl="0" eaLnBrk="1" latinLnBrk="0" hangingPunct="1">
        <a:lnSpc>
          <a:spcPct val="90000"/>
        </a:lnSpc>
        <a:spcBef>
          <a:spcPct val="151000"/>
        </a:spcBef>
        <a:buFont typeface="Wingdings 2" panose="05020102010507070707" pitchFamily="18" charset="2"/>
        <a:buChar char=""/>
        <a:defRPr sz="32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513715" indent="-170815" algn="l" defTabSz="685800" rtl="0" eaLnBrk="1" latinLnBrk="0" hangingPunct="1">
        <a:lnSpc>
          <a:spcPct val="90000"/>
        </a:lnSpc>
        <a:spcBef>
          <a:spcPct val="75000"/>
        </a:spcBef>
        <a:buFont typeface="Wingdings 2" panose="05020102010507070707" pitchFamily="18" charset="2"/>
        <a:buChar char=""/>
        <a:defRPr sz="2665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856615" indent="-170815" algn="l" defTabSz="685800" rtl="0" eaLnBrk="1" latinLnBrk="0" hangingPunct="1">
        <a:lnSpc>
          <a:spcPct val="90000"/>
        </a:lnSpc>
        <a:spcBef>
          <a:spcPct val="75000"/>
        </a:spcBef>
        <a:buFont typeface="Wingdings 2" panose="05020102010507070707" pitchFamily="18" charset="2"/>
        <a:buChar char="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199515" indent="-170815" algn="l" defTabSz="685800" rtl="0" eaLnBrk="1" latinLnBrk="0" hangingPunct="1">
        <a:lnSpc>
          <a:spcPct val="90000"/>
        </a:lnSpc>
        <a:spcBef>
          <a:spcPct val="75000"/>
        </a:spcBef>
        <a:buFont typeface="Wingdings 2" panose="05020102010507070707" pitchFamily="18" charset="2"/>
        <a:buChar char=""/>
        <a:defRPr sz="1865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1542415" indent="-170815" algn="l" defTabSz="685800" rtl="0" eaLnBrk="1" latinLnBrk="0" hangingPunct="1">
        <a:lnSpc>
          <a:spcPct val="90000"/>
        </a:lnSpc>
        <a:spcBef>
          <a:spcPct val="75000"/>
        </a:spcBef>
        <a:buFont typeface="Wingdings 2" panose="05020102010507070707" pitchFamily="18" charset="2"/>
        <a:buChar char=""/>
        <a:defRPr sz="1865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1885315" indent="-170815" algn="l" defTabSz="685800" rtl="0" eaLnBrk="1" latinLnBrk="0" hangingPunct="1">
        <a:spcBef>
          <a:spcPts val="130"/>
        </a:spcBef>
        <a:buFont typeface="Wingdings 2" panose="05020102010507070707" pitchFamily="18" charset="2"/>
        <a:buChar char=""/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228215" indent="-170815" algn="l" defTabSz="685800" rtl="0" eaLnBrk="1" latinLnBrk="0" hangingPunct="1">
        <a:spcBef>
          <a:spcPts val="130"/>
        </a:spcBef>
        <a:buFont typeface="Wingdings 2" panose="05020102010507070707" pitchFamily="18" charset="2"/>
        <a:buChar char=""/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571115" indent="-170815" algn="l" defTabSz="685800" rtl="0" eaLnBrk="1" latinLnBrk="0" hangingPunct="1">
        <a:spcBef>
          <a:spcPts val="130"/>
        </a:spcBef>
        <a:buFont typeface="Wingdings 2" panose="05020102010507070707" pitchFamily="18" charset="2"/>
        <a:buChar char=""/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914015" indent="-170815" algn="l" defTabSz="685800" rtl="0" eaLnBrk="1" latinLnBrk="0" hangingPunct="1">
        <a:spcBef>
          <a:spcPts val="130"/>
        </a:spcBef>
        <a:buFont typeface="Wingdings 2" panose="05020102010507070707" pitchFamily="18" charset="2"/>
        <a:buChar char=""/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21.xml"/><Relationship Id="rId18" Type="http://schemas.openxmlformats.org/officeDocument/2006/relationships/tags" Target="../tags/tag26.xml"/><Relationship Id="rId26" Type="http://schemas.openxmlformats.org/officeDocument/2006/relationships/tags" Target="../tags/tag34.xml"/><Relationship Id="rId39" Type="http://schemas.openxmlformats.org/officeDocument/2006/relationships/tags" Target="../tags/tag47.xml"/><Relationship Id="rId21" Type="http://schemas.openxmlformats.org/officeDocument/2006/relationships/tags" Target="../tags/tag29.xml"/><Relationship Id="rId34" Type="http://schemas.openxmlformats.org/officeDocument/2006/relationships/tags" Target="../tags/tag42.xml"/><Relationship Id="rId42" Type="http://schemas.openxmlformats.org/officeDocument/2006/relationships/tags" Target="../tags/tag50.xml"/><Relationship Id="rId47" Type="http://schemas.openxmlformats.org/officeDocument/2006/relationships/tags" Target="../tags/tag55.xml"/><Relationship Id="rId50" Type="http://schemas.openxmlformats.org/officeDocument/2006/relationships/tags" Target="../tags/tag58.xml"/><Relationship Id="rId55" Type="http://schemas.openxmlformats.org/officeDocument/2006/relationships/slideLayout" Target="../slideLayouts/slideLayout2.xml"/><Relationship Id="rId7" Type="http://schemas.openxmlformats.org/officeDocument/2006/relationships/tags" Target="../tags/tag15.xml"/><Relationship Id="rId2" Type="http://schemas.openxmlformats.org/officeDocument/2006/relationships/tags" Target="../tags/tag10.xml"/><Relationship Id="rId16" Type="http://schemas.openxmlformats.org/officeDocument/2006/relationships/tags" Target="../tags/tag24.xml"/><Relationship Id="rId29" Type="http://schemas.openxmlformats.org/officeDocument/2006/relationships/tags" Target="../tags/tag37.xml"/><Relationship Id="rId11" Type="http://schemas.openxmlformats.org/officeDocument/2006/relationships/tags" Target="../tags/tag19.xml"/><Relationship Id="rId24" Type="http://schemas.openxmlformats.org/officeDocument/2006/relationships/tags" Target="../tags/tag32.xml"/><Relationship Id="rId32" Type="http://schemas.openxmlformats.org/officeDocument/2006/relationships/tags" Target="../tags/tag40.xml"/><Relationship Id="rId37" Type="http://schemas.openxmlformats.org/officeDocument/2006/relationships/tags" Target="../tags/tag45.xml"/><Relationship Id="rId40" Type="http://schemas.openxmlformats.org/officeDocument/2006/relationships/tags" Target="../tags/tag48.xml"/><Relationship Id="rId45" Type="http://schemas.openxmlformats.org/officeDocument/2006/relationships/tags" Target="../tags/tag53.xml"/><Relationship Id="rId53" Type="http://schemas.openxmlformats.org/officeDocument/2006/relationships/tags" Target="../tags/tag61.xml"/><Relationship Id="rId58" Type="http://schemas.openxmlformats.org/officeDocument/2006/relationships/image" Target="../media/image3.png"/><Relationship Id="rId5" Type="http://schemas.openxmlformats.org/officeDocument/2006/relationships/tags" Target="../tags/tag13.xml"/><Relationship Id="rId19" Type="http://schemas.openxmlformats.org/officeDocument/2006/relationships/tags" Target="../tags/tag27.xml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tags" Target="../tags/tag22.xml"/><Relationship Id="rId22" Type="http://schemas.openxmlformats.org/officeDocument/2006/relationships/tags" Target="../tags/tag30.xml"/><Relationship Id="rId27" Type="http://schemas.openxmlformats.org/officeDocument/2006/relationships/tags" Target="../tags/tag35.xml"/><Relationship Id="rId30" Type="http://schemas.openxmlformats.org/officeDocument/2006/relationships/tags" Target="../tags/tag38.xml"/><Relationship Id="rId35" Type="http://schemas.openxmlformats.org/officeDocument/2006/relationships/tags" Target="../tags/tag43.xml"/><Relationship Id="rId43" Type="http://schemas.openxmlformats.org/officeDocument/2006/relationships/tags" Target="../tags/tag51.xml"/><Relationship Id="rId48" Type="http://schemas.openxmlformats.org/officeDocument/2006/relationships/tags" Target="../tags/tag56.xml"/><Relationship Id="rId56" Type="http://schemas.openxmlformats.org/officeDocument/2006/relationships/notesSlide" Target="../notesSlides/notesSlide1.xml"/><Relationship Id="rId8" Type="http://schemas.openxmlformats.org/officeDocument/2006/relationships/tags" Target="../tags/tag16.xml"/><Relationship Id="rId51" Type="http://schemas.openxmlformats.org/officeDocument/2006/relationships/tags" Target="../tags/tag59.xml"/><Relationship Id="rId3" Type="http://schemas.openxmlformats.org/officeDocument/2006/relationships/tags" Target="../tags/tag11.xml"/><Relationship Id="rId12" Type="http://schemas.openxmlformats.org/officeDocument/2006/relationships/tags" Target="../tags/tag20.xml"/><Relationship Id="rId17" Type="http://schemas.openxmlformats.org/officeDocument/2006/relationships/tags" Target="../tags/tag25.xml"/><Relationship Id="rId25" Type="http://schemas.openxmlformats.org/officeDocument/2006/relationships/tags" Target="../tags/tag33.xml"/><Relationship Id="rId33" Type="http://schemas.openxmlformats.org/officeDocument/2006/relationships/tags" Target="../tags/tag41.xml"/><Relationship Id="rId38" Type="http://schemas.openxmlformats.org/officeDocument/2006/relationships/tags" Target="../tags/tag46.xml"/><Relationship Id="rId46" Type="http://schemas.openxmlformats.org/officeDocument/2006/relationships/tags" Target="../tags/tag54.xml"/><Relationship Id="rId20" Type="http://schemas.openxmlformats.org/officeDocument/2006/relationships/tags" Target="../tags/tag28.xml"/><Relationship Id="rId41" Type="http://schemas.openxmlformats.org/officeDocument/2006/relationships/tags" Target="../tags/tag49.xml"/><Relationship Id="rId54" Type="http://schemas.openxmlformats.org/officeDocument/2006/relationships/tags" Target="../tags/tag62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5" Type="http://schemas.openxmlformats.org/officeDocument/2006/relationships/tags" Target="../tags/tag23.xml"/><Relationship Id="rId23" Type="http://schemas.openxmlformats.org/officeDocument/2006/relationships/tags" Target="../tags/tag31.xml"/><Relationship Id="rId28" Type="http://schemas.openxmlformats.org/officeDocument/2006/relationships/tags" Target="../tags/tag36.xml"/><Relationship Id="rId36" Type="http://schemas.openxmlformats.org/officeDocument/2006/relationships/tags" Target="../tags/tag44.xml"/><Relationship Id="rId49" Type="http://schemas.openxmlformats.org/officeDocument/2006/relationships/tags" Target="../tags/tag57.xml"/><Relationship Id="rId57" Type="http://schemas.openxmlformats.org/officeDocument/2006/relationships/image" Target="../media/image2.png"/><Relationship Id="rId10" Type="http://schemas.openxmlformats.org/officeDocument/2006/relationships/tags" Target="../tags/tag18.xml"/><Relationship Id="rId31" Type="http://schemas.openxmlformats.org/officeDocument/2006/relationships/tags" Target="../tags/tag39.xml"/><Relationship Id="rId44" Type="http://schemas.openxmlformats.org/officeDocument/2006/relationships/tags" Target="../tags/tag52.xml"/><Relationship Id="rId52" Type="http://schemas.openxmlformats.org/officeDocument/2006/relationships/tags" Target="../tags/tag60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65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7" Type="http://schemas.openxmlformats.org/officeDocument/2006/relationships/image" Target="../media/image1.png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73.xml"/><Relationship Id="rId4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7" Type="http://schemas.openxmlformats.org/officeDocument/2006/relationships/image" Target="../media/image1.png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78.xml"/><Relationship Id="rId4" Type="http://schemas.openxmlformats.org/officeDocument/2006/relationships/tags" Target="../tags/tag77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tags" Target="../tags/tag91.xml"/><Relationship Id="rId18" Type="http://schemas.openxmlformats.org/officeDocument/2006/relationships/tags" Target="../tags/tag96.xml"/><Relationship Id="rId26" Type="http://schemas.openxmlformats.org/officeDocument/2006/relationships/tags" Target="../tags/tag104.xml"/><Relationship Id="rId39" Type="http://schemas.openxmlformats.org/officeDocument/2006/relationships/tags" Target="../tags/tag117.xml"/><Relationship Id="rId21" Type="http://schemas.openxmlformats.org/officeDocument/2006/relationships/tags" Target="../tags/tag99.xml"/><Relationship Id="rId34" Type="http://schemas.openxmlformats.org/officeDocument/2006/relationships/tags" Target="../tags/tag112.xml"/><Relationship Id="rId42" Type="http://schemas.openxmlformats.org/officeDocument/2006/relationships/tags" Target="../tags/tag120.xml"/><Relationship Id="rId47" Type="http://schemas.openxmlformats.org/officeDocument/2006/relationships/tags" Target="../tags/tag125.xml"/><Relationship Id="rId50" Type="http://schemas.openxmlformats.org/officeDocument/2006/relationships/tags" Target="../tags/tag128.xml"/><Relationship Id="rId7" Type="http://schemas.openxmlformats.org/officeDocument/2006/relationships/tags" Target="../tags/tag85.xml"/><Relationship Id="rId2" Type="http://schemas.openxmlformats.org/officeDocument/2006/relationships/tags" Target="../tags/tag80.xml"/><Relationship Id="rId16" Type="http://schemas.openxmlformats.org/officeDocument/2006/relationships/tags" Target="../tags/tag94.xml"/><Relationship Id="rId29" Type="http://schemas.openxmlformats.org/officeDocument/2006/relationships/tags" Target="../tags/tag107.xml"/><Relationship Id="rId11" Type="http://schemas.openxmlformats.org/officeDocument/2006/relationships/tags" Target="../tags/tag89.xml"/><Relationship Id="rId24" Type="http://schemas.openxmlformats.org/officeDocument/2006/relationships/tags" Target="../tags/tag102.xml"/><Relationship Id="rId32" Type="http://schemas.openxmlformats.org/officeDocument/2006/relationships/tags" Target="../tags/tag110.xml"/><Relationship Id="rId37" Type="http://schemas.openxmlformats.org/officeDocument/2006/relationships/tags" Target="../tags/tag115.xml"/><Relationship Id="rId40" Type="http://schemas.openxmlformats.org/officeDocument/2006/relationships/tags" Target="../tags/tag118.xml"/><Relationship Id="rId45" Type="http://schemas.openxmlformats.org/officeDocument/2006/relationships/tags" Target="../tags/tag123.xml"/><Relationship Id="rId53" Type="http://schemas.openxmlformats.org/officeDocument/2006/relationships/image" Target="../media/image1.png"/><Relationship Id="rId5" Type="http://schemas.openxmlformats.org/officeDocument/2006/relationships/tags" Target="../tags/tag83.xml"/><Relationship Id="rId10" Type="http://schemas.openxmlformats.org/officeDocument/2006/relationships/tags" Target="../tags/tag88.xml"/><Relationship Id="rId19" Type="http://schemas.openxmlformats.org/officeDocument/2006/relationships/tags" Target="../tags/tag97.xml"/><Relationship Id="rId31" Type="http://schemas.openxmlformats.org/officeDocument/2006/relationships/tags" Target="../tags/tag109.xml"/><Relationship Id="rId44" Type="http://schemas.openxmlformats.org/officeDocument/2006/relationships/tags" Target="../tags/tag122.xml"/><Relationship Id="rId52" Type="http://schemas.openxmlformats.org/officeDocument/2006/relationships/slideLayout" Target="../slideLayouts/slideLayout2.xml"/><Relationship Id="rId4" Type="http://schemas.openxmlformats.org/officeDocument/2006/relationships/tags" Target="../tags/tag82.xml"/><Relationship Id="rId9" Type="http://schemas.openxmlformats.org/officeDocument/2006/relationships/tags" Target="../tags/tag87.xml"/><Relationship Id="rId14" Type="http://schemas.openxmlformats.org/officeDocument/2006/relationships/tags" Target="../tags/tag92.xml"/><Relationship Id="rId22" Type="http://schemas.openxmlformats.org/officeDocument/2006/relationships/tags" Target="../tags/tag100.xml"/><Relationship Id="rId27" Type="http://schemas.openxmlformats.org/officeDocument/2006/relationships/tags" Target="../tags/tag105.xml"/><Relationship Id="rId30" Type="http://schemas.openxmlformats.org/officeDocument/2006/relationships/tags" Target="../tags/tag108.xml"/><Relationship Id="rId35" Type="http://schemas.openxmlformats.org/officeDocument/2006/relationships/tags" Target="../tags/tag113.xml"/><Relationship Id="rId43" Type="http://schemas.openxmlformats.org/officeDocument/2006/relationships/tags" Target="../tags/tag121.xml"/><Relationship Id="rId48" Type="http://schemas.openxmlformats.org/officeDocument/2006/relationships/tags" Target="../tags/tag126.xml"/><Relationship Id="rId8" Type="http://schemas.openxmlformats.org/officeDocument/2006/relationships/tags" Target="../tags/tag86.xml"/><Relationship Id="rId51" Type="http://schemas.openxmlformats.org/officeDocument/2006/relationships/tags" Target="../tags/tag129.xml"/><Relationship Id="rId3" Type="http://schemas.openxmlformats.org/officeDocument/2006/relationships/tags" Target="../tags/tag81.xml"/><Relationship Id="rId12" Type="http://schemas.openxmlformats.org/officeDocument/2006/relationships/tags" Target="../tags/tag90.xml"/><Relationship Id="rId17" Type="http://schemas.openxmlformats.org/officeDocument/2006/relationships/tags" Target="../tags/tag95.xml"/><Relationship Id="rId25" Type="http://schemas.openxmlformats.org/officeDocument/2006/relationships/tags" Target="../tags/tag103.xml"/><Relationship Id="rId33" Type="http://schemas.openxmlformats.org/officeDocument/2006/relationships/tags" Target="../tags/tag111.xml"/><Relationship Id="rId38" Type="http://schemas.openxmlformats.org/officeDocument/2006/relationships/tags" Target="../tags/tag116.xml"/><Relationship Id="rId46" Type="http://schemas.openxmlformats.org/officeDocument/2006/relationships/tags" Target="../tags/tag124.xml"/><Relationship Id="rId20" Type="http://schemas.openxmlformats.org/officeDocument/2006/relationships/tags" Target="../tags/tag98.xml"/><Relationship Id="rId41" Type="http://schemas.openxmlformats.org/officeDocument/2006/relationships/tags" Target="../tags/tag119.xml"/><Relationship Id="rId1" Type="http://schemas.openxmlformats.org/officeDocument/2006/relationships/tags" Target="../tags/tag79.xml"/><Relationship Id="rId6" Type="http://schemas.openxmlformats.org/officeDocument/2006/relationships/tags" Target="../tags/tag84.xml"/><Relationship Id="rId15" Type="http://schemas.openxmlformats.org/officeDocument/2006/relationships/tags" Target="../tags/tag93.xml"/><Relationship Id="rId23" Type="http://schemas.openxmlformats.org/officeDocument/2006/relationships/tags" Target="../tags/tag101.xml"/><Relationship Id="rId28" Type="http://schemas.openxmlformats.org/officeDocument/2006/relationships/tags" Target="../tags/tag106.xml"/><Relationship Id="rId36" Type="http://schemas.openxmlformats.org/officeDocument/2006/relationships/tags" Target="../tags/tag114.xml"/><Relationship Id="rId49" Type="http://schemas.openxmlformats.org/officeDocument/2006/relationships/tags" Target="../tags/tag12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132.xml"/><Relationship Id="rId7" Type="http://schemas.openxmlformats.org/officeDocument/2006/relationships/image" Target="../media/image1.png"/><Relationship Id="rId2" Type="http://schemas.openxmlformats.org/officeDocument/2006/relationships/tags" Target="../tags/tag131.xml"/><Relationship Id="rId1" Type="http://schemas.openxmlformats.org/officeDocument/2006/relationships/tags" Target="../tags/tag130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34.xml"/><Relationship Id="rId4" Type="http://schemas.openxmlformats.org/officeDocument/2006/relationships/tags" Target="../tags/tag13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42.xml"/><Relationship Id="rId3" Type="http://schemas.openxmlformats.org/officeDocument/2006/relationships/tags" Target="../tags/tag137.xml"/><Relationship Id="rId7" Type="http://schemas.openxmlformats.org/officeDocument/2006/relationships/tags" Target="../tags/tag141.xml"/><Relationship Id="rId2" Type="http://schemas.openxmlformats.org/officeDocument/2006/relationships/tags" Target="../tags/tag136.xml"/><Relationship Id="rId1" Type="http://schemas.openxmlformats.org/officeDocument/2006/relationships/tags" Target="../tags/tag135.xml"/><Relationship Id="rId6" Type="http://schemas.openxmlformats.org/officeDocument/2006/relationships/tags" Target="../tags/tag140.xml"/><Relationship Id="rId5" Type="http://schemas.openxmlformats.org/officeDocument/2006/relationships/tags" Target="../tags/tag139.xml"/><Relationship Id="rId10" Type="http://schemas.openxmlformats.org/officeDocument/2006/relationships/image" Target="../media/image1.png"/><Relationship Id="rId4" Type="http://schemas.openxmlformats.org/officeDocument/2006/relationships/tags" Target="../tags/tag138.xml"/><Relationship Id="rId9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145.xml"/><Relationship Id="rId7" Type="http://schemas.openxmlformats.org/officeDocument/2006/relationships/image" Target="../media/image1.png"/><Relationship Id="rId2" Type="http://schemas.openxmlformats.org/officeDocument/2006/relationships/tags" Target="../tags/tag144.xml"/><Relationship Id="rId1" Type="http://schemas.openxmlformats.org/officeDocument/2006/relationships/tags" Target="../tags/tag143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147.xml"/><Relationship Id="rId4" Type="http://schemas.openxmlformats.org/officeDocument/2006/relationships/tags" Target="../tags/tag14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55.xml"/><Relationship Id="rId3" Type="http://schemas.openxmlformats.org/officeDocument/2006/relationships/tags" Target="../tags/tag150.xml"/><Relationship Id="rId7" Type="http://schemas.openxmlformats.org/officeDocument/2006/relationships/tags" Target="../tags/tag154.xml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6" Type="http://schemas.openxmlformats.org/officeDocument/2006/relationships/tags" Target="../tags/tag153.xml"/><Relationship Id="rId5" Type="http://schemas.openxmlformats.org/officeDocument/2006/relationships/tags" Target="../tags/tag152.xml"/><Relationship Id="rId10" Type="http://schemas.openxmlformats.org/officeDocument/2006/relationships/image" Target="../media/image1.png"/><Relationship Id="rId4" Type="http://schemas.openxmlformats.org/officeDocument/2006/relationships/tags" Target="../tags/tag151.xml"/><Relationship Id="rId9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63.xml"/><Relationship Id="rId13" Type="http://schemas.openxmlformats.org/officeDocument/2006/relationships/tags" Target="../tags/tag168.xml"/><Relationship Id="rId3" Type="http://schemas.openxmlformats.org/officeDocument/2006/relationships/tags" Target="../tags/tag158.xml"/><Relationship Id="rId7" Type="http://schemas.openxmlformats.org/officeDocument/2006/relationships/tags" Target="../tags/tag162.xml"/><Relationship Id="rId12" Type="http://schemas.openxmlformats.org/officeDocument/2006/relationships/tags" Target="../tags/tag167.xml"/><Relationship Id="rId17" Type="http://schemas.openxmlformats.org/officeDocument/2006/relationships/slideLayout" Target="../slideLayouts/slideLayout3.xml"/><Relationship Id="rId2" Type="http://schemas.openxmlformats.org/officeDocument/2006/relationships/tags" Target="../tags/tag157.xml"/><Relationship Id="rId16" Type="http://schemas.openxmlformats.org/officeDocument/2006/relationships/tags" Target="../tags/tag171.xml"/><Relationship Id="rId1" Type="http://schemas.openxmlformats.org/officeDocument/2006/relationships/tags" Target="../tags/tag156.xml"/><Relationship Id="rId6" Type="http://schemas.openxmlformats.org/officeDocument/2006/relationships/tags" Target="../tags/tag161.xml"/><Relationship Id="rId11" Type="http://schemas.openxmlformats.org/officeDocument/2006/relationships/tags" Target="../tags/tag166.xml"/><Relationship Id="rId5" Type="http://schemas.openxmlformats.org/officeDocument/2006/relationships/tags" Target="../tags/tag160.xml"/><Relationship Id="rId15" Type="http://schemas.openxmlformats.org/officeDocument/2006/relationships/tags" Target="../tags/tag170.xml"/><Relationship Id="rId10" Type="http://schemas.openxmlformats.org/officeDocument/2006/relationships/tags" Target="../tags/tag165.xml"/><Relationship Id="rId4" Type="http://schemas.openxmlformats.org/officeDocument/2006/relationships/tags" Target="../tags/tag159.xml"/><Relationship Id="rId9" Type="http://schemas.openxmlformats.org/officeDocument/2006/relationships/tags" Target="../tags/tag164.xml"/><Relationship Id="rId14" Type="http://schemas.openxmlformats.org/officeDocument/2006/relationships/tags" Target="../tags/tag169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tags" Target="../tags/tag174.xml"/><Relationship Id="rId7" Type="http://schemas.openxmlformats.org/officeDocument/2006/relationships/image" Target="../media/image1.png"/><Relationship Id="rId2" Type="http://schemas.openxmlformats.org/officeDocument/2006/relationships/tags" Target="../tags/tag173.xml"/><Relationship Id="rId1" Type="http://schemas.openxmlformats.org/officeDocument/2006/relationships/tags" Target="../tags/tag17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76.xml"/><Relationship Id="rId4" Type="http://schemas.openxmlformats.org/officeDocument/2006/relationships/tags" Target="../tags/tag175.xml"/><Relationship Id="rId9" Type="http://schemas.openxmlformats.org/officeDocument/2006/relationships/image" Target="../media/image4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179.xml"/><Relationship Id="rId7" Type="http://schemas.openxmlformats.org/officeDocument/2006/relationships/notesSlide" Target="../notesSlides/notesSlide2.xml"/><Relationship Id="rId2" Type="http://schemas.openxmlformats.org/officeDocument/2006/relationships/tags" Target="../tags/tag178.xml"/><Relationship Id="rId1" Type="http://schemas.openxmlformats.org/officeDocument/2006/relationships/tags" Target="../tags/tag177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81.xml"/><Relationship Id="rId4" Type="http://schemas.openxmlformats.org/officeDocument/2006/relationships/tags" Target="../tags/tag18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184.xml"/><Relationship Id="rId7" Type="http://schemas.openxmlformats.org/officeDocument/2006/relationships/image" Target="../media/image1.png"/><Relationship Id="rId2" Type="http://schemas.openxmlformats.org/officeDocument/2006/relationships/tags" Target="../tags/tag183.xml"/><Relationship Id="rId1" Type="http://schemas.openxmlformats.org/officeDocument/2006/relationships/tags" Target="../tags/tag18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86.xml"/><Relationship Id="rId4" Type="http://schemas.openxmlformats.org/officeDocument/2006/relationships/tags" Target="../tags/tag18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194.xml"/><Relationship Id="rId3" Type="http://schemas.openxmlformats.org/officeDocument/2006/relationships/tags" Target="../tags/tag189.xml"/><Relationship Id="rId7" Type="http://schemas.openxmlformats.org/officeDocument/2006/relationships/tags" Target="../tags/tag193.xml"/><Relationship Id="rId12" Type="http://schemas.openxmlformats.org/officeDocument/2006/relationships/image" Target="../media/image1.png"/><Relationship Id="rId2" Type="http://schemas.openxmlformats.org/officeDocument/2006/relationships/tags" Target="../tags/tag188.xml"/><Relationship Id="rId1" Type="http://schemas.openxmlformats.org/officeDocument/2006/relationships/tags" Target="../tags/tag187.xml"/><Relationship Id="rId6" Type="http://schemas.openxmlformats.org/officeDocument/2006/relationships/tags" Target="../tags/tag192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191.xml"/><Relationship Id="rId10" Type="http://schemas.openxmlformats.org/officeDocument/2006/relationships/tags" Target="../tags/tag196.xml"/><Relationship Id="rId4" Type="http://schemas.openxmlformats.org/officeDocument/2006/relationships/tags" Target="../tags/tag190.xml"/><Relationship Id="rId9" Type="http://schemas.openxmlformats.org/officeDocument/2006/relationships/tags" Target="../tags/tag19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199.xml"/><Relationship Id="rId7" Type="http://schemas.openxmlformats.org/officeDocument/2006/relationships/image" Target="../media/image1.png"/><Relationship Id="rId2" Type="http://schemas.openxmlformats.org/officeDocument/2006/relationships/tags" Target="../tags/tag198.xml"/><Relationship Id="rId1" Type="http://schemas.openxmlformats.org/officeDocument/2006/relationships/tags" Target="../tags/tag197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201.xml"/><Relationship Id="rId4" Type="http://schemas.openxmlformats.org/officeDocument/2006/relationships/tags" Target="../tags/tag200.xm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tags" Target="../tags/tag214.xml"/><Relationship Id="rId18" Type="http://schemas.openxmlformats.org/officeDocument/2006/relationships/tags" Target="../tags/tag219.xml"/><Relationship Id="rId26" Type="http://schemas.openxmlformats.org/officeDocument/2006/relationships/tags" Target="../tags/tag227.xml"/><Relationship Id="rId39" Type="http://schemas.openxmlformats.org/officeDocument/2006/relationships/tags" Target="../tags/tag240.xml"/><Relationship Id="rId21" Type="http://schemas.openxmlformats.org/officeDocument/2006/relationships/tags" Target="../tags/tag222.xml"/><Relationship Id="rId34" Type="http://schemas.openxmlformats.org/officeDocument/2006/relationships/tags" Target="../tags/tag235.xml"/><Relationship Id="rId42" Type="http://schemas.openxmlformats.org/officeDocument/2006/relationships/tags" Target="../tags/tag243.xml"/><Relationship Id="rId7" Type="http://schemas.openxmlformats.org/officeDocument/2006/relationships/tags" Target="../tags/tag208.xml"/><Relationship Id="rId2" Type="http://schemas.openxmlformats.org/officeDocument/2006/relationships/tags" Target="../tags/tag203.xml"/><Relationship Id="rId16" Type="http://schemas.openxmlformats.org/officeDocument/2006/relationships/tags" Target="../tags/tag217.xml"/><Relationship Id="rId20" Type="http://schemas.openxmlformats.org/officeDocument/2006/relationships/tags" Target="../tags/tag221.xml"/><Relationship Id="rId29" Type="http://schemas.openxmlformats.org/officeDocument/2006/relationships/tags" Target="../tags/tag230.xml"/><Relationship Id="rId41" Type="http://schemas.openxmlformats.org/officeDocument/2006/relationships/tags" Target="../tags/tag242.xml"/><Relationship Id="rId1" Type="http://schemas.openxmlformats.org/officeDocument/2006/relationships/tags" Target="../tags/tag202.xml"/><Relationship Id="rId6" Type="http://schemas.openxmlformats.org/officeDocument/2006/relationships/tags" Target="../tags/tag207.xml"/><Relationship Id="rId11" Type="http://schemas.openxmlformats.org/officeDocument/2006/relationships/tags" Target="../tags/tag212.xml"/><Relationship Id="rId24" Type="http://schemas.openxmlformats.org/officeDocument/2006/relationships/tags" Target="../tags/tag225.xml"/><Relationship Id="rId32" Type="http://schemas.openxmlformats.org/officeDocument/2006/relationships/tags" Target="../tags/tag233.xml"/><Relationship Id="rId37" Type="http://schemas.openxmlformats.org/officeDocument/2006/relationships/tags" Target="../tags/tag238.xml"/><Relationship Id="rId40" Type="http://schemas.openxmlformats.org/officeDocument/2006/relationships/tags" Target="../tags/tag241.xml"/><Relationship Id="rId5" Type="http://schemas.openxmlformats.org/officeDocument/2006/relationships/tags" Target="../tags/tag206.xml"/><Relationship Id="rId15" Type="http://schemas.openxmlformats.org/officeDocument/2006/relationships/tags" Target="../tags/tag216.xml"/><Relationship Id="rId23" Type="http://schemas.openxmlformats.org/officeDocument/2006/relationships/tags" Target="../tags/tag224.xml"/><Relationship Id="rId28" Type="http://schemas.openxmlformats.org/officeDocument/2006/relationships/tags" Target="../tags/tag229.xml"/><Relationship Id="rId36" Type="http://schemas.openxmlformats.org/officeDocument/2006/relationships/tags" Target="../tags/tag237.xml"/><Relationship Id="rId10" Type="http://schemas.openxmlformats.org/officeDocument/2006/relationships/tags" Target="../tags/tag211.xml"/><Relationship Id="rId19" Type="http://schemas.openxmlformats.org/officeDocument/2006/relationships/tags" Target="../tags/tag220.xml"/><Relationship Id="rId31" Type="http://schemas.openxmlformats.org/officeDocument/2006/relationships/tags" Target="../tags/tag232.xml"/><Relationship Id="rId44" Type="http://schemas.openxmlformats.org/officeDocument/2006/relationships/image" Target="../media/image1.png"/><Relationship Id="rId4" Type="http://schemas.openxmlformats.org/officeDocument/2006/relationships/tags" Target="../tags/tag205.xml"/><Relationship Id="rId9" Type="http://schemas.openxmlformats.org/officeDocument/2006/relationships/tags" Target="../tags/tag210.xml"/><Relationship Id="rId14" Type="http://schemas.openxmlformats.org/officeDocument/2006/relationships/tags" Target="../tags/tag215.xml"/><Relationship Id="rId22" Type="http://schemas.openxmlformats.org/officeDocument/2006/relationships/tags" Target="../tags/tag223.xml"/><Relationship Id="rId27" Type="http://schemas.openxmlformats.org/officeDocument/2006/relationships/tags" Target="../tags/tag228.xml"/><Relationship Id="rId30" Type="http://schemas.openxmlformats.org/officeDocument/2006/relationships/tags" Target="../tags/tag231.xml"/><Relationship Id="rId35" Type="http://schemas.openxmlformats.org/officeDocument/2006/relationships/tags" Target="../tags/tag236.xml"/><Relationship Id="rId43" Type="http://schemas.openxmlformats.org/officeDocument/2006/relationships/slideLayout" Target="../slideLayouts/slideLayout2.xml"/><Relationship Id="rId8" Type="http://schemas.openxmlformats.org/officeDocument/2006/relationships/tags" Target="../tags/tag209.xml"/><Relationship Id="rId3" Type="http://schemas.openxmlformats.org/officeDocument/2006/relationships/tags" Target="../tags/tag204.xml"/><Relationship Id="rId12" Type="http://schemas.openxmlformats.org/officeDocument/2006/relationships/tags" Target="../tags/tag213.xml"/><Relationship Id="rId17" Type="http://schemas.openxmlformats.org/officeDocument/2006/relationships/tags" Target="../tags/tag218.xml"/><Relationship Id="rId25" Type="http://schemas.openxmlformats.org/officeDocument/2006/relationships/tags" Target="../tags/tag226.xml"/><Relationship Id="rId33" Type="http://schemas.openxmlformats.org/officeDocument/2006/relationships/tags" Target="../tags/tag234.xml"/><Relationship Id="rId38" Type="http://schemas.openxmlformats.org/officeDocument/2006/relationships/tags" Target="../tags/tag23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246.xml"/><Relationship Id="rId7" Type="http://schemas.openxmlformats.org/officeDocument/2006/relationships/image" Target="../media/image1.png"/><Relationship Id="rId2" Type="http://schemas.openxmlformats.org/officeDocument/2006/relationships/tags" Target="../tags/tag245.xml"/><Relationship Id="rId1" Type="http://schemas.openxmlformats.org/officeDocument/2006/relationships/tags" Target="../tags/tag24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48.xml"/><Relationship Id="rId4" Type="http://schemas.openxmlformats.org/officeDocument/2006/relationships/tags" Target="../tags/tag247.xml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tags" Target="../tags/tag261.xml"/><Relationship Id="rId18" Type="http://schemas.openxmlformats.org/officeDocument/2006/relationships/tags" Target="../tags/tag266.xml"/><Relationship Id="rId26" Type="http://schemas.openxmlformats.org/officeDocument/2006/relationships/tags" Target="../tags/tag274.xml"/><Relationship Id="rId39" Type="http://schemas.openxmlformats.org/officeDocument/2006/relationships/tags" Target="../tags/tag287.xml"/><Relationship Id="rId21" Type="http://schemas.openxmlformats.org/officeDocument/2006/relationships/tags" Target="../tags/tag269.xml"/><Relationship Id="rId34" Type="http://schemas.openxmlformats.org/officeDocument/2006/relationships/tags" Target="../tags/tag282.xml"/><Relationship Id="rId42" Type="http://schemas.openxmlformats.org/officeDocument/2006/relationships/tags" Target="../tags/tag290.xml"/><Relationship Id="rId7" Type="http://schemas.openxmlformats.org/officeDocument/2006/relationships/tags" Target="../tags/tag255.xml"/><Relationship Id="rId2" Type="http://schemas.openxmlformats.org/officeDocument/2006/relationships/tags" Target="../tags/tag250.xml"/><Relationship Id="rId16" Type="http://schemas.openxmlformats.org/officeDocument/2006/relationships/tags" Target="../tags/tag264.xml"/><Relationship Id="rId20" Type="http://schemas.openxmlformats.org/officeDocument/2006/relationships/tags" Target="../tags/tag268.xml"/><Relationship Id="rId29" Type="http://schemas.openxmlformats.org/officeDocument/2006/relationships/tags" Target="../tags/tag277.xml"/><Relationship Id="rId41" Type="http://schemas.openxmlformats.org/officeDocument/2006/relationships/tags" Target="../tags/tag289.xml"/><Relationship Id="rId1" Type="http://schemas.openxmlformats.org/officeDocument/2006/relationships/tags" Target="../tags/tag249.xml"/><Relationship Id="rId6" Type="http://schemas.openxmlformats.org/officeDocument/2006/relationships/tags" Target="../tags/tag254.xml"/><Relationship Id="rId11" Type="http://schemas.openxmlformats.org/officeDocument/2006/relationships/tags" Target="../tags/tag259.xml"/><Relationship Id="rId24" Type="http://schemas.openxmlformats.org/officeDocument/2006/relationships/tags" Target="../tags/tag272.xml"/><Relationship Id="rId32" Type="http://schemas.openxmlformats.org/officeDocument/2006/relationships/tags" Target="../tags/tag280.xml"/><Relationship Id="rId37" Type="http://schemas.openxmlformats.org/officeDocument/2006/relationships/tags" Target="../tags/tag285.xml"/><Relationship Id="rId40" Type="http://schemas.openxmlformats.org/officeDocument/2006/relationships/tags" Target="../tags/tag288.xml"/><Relationship Id="rId5" Type="http://schemas.openxmlformats.org/officeDocument/2006/relationships/tags" Target="../tags/tag253.xml"/><Relationship Id="rId15" Type="http://schemas.openxmlformats.org/officeDocument/2006/relationships/tags" Target="../tags/tag263.xml"/><Relationship Id="rId23" Type="http://schemas.openxmlformats.org/officeDocument/2006/relationships/tags" Target="../tags/tag271.xml"/><Relationship Id="rId28" Type="http://schemas.openxmlformats.org/officeDocument/2006/relationships/tags" Target="../tags/tag276.xml"/><Relationship Id="rId36" Type="http://schemas.openxmlformats.org/officeDocument/2006/relationships/tags" Target="../tags/tag284.xml"/><Relationship Id="rId10" Type="http://schemas.openxmlformats.org/officeDocument/2006/relationships/tags" Target="../tags/tag258.xml"/><Relationship Id="rId19" Type="http://schemas.openxmlformats.org/officeDocument/2006/relationships/tags" Target="../tags/tag267.xml"/><Relationship Id="rId31" Type="http://schemas.openxmlformats.org/officeDocument/2006/relationships/tags" Target="../tags/tag279.xml"/><Relationship Id="rId44" Type="http://schemas.openxmlformats.org/officeDocument/2006/relationships/image" Target="../media/image1.png"/><Relationship Id="rId4" Type="http://schemas.openxmlformats.org/officeDocument/2006/relationships/tags" Target="../tags/tag252.xml"/><Relationship Id="rId9" Type="http://schemas.openxmlformats.org/officeDocument/2006/relationships/tags" Target="../tags/tag257.xml"/><Relationship Id="rId14" Type="http://schemas.openxmlformats.org/officeDocument/2006/relationships/tags" Target="../tags/tag262.xml"/><Relationship Id="rId22" Type="http://schemas.openxmlformats.org/officeDocument/2006/relationships/tags" Target="../tags/tag270.xml"/><Relationship Id="rId27" Type="http://schemas.openxmlformats.org/officeDocument/2006/relationships/tags" Target="../tags/tag275.xml"/><Relationship Id="rId30" Type="http://schemas.openxmlformats.org/officeDocument/2006/relationships/tags" Target="../tags/tag278.xml"/><Relationship Id="rId35" Type="http://schemas.openxmlformats.org/officeDocument/2006/relationships/tags" Target="../tags/tag283.xml"/><Relationship Id="rId43" Type="http://schemas.openxmlformats.org/officeDocument/2006/relationships/slideLayout" Target="../slideLayouts/slideLayout2.xml"/><Relationship Id="rId8" Type="http://schemas.openxmlformats.org/officeDocument/2006/relationships/tags" Target="../tags/tag256.xml"/><Relationship Id="rId3" Type="http://schemas.openxmlformats.org/officeDocument/2006/relationships/tags" Target="../tags/tag251.xml"/><Relationship Id="rId12" Type="http://schemas.openxmlformats.org/officeDocument/2006/relationships/tags" Target="../tags/tag260.xml"/><Relationship Id="rId17" Type="http://schemas.openxmlformats.org/officeDocument/2006/relationships/tags" Target="../tags/tag265.xml"/><Relationship Id="rId25" Type="http://schemas.openxmlformats.org/officeDocument/2006/relationships/tags" Target="../tags/tag273.xml"/><Relationship Id="rId33" Type="http://schemas.openxmlformats.org/officeDocument/2006/relationships/tags" Target="../tags/tag281.xml"/><Relationship Id="rId38" Type="http://schemas.openxmlformats.org/officeDocument/2006/relationships/tags" Target="../tags/tag28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293.xml"/><Relationship Id="rId7" Type="http://schemas.openxmlformats.org/officeDocument/2006/relationships/image" Target="../media/image1.png"/><Relationship Id="rId2" Type="http://schemas.openxmlformats.org/officeDocument/2006/relationships/tags" Target="../tags/tag292.xml"/><Relationship Id="rId1" Type="http://schemas.openxmlformats.org/officeDocument/2006/relationships/tags" Target="../tags/tag29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95.xml"/><Relationship Id="rId4" Type="http://schemas.openxmlformats.org/officeDocument/2006/relationships/tags" Target="../tags/tag29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298.xml"/><Relationship Id="rId7" Type="http://schemas.openxmlformats.org/officeDocument/2006/relationships/image" Target="../media/image1.png"/><Relationship Id="rId2" Type="http://schemas.openxmlformats.org/officeDocument/2006/relationships/tags" Target="../tags/tag297.xml"/><Relationship Id="rId1" Type="http://schemas.openxmlformats.org/officeDocument/2006/relationships/tags" Target="../tags/tag296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00.xml"/><Relationship Id="rId4" Type="http://schemas.openxmlformats.org/officeDocument/2006/relationships/tags" Target="../tags/tag29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303.xml"/><Relationship Id="rId7" Type="http://schemas.openxmlformats.org/officeDocument/2006/relationships/image" Target="../media/image1.png"/><Relationship Id="rId2" Type="http://schemas.openxmlformats.org/officeDocument/2006/relationships/tags" Target="../tags/tag302.xml"/><Relationship Id="rId1" Type="http://schemas.openxmlformats.org/officeDocument/2006/relationships/tags" Target="../tags/tag301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305.xml"/><Relationship Id="rId4" Type="http://schemas.openxmlformats.org/officeDocument/2006/relationships/tags" Target="../tags/tag304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313.xml"/><Relationship Id="rId3" Type="http://schemas.openxmlformats.org/officeDocument/2006/relationships/tags" Target="../tags/tag308.xml"/><Relationship Id="rId7" Type="http://schemas.openxmlformats.org/officeDocument/2006/relationships/tags" Target="../tags/tag312.xml"/><Relationship Id="rId2" Type="http://schemas.openxmlformats.org/officeDocument/2006/relationships/tags" Target="../tags/tag307.xml"/><Relationship Id="rId1" Type="http://schemas.openxmlformats.org/officeDocument/2006/relationships/tags" Target="../tags/tag306.xml"/><Relationship Id="rId6" Type="http://schemas.openxmlformats.org/officeDocument/2006/relationships/tags" Target="../tags/tag311.xml"/><Relationship Id="rId11" Type="http://schemas.openxmlformats.org/officeDocument/2006/relationships/image" Target="../media/image1.png"/><Relationship Id="rId5" Type="http://schemas.openxmlformats.org/officeDocument/2006/relationships/tags" Target="../tags/tag310.xml"/><Relationship Id="rId10" Type="http://schemas.openxmlformats.org/officeDocument/2006/relationships/slideLayout" Target="../slideLayouts/slideLayout6.xml"/><Relationship Id="rId4" Type="http://schemas.openxmlformats.org/officeDocument/2006/relationships/tags" Target="../tags/tag309.xml"/><Relationship Id="rId9" Type="http://schemas.openxmlformats.org/officeDocument/2006/relationships/tags" Target="../tags/tag314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322.xml"/><Relationship Id="rId3" Type="http://schemas.openxmlformats.org/officeDocument/2006/relationships/tags" Target="../tags/tag317.xml"/><Relationship Id="rId7" Type="http://schemas.openxmlformats.org/officeDocument/2006/relationships/tags" Target="../tags/tag321.xml"/><Relationship Id="rId2" Type="http://schemas.openxmlformats.org/officeDocument/2006/relationships/tags" Target="../tags/tag316.xml"/><Relationship Id="rId1" Type="http://schemas.openxmlformats.org/officeDocument/2006/relationships/tags" Target="../tags/tag315.xml"/><Relationship Id="rId6" Type="http://schemas.openxmlformats.org/officeDocument/2006/relationships/tags" Target="../tags/tag320.xml"/><Relationship Id="rId11" Type="http://schemas.openxmlformats.org/officeDocument/2006/relationships/image" Target="../media/image1.png"/><Relationship Id="rId5" Type="http://schemas.openxmlformats.org/officeDocument/2006/relationships/tags" Target="../tags/tag319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318.xml"/><Relationship Id="rId9" Type="http://schemas.openxmlformats.org/officeDocument/2006/relationships/tags" Target="../tags/tag32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326.xml"/><Relationship Id="rId7" Type="http://schemas.openxmlformats.org/officeDocument/2006/relationships/image" Target="../media/image1.png"/><Relationship Id="rId2" Type="http://schemas.openxmlformats.org/officeDocument/2006/relationships/tags" Target="../tags/tag325.xml"/><Relationship Id="rId1" Type="http://schemas.openxmlformats.org/officeDocument/2006/relationships/tags" Target="../tags/tag32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28.xml"/><Relationship Id="rId4" Type="http://schemas.openxmlformats.org/officeDocument/2006/relationships/tags" Target="../tags/tag32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331.xml"/><Relationship Id="rId7" Type="http://schemas.openxmlformats.org/officeDocument/2006/relationships/image" Target="../media/image1.png"/><Relationship Id="rId2" Type="http://schemas.openxmlformats.org/officeDocument/2006/relationships/tags" Target="../tags/tag330.xml"/><Relationship Id="rId1" Type="http://schemas.openxmlformats.org/officeDocument/2006/relationships/tags" Target="../tags/tag32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33.xml"/><Relationship Id="rId4" Type="http://schemas.openxmlformats.org/officeDocument/2006/relationships/tags" Target="../tags/tag33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341.xml"/><Relationship Id="rId13" Type="http://schemas.openxmlformats.org/officeDocument/2006/relationships/tags" Target="../tags/tag346.xml"/><Relationship Id="rId18" Type="http://schemas.openxmlformats.org/officeDocument/2006/relationships/image" Target="../media/image1.png"/><Relationship Id="rId3" Type="http://schemas.openxmlformats.org/officeDocument/2006/relationships/tags" Target="../tags/tag336.xml"/><Relationship Id="rId7" Type="http://schemas.openxmlformats.org/officeDocument/2006/relationships/tags" Target="../tags/tag340.xml"/><Relationship Id="rId12" Type="http://schemas.openxmlformats.org/officeDocument/2006/relationships/tags" Target="../tags/tag345.xml"/><Relationship Id="rId17" Type="http://schemas.openxmlformats.org/officeDocument/2006/relationships/slideLayout" Target="../slideLayouts/slideLayout6.xml"/><Relationship Id="rId2" Type="http://schemas.openxmlformats.org/officeDocument/2006/relationships/tags" Target="../tags/tag335.xml"/><Relationship Id="rId16" Type="http://schemas.openxmlformats.org/officeDocument/2006/relationships/tags" Target="../tags/tag349.xml"/><Relationship Id="rId1" Type="http://schemas.openxmlformats.org/officeDocument/2006/relationships/tags" Target="../tags/tag334.xml"/><Relationship Id="rId6" Type="http://schemas.openxmlformats.org/officeDocument/2006/relationships/tags" Target="../tags/tag339.xml"/><Relationship Id="rId11" Type="http://schemas.openxmlformats.org/officeDocument/2006/relationships/tags" Target="../tags/tag344.xml"/><Relationship Id="rId5" Type="http://schemas.openxmlformats.org/officeDocument/2006/relationships/tags" Target="../tags/tag338.xml"/><Relationship Id="rId15" Type="http://schemas.openxmlformats.org/officeDocument/2006/relationships/tags" Target="../tags/tag348.xml"/><Relationship Id="rId10" Type="http://schemas.openxmlformats.org/officeDocument/2006/relationships/tags" Target="../tags/tag343.xml"/><Relationship Id="rId4" Type="http://schemas.openxmlformats.org/officeDocument/2006/relationships/tags" Target="../tags/tag337.xml"/><Relationship Id="rId9" Type="http://schemas.openxmlformats.org/officeDocument/2006/relationships/tags" Target="../tags/tag342.xml"/><Relationship Id="rId14" Type="http://schemas.openxmlformats.org/officeDocument/2006/relationships/tags" Target="../tags/tag34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352.xml"/><Relationship Id="rId7" Type="http://schemas.openxmlformats.org/officeDocument/2006/relationships/image" Target="../media/image1.png"/><Relationship Id="rId2" Type="http://schemas.openxmlformats.org/officeDocument/2006/relationships/tags" Target="../tags/tag351.xml"/><Relationship Id="rId1" Type="http://schemas.openxmlformats.org/officeDocument/2006/relationships/tags" Target="../tags/tag350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54.xml"/><Relationship Id="rId4" Type="http://schemas.openxmlformats.org/officeDocument/2006/relationships/tags" Target="../tags/tag35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tags" Target="../tags/tag357.xml"/><Relationship Id="rId7" Type="http://schemas.openxmlformats.org/officeDocument/2006/relationships/image" Target="../media/image1.png"/><Relationship Id="rId2" Type="http://schemas.openxmlformats.org/officeDocument/2006/relationships/tags" Target="../tags/tag356.xml"/><Relationship Id="rId1" Type="http://schemas.openxmlformats.org/officeDocument/2006/relationships/tags" Target="../tags/tag355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59.xml"/><Relationship Id="rId4" Type="http://schemas.openxmlformats.org/officeDocument/2006/relationships/tags" Target="../tags/tag35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tags" Target="../tags/tag362.xml"/><Relationship Id="rId7" Type="http://schemas.openxmlformats.org/officeDocument/2006/relationships/image" Target="../media/image1.png"/><Relationship Id="rId2" Type="http://schemas.openxmlformats.org/officeDocument/2006/relationships/tags" Target="../tags/tag361.xml"/><Relationship Id="rId1" Type="http://schemas.openxmlformats.org/officeDocument/2006/relationships/tags" Target="../tags/tag360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64.xml"/><Relationship Id="rId4" Type="http://schemas.openxmlformats.org/officeDocument/2006/relationships/tags" Target="../tags/tag36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tags" Target="../tags/tag367.xml"/><Relationship Id="rId7" Type="http://schemas.openxmlformats.org/officeDocument/2006/relationships/image" Target="../media/image1.png"/><Relationship Id="rId2" Type="http://schemas.openxmlformats.org/officeDocument/2006/relationships/tags" Target="../tags/tag366.xml"/><Relationship Id="rId1" Type="http://schemas.openxmlformats.org/officeDocument/2006/relationships/tags" Target="../tags/tag365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69.xml"/><Relationship Id="rId4" Type="http://schemas.openxmlformats.org/officeDocument/2006/relationships/tags" Target="../tags/tag36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tags" Target="../tags/tag372.xml"/><Relationship Id="rId7" Type="http://schemas.openxmlformats.org/officeDocument/2006/relationships/image" Target="../media/image1.png"/><Relationship Id="rId2" Type="http://schemas.openxmlformats.org/officeDocument/2006/relationships/tags" Target="../tags/tag371.xml"/><Relationship Id="rId1" Type="http://schemas.openxmlformats.org/officeDocument/2006/relationships/tags" Target="../tags/tag370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74.xml"/><Relationship Id="rId4" Type="http://schemas.openxmlformats.org/officeDocument/2006/relationships/tags" Target="../tags/tag37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tags" Target="../tags/tag377.xml"/><Relationship Id="rId7" Type="http://schemas.openxmlformats.org/officeDocument/2006/relationships/image" Target="../media/image1.png"/><Relationship Id="rId2" Type="http://schemas.openxmlformats.org/officeDocument/2006/relationships/tags" Target="../tags/tag376.xml"/><Relationship Id="rId1" Type="http://schemas.openxmlformats.org/officeDocument/2006/relationships/tags" Target="../tags/tag375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79.xml"/><Relationship Id="rId4" Type="http://schemas.openxmlformats.org/officeDocument/2006/relationships/tags" Target="../tags/tag37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tags" Target="../tags/tag382.xml"/><Relationship Id="rId7" Type="http://schemas.openxmlformats.org/officeDocument/2006/relationships/image" Target="../media/image1.png"/><Relationship Id="rId2" Type="http://schemas.openxmlformats.org/officeDocument/2006/relationships/tags" Target="../tags/tag381.xml"/><Relationship Id="rId1" Type="http://schemas.openxmlformats.org/officeDocument/2006/relationships/tags" Target="../tags/tag380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84.xml"/><Relationship Id="rId4" Type="http://schemas.openxmlformats.org/officeDocument/2006/relationships/tags" Target="../tags/tag383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tags" Target="../tags/tag392.xml"/><Relationship Id="rId3" Type="http://schemas.openxmlformats.org/officeDocument/2006/relationships/tags" Target="../tags/tag387.xml"/><Relationship Id="rId7" Type="http://schemas.openxmlformats.org/officeDocument/2006/relationships/tags" Target="../tags/tag391.xml"/><Relationship Id="rId2" Type="http://schemas.openxmlformats.org/officeDocument/2006/relationships/tags" Target="../tags/tag386.xml"/><Relationship Id="rId1" Type="http://schemas.openxmlformats.org/officeDocument/2006/relationships/tags" Target="../tags/tag385.xml"/><Relationship Id="rId6" Type="http://schemas.openxmlformats.org/officeDocument/2006/relationships/tags" Target="../tags/tag390.xml"/><Relationship Id="rId11" Type="http://schemas.openxmlformats.org/officeDocument/2006/relationships/image" Target="../media/image1.png"/><Relationship Id="rId5" Type="http://schemas.openxmlformats.org/officeDocument/2006/relationships/tags" Target="../tags/tag389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388.xml"/><Relationship Id="rId9" Type="http://schemas.openxmlformats.org/officeDocument/2006/relationships/tags" Target="../tags/tag393.xml"/></Relationships>
</file>

<file path=ppt/slides/_rels/slide36.xml.rels><?xml version="1.0" encoding="UTF-8" standalone="yes"?>
<Relationships xmlns="http://schemas.openxmlformats.org/package/2006/relationships"><Relationship Id="rId117" Type="http://schemas.openxmlformats.org/officeDocument/2006/relationships/tags" Target="../tags/tag510.xml"/><Relationship Id="rId299" Type="http://schemas.openxmlformats.org/officeDocument/2006/relationships/tags" Target="../tags/tag692.xml"/><Relationship Id="rId21" Type="http://schemas.openxmlformats.org/officeDocument/2006/relationships/tags" Target="../tags/tag414.xml"/><Relationship Id="rId63" Type="http://schemas.openxmlformats.org/officeDocument/2006/relationships/tags" Target="../tags/tag456.xml"/><Relationship Id="rId159" Type="http://schemas.openxmlformats.org/officeDocument/2006/relationships/tags" Target="../tags/tag552.xml"/><Relationship Id="rId324" Type="http://schemas.openxmlformats.org/officeDocument/2006/relationships/tags" Target="../tags/tag717.xml"/><Relationship Id="rId366" Type="http://schemas.openxmlformats.org/officeDocument/2006/relationships/tags" Target="../tags/tag759.xml"/><Relationship Id="rId170" Type="http://schemas.openxmlformats.org/officeDocument/2006/relationships/tags" Target="../tags/tag563.xml"/><Relationship Id="rId226" Type="http://schemas.openxmlformats.org/officeDocument/2006/relationships/tags" Target="../tags/tag619.xml"/><Relationship Id="rId433" Type="http://schemas.openxmlformats.org/officeDocument/2006/relationships/tags" Target="../tags/tag826.xml"/><Relationship Id="rId268" Type="http://schemas.openxmlformats.org/officeDocument/2006/relationships/tags" Target="../tags/tag661.xml"/><Relationship Id="rId32" Type="http://schemas.openxmlformats.org/officeDocument/2006/relationships/tags" Target="../tags/tag425.xml"/><Relationship Id="rId74" Type="http://schemas.openxmlformats.org/officeDocument/2006/relationships/tags" Target="../tags/tag467.xml"/><Relationship Id="rId128" Type="http://schemas.openxmlformats.org/officeDocument/2006/relationships/tags" Target="../tags/tag521.xml"/><Relationship Id="rId335" Type="http://schemas.openxmlformats.org/officeDocument/2006/relationships/tags" Target="../tags/tag728.xml"/><Relationship Id="rId377" Type="http://schemas.openxmlformats.org/officeDocument/2006/relationships/tags" Target="../tags/tag770.xml"/><Relationship Id="rId5" Type="http://schemas.openxmlformats.org/officeDocument/2006/relationships/tags" Target="../tags/tag398.xml"/><Relationship Id="rId181" Type="http://schemas.openxmlformats.org/officeDocument/2006/relationships/tags" Target="../tags/tag574.xml"/><Relationship Id="rId237" Type="http://schemas.openxmlformats.org/officeDocument/2006/relationships/tags" Target="../tags/tag630.xml"/><Relationship Id="rId402" Type="http://schemas.openxmlformats.org/officeDocument/2006/relationships/tags" Target="../tags/tag795.xml"/><Relationship Id="rId279" Type="http://schemas.openxmlformats.org/officeDocument/2006/relationships/tags" Target="../tags/tag672.xml"/><Relationship Id="rId444" Type="http://schemas.openxmlformats.org/officeDocument/2006/relationships/tags" Target="../tags/tag837.xml"/><Relationship Id="rId43" Type="http://schemas.openxmlformats.org/officeDocument/2006/relationships/tags" Target="../tags/tag436.xml"/><Relationship Id="rId139" Type="http://schemas.openxmlformats.org/officeDocument/2006/relationships/tags" Target="../tags/tag532.xml"/><Relationship Id="rId290" Type="http://schemas.openxmlformats.org/officeDocument/2006/relationships/tags" Target="../tags/tag683.xml"/><Relationship Id="rId304" Type="http://schemas.openxmlformats.org/officeDocument/2006/relationships/tags" Target="../tags/tag697.xml"/><Relationship Id="rId346" Type="http://schemas.openxmlformats.org/officeDocument/2006/relationships/tags" Target="../tags/tag739.xml"/><Relationship Id="rId388" Type="http://schemas.openxmlformats.org/officeDocument/2006/relationships/tags" Target="../tags/tag781.xml"/><Relationship Id="rId85" Type="http://schemas.openxmlformats.org/officeDocument/2006/relationships/tags" Target="../tags/tag478.xml"/><Relationship Id="rId150" Type="http://schemas.openxmlformats.org/officeDocument/2006/relationships/tags" Target="../tags/tag543.xml"/><Relationship Id="rId192" Type="http://schemas.openxmlformats.org/officeDocument/2006/relationships/tags" Target="../tags/tag585.xml"/><Relationship Id="rId206" Type="http://schemas.openxmlformats.org/officeDocument/2006/relationships/tags" Target="../tags/tag599.xml"/><Relationship Id="rId413" Type="http://schemas.openxmlformats.org/officeDocument/2006/relationships/tags" Target="../tags/tag806.xml"/><Relationship Id="rId248" Type="http://schemas.openxmlformats.org/officeDocument/2006/relationships/tags" Target="../tags/tag641.xml"/><Relationship Id="rId12" Type="http://schemas.openxmlformats.org/officeDocument/2006/relationships/tags" Target="../tags/tag405.xml"/><Relationship Id="rId108" Type="http://schemas.openxmlformats.org/officeDocument/2006/relationships/tags" Target="../tags/tag501.xml"/><Relationship Id="rId315" Type="http://schemas.openxmlformats.org/officeDocument/2006/relationships/tags" Target="../tags/tag708.xml"/><Relationship Id="rId357" Type="http://schemas.openxmlformats.org/officeDocument/2006/relationships/tags" Target="../tags/tag750.xml"/><Relationship Id="rId54" Type="http://schemas.openxmlformats.org/officeDocument/2006/relationships/tags" Target="../tags/tag447.xml"/><Relationship Id="rId96" Type="http://schemas.openxmlformats.org/officeDocument/2006/relationships/tags" Target="../tags/tag489.xml"/><Relationship Id="rId161" Type="http://schemas.openxmlformats.org/officeDocument/2006/relationships/tags" Target="../tags/tag554.xml"/><Relationship Id="rId217" Type="http://schemas.openxmlformats.org/officeDocument/2006/relationships/tags" Target="../tags/tag610.xml"/><Relationship Id="rId399" Type="http://schemas.openxmlformats.org/officeDocument/2006/relationships/tags" Target="../tags/tag792.xml"/><Relationship Id="rId259" Type="http://schemas.openxmlformats.org/officeDocument/2006/relationships/tags" Target="../tags/tag652.xml"/><Relationship Id="rId424" Type="http://schemas.openxmlformats.org/officeDocument/2006/relationships/tags" Target="../tags/tag817.xml"/><Relationship Id="rId23" Type="http://schemas.openxmlformats.org/officeDocument/2006/relationships/tags" Target="../tags/tag416.xml"/><Relationship Id="rId119" Type="http://schemas.openxmlformats.org/officeDocument/2006/relationships/tags" Target="../tags/tag512.xml"/><Relationship Id="rId270" Type="http://schemas.openxmlformats.org/officeDocument/2006/relationships/tags" Target="../tags/tag663.xml"/><Relationship Id="rId326" Type="http://schemas.openxmlformats.org/officeDocument/2006/relationships/tags" Target="../tags/tag719.xml"/><Relationship Id="rId65" Type="http://schemas.openxmlformats.org/officeDocument/2006/relationships/tags" Target="../tags/tag458.xml"/><Relationship Id="rId130" Type="http://schemas.openxmlformats.org/officeDocument/2006/relationships/tags" Target="../tags/tag523.xml"/><Relationship Id="rId368" Type="http://schemas.openxmlformats.org/officeDocument/2006/relationships/tags" Target="../tags/tag761.xml"/><Relationship Id="rId172" Type="http://schemas.openxmlformats.org/officeDocument/2006/relationships/tags" Target="../tags/tag565.xml"/><Relationship Id="rId228" Type="http://schemas.openxmlformats.org/officeDocument/2006/relationships/tags" Target="../tags/tag621.xml"/><Relationship Id="rId435" Type="http://schemas.openxmlformats.org/officeDocument/2006/relationships/tags" Target="../tags/tag828.xml"/><Relationship Id="rId281" Type="http://schemas.openxmlformats.org/officeDocument/2006/relationships/tags" Target="../tags/tag674.xml"/><Relationship Id="rId337" Type="http://schemas.openxmlformats.org/officeDocument/2006/relationships/tags" Target="../tags/tag730.xml"/><Relationship Id="rId34" Type="http://schemas.openxmlformats.org/officeDocument/2006/relationships/tags" Target="../tags/tag427.xml"/><Relationship Id="rId76" Type="http://schemas.openxmlformats.org/officeDocument/2006/relationships/tags" Target="../tags/tag469.xml"/><Relationship Id="rId141" Type="http://schemas.openxmlformats.org/officeDocument/2006/relationships/tags" Target="../tags/tag534.xml"/><Relationship Id="rId379" Type="http://schemas.openxmlformats.org/officeDocument/2006/relationships/tags" Target="../tags/tag772.xml"/><Relationship Id="rId7" Type="http://schemas.openxmlformats.org/officeDocument/2006/relationships/tags" Target="../tags/tag400.xml"/><Relationship Id="rId183" Type="http://schemas.openxmlformats.org/officeDocument/2006/relationships/tags" Target="../tags/tag576.xml"/><Relationship Id="rId239" Type="http://schemas.openxmlformats.org/officeDocument/2006/relationships/tags" Target="../tags/tag632.xml"/><Relationship Id="rId390" Type="http://schemas.openxmlformats.org/officeDocument/2006/relationships/tags" Target="../tags/tag783.xml"/><Relationship Id="rId404" Type="http://schemas.openxmlformats.org/officeDocument/2006/relationships/tags" Target="../tags/tag797.xml"/><Relationship Id="rId446" Type="http://schemas.openxmlformats.org/officeDocument/2006/relationships/tags" Target="../tags/tag839.xml"/><Relationship Id="rId250" Type="http://schemas.openxmlformats.org/officeDocument/2006/relationships/tags" Target="../tags/tag643.xml"/><Relationship Id="rId292" Type="http://schemas.openxmlformats.org/officeDocument/2006/relationships/tags" Target="../tags/tag685.xml"/><Relationship Id="rId306" Type="http://schemas.openxmlformats.org/officeDocument/2006/relationships/tags" Target="../tags/tag699.xml"/><Relationship Id="rId45" Type="http://schemas.openxmlformats.org/officeDocument/2006/relationships/tags" Target="../tags/tag438.xml"/><Relationship Id="rId87" Type="http://schemas.openxmlformats.org/officeDocument/2006/relationships/tags" Target="../tags/tag480.xml"/><Relationship Id="rId110" Type="http://schemas.openxmlformats.org/officeDocument/2006/relationships/tags" Target="../tags/tag503.xml"/><Relationship Id="rId348" Type="http://schemas.openxmlformats.org/officeDocument/2006/relationships/tags" Target="../tags/tag741.xml"/><Relationship Id="rId152" Type="http://schemas.openxmlformats.org/officeDocument/2006/relationships/tags" Target="../tags/tag545.xml"/><Relationship Id="rId194" Type="http://schemas.openxmlformats.org/officeDocument/2006/relationships/tags" Target="../tags/tag587.xml"/><Relationship Id="rId208" Type="http://schemas.openxmlformats.org/officeDocument/2006/relationships/tags" Target="../tags/tag601.xml"/><Relationship Id="rId415" Type="http://schemas.openxmlformats.org/officeDocument/2006/relationships/tags" Target="../tags/tag808.xml"/><Relationship Id="rId261" Type="http://schemas.openxmlformats.org/officeDocument/2006/relationships/tags" Target="../tags/tag654.xml"/><Relationship Id="rId14" Type="http://schemas.openxmlformats.org/officeDocument/2006/relationships/tags" Target="../tags/tag407.xml"/><Relationship Id="rId56" Type="http://schemas.openxmlformats.org/officeDocument/2006/relationships/tags" Target="../tags/tag449.xml"/><Relationship Id="rId317" Type="http://schemas.openxmlformats.org/officeDocument/2006/relationships/tags" Target="../tags/tag710.xml"/><Relationship Id="rId359" Type="http://schemas.openxmlformats.org/officeDocument/2006/relationships/tags" Target="../tags/tag752.xml"/><Relationship Id="rId98" Type="http://schemas.openxmlformats.org/officeDocument/2006/relationships/tags" Target="../tags/tag491.xml"/><Relationship Id="rId121" Type="http://schemas.openxmlformats.org/officeDocument/2006/relationships/tags" Target="../tags/tag514.xml"/><Relationship Id="rId163" Type="http://schemas.openxmlformats.org/officeDocument/2006/relationships/tags" Target="../tags/tag556.xml"/><Relationship Id="rId219" Type="http://schemas.openxmlformats.org/officeDocument/2006/relationships/tags" Target="../tags/tag612.xml"/><Relationship Id="rId370" Type="http://schemas.openxmlformats.org/officeDocument/2006/relationships/tags" Target="../tags/tag763.xml"/><Relationship Id="rId426" Type="http://schemas.openxmlformats.org/officeDocument/2006/relationships/tags" Target="../tags/tag819.xml"/><Relationship Id="rId230" Type="http://schemas.openxmlformats.org/officeDocument/2006/relationships/tags" Target="../tags/tag623.xml"/><Relationship Id="rId25" Type="http://schemas.openxmlformats.org/officeDocument/2006/relationships/tags" Target="../tags/tag418.xml"/><Relationship Id="rId67" Type="http://schemas.openxmlformats.org/officeDocument/2006/relationships/tags" Target="../tags/tag460.xml"/><Relationship Id="rId272" Type="http://schemas.openxmlformats.org/officeDocument/2006/relationships/tags" Target="../tags/tag665.xml"/><Relationship Id="rId328" Type="http://schemas.openxmlformats.org/officeDocument/2006/relationships/tags" Target="../tags/tag721.xml"/><Relationship Id="rId132" Type="http://schemas.openxmlformats.org/officeDocument/2006/relationships/tags" Target="../tags/tag525.xml"/><Relationship Id="rId174" Type="http://schemas.openxmlformats.org/officeDocument/2006/relationships/tags" Target="../tags/tag567.xml"/><Relationship Id="rId381" Type="http://schemas.openxmlformats.org/officeDocument/2006/relationships/tags" Target="../tags/tag774.xml"/><Relationship Id="rId241" Type="http://schemas.openxmlformats.org/officeDocument/2006/relationships/tags" Target="../tags/tag634.xml"/><Relationship Id="rId437" Type="http://schemas.openxmlformats.org/officeDocument/2006/relationships/tags" Target="../tags/tag830.xml"/><Relationship Id="rId36" Type="http://schemas.openxmlformats.org/officeDocument/2006/relationships/tags" Target="../tags/tag429.xml"/><Relationship Id="rId283" Type="http://schemas.openxmlformats.org/officeDocument/2006/relationships/tags" Target="../tags/tag676.xml"/><Relationship Id="rId339" Type="http://schemas.openxmlformats.org/officeDocument/2006/relationships/tags" Target="../tags/tag732.xml"/><Relationship Id="rId78" Type="http://schemas.openxmlformats.org/officeDocument/2006/relationships/tags" Target="../tags/tag471.xml"/><Relationship Id="rId101" Type="http://schemas.openxmlformats.org/officeDocument/2006/relationships/tags" Target="../tags/tag494.xml"/><Relationship Id="rId143" Type="http://schemas.openxmlformats.org/officeDocument/2006/relationships/tags" Target="../tags/tag536.xml"/><Relationship Id="rId185" Type="http://schemas.openxmlformats.org/officeDocument/2006/relationships/tags" Target="../tags/tag578.xml"/><Relationship Id="rId350" Type="http://schemas.openxmlformats.org/officeDocument/2006/relationships/tags" Target="../tags/tag743.xml"/><Relationship Id="rId406" Type="http://schemas.openxmlformats.org/officeDocument/2006/relationships/tags" Target="../tags/tag799.xml"/><Relationship Id="rId9" Type="http://schemas.openxmlformats.org/officeDocument/2006/relationships/tags" Target="../tags/tag402.xml"/><Relationship Id="rId210" Type="http://schemas.openxmlformats.org/officeDocument/2006/relationships/tags" Target="../tags/tag603.xml"/><Relationship Id="rId392" Type="http://schemas.openxmlformats.org/officeDocument/2006/relationships/tags" Target="../tags/tag785.xml"/><Relationship Id="rId448" Type="http://schemas.openxmlformats.org/officeDocument/2006/relationships/tags" Target="../tags/tag841.xml"/><Relationship Id="rId252" Type="http://schemas.openxmlformats.org/officeDocument/2006/relationships/tags" Target="../tags/tag645.xml"/><Relationship Id="rId294" Type="http://schemas.openxmlformats.org/officeDocument/2006/relationships/tags" Target="../tags/tag687.xml"/><Relationship Id="rId308" Type="http://schemas.openxmlformats.org/officeDocument/2006/relationships/tags" Target="../tags/tag701.xml"/><Relationship Id="rId47" Type="http://schemas.openxmlformats.org/officeDocument/2006/relationships/tags" Target="../tags/tag440.xml"/><Relationship Id="rId89" Type="http://schemas.openxmlformats.org/officeDocument/2006/relationships/tags" Target="../tags/tag482.xml"/><Relationship Id="rId112" Type="http://schemas.openxmlformats.org/officeDocument/2006/relationships/tags" Target="../tags/tag505.xml"/><Relationship Id="rId154" Type="http://schemas.openxmlformats.org/officeDocument/2006/relationships/tags" Target="../tags/tag547.xml"/><Relationship Id="rId361" Type="http://schemas.openxmlformats.org/officeDocument/2006/relationships/tags" Target="../tags/tag754.xml"/><Relationship Id="rId196" Type="http://schemas.openxmlformats.org/officeDocument/2006/relationships/tags" Target="../tags/tag589.xml"/><Relationship Id="rId417" Type="http://schemas.openxmlformats.org/officeDocument/2006/relationships/tags" Target="../tags/tag810.xml"/><Relationship Id="rId16" Type="http://schemas.openxmlformats.org/officeDocument/2006/relationships/tags" Target="../tags/tag409.xml"/><Relationship Id="rId221" Type="http://schemas.openxmlformats.org/officeDocument/2006/relationships/tags" Target="../tags/tag614.xml"/><Relationship Id="rId263" Type="http://schemas.openxmlformats.org/officeDocument/2006/relationships/tags" Target="../tags/tag656.xml"/><Relationship Id="rId319" Type="http://schemas.openxmlformats.org/officeDocument/2006/relationships/tags" Target="../tags/tag712.xml"/><Relationship Id="rId58" Type="http://schemas.openxmlformats.org/officeDocument/2006/relationships/tags" Target="../tags/tag451.xml"/><Relationship Id="rId123" Type="http://schemas.openxmlformats.org/officeDocument/2006/relationships/tags" Target="../tags/tag516.xml"/><Relationship Id="rId330" Type="http://schemas.openxmlformats.org/officeDocument/2006/relationships/tags" Target="../tags/tag723.xml"/><Relationship Id="rId165" Type="http://schemas.openxmlformats.org/officeDocument/2006/relationships/tags" Target="../tags/tag558.xml"/><Relationship Id="rId372" Type="http://schemas.openxmlformats.org/officeDocument/2006/relationships/tags" Target="../tags/tag765.xml"/><Relationship Id="rId428" Type="http://schemas.openxmlformats.org/officeDocument/2006/relationships/tags" Target="../tags/tag821.xml"/><Relationship Id="rId232" Type="http://schemas.openxmlformats.org/officeDocument/2006/relationships/tags" Target="../tags/tag625.xml"/><Relationship Id="rId274" Type="http://schemas.openxmlformats.org/officeDocument/2006/relationships/tags" Target="../tags/tag667.xml"/><Relationship Id="rId27" Type="http://schemas.openxmlformats.org/officeDocument/2006/relationships/tags" Target="../tags/tag420.xml"/><Relationship Id="rId69" Type="http://schemas.openxmlformats.org/officeDocument/2006/relationships/tags" Target="../tags/tag462.xml"/><Relationship Id="rId134" Type="http://schemas.openxmlformats.org/officeDocument/2006/relationships/tags" Target="../tags/tag527.xml"/><Relationship Id="rId80" Type="http://schemas.openxmlformats.org/officeDocument/2006/relationships/tags" Target="../tags/tag473.xml"/><Relationship Id="rId176" Type="http://schemas.openxmlformats.org/officeDocument/2006/relationships/tags" Target="../tags/tag569.xml"/><Relationship Id="rId341" Type="http://schemas.openxmlformats.org/officeDocument/2006/relationships/tags" Target="../tags/tag734.xml"/><Relationship Id="rId383" Type="http://schemas.openxmlformats.org/officeDocument/2006/relationships/tags" Target="../tags/tag776.xml"/><Relationship Id="rId439" Type="http://schemas.openxmlformats.org/officeDocument/2006/relationships/tags" Target="../tags/tag832.xml"/><Relationship Id="rId201" Type="http://schemas.openxmlformats.org/officeDocument/2006/relationships/tags" Target="../tags/tag594.xml"/><Relationship Id="rId243" Type="http://schemas.openxmlformats.org/officeDocument/2006/relationships/tags" Target="../tags/tag636.xml"/><Relationship Id="rId285" Type="http://schemas.openxmlformats.org/officeDocument/2006/relationships/tags" Target="../tags/tag678.xml"/><Relationship Id="rId450" Type="http://schemas.openxmlformats.org/officeDocument/2006/relationships/tags" Target="../tags/tag843.xml"/><Relationship Id="rId38" Type="http://schemas.openxmlformats.org/officeDocument/2006/relationships/tags" Target="../tags/tag431.xml"/><Relationship Id="rId103" Type="http://schemas.openxmlformats.org/officeDocument/2006/relationships/tags" Target="../tags/tag496.xml"/><Relationship Id="rId310" Type="http://schemas.openxmlformats.org/officeDocument/2006/relationships/tags" Target="../tags/tag703.xml"/><Relationship Id="rId91" Type="http://schemas.openxmlformats.org/officeDocument/2006/relationships/tags" Target="../tags/tag484.xml"/><Relationship Id="rId145" Type="http://schemas.openxmlformats.org/officeDocument/2006/relationships/tags" Target="../tags/tag538.xml"/><Relationship Id="rId187" Type="http://schemas.openxmlformats.org/officeDocument/2006/relationships/tags" Target="../tags/tag580.xml"/><Relationship Id="rId352" Type="http://schemas.openxmlformats.org/officeDocument/2006/relationships/tags" Target="../tags/tag745.xml"/><Relationship Id="rId394" Type="http://schemas.openxmlformats.org/officeDocument/2006/relationships/tags" Target="../tags/tag787.xml"/><Relationship Id="rId408" Type="http://schemas.openxmlformats.org/officeDocument/2006/relationships/tags" Target="../tags/tag801.xml"/><Relationship Id="rId212" Type="http://schemas.openxmlformats.org/officeDocument/2006/relationships/tags" Target="../tags/tag605.xml"/><Relationship Id="rId254" Type="http://schemas.openxmlformats.org/officeDocument/2006/relationships/tags" Target="../tags/tag647.xml"/><Relationship Id="rId49" Type="http://schemas.openxmlformats.org/officeDocument/2006/relationships/tags" Target="../tags/tag442.xml"/><Relationship Id="rId114" Type="http://schemas.openxmlformats.org/officeDocument/2006/relationships/tags" Target="../tags/tag507.xml"/><Relationship Id="rId296" Type="http://schemas.openxmlformats.org/officeDocument/2006/relationships/tags" Target="../tags/tag689.xml"/><Relationship Id="rId60" Type="http://schemas.openxmlformats.org/officeDocument/2006/relationships/tags" Target="../tags/tag453.xml"/><Relationship Id="rId156" Type="http://schemas.openxmlformats.org/officeDocument/2006/relationships/tags" Target="../tags/tag549.xml"/><Relationship Id="rId198" Type="http://schemas.openxmlformats.org/officeDocument/2006/relationships/tags" Target="../tags/tag591.xml"/><Relationship Id="rId321" Type="http://schemas.openxmlformats.org/officeDocument/2006/relationships/tags" Target="../tags/tag714.xml"/><Relationship Id="rId363" Type="http://schemas.openxmlformats.org/officeDocument/2006/relationships/tags" Target="../tags/tag756.xml"/><Relationship Id="rId419" Type="http://schemas.openxmlformats.org/officeDocument/2006/relationships/tags" Target="../tags/tag812.xml"/><Relationship Id="rId223" Type="http://schemas.openxmlformats.org/officeDocument/2006/relationships/tags" Target="../tags/tag616.xml"/><Relationship Id="rId430" Type="http://schemas.openxmlformats.org/officeDocument/2006/relationships/tags" Target="../tags/tag823.xml"/><Relationship Id="rId18" Type="http://schemas.openxmlformats.org/officeDocument/2006/relationships/tags" Target="../tags/tag411.xml"/><Relationship Id="rId265" Type="http://schemas.openxmlformats.org/officeDocument/2006/relationships/tags" Target="../tags/tag658.xml"/><Relationship Id="rId125" Type="http://schemas.openxmlformats.org/officeDocument/2006/relationships/tags" Target="../tags/tag518.xml"/><Relationship Id="rId167" Type="http://schemas.openxmlformats.org/officeDocument/2006/relationships/tags" Target="../tags/tag560.xml"/><Relationship Id="rId332" Type="http://schemas.openxmlformats.org/officeDocument/2006/relationships/tags" Target="../tags/tag725.xml"/><Relationship Id="rId374" Type="http://schemas.openxmlformats.org/officeDocument/2006/relationships/tags" Target="../tags/tag767.xml"/><Relationship Id="rId71" Type="http://schemas.openxmlformats.org/officeDocument/2006/relationships/tags" Target="../tags/tag464.xml"/><Relationship Id="rId92" Type="http://schemas.openxmlformats.org/officeDocument/2006/relationships/tags" Target="../tags/tag485.xml"/><Relationship Id="rId213" Type="http://schemas.openxmlformats.org/officeDocument/2006/relationships/tags" Target="../tags/tag606.xml"/><Relationship Id="rId234" Type="http://schemas.openxmlformats.org/officeDocument/2006/relationships/tags" Target="../tags/tag627.xml"/><Relationship Id="rId420" Type="http://schemas.openxmlformats.org/officeDocument/2006/relationships/tags" Target="../tags/tag813.xml"/><Relationship Id="rId2" Type="http://schemas.openxmlformats.org/officeDocument/2006/relationships/tags" Target="../tags/tag395.xml"/><Relationship Id="rId29" Type="http://schemas.openxmlformats.org/officeDocument/2006/relationships/tags" Target="../tags/tag422.xml"/><Relationship Id="rId255" Type="http://schemas.openxmlformats.org/officeDocument/2006/relationships/tags" Target="../tags/tag648.xml"/><Relationship Id="rId276" Type="http://schemas.openxmlformats.org/officeDocument/2006/relationships/tags" Target="../tags/tag669.xml"/><Relationship Id="rId297" Type="http://schemas.openxmlformats.org/officeDocument/2006/relationships/tags" Target="../tags/tag690.xml"/><Relationship Id="rId441" Type="http://schemas.openxmlformats.org/officeDocument/2006/relationships/tags" Target="../tags/tag834.xml"/><Relationship Id="rId40" Type="http://schemas.openxmlformats.org/officeDocument/2006/relationships/tags" Target="../tags/tag433.xml"/><Relationship Id="rId115" Type="http://schemas.openxmlformats.org/officeDocument/2006/relationships/tags" Target="../tags/tag508.xml"/><Relationship Id="rId136" Type="http://schemas.openxmlformats.org/officeDocument/2006/relationships/tags" Target="../tags/tag529.xml"/><Relationship Id="rId157" Type="http://schemas.openxmlformats.org/officeDocument/2006/relationships/tags" Target="../tags/tag550.xml"/><Relationship Id="rId178" Type="http://schemas.openxmlformats.org/officeDocument/2006/relationships/tags" Target="../tags/tag571.xml"/><Relationship Id="rId301" Type="http://schemas.openxmlformats.org/officeDocument/2006/relationships/tags" Target="../tags/tag694.xml"/><Relationship Id="rId322" Type="http://schemas.openxmlformats.org/officeDocument/2006/relationships/tags" Target="../tags/tag715.xml"/><Relationship Id="rId343" Type="http://schemas.openxmlformats.org/officeDocument/2006/relationships/tags" Target="../tags/tag736.xml"/><Relationship Id="rId364" Type="http://schemas.openxmlformats.org/officeDocument/2006/relationships/tags" Target="../tags/tag757.xml"/><Relationship Id="rId61" Type="http://schemas.openxmlformats.org/officeDocument/2006/relationships/tags" Target="../tags/tag454.xml"/><Relationship Id="rId82" Type="http://schemas.openxmlformats.org/officeDocument/2006/relationships/tags" Target="../tags/tag475.xml"/><Relationship Id="rId199" Type="http://schemas.openxmlformats.org/officeDocument/2006/relationships/tags" Target="../tags/tag592.xml"/><Relationship Id="rId203" Type="http://schemas.openxmlformats.org/officeDocument/2006/relationships/tags" Target="../tags/tag596.xml"/><Relationship Id="rId385" Type="http://schemas.openxmlformats.org/officeDocument/2006/relationships/tags" Target="../tags/tag778.xml"/><Relationship Id="rId19" Type="http://schemas.openxmlformats.org/officeDocument/2006/relationships/tags" Target="../tags/tag412.xml"/><Relationship Id="rId224" Type="http://schemas.openxmlformats.org/officeDocument/2006/relationships/tags" Target="../tags/tag617.xml"/><Relationship Id="rId245" Type="http://schemas.openxmlformats.org/officeDocument/2006/relationships/tags" Target="../tags/tag638.xml"/><Relationship Id="rId266" Type="http://schemas.openxmlformats.org/officeDocument/2006/relationships/tags" Target="../tags/tag659.xml"/><Relationship Id="rId287" Type="http://schemas.openxmlformats.org/officeDocument/2006/relationships/tags" Target="../tags/tag680.xml"/><Relationship Id="rId410" Type="http://schemas.openxmlformats.org/officeDocument/2006/relationships/tags" Target="../tags/tag803.xml"/><Relationship Id="rId431" Type="http://schemas.openxmlformats.org/officeDocument/2006/relationships/tags" Target="../tags/tag824.xml"/><Relationship Id="rId452" Type="http://schemas.openxmlformats.org/officeDocument/2006/relationships/slideLayout" Target="../slideLayouts/slideLayout2.xml"/><Relationship Id="rId30" Type="http://schemas.openxmlformats.org/officeDocument/2006/relationships/tags" Target="../tags/tag423.xml"/><Relationship Id="rId105" Type="http://schemas.openxmlformats.org/officeDocument/2006/relationships/tags" Target="../tags/tag498.xml"/><Relationship Id="rId126" Type="http://schemas.openxmlformats.org/officeDocument/2006/relationships/tags" Target="../tags/tag519.xml"/><Relationship Id="rId147" Type="http://schemas.openxmlformats.org/officeDocument/2006/relationships/tags" Target="../tags/tag540.xml"/><Relationship Id="rId168" Type="http://schemas.openxmlformats.org/officeDocument/2006/relationships/tags" Target="../tags/tag561.xml"/><Relationship Id="rId312" Type="http://schemas.openxmlformats.org/officeDocument/2006/relationships/tags" Target="../tags/tag705.xml"/><Relationship Id="rId333" Type="http://schemas.openxmlformats.org/officeDocument/2006/relationships/tags" Target="../tags/tag726.xml"/><Relationship Id="rId354" Type="http://schemas.openxmlformats.org/officeDocument/2006/relationships/tags" Target="../tags/tag747.xml"/><Relationship Id="rId51" Type="http://schemas.openxmlformats.org/officeDocument/2006/relationships/tags" Target="../tags/tag444.xml"/><Relationship Id="rId72" Type="http://schemas.openxmlformats.org/officeDocument/2006/relationships/tags" Target="../tags/tag465.xml"/><Relationship Id="rId93" Type="http://schemas.openxmlformats.org/officeDocument/2006/relationships/tags" Target="../tags/tag486.xml"/><Relationship Id="rId189" Type="http://schemas.openxmlformats.org/officeDocument/2006/relationships/tags" Target="../tags/tag582.xml"/><Relationship Id="rId375" Type="http://schemas.openxmlformats.org/officeDocument/2006/relationships/tags" Target="../tags/tag768.xml"/><Relationship Id="rId396" Type="http://schemas.openxmlformats.org/officeDocument/2006/relationships/tags" Target="../tags/tag789.xml"/><Relationship Id="rId3" Type="http://schemas.openxmlformats.org/officeDocument/2006/relationships/tags" Target="../tags/tag396.xml"/><Relationship Id="rId214" Type="http://schemas.openxmlformats.org/officeDocument/2006/relationships/tags" Target="../tags/tag607.xml"/><Relationship Id="rId235" Type="http://schemas.openxmlformats.org/officeDocument/2006/relationships/tags" Target="../tags/tag628.xml"/><Relationship Id="rId256" Type="http://schemas.openxmlformats.org/officeDocument/2006/relationships/tags" Target="../tags/tag649.xml"/><Relationship Id="rId277" Type="http://schemas.openxmlformats.org/officeDocument/2006/relationships/tags" Target="../tags/tag670.xml"/><Relationship Id="rId298" Type="http://schemas.openxmlformats.org/officeDocument/2006/relationships/tags" Target="../tags/tag691.xml"/><Relationship Id="rId400" Type="http://schemas.openxmlformats.org/officeDocument/2006/relationships/tags" Target="../tags/tag793.xml"/><Relationship Id="rId421" Type="http://schemas.openxmlformats.org/officeDocument/2006/relationships/tags" Target="../tags/tag814.xml"/><Relationship Id="rId442" Type="http://schemas.openxmlformats.org/officeDocument/2006/relationships/tags" Target="../tags/tag835.xml"/><Relationship Id="rId116" Type="http://schemas.openxmlformats.org/officeDocument/2006/relationships/tags" Target="../tags/tag509.xml"/><Relationship Id="rId137" Type="http://schemas.openxmlformats.org/officeDocument/2006/relationships/tags" Target="../tags/tag530.xml"/><Relationship Id="rId158" Type="http://schemas.openxmlformats.org/officeDocument/2006/relationships/tags" Target="../tags/tag551.xml"/><Relationship Id="rId302" Type="http://schemas.openxmlformats.org/officeDocument/2006/relationships/tags" Target="../tags/tag695.xml"/><Relationship Id="rId323" Type="http://schemas.openxmlformats.org/officeDocument/2006/relationships/tags" Target="../tags/tag716.xml"/><Relationship Id="rId344" Type="http://schemas.openxmlformats.org/officeDocument/2006/relationships/tags" Target="../tags/tag737.xml"/><Relationship Id="rId20" Type="http://schemas.openxmlformats.org/officeDocument/2006/relationships/tags" Target="../tags/tag413.xml"/><Relationship Id="rId41" Type="http://schemas.openxmlformats.org/officeDocument/2006/relationships/tags" Target="../tags/tag434.xml"/><Relationship Id="rId62" Type="http://schemas.openxmlformats.org/officeDocument/2006/relationships/tags" Target="../tags/tag455.xml"/><Relationship Id="rId83" Type="http://schemas.openxmlformats.org/officeDocument/2006/relationships/tags" Target="../tags/tag476.xml"/><Relationship Id="rId179" Type="http://schemas.openxmlformats.org/officeDocument/2006/relationships/tags" Target="../tags/tag572.xml"/><Relationship Id="rId365" Type="http://schemas.openxmlformats.org/officeDocument/2006/relationships/tags" Target="../tags/tag758.xml"/><Relationship Id="rId386" Type="http://schemas.openxmlformats.org/officeDocument/2006/relationships/tags" Target="../tags/tag779.xml"/><Relationship Id="rId190" Type="http://schemas.openxmlformats.org/officeDocument/2006/relationships/tags" Target="../tags/tag583.xml"/><Relationship Id="rId204" Type="http://schemas.openxmlformats.org/officeDocument/2006/relationships/tags" Target="../tags/tag597.xml"/><Relationship Id="rId225" Type="http://schemas.openxmlformats.org/officeDocument/2006/relationships/tags" Target="../tags/tag618.xml"/><Relationship Id="rId246" Type="http://schemas.openxmlformats.org/officeDocument/2006/relationships/tags" Target="../tags/tag639.xml"/><Relationship Id="rId267" Type="http://schemas.openxmlformats.org/officeDocument/2006/relationships/tags" Target="../tags/tag660.xml"/><Relationship Id="rId288" Type="http://schemas.openxmlformats.org/officeDocument/2006/relationships/tags" Target="../tags/tag681.xml"/><Relationship Id="rId411" Type="http://schemas.openxmlformats.org/officeDocument/2006/relationships/tags" Target="../tags/tag804.xml"/><Relationship Id="rId432" Type="http://schemas.openxmlformats.org/officeDocument/2006/relationships/tags" Target="../tags/tag825.xml"/><Relationship Id="rId453" Type="http://schemas.openxmlformats.org/officeDocument/2006/relationships/image" Target="../media/image1.png"/><Relationship Id="rId106" Type="http://schemas.openxmlformats.org/officeDocument/2006/relationships/tags" Target="../tags/tag499.xml"/><Relationship Id="rId127" Type="http://schemas.openxmlformats.org/officeDocument/2006/relationships/tags" Target="../tags/tag520.xml"/><Relationship Id="rId313" Type="http://schemas.openxmlformats.org/officeDocument/2006/relationships/tags" Target="../tags/tag706.xml"/><Relationship Id="rId10" Type="http://schemas.openxmlformats.org/officeDocument/2006/relationships/tags" Target="../tags/tag403.xml"/><Relationship Id="rId31" Type="http://schemas.openxmlformats.org/officeDocument/2006/relationships/tags" Target="../tags/tag424.xml"/><Relationship Id="rId52" Type="http://schemas.openxmlformats.org/officeDocument/2006/relationships/tags" Target="../tags/tag445.xml"/><Relationship Id="rId73" Type="http://schemas.openxmlformats.org/officeDocument/2006/relationships/tags" Target="../tags/tag466.xml"/><Relationship Id="rId94" Type="http://schemas.openxmlformats.org/officeDocument/2006/relationships/tags" Target="../tags/tag487.xml"/><Relationship Id="rId148" Type="http://schemas.openxmlformats.org/officeDocument/2006/relationships/tags" Target="../tags/tag541.xml"/><Relationship Id="rId169" Type="http://schemas.openxmlformats.org/officeDocument/2006/relationships/tags" Target="../tags/tag562.xml"/><Relationship Id="rId334" Type="http://schemas.openxmlformats.org/officeDocument/2006/relationships/tags" Target="../tags/tag727.xml"/><Relationship Id="rId355" Type="http://schemas.openxmlformats.org/officeDocument/2006/relationships/tags" Target="../tags/tag748.xml"/><Relationship Id="rId376" Type="http://schemas.openxmlformats.org/officeDocument/2006/relationships/tags" Target="../tags/tag769.xml"/><Relationship Id="rId397" Type="http://schemas.openxmlformats.org/officeDocument/2006/relationships/tags" Target="../tags/tag790.xml"/><Relationship Id="rId4" Type="http://schemas.openxmlformats.org/officeDocument/2006/relationships/tags" Target="../tags/tag397.xml"/><Relationship Id="rId180" Type="http://schemas.openxmlformats.org/officeDocument/2006/relationships/tags" Target="../tags/tag573.xml"/><Relationship Id="rId215" Type="http://schemas.openxmlformats.org/officeDocument/2006/relationships/tags" Target="../tags/tag608.xml"/><Relationship Id="rId236" Type="http://schemas.openxmlformats.org/officeDocument/2006/relationships/tags" Target="../tags/tag629.xml"/><Relationship Id="rId257" Type="http://schemas.openxmlformats.org/officeDocument/2006/relationships/tags" Target="../tags/tag650.xml"/><Relationship Id="rId278" Type="http://schemas.openxmlformats.org/officeDocument/2006/relationships/tags" Target="../tags/tag671.xml"/><Relationship Id="rId401" Type="http://schemas.openxmlformats.org/officeDocument/2006/relationships/tags" Target="../tags/tag794.xml"/><Relationship Id="rId422" Type="http://schemas.openxmlformats.org/officeDocument/2006/relationships/tags" Target="../tags/tag815.xml"/><Relationship Id="rId443" Type="http://schemas.openxmlformats.org/officeDocument/2006/relationships/tags" Target="../tags/tag836.xml"/><Relationship Id="rId303" Type="http://schemas.openxmlformats.org/officeDocument/2006/relationships/tags" Target="../tags/tag696.xml"/><Relationship Id="rId42" Type="http://schemas.openxmlformats.org/officeDocument/2006/relationships/tags" Target="../tags/tag435.xml"/><Relationship Id="rId84" Type="http://schemas.openxmlformats.org/officeDocument/2006/relationships/tags" Target="../tags/tag477.xml"/><Relationship Id="rId138" Type="http://schemas.openxmlformats.org/officeDocument/2006/relationships/tags" Target="../tags/tag531.xml"/><Relationship Id="rId345" Type="http://schemas.openxmlformats.org/officeDocument/2006/relationships/tags" Target="../tags/tag738.xml"/><Relationship Id="rId387" Type="http://schemas.openxmlformats.org/officeDocument/2006/relationships/tags" Target="../tags/tag780.xml"/><Relationship Id="rId191" Type="http://schemas.openxmlformats.org/officeDocument/2006/relationships/tags" Target="../tags/tag584.xml"/><Relationship Id="rId205" Type="http://schemas.openxmlformats.org/officeDocument/2006/relationships/tags" Target="../tags/tag598.xml"/><Relationship Id="rId247" Type="http://schemas.openxmlformats.org/officeDocument/2006/relationships/tags" Target="../tags/tag640.xml"/><Relationship Id="rId412" Type="http://schemas.openxmlformats.org/officeDocument/2006/relationships/tags" Target="../tags/tag805.xml"/><Relationship Id="rId107" Type="http://schemas.openxmlformats.org/officeDocument/2006/relationships/tags" Target="../tags/tag500.xml"/><Relationship Id="rId289" Type="http://schemas.openxmlformats.org/officeDocument/2006/relationships/tags" Target="../tags/tag682.xml"/><Relationship Id="rId11" Type="http://schemas.openxmlformats.org/officeDocument/2006/relationships/tags" Target="../tags/tag404.xml"/><Relationship Id="rId53" Type="http://schemas.openxmlformats.org/officeDocument/2006/relationships/tags" Target="../tags/tag446.xml"/><Relationship Id="rId149" Type="http://schemas.openxmlformats.org/officeDocument/2006/relationships/tags" Target="../tags/tag542.xml"/><Relationship Id="rId314" Type="http://schemas.openxmlformats.org/officeDocument/2006/relationships/tags" Target="../tags/tag707.xml"/><Relationship Id="rId356" Type="http://schemas.openxmlformats.org/officeDocument/2006/relationships/tags" Target="../tags/tag749.xml"/><Relationship Id="rId398" Type="http://schemas.openxmlformats.org/officeDocument/2006/relationships/tags" Target="../tags/tag791.xml"/><Relationship Id="rId95" Type="http://schemas.openxmlformats.org/officeDocument/2006/relationships/tags" Target="../tags/tag488.xml"/><Relationship Id="rId160" Type="http://schemas.openxmlformats.org/officeDocument/2006/relationships/tags" Target="../tags/tag553.xml"/><Relationship Id="rId216" Type="http://schemas.openxmlformats.org/officeDocument/2006/relationships/tags" Target="../tags/tag609.xml"/><Relationship Id="rId423" Type="http://schemas.openxmlformats.org/officeDocument/2006/relationships/tags" Target="../tags/tag816.xml"/><Relationship Id="rId258" Type="http://schemas.openxmlformats.org/officeDocument/2006/relationships/tags" Target="../tags/tag651.xml"/><Relationship Id="rId22" Type="http://schemas.openxmlformats.org/officeDocument/2006/relationships/tags" Target="../tags/tag415.xml"/><Relationship Id="rId64" Type="http://schemas.openxmlformats.org/officeDocument/2006/relationships/tags" Target="../tags/tag457.xml"/><Relationship Id="rId118" Type="http://schemas.openxmlformats.org/officeDocument/2006/relationships/tags" Target="../tags/tag511.xml"/><Relationship Id="rId325" Type="http://schemas.openxmlformats.org/officeDocument/2006/relationships/tags" Target="../tags/tag718.xml"/><Relationship Id="rId367" Type="http://schemas.openxmlformats.org/officeDocument/2006/relationships/tags" Target="../tags/tag760.xml"/><Relationship Id="rId171" Type="http://schemas.openxmlformats.org/officeDocument/2006/relationships/tags" Target="../tags/tag564.xml"/><Relationship Id="rId227" Type="http://schemas.openxmlformats.org/officeDocument/2006/relationships/tags" Target="../tags/tag620.xml"/><Relationship Id="rId269" Type="http://schemas.openxmlformats.org/officeDocument/2006/relationships/tags" Target="../tags/tag662.xml"/><Relationship Id="rId434" Type="http://schemas.openxmlformats.org/officeDocument/2006/relationships/tags" Target="../tags/tag827.xml"/><Relationship Id="rId33" Type="http://schemas.openxmlformats.org/officeDocument/2006/relationships/tags" Target="../tags/tag426.xml"/><Relationship Id="rId129" Type="http://schemas.openxmlformats.org/officeDocument/2006/relationships/tags" Target="../tags/tag522.xml"/><Relationship Id="rId280" Type="http://schemas.openxmlformats.org/officeDocument/2006/relationships/tags" Target="../tags/tag673.xml"/><Relationship Id="rId336" Type="http://schemas.openxmlformats.org/officeDocument/2006/relationships/tags" Target="../tags/tag729.xml"/><Relationship Id="rId75" Type="http://schemas.openxmlformats.org/officeDocument/2006/relationships/tags" Target="../tags/tag468.xml"/><Relationship Id="rId140" Type="http://schemas.openxmlformats.org/officeDocument/2006/relationships/tags" Target="../tags/tag533.xml"/><Relationship Id="rId182" Type="http://schemas.openxmlformats.org/officeDocument/2006/relationships/tags" Target="../tags/tag575.xml"/><Relationship Id="rId378" Type="http://schemas.openxmlformats.org/officeDocument/2006/relationships/tags" Target="../tags/tag771.xml"/><Relationship Id="rId403" Type="http://schemas.openxmlformats.org/officeDocument/2006/relationships/tags" Target="../tags/tag796.xml"/><Relationship Id="rId6" Type="http://schemas.openxmlformats.org/officeDocument/2006/relationships/tags" Target="../tags/tag399.xml"/><Relationship Id="rId238" Type="http://schemas.openxmlformats.org/officeDocument/2006/relationships/tags" Target="../tags/tag631.xml"/><Relationship Id="rId445" Type="http://schemas.openxmlformats.org/officeDocument/2006/relationships/tags" Target="../tags/tag838.xml"/><Relationship Id="rId291" Type="http://schemas.openxmlformats.org/officeDocument/2006/relationships/tags" Target="../tags/tag684.xml"/><Relationship Id="rId305" Type="http://schemas.openxmlformats.org/officeDocument/2006/relationships/tags" Target="../tags/tag698.xml"/><Relationship Id="rId347" Type="http://schemas.openxmlformats.org/officeDocument/2006/relationships/tags" Target="../tags/tag740.xml"/><Relationship Id="rId44" Type="http://schemas.openxmlformats.org/officeDocument/2006/relationships/tags" Target="../tags/tag437.xml"/><Relationship Id="rId86" Type="http://schemas.openxmlformats.org/officeDocument/2006/relationships/tags" Target="../tags/tag479.xml"/><Relationship Id="rId151" Type="http://schemas.openxmlformats.org/officeDocument/2006/relationships/tags" Target="../tags/tag544.xml"/><Relationship Id="rId389" Type="http://schemas.openxmlformats.org/officeDocument/2006/relationships/tags" Target="../tags/tag782.xml"/><Relationship Id="rId193" Type="http://schemas.openxmlformats.org/officeDocument/2006/relationships/tags" Target="../tags/tag586.xml"/><Relationship Id="rId207" Type="http://schemas.openxmlformats.org/officeDocument/2006/relationships/tags" Target="../tags/tag600.xml"/><Relationship Id="rId249" Type="http://schemas.openxmlformats.org/officeDocument/2006/relationships/tags" Target="../tags/tag642.xml"/><Relationship Id="rId414" Type="http://schemas.openxmlformats.org/officeDocument/2006/relationships/tags" Target="../tags/tag807.xml"/><Relationship Id="rId13" Type="http://schemas.openxmlformats.org/officeDocument/2006/relationships/tags" Target="../tags/tag406.xml"/><Relationship Id="rId109" Type="http://schemas.openxmlformats.org/officeDocument/2006/relationships/tags" Target="../tags/tag502.xml"/><Relationship Id="rId260" Type="http://schemas.openxmlformats.org/officeDocument/2006/relationships/tags" Target="../tags/tag653.xml"/><Relationship Id="rId316" Type="http://schemas.openxmlformats.org/officeDocument/2006/relationships/tags" Target="../tags/tag709.xml"/><Relationship Id="rId55" Type="http://schemas.openxmlformats.org/officeDocument/2006/relationships/tags" Target="../tags/tag448.xml"/><Relationship Id="rId97" Type="http://schemas.openxmlformats.org/officeDocument/2006/relationships/tags" Target="../tags/tag490.xml"/><Relationship Id="rId120" Type="http://schemas.openxmlformats.org/officeDocument/2006/relationships/tags" Target="../tags/tag513.xml"/><Relationship Id="rId358" Type="http://schemas.openxmlformats.org/officeDocument/2006/relationships/tags" Target="../tags/tag751.xml"/><Relationship Id="rId162" Type="http://schemas.openxmlformats.org/officeDocument/2006/relationships/tags" Target="../tags/tag555.xml"/><Relationship Id="rId218" Type="http://schemas.openxmlformats.org/officeDocument/2006/relationships/tags" Target="../tags/tag611.xml"/><Relationship Id="rId425" Type="http://schemas.openxmlformats.org/officeDocument/2006/relationships/tags" Target="../tags/tag818.xml"/><Relationship Id="rId271" Type="http://schemas.openxmlformats.org/officeDocument/2006/relationships/tags" Target="../tags/tag664.xml"/><Relationship Id="rId24" Type="http://schemas.openxmlformats.org/officeDocument/2006/relationships/tags" Target="../tags/tag417.xml"/><Relationship Id="rId66" Type="http://schemas.openxmlformats.org/officeDocument/2006/relationships/tags" Target="../tags/tag459.xml"/><Relationship Id="rId131" Type="http://schemas.openxmlformats.org/officeDocument/2006/relationships/tags" Target="../tags/tag524.xml"/><Relationship Id="rId327" Type="http://schemas.openxmlformats.org/officeDocument/2006/relationships/tags" Target="../tags/tag720.xml"/><Relationship Id="rId369" Type="http://schemas.openxmlformats.org/officeDocument/2006/relationships/tags" Target="../tags/tag762.xml"/><Relationship Id="rId173" Type="http://schemas.openxmlformats.org/officeDocument/2006/relationships/tags" Target="../tags/tag566.xml"/><Relationship Id="rId229" Type="http://schemas.openxmlformats.org/officeDocument/2006/relationships/tags" Target="../tags/tag622.xml"/><Relationship Id="rId380" Type="http://schemas.openxmlformats.org/officeDocument/2006/relationships/tags" Target="../tags/tag773.xml"/><Relationship Id="rId436" Type="http://schemas.openxmlformats.org/officeDocument/2006/relationships/tags" Target="../tags/tag829.xml"/><Relationship Id="rId240" Type="http://schemas.openxmlformats.org/officeDocument/2006/relationships/tags" Target="../tags/tag633.xml"/><Relationship Id="rId35" Type="http://schemas.openxmlformats.org/officeDocument/2006/relationships/tags" Target="../tags/tag428.xml"/><Relationship Id="rId77" Type="http://schemas.openxmlformats.org/officeDocument/2006/relationships/tags" Target="../tags/tag470.xml"/><Relationship Id="rId100" Type="http://schemas.openxmlformats.org/officeDocument/2006/relationships/tags" Target="../tags/tag493.xml"/><Relationship Id="rId282" Type="http://schemas.openxmlformats.org/officeDocument/2006/relationships/tags" Target="../tags/tag675.xml"/><Relationship Id="rId338" Type="http://schemas.openxmlformats.org/officeDocument/2006/relationships/tags" Target="../tags/tag731.xml"/><Relationship Id="rId8" Type="http://schemas.openxmlformats.org/officeDocument/2006/relationships/tags" Target="../tags/tag401.xml"/><Relationship Id="rId142" Type="http://schemas.openxmlformats.org/officeDocument/2006/relationships/tags" Target="../tags/tag535.xml"/><Relationship Id="rId184" Type="http://schemas.openxmlformats.org/officeDocument/2006/relationships/tags" Target="../tags/tag577.xml"/><Relationship Id="rId391" Type="http://schemas.openxmlformats.org/officeDocument/2006/relationships/tags" Target="../tags/tag784.xml"/><Relationship Id="rId405" Type="http://schemas.openxmlformats.org/officeDocument/2006/relationships/tags" Target="../tags/tag798.xml"/><Relationship Id="rId447" Type="http://schemas.openxmlformats.org/officeDocument/2006/relationships/tags" Target="../tags/tag840.xml"/><Relationship Id="rId251" Type="http://schemas.openxmlformats.org/officeDocument/2006/relationships/tags" Target="../tags/tag644.xml"/><Relationship Id="rId46" Type="http://schemas.openxmlformats.org/officeDocument/2006/relationships/tags" Target="../tags/tag439.xml"/><Relationship Id="rId293" Type="http://schemas.openxmlformats.org/officeDocument/2006/relationships/tags" Target="../tags/tag686.xml"/><Relationship Id="rId307" Type="http://schemas.openxmlformats.org/officeDocument/2006/relationships/tags" Target="../tags/tag700.xml"/><Relationship Id="rId349" Type="http://schemas.openxmlformats.org/officeDocument/2006/relationships/tags" Target="../tags/tag742.xml"/><Relationship Id="rId88" Type="http://schemas.openxmlformats.org/officeDocument/2006/relationships/tags" Target="../tags/tag481.xml"/><Relationship Id="rId111" Type="http://schemas.openxmlformats.org/officeDocument/2006/relationships/tags" Target="../tags/tag504.xml"/><Relationship Id="rId153" Type="http://schemas.openxmlformats.org/officeDocument/2006/relationships/tags" Target="../tags/tag546.xml"/><Relationship Id="rId195" Type="http://schemas.openxmlformats.org/officeDocument/2006/relationships/tags" Target="../tags/tag588.xml"/><Relationship Id="rId209" Type="http://schemas.openxmlformats.org/officeDocument/2006/relationships/tags" Target="../tags/tag602.xml"/><Relationship Id="rId360" Type="http://schemas.openxmlformats.org/officeDocument/2006/relationships/tags" Target="../tags/tag753.xml"/><Relationship Id="rId416" Type="http://schemas.openxmlformats.org/officeDocument/2006/relationships/tags" Target="../tags/tag809.xml"/><Relationship Id="rId220" Type="http://schemas.openxmlformats.org/officeDocument/2006/relationships/tags" Target="../tags/tag613.xml"/><Relationship Id="rId15" Type="http://schemas.openxmlformats.org/officeDocument/2006/relationships/tags" Target="../tags/tag408.xml"/><Relationship Id="rId57" Type="http://schemas.openxmlformats.org/officeDocument/2006/relationships/tags" Target="../tags/tag450.xml"/><Relationship Id="rId262" Type="http://schemas.openxmlformats.org/officeDocument/2006/relationships/tags" Target="../tags/tag655.xml"/><Relationship Id="rId318" Type="http://schemas.openxmlformats.org/officeDocument/2006/relationships/tags" Target="../tags/tag711.xml"/><Relationship Id="rId99" Type="http://schemas.openxmlformats.org/officeDocument/2006/relationships/tags" Target="../tags/tag492.xml"/><Relationship Id="rId122" Type="http://schemas.openxmlformats.org/officeDocument/2006/relationships/tags" Target="../tags/tag515.xml"/><Relationship Id="rId164" Type="http://schemas.openxmlformats.org/officeDocument/2006/relationships/tags" Target="../tags/tag557.xml"/><Relationship Id="rId371" Type="http://schemas.openxmlformats.org/officeDocument/2006/relationships/tags" Target="../tags/tag764.xml"/><Relationship Id="rId427" Type="http://schemas.openxmlformats.org/officeDocument/2006/relationships/tags" Target="../tags/tag820.xml"/><Relationship Id="rId26" Type="http://schemas.openxmlformats.org/officeDocument/2006/relationships/tags" Target="../tags/tag419.xml"/><Relationship Id="rId231" Type="http://schemas.openxmlformats.org/officeDocument/2006/relationships/tags" Target="../tags/tag624.xml"/><Relationship Id="rId273" Type="http://schemas.openxmlformats.org/officeDocument/2006/relationships/tags" Target="../tags/tag666.xml"/><Relationship Id="rId329" Type="http://schemas.openxmlformats.org/officeDocument/2006/relationships/tags" Target="../tags/tag722.xml"/><Relationship Id="rId68" Type="http://schemas.openxmlformats.org/officeDocument/2006/relationships/tags" Target="../tags/tag461.xml"/><Relationship Id="rId133" Type="http://schemas.openxmlformats.org/officeDocument/2006/relationships/tags" Target="../tags/tag526.xml"/><Relationship Id="rId175" Type="http://schemas.openxmlformats.org/officeDocument/2006/relationships/tags" Target="../tags/tag568.xml"/><Relationship Id="rId340" Type="http://schemas.openxmlformats.org/officeDocument/2006/relationships/tags" Target="../tags/tag733.xml"/><Relationship Id="rId200" Type="http://schemas.openxmlformats.org/officeDocument/2006/relationships/tags" Target="../tags/tag593.xml"/><Relationship Id="rId382" Type="http://schemas.openxmlformats.org/officeDocument/2006/relationships/tags" Target="../tags/tag775.xml"/><Relationship Id="rId438" Type="http://schemas.openxmlformats.org/officeDocument/2006/relationships/tags" Target="../tags/tag831.xml"/><Relationship Id="rId242" Type="http://schemas.openxmlformats.org/officeDocument/2006/relationships/tags" Target="../tags/tag635.xml"/><Relationship Id="rId284" Type="http://schemas.openxmlformats.org/officeDocument/2006/relationships/tags" Target="../tags/tag677.xml"/><Relationship Id="rId37" Type="http://schemas.openxmlformats.org/officeDocument/2006/relationships/tags" Target="../tags/tag430.xml"/><Relationship Id="rId79" Type="http://schemas.openxmlformats.org/officeDocument/2006/relationships/tags" Target="../tags/tag472.xml"/><Relationship Id="rId102" Type="http://schemas.openxmlformats.org/officeDocument/2006/relationships/tags" Target="../tags/tag495.xml"/><Relationship Id="rId144" Type="http://schemas.openxmlformats.org/officeDocument/2006/relationships/tags" Target="../tags/tag537.xml"/><Relationship Id="rId90" Type="http://schemas.openxmlformats.org/officeDocument/2006/relationships/tags" Target="../tags/tag483.xml"/><Relationship Id="rId186" Type="http://schemas.openxmlformats.org/officeDocument/2006/relationships/tags" Target="../tags/tag579.xml"/><Relationship Id="rId351" Type="http://schemas.openxmlformats.org/officeDocument/2006/relationships/tags" Target="../tags/tag744.xml"/><Relationship Id="rId393" Type="http://schemas.openxmlformats.org/officeDocument/2006/relationships/tags" Target="../tags/tag786.xml"/><Relationship Id="rId407" Type="http://schemas.openxmlformats.org/officeDocument/2006/relationships/tags" Target="../tags/tag800.xml"/><Relationship Id="rId449" Type="http://schemas.openxmlformats.org/officeDocument/2006/relationships/tags" Target="../tags/tag842.xml"/><Relationship Id="rId211" Type="http://schemas.openxmlformats.org/officeDocument/2006/relationships/tags" Target="../tags/tag604.xml"/><Relationship Id="rId253" Type="http://schemas.openxmlformats.org/officeDocument/2006/relationships/tags" Target="../tags/tag646.xml"/><Relationship Id="rId295" Type="http://schemas.openxmlformats.org/officeDocument/2006/relationships/tags" Target="../tags/tag688.xml"/><Relationship Id="rId309" Type="http://schemas.openxmlformats.org/officeDocument/2006/relationships/tags" Target="../tags/tag702.xml"/><Relationship Id="rId48" Type="http://schemas.openxmlformats.org/officeDocument/2006/relationships/tags" Target="../tags/tag441.xml"/><Relationship Id="rId113" Type="http://schemas.openxmlformats.org/officeDocument/2006/relationships/tags" Target="../tags/tag506.xml"/><Relationship Id="rId320" Type="http://schemas.openxmlformats.org/officeDocument/2006/relationships/tags" Target="../tags/tag713.xml"/><Relationship Id="rId155" Type="http://schemas.openxmlformats.org/officeDocument/2006/relationships/tags" Target="../tags/tag548.xml"/><Relationship Id="rId197" Type="http://schemas.openxmlformats.org/officeDocument/2006/relationships/tags" Target="../tags/tag590.xml"/><Relationship Id="rId362" Type="http://schemas.openxmlformats.org/officeDocument/2006/relationships/tags" Target="../tags/tag755.xml"/><Relationship Id="rId418" Type="http://schemas.openxmlformats.org/officeDocument/2006/relationships/tags" Target="../tags/tag811.xml"/><Relationship Id="rId222" Type="http://schemas.openxmlformats.org/officeDocument/2006/relationships/tags" Target="../tags/tag615.xml"/><Relationship Id="rId264" Type="http://schemas.openxmlformats.org/officeDocument/2006/relationships/tags" Target="../tags/tag657.xml"/><Relationship Id="rId17" Type="http://schemas.openxmlformats.org/officeDocument/2006/relationships/tags" Target="../tags/tag410.xml"/><Relationship Id="rId59" Type="http://schemas.openxmlformats.org/officeDocument/2006/relationships/tags" Target="../tags/tag452.xml"/><Relationship Id="rId124" Type="http://schemas.openxmlformats.org/officeDocument/2006/relationships/tags" Target="../tags/tag517.xml"/><Relationship Id="rId70" Type="http://schemas.openxmlformats.org/officeDocument/2006/relationships/tags" Target="../tags/tag463.xml"/><Relationship Id="rId166" Type="http://schemas.openxmlformats.org/officeDocument/2006/relationships/tags" Target="../tags/tag559.xml"/><Relationship Id="rId331" Type="http://schemas.openxmlformats.org/officeDocument/2006/relationships/tags" Target="../tags/tag724.xml"/><Relationship Id="rId373" Type="http://schemas.openxmlformats.org/officeDocument/2006/relationships/tags" Target="../tags/tag766.xml"/><Relationship Id="rId429" Type="http://schemas.openxmlformats.org/officeDocument/2006/relationships/tags" Target="../tags/tag822.xml"/><Relationship Id="rId1" Type="http://schemas.openxmlformats.org/officeDocument/2006/relationships/tags" Target="../tags/tag394.xml"/><Relationship Id="rId233" Type="http://schemas.openxmlformats.org/officeDocument/2006/relationships/tags" Target="../tags/tag626.xml"/><Relationship Id="rId440" Type="http://schemas.openxmlformats.org/officeDocument/2006/relationships/tags" Target="../tags/tag833.xml"/><Relationship Id="rId28" Type="http://schemas.openxmlformats.org/officeDocument/2006/relationships/tags" Target="../tags/tag421.xml"/><Relationship Id="rId275" Type="http://schemas.openxmlformats.org/officeDocument/2006/relationships/tags" Target="../tags/tag668.xml"/><Relationship Id="rId300" Type="http://schemas.openxmlformats.org/officeDocument/2006/relationships/tags" Target="../tags/tag693.xml"/><Relationship Id="rId81" Type="http://schemas.openxmlformats.org/officeDocument/2006/relationships/tags" Target="../tags/tag474.xml"/><Relationship Id="rId135" Type="http://schemas.openxmlformats.org/officeDocument/2006/relationships/tags" Target="../tags/tag528.xml"/><Relationship Id="rId177" Type="http://schemas.openxmlformats.org/officeDocument/2006/relationships/tags" Target="../tags/tag570.xml"/><Relationship Id="rId342" Type="http://schemas.openxmlformats.org/officeDocument/2006/relationships/tags" Target="../tags/tag735.xml"/><Relationship Id="rId384" Type="http://schemas.openxmlformats.org/officeDocument/2006/relationships/tags" Target="../tags/tag777.xml"/><Relationship Id="rId202" Type="http://schemas.openxmlformats.org/officeDocument/2006/relationships/tags" Target="../tags/tag595.xml"/><Relationship Id="rId244" Type="http://schemas.openxmlformats.org/officeDocument/2006/relationships/tags" Target="../tags/tag637.xml"/><Relationship Id="rId39" Type="http://schemas.openxmlformats.org/officeDocument/2006/relationships/tags" Target="../tags/tag432.xml"/><Relationship Id="rId286" Type="http://schemas.openxmlformats.org/officeDocument/2006/relationships/tags" Target="../tags/tag679.xml"/><Relationship Id="rId451" Type="http://schemas.openxmlformats.org/officeDocument/2006/relationships/tags" Target="../tags/tag844.xml"/><Relationship Id="rId50" Type="http://schemas.openxmlformats.org/officeDocument/2006/relationships/tags" Target="../tags/tag443.xml"/><Relationship Id="rId104" Type="http://schemas.openxmlformats.org/officeDocument/2006/relationships/tags" Target="../tags/tag497.xml"/><Relationship Id="rId146" Type="http://schemas.openxmlformats.org/officeDocument/2006/relationships/tags" Target="../tags/tag539.xml"/><Relationship Id="rId188" Type="http://schemas.openxmlformats.org/officeDocument/2006/relationships/tags" Target="../tags/tag581.xml"/><Relationship Id="rId311" Type="http://schemas.openxmlformats.org/officeDocument/2006/relationships/tags" Target="../tags/tag704.xml"/><Relationship Id="rId353" Type="http://schemas.openxmlformats.org/officeDocument/2006/relationships/tags" Target="../tags/tag746.xml"/><Relationship Id="rId395" Type="http://schemas.openxmlformats.org/officeDocument/2006/relationships/tags" Target="../tags/tag788.xml"/><Relationship Id="rId409" Type="http://schemas.openxmlformats.org/officeDocument/2006/relationships/tags" Target="../tags/tag802.xml"/></Relationships>
</file>

<file path=ppt/slides/_rels/slide37.xml.rels><?xml version="1.0" encoding="UTF-8" standalone="yes"?>
<Relationships xmlns="http://schemas.openxmlformats.org/package/2006/relationships"><Relationship Id="rId13" Type="http://schemas.openxmlformats.org/officeDocument/2006/relationships/tags" Target="../tags/tag857.xml"/><Relationship Id="rId18" Type="http://schemas.openxmlformats.org/officeDocument/2006/relationships/tags" Target="../tags/tag862.xml"/><Relationship Id="rId26" Type="http://schemas.openxmlformats.org/officeDocument/2006/relationships/tags" Target="../tags/tag870.xml"/><Relationship Id="rId39" Type="http://schemas.openxmlformats.org/officeDocument/2006/relationships/tags" Target="../tags/tag883.xml"/><Relationship Id="rId21" Type="http://schemas.openxmlformats.org/officeDocument/2006/relationships/tags" Target="../tags/tag865.xml"/><Relationship Id="rId34" Type="http://schemas.openxmlformats.org/officeDocument/2006/relationships/tags" Target="../tags/tag878.xml"/><Relationship Id="rId42" Type="http://schemas.openxmlformats.org/officeDocument/2006/relationships/tags" Target="../tags/tag886.xml"/><Relationship Id="rId47" Type="http://schemas.openxmlformats.org/officeDocument/2006/relationships/tags" Target="../tags/tag891.xml"/><Relationship Id="rId50" Type="http://schemas.openxmlformats.org/officeDocument/2006/relationships/tags" Target="../tags/tag894.xml"/><Relationship Id="rId55" Type="http://schemas.openxmlformats.org/officeDocument/2006/relationships/tags" Target="../tags/tag899.xml"/><Relationship Id="rId7" Type="http://schemas.openxmlformats.org/officeDocument/2006/relationships/tags" Target="../tags/tag851.xml"/><Relationship Id="rId2" Type="http://schemas.openxmlformats.org/officeDocument/2006/relationships/tags" Target="../tags/tag846.xml"/><Relationship Id="rId16" Type="http://schemas.openxmlformats.org/officeDocument/2006/relationships/tags" Target="../tags/tag860.xml"/><Relationship Id="rId29" Type="http://schemas.openxmlformats.org/officeDocument/2006/relationships/tags" Target="../tags/tag873.xml"/><Relationship Id="rId11" Type="http://schemas.openxmlformats.org/officeDocument/2006/relationships/tags" Target="../tags/tag855.xml"/><Relationship Id="rId24" Type="http://schemas.openxmlformats.org/officeDocument/2006/relationships/tags" Target="../tags/tag868.xml"/><Relationship Id="rId32" Type="http://schemas.openxmlformats.org/officeDocument/2006/relationships/tags" Target="../tags/tag876.xml"/><Relationship Id="rId37" Type="http://schemas.openxmlformats.org/officeDocument/2006/relationships/tags" Target="../tags/tag881.xml"/><Relationship Id="rId40" Type="http://schemas.openxmlformats.org/officeDocument/2006/relationships/tags" Target="../tags/tag884.xml"/><Relationship Id="rId45" Type="http://schemas.openxmlformats.org/officeDocument/2006/relationships/tags" Target="../tags/tag889.xml"/><Relationship Id="rId53" Type="http://schemas.openxmlformats.org/officeDocument/2006/relationships/tags" Target="../tags/tag897.xml"/><Relationship Id="rId58" Type="http://schemas.openxmlformats.org/officeDocument/2006/relationships/image" Target="../media/image1.png"/><Relationship Id="rId5" Type="http://schemas.openxmlformats.org/officeDocument/2006/relationships/tags" Target="../tags/tag849.xml"/><Relationship Id="rId19" Type="http://schemas.openxmlformats.org/officeDocument/2006/relationships/tags" Target="../tags/tag863.xml"/><Relationship Id="rId4" Type="http://schemas.openxmlformats.org/officeDocument/2006/relationships/tags" Target="../tags/tag848.xml"/><Relationship Id="rId9" Type="http://schemas.openxmlformats.org/officeDocument/2006/relationships/tags" Target="../tags/tag853.xml"/><Relationship Id="rId14" Type="http://schemas.openxmlformats.org/officeDocument/2006/relationships/tags" Target="../tags/tag858.xml"/><Relationship Id="rId22" Type="http://schemas.openxmlformats.org/officeDocument/2006/relationships/tags" Target="../tags/tag866.xml"/><Relationship Id="rId27" Type="http://schemas.openxmlformats.org/officeDocument/2006/relationships/tags" Target="../tags/tag871.xml"/><Relationship Id="rId30" Type="http://schemas.openxmlformats.org/officeDocument/2006/relationships/tags" Target="../tags/tag874.xml"/><Relationship Id="rId35" Type="http://schemas.openxmlformats.org/officeDocument/2006/relationships/tags" Target="../tags/tag879.xml"/><Relationship Id="rId43" Type="http://schemas.openxmlformats.org/officeDocument/2006/relationships/tags" Target="../tags/tag887.xml"/><Relationship Id="rId48" Type="http://schemas.openxmlformats.org/officeDocument/2006/relationships/tags" Target="../tags/tag892.xml"/><Relationship Id="rId56" Type="http://schemas.openxmlformats.org/officeDocument/2006/relationships/tags" Target="../tags/tag900.xml"/><Relationship Id="rId8" Type="http://schemas.openxmlformats.org/officeDocument/2006/relationships/tags" Target="../tags/tag852.xml"/><Relationship Id="rId51" Type="http://schemas.openxmlformats.org/officeDocument/2006/relationships/tags" Target="../tags/tag895.xml"/><Relationship Id="rId3" Type="http://schemas.openxmlformats.org/officeDocument/2006/relationships/tags" Target="../tags/tag847.xml"/><Relationship Id="rId12" Type="http://schemas.openxmlformats.org/officeDocument/2006/relationships/tags" Target="../tags/tag856.xml"/><Relationship Id="rId17" Type="http://schemas.openxmlformats.org/officeDocument/2006/relationships/tags" Target="../tags/tag861.xml"/><Relationship Id="rId25" Type="http://schemas.openxmlformats.org/officeDocument/2006/relationships/tags" Target="../tags/tag869.xml"/><Relationship Id="rId33" Type="http://schemas.openxmlformats.org/officeDocument/2006/relationships/tags" Target="../tags/tag877.xml"/><Relationship Id="rId38" Type="http://schemas.openxmlformats.org/officeDocument/2006/relationships/tags" Target="../tags/tag882.xml"/><Relationship Id="rId46" Type="http://schemas.openxmlformats.org/officeDocument/2006/relationships/tags" Target="../tags/tag890.xml"/><Relationship Id="rId20" Type="http://schemas.openxmlformats.org/officeDocument/2006/relationships/tags" Target="../tags/tag864.xml"/><Relationship Id="rId41" Type="http://schemas.openxmlformats.org/officeDocument/2006/relationships/tags" Target="../tags/tag885.xml"/><Relationship Id="rId54" Type="http://schemas.openxmlformats.org/officeDocument/2006/relationships/tags" Target="../tags/tag898.xml"/><Relationship Id="rId1" Type="http://schemas.openxmlformats.org/officeDocument/2006/relationships/tags" Target="../tags/tag845.xml"/><Relationship Id="rId6" Type="http://schemas.openxmlformats.org/officeDocument/2006/relationships/tags" Target="../tags/tag850.xml"/><Relationship Id="rId15" Type="http://schemas.openxmlformats.org/officeDocument/2006/relationships/tags" Target="../tags/tag859.xml"/><Relationship Id="rId23" Type="http://schemas.openxmlformats.org/officeDocument/2006/relationships/tags" Target="../tags/tag867.xml"/><Relationship Id="rId28" Type="http://schemas.openxmlformats.org/officeDocument/2006/relationships/tags" Target="../tags/tag872.xml"/><Relationship Id="rId36" Type="http://schemas.openxmlformats.org/officeDocument/2006/relationships/tags" Target="../tags/tag880.xml"/><Relationship Id="rId49" Type="http://schemas.openxmlformats.org/officeDocument/2006/relationships/tags" Target="../tags/tag893.xml"/><Relationship Id="rId57" Type="http://schemas.openxmlformats.org/officeDocument/2006/relationships/slideLayout" Target="../slideLayouts/slideLayout2.xml"/><Relationship Id="rId10" Type="http://schemas.openxmlformats.org/officeDocument/2006/relationships/tags" Target="../tags/tag854.xml"/><Relationship Id="rId31" Type="http://schemas.openxmlformats.org/officeDocument/2006/relationships/tags" Target="../tags/tag875.xml"/><Relationship Id="rId44" Type="http://schemas.openxmlformats.org/officeDocument/2006/relationships/tags" Target="../tags/tag888.xml"/><Relationship Id="rId52" Type="http://schemas.openxmlformats.org/officeDocument/2006/relationships/tags" Target="../tags/tag89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5"/>
          <p:cNvSpPr/>
          <p:nvPr>
            <p:custDataLst>
              <p:tags r:id="rId1"/>
            </p:custDataLst>
          </p:nvPr>
        </p:nvSpPr>
        <p:spPr>
          <a:xfrm>
            <a:off x="0" y="2147411"/>
            <a:ext cx="9144000" cy="1817846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66562" name="Title 6"/>
          <p:cNvSpPr>
            <a:spLocks noGrp="1"/>
          </p:cNvSpPr>
          <p:nvPr>
            <p:ph type="ctrTitle"/>
          </p:nvPr>
        </p:nvSpPr>
        <p:spPr>
          <a:xfrm>
            <a:off x="1928495" y="2687955"/>
            <a:ext cx="5143500" cy="1112520"/>
          </a:xfrm>
        </p:spPr>
        <p:txBody>
          <a:bodyPr vert="horz" lIns="91440" tIns="45720" rIns="91440" bIns="45720" rtlCol="0" anchor="b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8000" dirty="0">
                <a:solidFill>
                  <a:schemeClr val="bg1"/>
                </a:solidFill>
                <a:sym typeface="+mn-ea"/>
              </a:rPr>
              <a:t>Trees</a:t>
            </a:r>
          </a:p>
        </p:txBody>
      </p:sp>
      <p:sp>
        <p:nvSpPr>
          <p:cNvPr id="66563" name="Subtitle 1"/>
          <p:cNvSpPr>
            <a:spLocks noGrp="1"/>
          </p:cNvSpPr>
          <p:nvPr>
            <p:ph type="subTitle" idx="1"/>
          </p:nvPr>
        </p:nvSpPr>
        <p:spPr>
          <a:xfrm>
            <a:off x="1569720" y="4614545"/>
            <a:ext cx="5852795" cy="1534795"/>
          </a:xfrm>
        </p:spPr>
        <p:txBody>
          <a:bodyPr vert="horz" lIns="91440" tIns="45720" rIns="91440" bIns="45720" rtlCol="0">
            <a:normAutofit fontScale="87500"/>
          </a:bodyPr>
          <a:lstStyle/>
          <a:p>
            <a:pPr lvl="0" algn="ctr">
              <a:lnSpc>
                <a:spcPct val="100000"/>
              </a:lnSpc>
              <a:spcBef>
                <a:spcPts val="0"/>
              </a:spcBef>
              <a:buClr>
                <a:srgbClr val="330066"/>
              </a:buClr>
              <a:buSzTx/>
            </a:pPr>
            <a:r>
              <a:rPr lang="en-US" altLang="zh-CN" dirty="0">
                <a:solidFill>
                  <a:srgbClr val="000000"/>
                </a:solidFill>
                <a:sym typeface="+mn-ea"/>
              </a:rPr>
              <a:t>Fall 2024</a:t>
            </a:r>
          </a:p>
          <a:p>
            <a:pPr lvl="0" algn="ctr">
              <a:lnSpc>
                <a:spcPct val="100000"/>
              </a:lnSpc>
              <a:spcBef>
                <a:spcPts val="0"/>
              </a:spcBef>
              <a:buClr>
                <a:srgbClr val="330066"/>
              </a:buClr>
              <a:buSzTx/>
            </a:pPr>
            <a:r>
              <a:rPr lang="en-US" altLang="zh-CN" dirty="0">
                <a:solidFill>
                  <a:srgbClr val="000000"/>
                </a:solidFill>
                <a:sym typeface="+mn-ea"/>
              </a:rPr>
              <a:t>School of Software Engineering</a:t>
            </a:r>
          </a:p>
          <a:p>
            <a:pPr lvl="0" algn="ctr">
              <a:lnSpc>
                <a:spcPct val="100000"/>
              </a:lnSpc>
              <a:spcBef>
                <a:spcPts val="0"/>
              </a:spcBef>
              <a:buClr>
                <a:srgbClr val="330066"/>
              </a:buClr>
              <a:buSzTx/>
            </a:pPr>
            <a:r>
              <a:rPr lang="en-US" altLang="zh-CN" dirty="0">
                <a:solidFill>
                  <a:srgbClr val="000000"/>
                </a:solidFill>
                <a:sym typeface="+mn-ea"/>
              </a:rPr>
              <a:t>South China University of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0" y="857250"/>
            <a:ext cx="9144000" cy="1734671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5" name="Title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05132" y="1322650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>
                <a:solidFill>
                  <a:schemeClr val="bg1"/>
                </a:solidFill>
              </a:rPr>
              <a:t>Content</a:t>
            </a:r>
          </a:p>
        </p:txBody>
      </p:sp>
      <p:grpSp>
        <p:nvGrpSpPr>
          <p:cNvPr id="9" name="组合 9"/>
          <p:cNvGrpSpPr/>
          <p:nvPr/>
        </p:nvGrpSpPr>
        <p:grpSpPr>
          <a:xfrm>
            <a:off x="7285355" y="1052830"/>
            <a:ext cx="1572260" cy="1508760"/>
            <a:chOff x="10325277" y="408187"/>
            <a:chExt cx="1436104" cy="1436384"/>
          </a:xfrm>
        </p:grpSpPr>
        <p:pic>
          <p:nvPicPr>
            <p:cNvPr id="10" name="图片 7"/>
            <p:cNvPicPr>
              <a:picLocks noChangeAspect="1"/>
            </p:cNvPicPr>
            <p:nvPr>
              <p:custDataLst>
                <p:tags r:id="rId53"/>
              </p:custDataLst>
            </p:nvPr>
          </p:nvPicPr>
          <p:blipFill>
            <a:blip r:embed="rId57" cstate="print"/>
            <a:stretch>
              <a:fillRect/>
            </a:stretch>
          </p:blipFill>
          <p:spPr>
            <a:xfrm>
              <a:off x="10609730" y="408187"/>
              <a:ext cx="867198" cy="867198"/>
            </a:xfrm>
            <a:prstGeom prst="rect">
              <a:avLst/>
            </a:prstGeom>
          </p:spPr>
        </p:pic>
        <p:pic>
          <p:nvPicPr>
            <p:cNvPr id="11" name="图片 8"/>
            <p:cNvPicPr>
              <a:picLocks noChangeAspect="1"/>
            </p:cNvPicPr>
            <p:nvPr>
              <p:custDataLst>
                <p:tags r:id="rId54"/>
              </p:custDataLst>
            </p:nvPr>
          </p:nvPicPr>
          <p:blipFill>
            <a:blip r:embed="rId58" cstate="print"/>
            <a:stretch>
              <a:fillRect/>
            </a:stretch>
          </p:blipFill>
          <p:spPr>
            <a:xfrm>
              <a:off x="10325277" y="1329484"/>
              <a:ext cx="1436104" cy="515087"/>
            </a:xfrm>
            <a:prstGeom prst="rect">
              <a:avLst/>
            </a:prstGeom>
          </p:spPr>
        </p:pic>
      </p:grpSp>
      <p:grpSp>
        <p:nvGrpSpPr>
          <p:cNvPr id="19" name="PA_chenying0907 18"/>
          <p:cNvGrpSpPr/>
          <p:nvPr>
            <p:custDataLst>
              <p:tags r:id="rId3"/>
            </p:custDataLst>
          </p:nvPr>
        </p:nvGrpSpPr>
        <p:grpSpPr>
          <a:xfrm>
            <a:off x="963295" y="2972435"/>
            <a:ext cx="549275" cy="596900"/>
            <a:chOff x="5038628" y="2357164"/>
            <a:chExt cx="2114744" cy="2296116"/>
          </a:xfrm>
        </p:grpSpPr>
        <p:grpSp>
          <p:nvGrpSpPr>
            <p:cNvPr id="18" name="chenying0907 17"/>
            <p:cNvGrpSpPr/>
            <p:nvPr/>
          </p:nvGrpSpPr>
          <p:grpSpPr>
            <a:xfrm>
              <a:off x="5174686" y="3043148"/>
              <a:ext cx="1479164" cy="1610132"/>
              <a:chOff x="5174686" y="3043148"/>
              <a:chExt cx="1479164" cy="1610132"/>
            </a:xfrm>
          </p:grpSpPr>
          <p:sp>
            <p:nvSpPr>
              <p:cNvPr id="6" name="Freeform 5"/>
              <p:cNvSpPr/>
              <p:nvPr>
                <p:custDataLst>
                  <p:tags r:id="rId51"/>
                </p:custDataLst>
              </p:nvPr>
            </p:nvSpPr>
            <p:spPr bwMode="auto">
              <a:xfrm>
                <a:off x="5174686" y="3043148"/>
                <a:ext cx="1479164" cy="1610132"/>
              </a:xfrm>
              <a:custGeom>
                <a:avLst/>
                <a:gdLst>
                  <a:gd name="T0" fmla="*/ 2 w 30"/>
                  <a:gd name="T1" fmla="*/ 2 h 33"/>
                  <a:gd name="T2" fmla="*/ 1 w 30"/>
                  <a:gd name="T3" fmla="*/ 31 h 33"/>
                  <a:gd name="T4" fmla="*/ 18 w 30"/>
                  <a:gd name="T5" fmla="*/ 32 h 33"/>
                  <a:gd name="T6" fmla="*/ 28 w 30"/>
                  <a:gd name="T7" fmla="*/ 30 h 33"/>
                  <a:gd name="T8" fmla="*/ 28 w 30"/>
                  <a:gd name="T9" fmla="*/ 15 h 33"/>
                  <a:gd name="T10" fmla="*/ 28 w 30"/>
                  <a:gd name="T11" fmla="*/ 3 h 33"/>
                  <a:gd name="T12" fmla="*/ 13 w 30"/>
                  <a:gd name="T13" fmla="*/ 2 h 33"/>
                  <a:gd name="T14" fmla="*/ 2 w 30"/>
                  <a:gd name="T15" fmla="*/ 1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" h="33">
                    <a:moveTo>
                      <a:pt x="2" y="2"/>
                    </a:moveTo>
                    <a:cubicBezTo>
                      <a:pt x="2" y="11"/>
                      <a:pt x="0" y="21"/>
                      <a:pt x="1" y="31"/>
                    </a:cubicBezTo>
                    <a:cubicBezTo>
                      <a:pt x="5" y="33"/>
                      <a:pt x="13" y="31"/>
                      <a:pt x="18" y="32"/>
                    </a:cubicBezTo>
                    <a:cubicBezTo>
                      <a:pt x="22" y="32"/>
                      <a:pt x="27" y="33"/>
                      <a:pt x="28" y="30"/>
                    </a:cubicBezTo>
                    <a:cubicBezTo>
                      <a:pt x="30" y="27"/>
                      <a:pt x="28" y="19"/>
                      <a:pt x="28" y="15"/>
                    </a:cubicBezTo>
                    <a:cubicBezTo>
                      <a:pt x="28" y="11"/>
                      <a:pt x="29" y="7"/>
                      <a:pt x="28" y="3"/>
                    </a:cubicBezTo>
                    <a:cubicBezTo>
                      <a:pt x="23" y="2"/>
                      <a:pt x="18" y="2"/>
                      <a:pt x="13" y="2"/>
                    </a:cubicBezTo>
                    <a:cubicBezTo>
                      <a:pt x="9" y="1"/>
                      <a:pt x="5" y="0"/>
                      <a:pt x="2" y="1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" name="Freeform 6"/>
              <p:cNvSpPr/>
              <p:nvPr>
                <p:custDataLst>
                  <p:tags r:id="rId52"/>
                </p:custDataLst>
              </p:nvPr>
            </p:nvSpPr>
            <p:spPr bwMode="auto">
              <a:xfrm>
                <a:off x="5324912" y="3189524"/>
                <a:ext cx="1128634" cy="1317381"/>
              </a:xfrm>
              <a:custGeom>
                <a:avLst/>
                <a:gdLst>
                  <a:gd name="T0" fmla="*/ 2 w 23"/>
                  <a:gd name="T1" fmla="*/ 3 h 27"/>
                  <a:gd name="T2" fmla="*/ 0 w 23"/>
                  <a:gd name="T3" fmla="*/ 26 h 27"/>
                  <a:gd name="T4" fmla="*/ 23 w 23"/>
                  <a:gd name="T5" fmla="*/ 26 h 27"/>
                  <a:gd name="T6" fmla="*/ 23 w 23"/>
                  <a:gd name="T7" fmla="*/ 14 h 27"/>
                  <a:gd name="T8" fmla="*/ 22 w 23"/>
                  <a:gd name="T9" fmla="*/ 4 h 27"/>
                  <a:gd name="T10" fmla="*/ 12 w 23"/>
                  <a:gd name="T11" fmla="*/ 2 h 27"/>
                  <a:gd name="T12" fmla="*/ 2 w 23"/>
                  <a:gd name="T13" fmla="*/ 2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27">
                    <a:moveTo>
                      <a:pt x="2" y="3"/>
                    </a:moveTo>
                    <a:cubicBezTo>
                      <a:pt x="3" y="9"/>
                      <a:pt x="0" y="19"/>
                      <a:pt x="0" y="26"/>
                    </a:cubicBezTo>
                    <a:cubicBezTo>
                      <a:pt x="8" y="27"/>
                      <a:pt x="16" y="27"/>
                      <a:pt x="23" y="26"/>
                    </a:cubicBezTo>
                    <a:cubicBezTo>
                      <a:pt x="23" y="22"/>
                      <a:pt x="23" y="18"/>
                      <a:pt x="23" y="14"/>
                    </a:cubicBezTo>
                    <a:cubicBezTo>
                      <a:pt x="23" y="12"/>
                      <a:pt x="23" y="6"/>
                      <a:pt x="22" y="4"/>
                    </a:cubicBezTo>
                    <a:cubicBezTo>
                      <a:pt x="21" y="1"/>
                      <a:pt x="15" y="2"/>
                      <a:pt x="12" y="2"/>
                    </a:cubicBezTo>
                    <a:cubicBezTo>
                      <a:pt x="9" y="2"/>
                      <a:pt x="2" y="0"/>
                      <a:pt x="2" y="2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grpSp>
          <p:nvGrpSpPr>
            <p:cNvPr id="17" name="chenying0907 16"/>
            <p:cNvGrpSpPr/>
            <p:nvPr/>
          </p:nvGrpSpPr>
          <p:grpSpPr>
            <a:xfrm>
              <a:off x="5038628" y="2357164"/>
              <a:ext cx="2114744" cy="1949107"/>
              <a:chOff x="7192390" y="914444"/>
              <a:chExt cx="2114744" cy="1949107"/>
            </a:xfrm>
          </p:grpSpPr>
          <p:sp>
            <p:nvSpPr>
              <p:cNvPr id="12" name="Freeform 7"/>
              <p:cNvSpPr/>
              <p:nvPr>
                <p:custDataLst>
                  <p:tags r:id="rId44"/>
                </p:custDataLst>
              </p:nvPr>
            </p:nvSpPr>
            <p:spPr bwMode="auto">
              <a:xfrm>
                <a:off x="7192390" y="914444"/>
                <a:ext cx="2114744" cy="1949107"/>
              </a:xfrm>
              <a:custGeom>
                <a:avLst/>
                <a:gdLst>
                  <a:gd name="T0" fmla="*/ 0 w 43"/>
                  <a:gd name="T1" fmla="*/ 16 h 40"/>
                  <a:gd name="T2" fmla="*/ 13 w 43"/>
                  <a:gd name="T3" fmla="*/ 32 h 40"/>
                  <a:gd name="T4" fmla="*/ 19 w 43"/>
                  <a:gd name="T5" fmla="*/ 40 h 40"/>
                  <a:gd name="T6" fmla="*/ 43 w 43"/>
                  <a:gd name="T7" fmla="*/ 0 h 40"/>
                  <a:gd name="T8" fmla="*/ 19 w 43"/>
                  <a:gd name="T9" fmla="*/ 29 h 40"/>
                  <a:gd name="T10" fmla="*/ 13 w 43"/>
                  <a:gd name="T11" fmla="*/ 13 h 40"/>
                  <a:gd name="T12" fmla="*/ 1 w 43"/>
                  <a:gd name="T13" fmla="*/ 17 h 40"/>
                  <a:gd name="T14" fmla="*/ 11 w 43"/>
                  <a:gd name="T15" fmla="*/ 13 h 40"/>
                  <a:gd name="T16" fmla="*/ 2 w 43"/>
                  <a:gd name="T17" fmla="*/ 20 h 40"/>
                  <a:gd name="T18" fmla="*/ 12 w 43"/>
                  <a:gd name="T19" fmla="*/ 15 h 40"/>
                  <a:gd name="T20" fmla="*/ 4 w 43"/>
                  <a:gd name="T21" fmla="*/ 22 h 40"/>
                  <a:gd name="T22" fmla="*/ 14 w 43"/>
                  <a:gd name="T23" fmla="*/ 18 h 40"/>
                  <a:gd name="T24" fmla="*/ 7 w 43"/>
                  <a:gd name="T25" fmla="*/ 25 h 40"/>
                  <a:gd name="T26" fmla="*/ 15 w 43"/>
                  <a:gd name="T27" fmla="*/ 20 h 40"/>
                  <a:gd name="T28" fmla="*/ 8 w 43"/>
                  <a:gd name="T29" fmla="*/ 28 h 40"/>
                  <a:gd name="T30" fmla="*/ 15 w 43"/>
                  <a:gd name="T31" fmla="*/ 24 h 40"/>
                  <a:gd name="T32" fmla="*/ 11 w 43"/>
                  <a:gd name="T33" fmla="*/ 30 h 40"/>
                  <a:gd name="T34" fmla="*/ 16 w 43"/>
                  <a:gd name="T35" fmla="*/ 25 h 40"/>
                  <a:gd name="T36" fmla="*/ 12 w 43"/>
                  <a:gd name="T37" fmla="*/ 31 h 40"/>
                  <a:gd name="T38" fmla="*/ 17 w 43"/>
                  <a:gd name="T39" fmla="*/ 28 h 40"/>
                  <a:gd name="T40" fmla="*/ 14 w 43"/>
                  <a:gd name="T41" fmla="*/ 33 h 40"/>
                  <a:gd name="T42" fmla="*/ 19 w 43"/>
                  <a:gd name="T43" fmla="*/ 29 h 40"/>
                  <a:gd name="T44" fmla="*/ 17 w 43"/>
                  <a:gd name="T45" fmla="*/ 36 h 40"/>
                  <a:gd name="T46" fmla="*/ 19 w 43"/>
                  <a:gd name="T47" fmla="*/ 31 h 40"/>
                  <a:gd name="T48" fmla="*/ 19 w 43"/>
                  <a:gd name="T49" fmla="*/ 38 h 40"/>
                  <a:gd name="T50" fmla="*/ 20 w 43"/>
                  <a:gd name="T51" fmla="*/ 28 h 40"/>
                  <a:gd name="T52" fmla="*/ 21 w 43"/>
                  <a:gd name="T53" fmla="*/ 36 h 40"/>
                  <a:gd name="T54" fmla="*/ 21 w 43"/>
                  <a:gd name="T55" fmla="*/ 26 h 40"/>
                  <a:gd name="T56" fmla="*/ 23 w 43"/>
                  <a:gd name="T57" fmla="*/ 31 h 40"/>
                  <a:gd name="T58" fmla="*/ 23 w 43"/>
                  <a:gd name="T59" fmla="*/ 24 h 40"/>
                  <a:gd name="T60" fmla="*/ 25 w 43"/>
                  <a:gd name="T61" fmla="*/ 29 h 40"/>
                  <a:gd name="T62" fmla="*/ 26 w 43"/>
                  <a:gd name="T63" fmla="*/ 21 h 40"/>
                  <a:gd name="T64" fmla="*/ 27 w 43"/>
                  <a:gd name="T65" fmla="*/ 27 h 40"/>
                  <a:gd name="T66" fmla="*/ 28 w 43"/>
                  <a:gd name="T67" fmla="*/ 21 h 40"/>
                  <a:gd name="T68" fmla="*/ 29 w 43"/>
                  <a:gd name="T69" fmla="*/ 24 h 40"/>
                  <a:gd name="T70" fmla="*/ 29 w 43"/>
                  <a:gd name="T71" fmla="*/ 19 h 40"/>
                  <a:gd name="T72" fmla="*/ 31 w 43"/>
                  <a:gd name="T73" fmla="*/ 22 h 40"/>
                  <a:gd name="T74" fmla="*/ 32 w 43"/>
                  <a:gd name="T75" fmla="*/ 15 h 40"/>
                  <a:gd name="T76" fmla="*/ 33 w 43"/>
                  <a:gd name="T77" fmla="*/ 19 h 40"/>
                  <a:gd name="T78" fmla="*/ 34 w 43"/>
                  <a:gd name="T79" fmla="*/ 13 h 40"/>
                  <a:gd name="T80" fmla="*/ 35 w 43"/>
                  <a:gd name="T81" fmla="*/ 16 h 40"/>
                  <a:gd name="T82" fmla="*/ 36 w 43"/>
                  <a:gd name="T83" fmla="*/ 9 h 40"/>
                  <a:gd name="T84" fmla="*/ 37 w 43"/>
                  <a:gd name="T85" fmla="*/ 12 h 40"/>
                  <a:gd name="T86" fmla="*/ 38 w 43"/>
                  <a:gd name="T87" fmla="*/ 8 h 40"/>
                  <a:gd name="T88" fmla="*/ 38 w 43"/>
                  <a:gd name="T89" fmla="*/ 10 h 40"/>
                  <a:gd name="T90" fmla="*/ 39 w 43"/>
                  <a:gd name="T91" fmla="*/ 7 h 40"/>
                  <a:gd name="T92" fmla="*/ 40 w 43"/>
                  <a:gd name="T93" fmla="*/ 9 h 40"/>
                  <a:gd name="T94" fmla="*/ 41 w 43"/>
                  <a:gd name="T95" fmla="*/ 5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43" h="40">
                    <a:moveTo>
                      <a:pt x="0" y="16"/>
                    </a:moveTo>
                    <a:cubicBezTo>
                      <a:pt x="3" y="21"/>
                      <a:pt x="9" y="27"/>
                      <a:pt x="13" y="32"/>
                    </a:cubicBezTo>
                    <a:cubicBezTo>
                      <a:pt x="15" y="35"/>
                      <a:pt x="16" y="38"/>
                      <a:pt x="19" y="40"/>
                    </a:cubicBezTo>
                    <a:cubicBezTo>
                      <a:pt x="28" y="27"/>
                      <a:pt x="37" y="14"/>
                      <a:pt x="43" y="0"/>
                    </a:cubicBezTo>
                    <a:cubicBezTo>
                      <a:pt x="35" y="9"/>
                      <a:pt x="27" y="20"/>
                      <a:pt x="19" y="29"/>
                    </a:cubicBezTo>
                    <a:cubicBezTo>
                      <a:pt x="18" y="25"/>
                      <a:pt x="16" y="15"/>
                      <a:pt x="13" y="13"/>
                    </a:cubicBezTo>
                    <a:cubicBezTo>
                      <a:pt x="10" y="10"/>
                      <a:pt x="5" y="15"/>
                      <a:pt x="1" y="17"/>
                    </a:cubicBezTo>
                    <a:cubicBezTo>
                      <a:pt x="5" y="17"/>
                      <a:pt x="8" y="15"/>
                      <a:pt x="11" y="13"/>
                    </a:cubicBezTo>
                    <a:cubicBezTo>
                      <a:pt x="8" y="14"/>
                      <a:pt x="4" y="17"/>
                      <a:pt x="2" y="20"/>
                    </a:cubicBezTo>
                    <a:cubicBezTo>
                      <a:pt x="6" y="19"/>
                      <a:pt x="9" y="17"/>
                      <a:pt x="12" y="15"/>
                    </a:cubicBezTo>
                    <a:cubicBezTo>
                      <a:pt x="9" y="16"/>
                      <a:pt x="7" y="20"/>
                      <a:pt x="4" y="22"/>
                    </a:cubicBezTo>
                    <a:cubicBezTo>
                      <a:pt x="7" y="23"/>
                      <a:pt x="11" y="19"/>
                      <a:pt x="14" y="18"/>
                    </a:cubicBezTo>
                    <a:cubicBezTo>
                      <a:pt x="12" y="19"/>
                      <a:pt x="8" y="22"/>
                      <a:pt x="7" y="25"/>
                    </a:cubicBezTo>
                    <a:cubicBezTo>
                      <a:pt x="10" y="24"/>
                      <a:pt x="13" y="22"/>
                      <a:pt x="15" y="20"/>
                    </a:cubicBezTo>
                    <a:cubicBezTo>
                      <a:pt x="13" y="22"/>
                      <a:pt x="10" y="25"/>
                      <a:pt x="8" y="28"/>
                    </a:cubicBezTo>
                    <a:cubicBezTo>
                      <a:pt x="11" y="27"/>
                      <a:pt x="13" y="25"/>
                      <a:pt x="15" y="24"/>
                    </a:cubicBezTo>
                    <a:cubicBezTo>
                      <a:pt x="13" y="25"/>
                      <a:pt x="12" y="28"/>
                      <a:pt x="11" y="30"/>
                    </a:cubicBezTo>
                    <a:cubicBezTo>
                      <a:pt x="13" y="28"/>
                      <a:pt x="14" y="27"/>
                      <a:pt x="16" y="25"/>
                    </a:cubicBezTo>
                    <a:cubicBezTo>
                      <a:pt x="14" y="27"/>
                      <a:pt x="12" y="29"/>
                      <a:pt x="12" y="31"/>
                    </a:cubicBezTo>
                    <a:cubicBezTo>
                      <a:pt x="14" y="31"/>
                      <a:pt x="16" y="29"/>
                      <a:pt x="17" y="28"/>
                    </a:cubicBezTo>
                    <a:cubicBezTo>
                      <a:pt x="15" y="29"/>
                      <a:pt x="14" y="31"/>
                      <a:pt x="14" y="33"/>
                    </a:cubicBezTo>
                    <a:cubicBezTo>
                      <a:pt x="16" y="33"/>
                      <a:pt x="18" y="31"/>
                      <a:pt x="19" y="29"/>
                    </a:cubicBezTo>
                    <a:cubicBezTo>
                      <a:pt x="17" y="31"/>
                      <a:pt x="16" y="34"/>
                      <a:pt x="17" y="36"/>
                    </a:cubicBezTo>
                    <a:cubicBezTo>
                      <a:pt x="19" y="36"/>
                      <a:pt x="19" y="33"/>
                      <a:pt x="19" y="31"/>
                    </a:cubicBezTo>
                    <a:cubicBezTo>
                      <a:pt x="18" y="33"/>
                      <a:pt x="18" y="35"/>
                      <a:pt x="19" y="38"/>
                    </a:cubicBezTo>
                    <a:cubicBezTo>
                      <a:pt x="20" y="35"/>
                      <a:pt x="20" y="31"/>
                      <a:pt x="20" y="28"/>
                    </a:cubicBezTo>
                    <a:cubicBezTo>
                      <a:pt x="20" y="30"/>
                      <a:pt x="20" y="33"/>
                      <a:pt x="21" y="36"/>
                    </a:cubicBezTo>
                    <a:cubicBezTo>
                      <a:pt x="22" y="33"/>
                      <a:pt x="21" y="29"/>
                      <a:pt x="21" y="26"/>
                    </a:cubicBezTo>
                    <a:cubicBezTo>
                      <a:pt x="22" y="27"/>
                      <a:pt x="22" y="29"/>
                      <a:pt x="23" y="31"/>
                    </a:cubicBezTo>
                    <a:cubicBezTo>
                      <a:pt x="24" y="29"/>
                      <a:pt x="23" y="26"/>
                      <a:pt x="23" y="24"/>
                    </a:cubicBezTo>
                    <a:cubicBezTo>
                      <a:pt x="24" y="26"/>
                      <a:pt x="24" y="28"/>
                      <a:pt x="25" y="29"/>
                    </a:cubicBezTo>
                    <a:cubicBezTo>
                      <a:pt x="25" y="27"/>
                      <a:pt x="25" y="24"/>
                      <a:pt x="26" y="21"/>
                    </a:cubicBezTo>
                    <a:cubicBezTo>
                      <a:pt x="26" y="23"/>
                      <a:pt x="26" y="25"/>
                      <a:pt x="27" y="27"/>
                    </a:cubicBezTo>
                    <a:cubicBezTo>
                      <a:pt x="28" y="25"/>
                      <a:pt x="27" y="23"/>
                      <a:pt x="28" y="21"/>
                    </a:cubicBezTo>
                    <a:cubicBezTo>
                      <a:pt x="28" y="22"/>
                      <a:pt x="28" y="23"/>
                      <a:pt x="29" y="24"/>
                    </a:cubicBezTo>
                    <a:cubicBezTo>
                      <a:pt x="29" y="22"/>
                      <a:pt x="29" y="21"/>
                      <a:pt x="29" y="19"/>
                    </a:cubicBezTo>
                    <a:cubicBezTo>
                      <a:pt x="29" y="20"/>
                      <a:pt x="30" y="21"/>
                      <a:pt x="31" y="22"/>
                    </a:cubicBezTo>
                    <a:cubicBezTo>
                      <a:pt x="32" y="20"/>
                      <a:pt x="31" y="17"/>
                      <a:pt x="32" y="15"/>
                    </a:cubicBezTo>
                    <a:cubicBezTo>
                      <a:pt x="32" y="16"/>
                      <a:pt x="33" y="18"/>
                      <a:pt x="33" y="19"/>
                    </a:cubicBezTo>
                    <a:cubicBezTo>
                      <a:pt x="34" y="17"/>
                      <a:pt x="34" y="15"/>
                      <a:pt x="34" y="13"/>
                    </a:cubicBezTo>
                    <a:cubicBezTo>
                      <a:pt x="35" y="14"/>
                      <a:pt x="35" y="15"/>
                      <a:pt x="35" y="16"/>
                    </a:cubicBezTo>
                    <a:cubicBezTo>
                      <a:pt x="36" y="14"/>
                      <a:pt x="36" y="11"/>
                      <a:pt x="36" y="9"/>
                    </a:cubicBezTo>
                    <a:cubicBezTo>
                      <a:pt x="36" y="10"/>
                      <a:pt x="37" y="12"/>
                      <a:pt x="37" y="12"/>
                    </a:cubicBezTo>
                    <a:cubicBezTo>
                      <a:pt x="37" y="11"/>
                      <a:pt x="37" y="9"/>
                      <a:pt x="38" y="8"/>
                    </a:cubicBezTo>
                    <a:cubicBezTo>
                      <a:pt x="38" y="8"/>
                      <a:pt x="38" y="9"/>
                      <a:pt x="38" y="10"/>
                    </a:cubicBezTo>
                    <a:cubicBezTo>
                      <a:pt x="39" y="9"/>
                      <a:pt x="39" y="8"/>
                      <a:pt x="39" y="7"/>
                    </a:cubicBezTo>
                    <a:cubicBezTo>
                      <a:pt x="40" y="8"/>
                      <a:pt x="40" y="8"/>
                      <a:pt x="40" y="9"/>
                    </a:cubicBezTo>
                    <a:cubicBezTo>
                      <a:pt x="40" y="7"/>
                      <a:pt x="41" y="6"/>
                      <a:pt x="41" y="5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" name="Freeform 8"/>
              <p:cNvSpPr/>
              <p:nvPr>
                <p:custDataLst>
                  <p:tags r:id="rId45"/>
                </p:custDataLst>
              </p:nvPr>
            </p:nvSpPr>
            <p:spPr bwMode="auto">
              <a:xfrm>
                <a:off x="7338766" y="1546170"/>
                <a:ext cx="789659" cy="978406"/>
              </a:xfrm>
              <a:custGeom>
                <a:avLst/>
                <a:gdLst>
                  <a:gd name="T0" fmla="*/ 1 w 16"/>
                  <a:gd name="T1" fmla="*/ 4 h 20"/>
                  <a:gd name="T2" fmla="*/ 8 w 16"/>
                  <a:gd name="T3" fmla="*/ 0 h 20"/>
                  <a:gd name="T4" fmla="*/ 0 w 16"/>
                  <a:gd name="T5" fmla="*/ 8 h 20"/>
                  <a:gd name="T6" fmla="*/ 9 w 16"/>
                  <a:gd name="T7" fmla="*/ 1 h 20"/>
                  <a:gd name="T8" fmla="*/ 3 w 16"/>
                  <a:gd name="T9" fmla="*/ 8 h 20"/>
                  <a:gd name="T10" fmla="*/ 10 w 16"/>
                  <a:gd name="T11" fmla="*/ 1 h 20"/>
                  <a:gd name="T12" fmla="*/ 5 w 16"/>
                  <a:gd name="T13" fmla="*/ 8 h 20"/>
                  <a:gd name="T14" fmla="*/ 10 w 16"/>
                  <a:gd name="T15" fmla="*/ 3 h 20"/>
                  <a:gd name="T16" fmla="*/ 5 w 16"/>
                  <a:gd name="T17" fmla="*/ 8 h 20"/>
                  <a:gd name="T18" fmla="*/ 11 w 16"/>
                  <a:gd name="T19" fmla="*/ 2 h 20"/>
                  <a:gd name="T20" fmla="*/ 6 w 16"/>
                  <a:gd name="T21" fmla="*/ 9 h 20"/>
                  <a:gd name="T22" fmla="*/ 11 w 16"/>
                  <a:gd name="T23" fmla="*/ 4 h 20"/>
                  <a:gd name="T24" fmla="*/ 7 w 16"/>
                  <a:gd name="T25" fmla="*/ 11 h 20"/>
                  <a:gd name="T26" fmla="*/ 12 w 16"/>
                  <a:gd name="T27" fmla="*/ 6 h 20"/>
                  <a:gd name="T28" fmla="*/ 9 w 16"/>
                  <a:gd name="T29" fmla="*/ 11 h 20"/>
                  <a:gd name="T30" fmla="*/ 12 w 16"/>
                  <a:gd name="T31" fmla="*/ 7 h 20"/>
                  <a:gd name="T32" fmla="*/ 10 w 16"/>
                  <a:gd name="T33" fmla="*/ 12 h 20"/>
                  <a:gd name="T34" fmla="*/ 10 w 16"/>
                  <a:gd name="T35" fmla="*/ 5 h 20"/>
                  <a:gd name="T36" fmla="*/ 15 w 16"/>
                  <a:gd name="T37" fmla="*/ 15 h 20"/>
                  <a:gd name="T38" fmla="*/ 11 w 16"/>
                  <a:gd name="T39" fmla="*/ 2 h 20"/>
                  <a:gd name="T40" fmla="*/ 16 w 16"/>
                  <a:gd name="T41" fmla="*/ 15 h 20"/>
                  <a:gd name="T42" fmla="*/ 9 w 16"/>
                  <a:gd name="T43" fmla="*/ 3 h 20"/>
                  <a:gd name="T44" fmla="*/ 12 w 16"/>
                  <a:gd name="T45" fmla="*/ 11 h 20"/>
                  <a:gd name="T46" fmla="*/ 15 w 16"/>
                  <a:gd name="T47" fmla="*/ 18 h 20"/>
                  <a:gd name="T48" fmla="*/ 7 w 16"/>
                  <a:gd name="T49" fmla="*/ 6 h 20"/>
                  <a:gd name="T50" fmla="*/ 14 w 16"/>
                  <a:gd name="T51" fmla="*/ 20 h 20"/>
                  <a:gd name="T52" fmla="*/ 6 w 16"/>
                  <a:gd name="T53" fmla="*/ 9 h 20"/>
                  <a:gd name="T54" fmla="*/ 11 w 16"/>
                  <a:gd name="T55" fmla="*/ 16 h 20"/>
                  <a:gd name="T56" fmla="*/ 15 w 16"/>
                  <a:gd name="T57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6" h="20">
                    <a:moveTo>
                      <a:pt x="1" y="4"/>
                    </a:moveTo>
                    <a:cubicBezTo>
                      <a:pt x="3" y="3"/>
                      <a:pt x="6" y="2"/>
                      <a:pt x="8" y="0"/>
                    </a:cubicBezTo>
                    <a:cubicBezTo>
                      <a:pt x="5" y="2"/>
                      <a:pt x="3" y="5"/>
                      <a:pt x="0" y="8"/>
                    </a:cubicBezTo>
                    <a:cubicBezTo>
                      <a:pt x="3" y="6"/>
                      <a:pt x="6" y="3"/>
                      <a:pt x="9" y="1"/>
                    </a:cubicBezTo>
                    <a:cubicBezTo>
                      <a:pt x="7" y="3"/>
                      <a:pt x="5" y="5"/>
                      <a:pt x="3" y="8"/>
                    </a:cubicBezTo>
                    <a:cubicBezTo>
                      <a:pt x="5" y="5"/>
                      <a:pt x="8" y="3"/>
                      <a:pt x="10" y="1"/>
                    </a:cubicBezTo>
                    <a:cubicBezTo>
                      <a:pt x="9" y="2"/>
                      <a:pt x="6" y="6"/>
                      <a:pt x="5" y="8"/>
                    </a:cubicBezTo>
                    <a:cubicBezTo>
                      <a:pt x="7" y="6"/>
                      <a:pt x="9" y="4"/>
                      <a:pt x="10" y="3"/>
                    </a:cubicBezTo>
                    <a:cubicBezTo>
                      <a:pt x="8" y="4"/>
                      <a:pt x="7" y="7"/>
                      <a:pt x="5" y="8"/>
                    </a:cubicBezTo>
                    <a:cubicBezTo>
                      <a:pt x="7" y="6"/>
                      <a:pt x="9" y="4"/>
                      <a:pt x="11" y="2"/>
                    </a:cubicBezTo>
                    <a:cubicBezTo>
                      <a:pt x="9" y="4"/>
                      <a:pt x="7" y="7"/>
                      <a:pt x="6" y="9"/>
                    </a:cubicBezTo>
                    <a:cubicBezTo>
                      <a:pt x="8" y="8"/>
                      <a:pt x="9" y="5"/>
                      <a:pt x="11" y="4"/>
                    </a:cubicBezTo>
                    <a:cubicBezTo>
                      <a:pt x="10" y="7"/>
                      <a:pt x="7" y="9"/>
                      <a:pt x="7" y="11"/>
                    </a:cubicBezTo>
                    <a:cubicBezTo>
                      <a:pt x="9" y="10"/>
                      <a:pt x="10" y="7"/>
                      <a:pt x="12" y="6"/>
                    </a:cubicBezTo>
                    <a:cubicBezTo>
                      <a:pt x="11" y="8"/>
                      <a:pt x="9" y="9"/>
                      <a:pt x="9" y="11"/>
                    </a:cubicBezTo>
                    <a:cubicBezTo>
                      <a:pt x="10" y="10"/>
                      <a:pt x="11" y="8"/>
                      <a:pt x="12" y="7"/>
                    </a:cubicBezTo>
                    <a:cubicBezTo>
                      <a:pt x="12" y="9"/>
                      <a:pt x="10" y="10"/>
                      <a:pt x="10" y="12"/>
                    </a:cubicBezTo>
                    <a:cubicBezTo>
                      <a:pt x="11" y="11"/>
                      <a:pt x="12" y="7"/>
                      <a:pt x="10" y="5"/>
                    </a:cubicBezTo>
                    <a:cubicBezTo>
                      <a:pt x="11" y="8"/>
                      <a:pt x="12" y="14"/>
                      <a:pt x="15" y="15"/>
                    </a:cubicBezTo>
                    <a:cubicBezTo>
                      <a:pt x="15" y="11"/>
                      <a:pt x="12" y="7"/>
                      <a:pt x="11" y="2"/>
                    </a:cubicBezTo>
                    <a:cubicBezTo>
                      <a:pt x="12" y="6"/>
                      <a:pt x="14" y="11"/>
                      <a:pt x="16" y="15"/>
                    </a:cubicBezTo>
                    <a:cubicBezTo>
                      <a:pt x="14" y="11"/>
                      <a:pt x="12" y="6"/>
                      <a:pt x="9" y="3"/>
                    </a:cubicBezTo>
                    <a:cubicBezTo>
                      <a:pt x="9" y="6"/>
                      <a:pt x="11" y="9"/>
                      <a:pt x="12" y="11"/>
                    </a:cubicBezTo>
                    <a:cubicBezTo>
                      <a:pt x="13" y="13"/>
                      <a:pt x="14" y="16"/>
                      <a:pt x="15" y="18"/>
                    </a:cubicBezTo>
                    <a:cubicBezTo>
                      <a:pt x="12" y="14"/>
                      <a:pt x="10" y="10"/>
                      <a:pt x="7" y="6"/>
                    </a:cubicBezTo>
                    <a:cubicBezTo>
                      <a:pt x="9" y="10"/>
                      <a:pt x="12" y="15"/>
                      <a:pt x="14" y="20"/>
                    </a:cubicBezTo>
                    <a:cubicBezTo>
                      <a:pt x="11" y="16"/>
                      <a:pt x="8" y="13"/>
                      <a:pt x="6" y="9"/>
                    </a:cubicBezTo>
                    <a:cubicBezTo>
                      <a:pt x="8" y="11"/>
                      <a:pt x="9" y="14"/>
                      <a:pt x="11" y="16"/>
                    </a:cubicBezTo>
                    <a:cubicBezTo>
                      <a:pt x="12" y="17"/>
                      <a:pt x="13" y="20"/>
                      <a:pt x="15" y="20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" name="Freeform 9"/>
              <p:cNvSpPr/>
              <p:nvPr>
                <p:custDataLst>
                  <p:tags r:id="rId46"/>
                </p:custDataLst>
              </p:nvPr>
            </p:nvSpPr>
            <p:spPr bwMode="auto">
              <a:xfrm>
                <a:off x="8078348" y="1499947"/>
                <a:ext cx="835883" cy="1267306"/>
              </a:xfrm>
              <a:custGeom>
                <a:avLst/>
                <a:gdLst>
                  <a:gd name="T0" fmla="*/ 0 w 17"/>
                  <a:gd name="T1" fmla="*/ 21 h 26"/>
                  <a:gd name="T2" fmla="*/ 0 w 17"/>
                  <a:gd name="T3" fmla="*/ 21 h 26"/>
                  <a:gd name="T4" fmla="*/ 8 w 17"/>
                  <a:gd name="T5" fmla="*/ 11 h 26"/>
                  <a:gd name="T6" fmla="*/ 16 w 17"/>
                  <a:gd name="T7" fmla="*/ 0 h 26"/>
                  <a:gd name="T8" fmla="*/ 10 w 17"/>
                  <a:gd name="T9" fmla="*/ 8 h 26"/>
                  <a:gd name="T10" fmla="*/ 1 w 17"/>
                  <a:gd name="T11" fmla="*/ 24 h 26"/>
                  <a:gd name="T12" fmla="*/ 6 w 17"/>
                  <a:gd name="T13" fmla="*/ 16 h 26"/>
                  <a:gd name="T14" fmla="*/ 14 w 17"/>
                  <a:gd name="T15" fmla="*/ 5 h 26"/>
                  <a:gd name="T16" fmla="*/ 8 w 17"/>
                  <a:gd name="T17" fmla="*/ 13 h 26"/>
                  <a:gd name="T18" fmla="*/ 1 w 17"/>
                  <a:gd name="T19" fmla="*/ 26 h 26"/>
                  <a:gd name="T20" fmla="*/ 7 w 17"/>
                  <a:gd name="T21" fmla="*/ 16 h 26"/>
                  <a:gd name="T22" fmla="*/ 16 w 17"/>
                  <a:gd name="T23" fmla="*/ 3 h 26"/>
                  <a:gd name="T24" fmla="*/ 4 w 17"/>
                  <a:gd name="T25" fmla="*/ 22 h 26"/>
                  <a:gd name="T26" fmla="*/ 17 w 17"/>
                  <a:gd name="T27" fmla="*/ 2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" h="26">
                    <a:moveTo>
                      <a:pt x="0" y="21"/>
                    </a:moveTo>
                    <a:cubicBezTo>
                      <a:pt x="0" y="22"/>
                      <a:pt x="0" y="22"/>
                      <a:pt x="0" y="21"/>
                    </a:cubicBezTo>
                    <a:cubicBezTo>
                      <a:pt x="3" y="18"/>
                      <a:pt x="5" y="14"/>
                      <a:pt x="8" y="11"/>
                    </a:cubicBezTo>
                    <a:cubicBezTo>
                      <a:pt x="10" y="7"/>
                      <a:pt x="14" y="4"/>
                      <a:pt x="16" y="0"/>
                    </a:cubicBezTo>
                    <a:cubicBezTo>
                      <a:pt x="13" y="2"/>
                      <a:pt x="11" y="5"/>
                      <a:pt x="10" y="8"/>
                    </a:cubicBezTo>
                    <a:cubicBezTo>
                      <a:pt x="7" y="12"/>
                      <a:pt x="3" y="18"/>
                      <a:pt x="1" y="24"/>
                    </a:cubicBezTo>
                    <a:cubicBezTo>
                      <a:pt x="3" y="22"/>
                      <a:pt x="5" y="18"/>
                      <a:pt x="6" y="16"/>
                    </a:cubicBezTo>
                    <a:cubicBezTo>
                      <a:pt x="8" y="12"/>
                      <a:pt x="11" y="8"/>
                      <a:pt x="14" y="5"/>
                    </a:cubicBezTo>
                    <a:cubicBezTo>
                      <a:pt x="11" y="7"/>
                      <a:pt x="9" y="10"/>
                      <a:pt x="8" y="13"/>
                    </a:cubicBezTo>
                    <a:cubicBezTo>
                      <a:pt x="5" y="17"/>
                      <a:pt x="2" y="22"/>
                      <a:pt x="1" y="26"/>
                    </a:cubicBezTo>
                    <a:cubicBezTo>
                      <a:pt x="3" y="23"/>
                      <a:pt x="5" y="20"/>
                      <a:pt x="7" y="16"/>
                    </a:cubicBezTo>
                    <a:cubicBezTo>
                      <a:pt x="10" y="12"/>
                      <a:pt x="13" y="8"/>
                      <a:pt x="16" y="3"/>
                    </a:cubicBezTo>
                    <a:cubicBezTo>
                      <a:pt x="11" y="9"/>
                      <a:pt x="9" y="16"/>
                      <a:pt x="4" y="22"/>
                    </a:cubicBezTo>
                    <a:cubicBezTo>
                      <a:pt x="7" y="14"/>
                      <a:pt x="12" y="8"/>
                      <a:pt x="17" y="2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" name="Freeform 10"/>
              <p:cNvSpPr/>
              <p:nvPr>
                <p:custDataLst>
                  <p:tags r:id="rId47"/>
                </p:custDataLst>
              </p:nvPr>
            </p:nvSpPr>
            <p:spPr bwMode="auto">
              <a:xfrm>
                <a:off x="8224723" y="1107044"/>
                <a:ext cx="986110" cy="1317381"/>
              </a:xfrm>
              <a:custGeom>
                <a:avLst/>
                <a:gdLst>
                  <a:gd name="T0" fmla="*/ 0 w 20"/>
                  <a:gd name="T1" fmla="*/ 27 h 27"/>
                  <a:gd name="T2" fmla="*/ 11 w 20"/>
                  <a:gd name="T3" fmla="*/ 11 h 27"/>
                  <a:gd name="T4" fmla="*/ 20 w 20"/>
                  <a:gd name="T5" fmla="*/ 0 h 27"/>
                  <a:gd name="T6" fmla="*/ 12 w 20"/>
                  <a:gd name="T7" fmla="*/ 10 h 27"/>
                  <a:gd name="T8" fmla="*/ 12 w 20"/>
                  <a:gd name="T9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27">
                    <a:moveTo>
                      <a:pt x="0" y="27"/>
                    </a:moveTo>
                    <a:cubicBezTo>
                      <a:pt x="4" y="22"/>
                      <a:pt x="7" y="16"/>
                      <a:pt x="11" y="11"/>
                    </a:cubicBezTo>
                    <a:cubicBezTo>
                      <a:pt x="14" y="7"/>
                      <a:pt x="18" y="4"/>
                      <a:pt x="20" y="0"/>
                    </a:cubicBezTo>
                    <a:cubicBezTo>
                      <a:pt x="17" y="1"/>
                      <a:pt x="13" y="7"/>
                      <a:pt x="12" y="10"/>
                    </a:cubicBezTo>
                    <a:cubicBezTo>
                      <a:pt x="11" y="10"/>
                      <a:pt x="11" y="10"/>
                      <a:pt x="12" y="9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" name="Freeform 11"/>
              <p:cNvSpPr/>
              <p:nvPr>
                <p:custDataLst>
                  <p:tags r:id="rId48"/>
                </p:custDataLst>
              </p:nvPr>
            </p:nvSpPr>
            <p:spPr bwMode="auto">
              <a:xfrm>
                <a:off x="7731669" y="1546170"/>
                <a:ext cx="100152" cy="50077"/>
              </a:xfrm>
              <a:custGeom>
                <a:avLst/>
                <a:gdLst>
                  <a:gd name="T0" fmla="*/ 0 w 2"/>
                  <a:gd name="T1" fmla="*/ 1 h 1"/>
                  <a:gd name="T2" fmla="*/ 2 w 2"/>
                  <a:gd name="T3" fmla="*/ 1 h 1"/>
                  <a:gd name="T4" fmla="*/ 1 w 2"/>
                  <a:gd name="T5" fmla="*/ 0 h 1"/>
                  <a:gd name="T6" fmla="*/ 2 w 2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1" y="1"/>
                      <a:pt x="1" y="1"/>
                      <a:pt x="2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1"/>
                      <a:pt x="2" y="1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" name="Freeform 12"/>
              <p:cNvSpPr/>
              <p:nvPr>
                <p:custDataLst>
                  <p:tags r:id="rId49"/>
                </p:custDataLst>
              </p:nvPr>
            </p:nvSpPr>
            <p:spPr bwMode="auto">
              <a:xfrm>
                <a:off x="7192390" y="1399795"/>
                <a:ext cx="589356" cy="342828"/>
              </a:xfrm>
              <a:custGeom>
                <a:avLst/>
                <a:gdLst>
                  <a:gd name="T0" fmla="*/ 0 w 12"/>
                  <a:gd name="T1" fmla="*/ 6 h 7"/>
                  <a:gd name="T2" fmla="*/ 5 w 12"/>
                  <a:gd name="T3" fmla="*/ 3 h 7"/>
                  <a:gd name="T4" fmla="*/ 10 w 12"/>
                  <a:gd name="T5" fmla="*/ 1 h 7"/>
                  <a:gd name="T6" fmla="*/ 1 w 12"/>
                  <a:gd name="T7" fmla="*/ 6 h 7"/>
                  <a:gd name="T8" fmla="*/ 6 w 12"/>
                  <a:gd name="T9" fmla="*/ 3 h 7"/>
                  <a:gd name="T10" fmla="*/ 11 w 12"/>
                  <a:gd name="T11" fmla="*/ 0 h 7"/>
                  <a:gd name="T12" fmla="*/ 1 w 12"/>
                  <a:gd name="T13" fmla="*/ 6 h 7"/>
                  <a:gd name="T14" fmla="*/ 11 w 12"/>
                  <a:gd name="T15" fmla="*/ 0 h 7"/>
                  <a:gd name="T16" fmla="*/ 11 w 12"/>
                  <a:gd name="T17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" h="7">
                    <a:moveTo>
                      <a:pt x="0" y="6"/>
                    </a:moveTo>
                    <a:cubicBezTo>
                      <a:pt x="1" y="7"/>
                      <a:pt x="4" y="4"/>
                      <a:pt x="5" y="3"/>
                    </a:cubicBezTo>
                    <a:cubicBezTo>
                      <a:pt x="7" y="3"/>
                      <a:pt x="9" y="2"/>
                      <a:pt x="10" y="1"/>
                    </a:cubicBezTo>
                    <a:cubicBezTo>
                      <a:pt x="7" y="2"/>
                      <a:pt x="4" y="5"/>
                      <a:pt x="1" y="6"/>
                    </a:cubicBezTo>
                    <a:cubicBezTo>
                      <a:pt x="2" y="5"/>
                      <a:pt x="4" y="4"/>
                      <a:pt x="6" y="3"/>
                    </a:cubicBezTo>
                    <a:cubicBezTo>
                      <a:pt x="7" y="2"/>
                      <a:pt x="9" y="1"/>
                      <a:pt x="11" y="0"/>
                    </a:cubicBezTo>
                    <a:cubicBezTo>
                      <a:pt x="7" y="1"/>
                      <a:pt x="4" y="4"/>
                      <a:pt x="1" y="6"/>
                    </a:cubicBezTo>
                    <a:cubicBezTo>
                      <a:pt x="4" y="3"/>
                      <a:pt x="8" y="1"/>
                      <a:pt x="11" y="0"/>
                    </a:cubicBezTo>
                    <a:cubicBezTo>
                      <a:pt x="12" y="0"/>
                      <a:pt x="11" y="0"/>
                      <a:pt x="11" y="0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 13"/>
              <p:cNvSpPr/>
              <p:nvPr>
                <p:custDataLst>
                  <p:tags r:id="rId50"/>
                </p:custDataLst>
              </p:nvPr>
            </p:nvSpPr>
            <p:spPr bwMode="auto">
              <a:xfrm>
                <a:off x="7685445" y="1353571"/>
                <a:ext cx="589356" cy="1024629"/>
              </a:xfrm>
              <a:custGeom>
                <a:avLst/>
                <a:gdLst>
                  <a:gd name="T0" fmla="*/ 0 w 12"/>
                  <a:gd name="T1" fmla="*/ 1 h 21"/>
                  <a:gd name="T2" fmla="*/ 2 w 12"/>
                  <a:gd name="T3" fmla="*/ 3 h 21"/>
                  <a:gd name="T4" fmla="*/ 1 w 12"/>
                  <a:gd name="T5" fmla="*/ 1 h 21"/>
                  <a:gd name="T6" fmla="*/ 2 w 12"/>
                  <a:gd name="T7" fmla="*/ 3 h 21"/>
                  <a:gd name="T8" fmla="*/ 2 w 12"/>
                  <a:gd name="T9" fmla="*/ 0 h 21"/>
                  <a:gd name="T10" fmla="*/ 3 w 12"/>
                  <a:gd name="T11" fmla="*/ 3 h 21"/>
                  <a:gd name="T12" fmla="*/ 2 w 12"/>
                  <a:gd name="T13" fmla="*/ 1 h 21"/>
                  <a:gd name="T14" fmla="*/ 4 w 12"/>
                  <a:gd name="T15" fmla="*/ 3 h 21"/>
                  <a:gd name="T16" fmla="*/ 2 w 12"/>
                  <a:gd name="T17" fmla="*/ 0 h 21"/>
                  <a:gd name="T18" fmla="*/ 5 w 12"/>
                  <a:gd name="T19" fmla="*/ 6 h 21"/>
                  <a:gd name="T20" fmla="*/ 3 w 12"/>
                  <a:gd name="T21" fmla="*/ 2 h 21"/>
                  <a:gd name="T22" fmla="*/ 6 w 12"/>
                  <a:gd name="T23" fmla="*/ 8 h 21"/>
                  <a:gd name="T24" fmla="*/ 1 w 12"/>
                  <a:gd name="T25" fmla="*/ 0 h 21"/>
                  <a:gd name="T26" fmla="*/ 12 w 12"/>
                  <a:gd name="T27" fmla="*/ 21 h 21"/>
                  <a:gd name="T28" fmla="*/ 7 w 12"/>
                  <a:gd name="T29" fmla="*/ 13 h 21"/>
                  <a:gd name="T30" fmla="*/ 4 w 12"/>
                  <a:gd name="T31" fmla="*/ 7 h 21"/>
                  <a:gd name="T32" fmla="*/ 7 w 12"/>
                  <a:gd name="T33" fmla="*/ 11 h 21"/>
                  <a:gd name="T34" fmla="*/ 11 w 12"/>
                  <a:gd name="T35" fmla="*/ 19 h 21"/>
                  <a:gd name="T36" fmla="*/ 7 w 12"/>
                  <a:gd name="T37" fmla="*/ 11 h 21"/>
                  <a:gd name="T38" fmla="*/ 1 w 12"/>
                  <a:gd name="T39" fmla="*/ 1 h 21"/>
                  <a:gd name="T40" fmla="*/ 7 w 12"/>
                  <a:gd name="T41" fmla="*/ 10 h 21"/>
                  <a:gd name="T42" fmla="*/ 11 w 12"/>
                  <a:gd name="T43" fmla="*/ 17 h 21"/>
                  <a:gd name="T44" fmla="*/ 12 w 12"/>
                  <a:gd name="T45" fmla="*/ 20 h 21"/>
                  <a:gd name="T46" fmla="*/ 6 w 12"/>
                  <a:gd name="T47" fmla="*/ 11 h 21"/>
                  <a:gd name="T48" fmla="*/ 11 w 12"/>
                  <a:gd name="T49" fmla="*/ 19 h 21"/>
                  <a:gd name="T50" fmla="*/ 7 w 12"/>
                  <a:gd name="T51" fmla="*/ 14 h 21"/>
                  <a:gd name="T52" fmla="*/ 9 w 12"/>
                  <a:gd name="T53" fmla="*/ 19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" h="21">
                    <a:moveTo>
                      <a:pt x="0" y="1"/>
                    </a:moveTo>
                    <a:cubicBezTo>
                      <a:pt x="1" y="2"/>
                      <a:pt x="1" y="2"/>
                      <a:pt x="2" y="3"/>
                    </a:cubicBezTo>
                    <a:cubicBezTo>
                      <a:pt x="2" y="2"/>
                      <a:pt x="1" y="2"/>
                      <a:pt x="1" y="1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2"/>
                      <a:pt x="2" y="1"/>
                      <a:pt x="2" y="0"/>
                    </a:cubicBezTo>
                    <a:cubicBezTo>
                      <a:pt x="2" y="1"/>
                      <a:pt x="3" y="2"/>
                      <a:pt x="3" y="3"/>
                    </a:cubicBezTo>
                    <a:cubicBezTo>
                      <a:pt x="3" y="2"/>
                      <a:pt x="3" y="1"/>
                      <a:pt x="2" y="1"/>
                    </a:cubicBezTo>
                    <a:cubicBezTo>
                      <a:pt x="3" y="2"/>
                      <a:pt x="3" y="3"/>
                      <a:pt x="4" y="3"/>
                    </a:cubicBezTo>
                    <a:cubicBezTo>
                      <a:pt x="3" y="2"/>
                      <a:pt x="2" y="1"/>
                      <a:pt x="2" y="0"/>
                    </a:cubicBezTo>
                    <a:cubicBezTo>
                      <a:pt x="3" y="1"/>
                      <a:pt x="5" y="4"/>
                      <a:pt x="5" y="6"/>
                    </a:cubicBezTo>
                    <a:cubicBezTo>
                      <a:pt x="4" y="5"/>
                      <a:pt x="3" y="3"/>
                      <a:pt x="3" y="2"/>
                    </a:cubicBezTo>
                    <a:cubicBezTo>
                      <a:pt x="4" y="4"/>
                      <a:pt x="5" y="6"/>
                      <a:pt x="6" y="8"/>
                    </a:cubicBezTo>
                    <a:cubicBezTo>
                      <a:pt x="5" y="5"/>
                      <a:pt x="3" y="2"/>
                      <a:pt x="1" y="0"/>
                    </a:cubicBezTo>
                    <a:cubicBezTo>
                      <a:pt x="7" y="4"/>
                      <a:pt x="7" y="15"/>
                      <a:pt x="12" y="21"/>
                    </a:cubicBezTo>
                    <a:cubicBezTo>
                      <a:pt x="11" y="18"/>
                      <a:pt x="8" y="15"/>
                      <a:pt x="7" y="13"/>
                    </a:cubicBezTo>
                    <a:cubicBezTo>
                      <a:pt x="6" y="11"/>
                      <a:pt x="5" y="9"/>
                      <a:pt x="4" y="7"/>
                    </a:cubicBezTo>
                    <a:cubicBezTo>
                      <a:pt x="5" y="8"/>
                      <a:pt x="6" y="10"/>
                      <a:pt x="7" y="11"/>
                    </a:cubicBezTo>
                    <a:cubicBezTo>
                      <a:pt x="9" y="14"/>
                      <a:pt x="10" y="16"/>
                      <a:pt x="11" y="19"/>
                    </a:cubicBezTo>
                    <a:cubicBezTo>
                      <a:pt x="10" y="16"/>
                      <a:pt x="8" y="14"/>
                      <a:pt x="7" y="11"/>
                    </a:cubicBezTo>
                    <a:cubicBezTo>
                      <a:pt x="5" y="8"/>
                      <a:pt x="4" y="4"/>
                      <a:pt x="1" y="1"/>
                    </a:cubicBezTo>
                    <a:cubicBezTo>
                      <a:pt x="3" y="5"/>
                      <a:pt x="5" y="7"/>
                      <a:pt x="7" y="10"/>
                    </a:cubicBezTo>
                    <a:cubicBezTo>
                      <a:pt x="8" y="13"/>
                      <a:pt x="9" y="15"/>
                      <a:pt x="11" y="17"/>
                    </a:cubicBezTo>
                    <a:cubicBezTo>
                      <a:pt x="11" y="18"/>
                      <a:pt x="11" y="19"/>
                      <a:pt x="12" y="20"/>
                    </a:cubicBezTo>
                    <a:cubicBezTo>
                      <a:pt x="10" y="17"/>
                      <a:pt x="9" y="13"/>
                      <a:pt x="6" y="11"/>
                    </a:cubicBezTo>
                    <a:cubicBezTo>
                      <a:pt x="7" y="14"/>
                      <a:pt x="9" y="16"/>
                      <a:pt x="11" y="19"/>
                    </a:cubicBezTo>
                    <a:cubicBezTo>
                      <a:pt x="10" y="17"/>
                      <a:pt x="8" y="16"/>
                      <a:pt x="7" y="14"/>
                    </a:cubicBezTo>
                    <a:cubicBezTo>
                      <a:pt x="8" y="16"/>
                      <a:pt x="9" y="17"/>
                      <a:pt x="9" y="19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22" name="PA_chenying0907 19"/>
          <p:cNvGrpSpPr/>
          <p:nvPr>
            <p:custDataLst>
              <p:tags r:id="rId4"/>
            </p:custDataLst>
          </p:nvPr>
        </p:nvGrpSpPr>
        <p:grpSpPr>
          <a:xfrm>
            <a:off x="963295" y="3624580"/>
            <a:ext cx="549275" cy="596900"/>
            <a:chOff x="5038628" y="2357164"/>
            <a:chExt cx="2114744" cy="2296116"/>
          </a:xfrm>
        </p:grpSpPr>
        <p:grpSp>
          <p:nvGrpSpPr>
            <p:cNvPr id="23" name="chenying0907 20"/>
            <p:cNvGrpSpPr/>
            <p:nvPr/>
          </p:nvGrpSpPr>
          <p:grpSpPr>
            <a:xfrm>
              <a:off x="5174686" y="3043148"/>
              <a:ext cx="1479164" cy="1610132"/>
              <a:chOff x="5174686" y="3043148"/>
              <a:chExt cx="1479164" cy="1610132"/>
            </a:xfrm>
          </p:grpSpPr>
          <p:sp>
            <p:nvSpPr>
              <p:cNvPr id="30" name="Freeform 5"/>
              <p:cNvSpPr/>
              <p:nvPr>
                <p:custDataLst>
                  <p:tags r:id="rId42"/>
                </p:custDataLst>
              </p:nvPr>
            </p:nvSpPr>
            <p:spPr bwMode="auto">
              <a:xfrm>
                <a:off x="5174686" y="3043148"/>
                <a:ext cx="1479164" cy="1610132"/>
              </a:xfrm>
              <a:custGeom>
                <a:avLst/>
                <a:gdLst>
                  <a:gd name="T0" fmla="*/ 2 w 30"/>
                  <a:gd name="T1" fmla="*/ 2 h 33"/>
                  <a:gd name="T2" fmla="*/ 1 w 30"/>
                  <a:gd name="T3" fmla="*/ 31 h 33"/>
                  <a:gd name="T4" fmla="*/ 18 w 30"/>
                  <a:gd name="T5" fmla="*/ 32 h 33"/>
                  <a:gd name="T6" fmla="*/ 28 w 30"/>
                  <a:gd name="T7" fmla="*/ 30 h 33"/>
                  <a:gd name="T8" fmla="*/ 28 w 30"/>
                  <a:gd name="T9" fmla="*/ 15 h 33"/>
                  <a:gd name="T10" fmla="*/ 28 w 30"/>
                  <a:gd name="T11" fmla="*/ 3 h 33"/>
                  <a:gd name="T12" fmla="*/ 13 w 30"/>
                  <a:gd name="T13" fmla="*/ 2 h 33"/>
                  <a:gd name="T14" fmla="*/ 2 w 30"/>
                  <a:gd name="T15" fmla="*/ 1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" h="33">
                    <a:moveTo>
                      <a:pt x="2" y="2"/>
                    </a:moveTo>
                    <a:cubicBezTo>
                      <a:pt x="2" y="11"/>
                      <a:pt x="0" y="21"/>
                      <a:pt x="1" y="31"/>
                    </a:cubicBezTo>
                    <a:cubicBezTo>
                      <a:pt x="5" y="33"/>
                      <a:pt x="13" y="31"/>
                      <a:pt x="18" y="32"/>
                    </a:cubicBezTo>
                    <a:cubicBezTo>
                      <a:pt x="22" y="32"/>
                      <a:pt x="27" y="33"/>
                      <a:pt x="28" y="30"/>
                    </a:cubicBezTo>
                    <a:cubicBezTo>
                      <a:pt x="30" y="27"/>
                      <a:pt x="28" y="19"/>
                      <a:pt x="28" y="15"/>
                    </a:cubicBezTo>
                    <a:cubicBezTo>
                      <a:pt x="28" y="11"/>
                      <a:pt x="29" y="7"/>
                      <a:pt x="28" y="3"/>
                    </a:cubicBezTo>
                    <a:cubicBezTo>
                      <a:pt x="23" y="2"/>
                      <a:pt x="18" y="2"/>
                      <a:pt x="13" y="2"/>
                    </a:cubicBezTo>
                    <a:cubicBezTo>
                      <a:pt x="9" y="1"/>
                      <a:pt x="5" y="0"/>
                      <a:pt x="2" y="1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6"/>
              <p:cNvSpPr/>
              <p:nvPr>
                <p:custDataLst>
                  <p:tags r:id="rId43"/>
                </p:custDataLst>
              </p:nvPr>
            </p:nvSpPr>
            <p:spPr bwMode="auto">
              <a:xfrm>
                <a:off x="5324912" y="3189524"/>
                <a:ext cx="1128634" cy="1317381"/>
              </a:xfrm>
              <a:custGeom>
                <a:avLst/>
                <a:gdLst>
                  <a:gd name="T0" fmla="*/ 2 w 23"/>
                  <a:gd name="T1" fmla="*/ 3 h 27"/>
                  <a:gd name="T2" fmla="*/ 0 w 23"/>
                  <a:gd name="T3" fmla="*/ 26 h 27"/>
                  <a:gd name="T4" fmla="*/ 23 w 23"/>
                  <a:gd name="T5" fmla="*/ 26 h 27"/>
                  <a:gd name="T6" fmla="*/ 23 w 23"/>
                  <a:gd name="T7" fmla="*/ 14 h 27"/>
                  <a:gd name="T8" fmla="*/ 22 w 23"/>
                  <a:gd name="T9" fmla="*/ 4 h 27"/>
                  <a:gd name="T10" fmla="*/ 12 w 23"/>
                  <a:gd name="T11" fmla="*/ 2 h 27"/>
                  <a:gd name="T12" fmla="*/ 2 w 23"/>
                  <a:gd name="T13" fmla="*/ 2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27">
                    <a:moveTo>
                      <a:pt x="2" y="3"/>
                    </a:moveTo>
                    <a:cubicBezTo>
                      <a:pt x="3" y="9"/>
                      <a:pt x="0" y="19"/>
                      <a:pt x="0" y="26"/>
                    </a:cubicBezTo>
                    <a:cubicBezTo>
                      <a:pt x="8" y="27"/>
                      <a:pt x="16" y="27"/>
                      <a:pt x="23" y="26"/>
                    </a:cubicBezTo>
                    <a:cubicBezTo>
                      <a:pt x="23" y="22"/>
                      <a:pt x="23" y="18"/>
                      <a:pt x="23" y="14"/>
                    </a:cubicBezTo>
                    <a:cubicBezTo>
                      <a:pt x="23" y="12"/>
                      <a:pt x="23" y="6"/>
                      <a:pt x="22" y="4"/>
                    </a:cubicBezTo>
                    <a:cubicBezTo>
                      <a:pt x="21" y="1"/>
                      <a:pt x="15" y="2"/>
                      <a:pt x="12" y="2"/>
                    </a:cubicBezTo>
                    <a:cubicBezTo>
                      <a:pt x="9" y="2"/>
                      <a:pt x="2" y="0"/>
                      <a:pt x="2" y="2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grpSp>
          <p:nvGrpSpPr>
            <p:cNvPr id="24" name="chenying0907 21"/>
            <p:cNvGrpSpPr/>
            <p:nvPr/>
          </p:nvGrpSpPr>
          <p:grpSpPr>
            <a:xfrm>
              <a:off x="5038628" y="2357164"/>
              <a:ext cx="2114744" cy="1949107"/>
              <a:chOff x="7192390" y="914444"/>
              <a:chExt cx="2114744" cy="1949107"/>
            </a:xfrm>
          </p:grpSpPr>
          <p:sp>
            <p:nvSpPr>
              <p:cNvPr id="25" name="Freeform 7"/>
              <p:cNvSpPr/>
              <p:nvPr>
                <p:custDataLst>
                  <p:tags r:id="rId35"/>
                </p:custDataLst>
              </p:nvPr>
            </p:nvSpPr>
            <p:spPr bwMode="auto">
              <a:xfrm>
                <a:off x="7192390" y="914444"/>
                <a:ext cx="2114744" cy="1949107"/>
              </a:xfrm>
              <a:custGeom>
                <a:avLst/>
                <a:gdLst>
                  <a:gd name="T0" fmla="*/ 0 w 43"/>
                  <a:gd name="T1" fmla="*/ 16 h 40"/>
                  <a:gd name="T2" fmla="*/ 13 w 43"/>
                  <a:gd name="T3" fmla="*/ 32 h 40"/>
                  <a:gd name="T4" fmla="*/ 19 w 43"/>
                  <a:gd name="T5" fmla="*/ 40 h 40"/>
                  <a:gd name="T6" fmla="*/ 43 w 43"/>
                  <a:gd name="T7" fmla="*/ 0 h 40"/>
                  <a:gd name="T8" fmla="*/ 19 w 43"/>
                  <a:gd name="T9" fmla="*/ 29 h 40"/>
                  <a:gd name="T10" fmla="*/ 13 w 43"/>
                  <a:gd name="T11" fmla="*/ 13 h 40"/>
                  <a:gd name="T12" fmla="*/ 1 w 43"/>
                  <a:gd name="T13" fmla="*/ 17 h 40"/>
                  <a:gd name="T14" fmla="*/ 11 w 43"/>
                  <a:gd name="T15" fmla="*/ 13 h 40"/>
                  <a:gd name="T16" fmla="*/ 2 w 43"/>
                  <a:gd name="T17" fmla="*/ 20 h 40"/>
                  <a:gd name="T18" fmla="*/ 12 w 43"/>
                  <a:gd name="T19" fmla="*/ 15 h 40"/>
                  <a:gd name="T20" fmla="*/ 4 w 43"/>
                  <a:gd name="T21" fmla="*/ 22 h 40"/>
                  <a:gd name="T22" fmla="*/ 14 w 43"/>
                  <a:gd name="T23" fmla="*/ 18 h 40"/>
                  <a:gd name="T24" fmla="*/ 7 w 43"/>
                  <a:gd name="T25" fmla="*/ 25 h 40"/>
                  <a:gd name="T26" fmla="*/ 15 w 43"/>
                  <a:gd name="T27" fmla="*/ 20 h 40"/>
                  <a:gd name="T28" fmla="*/ 8 w 43"/>
                  <a:gd name="T29" fmla="*/ 28 h 40"/>
                  <a:gd name="T30" fmla="*/ 15 w 43"/>
                  <a:gd name="T31" fmla="*/ 24 h 40"/>
                  <a:gd name="T32" fmla="*/ 11 w 43"/>
                  <a:gd name="T33" fmla="*/ 30 h 40"/>
                  <a:gd name="T34" fmla="*/ 16 w 43"/>
                  <a:gd name="T35" fmla="*/ 25 h 40"/>
                  <a:gd name="T36" fmla="*/ 12 w 43"/>
                  <a:gd name="T37" fmla="*/ 31 h 40"/>
                  <a:gd name="T38" fmla="*/ 17 w 43"/>
                  <a:gd name="T39" fmla="*/ 28 h 40"/>
                  <a:gd name="T40" fmla="*/ 14 w 43"/>
                  <a:gd name="T41" fmla="*/ 33 h 40"/>
                  <a:gd name="T42" fmla="*/ 19 w 43"/>
                  <a:gd name="T43" fmla="*/ 29 h 40"/>
                  <a:gd name="T44" fmla="*/ 17 w 43"/>
                  <a:gd name="T45" fmla="*/ 36 h 40"/>
                  <a:gd name="T46" fmla="*/ 19 w 43"/>
                  <a:gd name="T47" fmla="*/ 31 h 40"/>
                  <a:gd name="T48" fmla="*/ 19 w 43"/>
                  <a:gd name="T49" fmla="*/ 38 h 40"/>
                  <a:gd name="T50" fmla="*/ 20 w 43"/>
                  <a:gd name="T51" fmla="*/ 28 h 40"/>
                  <a:gd name="T52" fmla="*/ 21 w 43"/>
                  <a:gd name="T53" fmla="*/ 36 h 40"/>
                  <a:gd name="T54" fmla="*/ 21 w 43"/>
                  <a:gd name="T55" fmla="*/ 26 h 40"/>
                  <a:gd name="T56" fmla="*/ 23 w 43"/>
                  <a:gd name="T57" fmla="*/ 31 h 40"/>
                  <a:gd name="T58" fmla="*/ 23 w 43"/>
                  <a:gd name="T59" fmla="*/ 24 h 40"/>
                  <a:gd name="T60" fmla="*/ 25 w 43"/>
                  <a:gd name="T61" fmla="*/ 29 h 40"/>
                  <a:gd name="T62" fmla="*/ 26 w 43"/>
                  <a:gd name="T63" fmla="*/ 21 h 40"/>
                  <a:gd name="T64" fmla="*/ 27 w 43"/>
                  <a:gd name="T65" fmla="*/ 27 h 40"/>
                  <a:gd name="T66" fmla="*/ 28 w 43"/>
                  <a:gd name="T67" fmla="*/ 21 h 40"/>
                  <a:gd name="T68" fmla="*/ 29 w 43"/>
                  <a:gd name="T69" fmla="*/ 24 h 40"/>
                  <a:gd name="T70" fmla="*/ 29 w 43"/>
                  <a:gd name="T71" fmla="*/ 19 h 40"/>
                  <a:gd name="T72" fmla="*/ 31 w 43"/>
                  <a:gd name="T73" fmla="*/ 22 h 40"/>
                  <a:gd name="T74" fmla="*/ 32 w 43"/>
                  <a:gd name="T75" fmla="*/ 15 h 40"/>
                  <a:gd name="T76" fmla="*/ 33 w 43"/>
                  <a:gd name="T77" fmla="*/ 19 h 40"/>
                  <a:gd name="T78" fmla="*/ 34 w 43"/>
                  <a:gd name="T79" fmla="*/ 13 h 40"/>
                  <a:gd name="T80" fmla="*/ 35 w 43"/>
                  <a:gd name="T81" fmla="*/ 16 h 40"/>
                  <a:gd name="T82" fmla="*/ 36 w 43"/>
                  <a:gd name="T83" fmla="*/ 9 h 40"/>
                  <a:gd name="T84" fmla="*/ 37 w 43"/>
                  <a:gd name="T85" fmla="*/ 12 h 40"/>
                  <a:gd name="T86" fmla="*/ 38 w 43"/>
                  <a:gd name="T87" fmla="*/ 8 h 40"/>
                  <a:gd name="T88" fmla="*/ 38 w 43"/>
                  <a:gd name="T89" fmla="*/ 10 h 40"/>
                  <a:gd name="T90" fmla="*/ 39 w 43"/>
                  <a:gd name="T91" fmla="*/ 7 h 40"/>
                  <a:gd name="T92" fmla="*/ 40 w 43"/>
                  <a:gd name="T93" fmla="*/ 9 h 40"/>
                  <a:gd name="T94" fmla="*/ 41 w 43"/>
                  <a:gd name="T95" fmla="*/ 5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43" h="40">
                    <a:moveTo>
                      <a:pt x="0" y="16"/>
                    </a:moveTo>
                    <a:cubicBezTo>
                      <a:pt x="3" y="21"/>
                      <a:pt x="9" y="27"/>
                      <a:pt x="13" y="32"/>
                    </a:cubicBezTo>
                    <a:cubicBezTo>
                      <a:pt x="15" y="35"/>
                      <a:pt x="16" y="38"/>
                      <a:pt x="19" y="40"/>
                    </a:cubicBezTo>
                    <a:cubicBezTo>
                      <a:pt x="28" y="27"/>
                      <a:pt x="37" y="14"/>
                      <a:pt x="43" y="0"/>
                    </a:cubicBezTo>
                    <a:cubicBezTo>
                      <a:pt x="35" y="9"/>
                      <a:pt x="27" y="20"/>
                      <a:pt x="19" y="29"/>
                    </a:cubicBezTo>
                    <a:cubicBezTo>
                      <a:pt x="18" y="25"/>
                      <a:pt x="16" y="15"/>
                      <a:pt x="13" y="13"/>
                    </a:cubicBezTo>
                    <a:cubicBezTo>
                      <a:pt x="10" y="10"/>
                      <a:pt x="5" y="15"/>
                      <a:pt x="1" y="17"/>
                    </a:cubicBezTo>
                    <a:cubicBezTo>
                      <a:pt x="5" y="17"/>
                      <a:pt x="8" y="15"/>
                      <a:pt x="11" y="13"/>
                    </a:cubicBezTo>
                    <a:cubicBezTo>
                      <a:pt x="8" y="14"/>
                      <a:pt x="4" y="17"/>
                      <a:pt x="2" y="20"/>
                    </a:cubicBezTo>
                    <a:cubicBezTo>
                      <a:pt x="6" y="19"/>
                      <a:pt x="9" y="17"/>
                      <a:pt x="12" y="15"/>
                    </a:cubicBezTo>
                    <a:cubicBezTo>
                      <a:pt x="9" y="16"/>
                      <a:pt x="7" y="20"/>
                      <a:pt x="4" y="22"/>
                    </a:cubicBezTo>
                    <a:cubicBezTo>
                      <a:pt x="7" y="23"/>
                      <a:pt x="11" y="19"/>
                      <a:pt x="14" y="18"/>
                    </a:cubicBezTo>
                    <a:cubicBezTo>
                      <a:pt x="12" y="19"/>
                      <a:pt x="8" y="22"/>
                      <a:pt x="7" y="25"/>
                    </a:cubicBezTo>
                    <a:cubicBezTo>
                      <a:pt x="10" y="24"/>
                      <a:pt x="13" y="22"/>
                      <a:pt x="15" y="20"/>
                    </a:cubicBezTo>
                    <a:cubicBezTo>
                      <a:pt x="13" y="22"/>
                      <a:pt x="10" y="25"/>
                      <a:pt x="8" y="28"/>
                    </a:cubicBezTo>
                    <a:cubicBezTo>
                      <a:pt x="11" y="27"/>
                      <a:pt x="13" y="25"/>
                      <a:pt x="15" y="24"/>
                    </a:cubicBezTo>
                    <a:cubicBezTo>
                      <a:pt x="13" y="25"/>
                      <a:pt x="12" y="28"/>
                      <a:pt x="11" y="30"/>
                    </a:cubicBezTo>
                    <a:cubicBezTo>
                      <a:pt x="13" y="28"/>
                      <a:pt x="14" y="27"/>
                      <a:pt x="16" y="25"/>
                    </a:cubicBezTo>
                    <a:cubicBezTo>
                      <a:pt x="14" y="27"/>
                      <a:pt x="12" y="29"/>
                      <a:pt x="12" y="31"/>
                    </a:cubicBezTo>
                    <a:cubicBezTo>
                      <a:pt x="14" y="31"/>
                      <a:pt x="16" y="29"/>
                      <a:pt x="17" y="28"/>
                    </a:cubicBezTo>
                    <a:cubicBezTo>
                      <a:pt x="15" y="29"/>
                      <a:pt x="14" y="31"/>
                      <a:pt x="14" y="33"/>
                    </a:cubicBezTo>
                    <a:cubicBezTo>
                      <a:pt x="16" y="33"/>
                      <a:pt x="18" y="31"/>
                      <a:pt x="19" y="29"/>
                    </a:cubicBezTo>
                    <a:cubicBezTo>
                      <a:pt x="17" y="31"/>
                      <a:pt x="16" y="34"/>
                      <a:pt x="17" y="36"/>
                    </a:cubicBezTo>
                    <a:cubicBezTo>
                      <a:pt x="19" y="36"/>
                      <a:pt x="19" y="33"/>
                      <a:pt x="19" y="31"/>
                    </a:cubicBezTo>
                    <a:cubicBezTo>
                      <a:pt x="18" y="33"/>
                      <a:pt x="18" y="35"/>
                      <a:pt x="19" y="38"/>
                    </a:cubicBezTo>
                    <a:cubicBezTo>
                      <a:pt x="20" y="35"/>
                      <a:pt x="20" y="31"/>
                      <a:pt x="20" y="28"/>
                    </a:cubicBezTo>
                    <a:cubicBezTo>
                      <a:pt x="20" y="30"/>
                      <a:pt x="20" y="33"/>
                      <a:pt x="21" y="36"/>
                    </a:cubicBezTo>
                    <a:cubicBezTo>
                      <a:pt x="22" y="33"/>
                      <a:pt x="21" y="29"/>
                      <a:pt x="21" y="26"/>
                    </a:cubicBezTo>
                    <a:cubicBezTo>
                      <a:pt x="22" y="27"/>
                      <a:pt x="22" y="29"/>
                      <a:pt x="23" y="31"/>
                    </a:cubicBezTo>
                    <a:cubicBezTo>
                      <a:pt x="24" y="29"/>
                      <a:pt x="23" y="26"/>
                      <a:pt x="23" y="24"/>
                    </a:cubicBezTo>
                    <a:cubicBezTo>
                      <a:pt x="24" y="26"/>
                      <a:pt x="24" y="28"/>
                      <a:pt x="25" y="29"/>
                    </a:cubicBezTo>
                    <a:cubicBezTo>
                      <a:pt x="25" y="27"/>
                      <a:pt x="25" y="24"/>
                      <a:pt x="26" y="21"/>
                    </a:cubicBezTo>
                    <a:cubicBezTo>
                      <a:pt x="26" y="23"/>
                      <a:pt x="26" y="25"/>
                      <a:pt x="27" y="27"/>
                    </a:cubicBezTo>
                    <a:cubicBezTo>
                      <a:pt x="28" y="25"/>
                      <a:pt x="27" y="23"/>
                      <a:pt x="28" y="21"/>
                    </a:cubicBezTo>
                    <a:cubicBezTo>
                      <a:pt x="28" y="22"/>
                      <a:pt x="28" y="23"/>
                      <a:pt x="29" y="24"/>
                    </a:cubicBezTo>
                    <a:cubicBezTo>
                      <a:pt x="29" y="22"/>
                      <a:pt x="29" y="21"/>
                      <a:pt x="29" y="19"/>
                    </a:cubicBezTo>
                    <a:cubicBezTo>
                      <a:pt x="29" y="20"/>
                      <a:pt x="30" y="21"/>
                      <a:pt x="31" y="22"/>
                    </a:cubicBezTo>
                    <a:cubicBezTo>
                      <a:pt x="32" y="20"/>
                      <a:pt x="31" y="17"/>
                      <a:pt x="32" y="15"/>
                    </a:cubicBezTo>
                    <a:cubicBezTo>
                      <a:pt x="32" y="16"/>
                      <a:pt x="33" y="18"/>
                      <a:pt x="33" y="19"/>
                    </a:cubicBezTo>
                    <a:cubicBezTo>
                      <a:pt x="34" y="17"/>
                      <a:pt x="34" y="15"/>
                      <a:pt x="34" y="13"/>
                    </a:cubicBezTo>
                    <a:cubicBezTo>
                      <a:pt x="35" y="14"/>
                      <a:pt x="35" y="15"/>
                      <a:pt x="35" y="16"/>
                    </a:cubicBezTo>
                    <a:cubicBezTo>
                      <a:pt x="36" y="14"/>
                      <a:pt x="36" y="11"/>
                      <a:pt x="36" y="9"/>
                    </a:cubicBezTo>
                    <a:cubicBezTo>
                      <a:pt x="36" y="10"/>
                      <a:pt x="37" y="12"/>
                      <a:pt x="37" y="12"/>
                    </a:cubicBezTo>
                    <a:cubicBezTo>
                      <a:pt x="37" y="11"/>
                      <a:pt x="37" y="9"/>
                      <a:pt x="38" y="8"/>
                    </a:cubicBezTo>
                    <a:cubicBezTo>
                      <a:pt x="38" y="8"/>
                      <a:pt x="38" y="9"/>
                      <a:pt x="38" y="10"/>
                    </a:cubicBezTo>
                    <a:cubicBezTo>
                      <a:pt x="39" y="9"/>
                      <a:pt x="39" y="8"/>
                      <a:pt x="39" y="7"/>
                    </a:cubicBezTo>
                    <a:cubicBezTo>
                      <a:pt x="40" y="8"/>
                      <a:pt x="40" y="8"/>
                      <a:pt x="40" y="9"/>
                    </a:cubicBezTo>
                    <a:cubicBezTo>
                      <a:pt x="40" y="7"/>
                      <a:pt x="41" y="6"/>
                      <a:pt x="41" y="5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" name="Freeform 8"/>
              <p:cNvSpPr/>
              <p:nvPr>
                <p:custDataLst>
                  <p:tags r:id="rId36"/>
                </p:custDataLst>
              </p:nvPr>
            </p:nvSpPr>
            <p:spPr bwMode="auto">
              <a:xfrm>
                <a:off x="7338766" y="1546170"/>
                <a:ext cx="789659" cy="978406"/>
              </a:xfrm>
              <a:custGeom>
                <a:avLst/>
                <a:gdLst>
                  <a:gd name="T0" fmla="*/ 1 w 16"/>
                  <a:gd name="T1" fmla="*/ 4 h 20"/>
                  <a:gd name="T2" fmla="*/ 8 w 16"/>
                  <a:gd name="T3" fmla="*/ 0 h 20"/>
                  <a:gd name="T4" fmla="*/ 0 w 16"/>
                  <a:gd name="T5" fmla="*/ 8 h 20"/>
                  <a:gd name="T6" fmla="*/ 9 w 16"/>
                  <a:gd name="T7" fmla="*/ 1 h 20"/>
                  <a:gd name="T8" fmla="*/ 3 w 16"/>
                  <a:gd name="T9" fmla="*/ 8 h 20"/>
                  <a:gd name="T10" fmla="*/ 10 w 16"/>
                  <a:gd name="T11" fmla="*/ 1 h 20"/>
                  <a:gd name="T12" fmla="*/ 5 w 16"/>
                  <a:gd name="T13" fmla="*/ 8 h 20"/>
                  <a:gd name="T14" fmla="*/ 10 w 16"/>
                  <a:gd name="T15" fmla="*/ 3 h 20"/>
                  <a:gd name="T16" fmla="*/ 5 w 16"/>
                  <a:gd name="T17" fmla="*/ 8 h 20"/>
                  <a:gd name="T18" fmla="*/ 11 w 16"/>
                  <a:gd name="T19" fmla="*/ 2 h 20"/>
                  <a:gd name="T20" fmla="*/ 6 w 16"/>
                  <a:gd name="T21" fmla="*/ 9 h 20"/>
                  <a:gd name="T22" fmla="*/ 11 w 16"/>
                  <a:gd name="T23" fmla="*/ 4 h 20"/>
                  <a:gd name="T24" fmla="*/ 7 w 16"/>
                  <a:gd name="T25" fmla="*/ 11 h 20"/>
                  <a:gd name="T26" fmla="*/ 12 w 16"/>
                  <a:gd name="T27" fmla="*/ 6 h 20"/>
                  <a:gd name="T28" fmla="*/ 9 w 16"/>
                  <a:gd name="T29" fmla="*/ 11 h 20"/>
                  <a:gd name="T30" fmla="*/ 12 w 16"/>
                  <a:gd name="T31" fmla="*/ 7 h 20"/>
                  <a:gd name="T32" fmla="*/ 10 w 16"/>
                  <a:gd name="T33" fmla="*/ 12 h 20"/>
                  <a:gd name="T34" fmla="*/ 10 w 16"/>
                  <a:gd name="T35" fmla="*/ 5 h 20"/>
                  <a:gd name="T36" fmla="*/ 15 w 16"/>
                  <a:gd name="T37" fmla="*/ 15 h 20"/>
                  <a:gd name="T38" fmla="*/ 11 w 16"/>
                  <a:gd name="T39" fmla="*/ 2 h 20"/>
                  <a:gd name="T40" fmla="*/ 16 w 16"/>
                  <a:gd name="T41" fmla="*/ 15 h 20"/>
                  <a:gd name="T42" fmla="*/ 9 w 16"/>
                  <a:gd name="T43" fmla="*/ 3 h 20"/>
                  <a:gd name="T44" fmla="*/ 12 w 16"/>
                  <a:gd name="T45" fmla="*/ 11 h 20"/>
                  <a:gd name="T46" fmla="*/ 15 w 16"/>
                  <a:gd name="T47" fmla="*/ 18 h 20"/>
                  <a:gd name="T48" fmla="*/ 7 w 16"/>
                  <a:gd name="T49" fmla="*/ 6 h 20"/>
                  <a:gd name="T50" fmla="*/ 14 w 16"/>
                  <a:gd name="T51" fmla="*/ 20 h 20"/>
                  <a:gd name="T52" fmla="*/ 6 w 16"/>
                  <a:gd name="T53" fmla="*/ 9 h 20"/>
                  <a:gd name="T54" fmla="*/ 11 w 16"/>
                  <a:gd name="T55" fmla="*/ 16 h 20"/>
                  <a:gd name="T56" fmla="*/ 15 w 16"/>
                  <a:gd name="T57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6" h="20">
                    <a:moveTo>
                      <a:pt x="1" y="4"/>
                    </a:moveTo>
                    <a:cubicBezTo>
                      <a:pt x="3" y="3"/>
                      <a:pt x="6" y="2"/>
                      <a:pt x="8" y="0"/>
                    </a:cubicBezTo>
                    <a:cubicBezTo>
                      <a:pt x="5" y="2"/>
                      <a:pt x="3" y="5"/>
                      <a:pt x="0" y="8"/>
                    </a:cubicBezTo>
                    <a:cubicBezTo>
                      <a:pt x="3" y="6"/>
                      <a:pt x="6" y="3"/>
                      <a:pt x="9" y="1"/>
                    </a:cubicBezTo>
                    <a:cubicBezTo>
                      <a:pt x="7" y="3"/>
                      <a:pt x="5" y="5"/>
                      <a:pt x="3" y="8"/>
                    </a:cubicBezTo>
                    <a:cubicBezTo>
                      <a:pt x="5" y="5"/>
                      <a:pt x="8" y="3"/>
                      <a:pt x="10" y="1"/>
                    </a:cubicBezTo>
                    <a:cubicBezTo>
                      <a:pt x="9" y="2"/>
                      <a:pt x="6" y="6"/>
                      <a:pt x="5" y="8"/>
                    </a:cubicBezTo>
                    <a:cubicBezTo>
                      <a:pt x="7" y="6"/>
                      <a:pt x="9" y="4"/>
                      <a:pt x="10" y="3"/>
                    </a:cubicBezTo>
                    <a:cubicBezTo>
                      <a:pt x="8" y="4"/>
                      <a:pt x="7" y="7"/>
                      <a:pt x="5" y="8"/>
                    </a:cubicBezTo>
                    <a:cubicBezTo>
                      <a:pt x="7" y="6"/>
                      <a:pt x="9" y="4"/>
                      <a:pt x="11" y="2"/>
                    </a:cubicBezTo>
                    <a:cubicBezTo>
                      <a:pt x="9" y="4"/>
                      <a:pt x="7" y="7"/>
                      <a:pt x="6" y="9"/>
                    </a:cubicBezTo>
                    <a:cubicBezTo>
                      <a:pt x="8" y="8"/>
                      <a:pt x="9" y="5"/>
                      <a:pt x="11" y="4"/>
                    </a:cubicBezTo>
                    <a:cubicBezTo>
                      <a:pt x="10" y="7"/>
                      <a:pt x="7" y="9"/>
                      <a:pt x="7" y="11"/>
                    </a:cubicBezTo>
                    <a:cubicBezTo>
                      <a:pt x="9" y="10"/>
                      <a:pt x="10" y="7"/>
                      <a:pt x="12" y="6"/>
                    </a:cubicBezTo>
                    <a:cubicBezTo>
                      <a:pt x="11" y="8"/>
                      <a:pt x="9" y="9"/>
                      <a:pt x="9" y="11"/>
                    </a:cubicBezTo>
                    <a:cubicBezTo>
                      <a:pt x="10" y="10"/>
                      <a:pt x="11" y="8"/>
                      <a:pt x="12" y="7"/>
                    </a:cubicBezTo>
                    <a:cubicBezTo>
                      <a:pt x="12" y="9"/>
                      <a:pt x="10" y="10"/>
                      <a:pt x="10" y="12"/>
                    </a:cubicBezTo>
                    <a:cubicBezTo>
                      <a:pt x="11" y="11"/>
                      <a:pt x="12" y="7"/>
                      <a:pt x="10" y="5"/>
                    </a:cubicBezTo>
                    <a:cubicBezTo>
                      <a:pt x="11" y="8"/>
                      <a:pt x="12" y="14"/>
                      <a:pt x="15" y="15"/>
                    </a:cubicBezTo>
                    <a:cubicBezTo>
                      <a:pt x="15" y="11"/>
                      <a:pt x="12" y="7"/>
                      <a:pt x="11" y="2"/>
                    </a:cubicBezTo>
                    <a:cubicBezTo>
                      <a:pt x="12" y="6"/>
                      <a:pt x="14" y="11"/>
                      <a:pt x="16" y="15"/>
                    </a:cubicBezTo>
                    <a:cubicBezTo>
                      <a:pt x="14" y="11"/>
                      <a:pt x="12" y="6"/>
                      <a:pt x="9" y="3"/>
                    </a:cubicBezTo>
                    <a:cubicBezTo>
                      <a:pt x="9" y="6"/>
                      <a:pt x="11" y="9"/>
                      <a:pt x="12" y="11"/>
                    </a:cubicBezTo>
                    <a:cubicBezTo>
                      <a:pt x="13" y="13"/>
                      <a:pt x="14" y="16"/>
                      <a:pt x="15" y="18"/>
                    </a:cubicBezTo>
                    <a:cubicBezTo>
                      <a:pt x="12" y="14"/>
                      <a:pt x="10" y="10"/>
                      <a:pt x="7" y="6"/>
                    </a:cubicBezTo>
                    <a:cubicBezTo>
                      <a:pt x="9" y="10"/>
                      <a:pt x="12" y="15"/>
                      <a:pt x="14" y="20"/>
                    </a:cubicBezTo>
                    <a:cubicBezTo>
                      <a:pt x="11" y="16"/>
                      <a:pt x="8" y="13"/>
                      <a:pt x="6" y="9"/>
                    </a:cubicBezTo>
                    <a:cubicBezTo>
                      <a:pt x="8" y="11"/>
                      <a:pt x="9" y="14"/>
                      <a:pt x="11" y="16"/>
                    </a:cubicBezTo>
                    <a:cubicBezTo>
                      <a:pt x="12" y="17"/>
                      <a:pt x="13" y="20"/>
                      <a:pt x="15" y="20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" name="Freeform 9"/>
              <p:cNvSpPr/>
              <p:nvPr>
                <p:custDataLst>
                  <p:tags r:id="rId37"/>
                </p:custDataLst>
              </p:nvPr>
            </p:nvSpPr>
            <p:spPr bwMode="auto">
              <a:xfrm>
                <a:off x="8078348" y="1499947"/>
                <a:ext cx="835883" cy="1267306"/>
              </a:xfrm>
              <a:custGeom>
                <a:avLst/>
                <a:gdLst>
                  <a:gd name="T0" fmla="*/ 0 w 17"/>
                  <a:gd name="T1" fmla="*/ 21 h 26"/>
                  <a:gd name="T2" fmla="*/ 0 w 17"/>
                  <a:gd name="T3" fmla="*/ 21 h 26"/>
                  <a:gd name="T4" fmla="*/ 8 w 17"/>
                  <a:gd name="T5" fmla="*/ 11 h 26"/>
                  <a:gd name="T6" fmla="*/ 16 w 17"/>
                  <a:gd name="T7" fmla="*/ 0 h 26"/>
                  <a:gd name="T8" fmla="*/ 10 w 17"/>
                  <a:gd name="T9" fmla="*/ 8 h 26"/>
                  <a:gd name="T10" fmla="*/ 1 w 17"/>
                  <a:gd name="T11" fmla="*/ 24 h 26"/>
                  <a:gd name="T12" fmla="*/ 6 w 17"/>
                  <a:gd name="T13" fmla="*/ 16 h 26"/>
                  <a:gd name="T14" fmla="*/ 14 w 17"/>
                  <a:gd name="T15" fmla="*/ 5 h 26"/>
                  <a:gd name="T16" fmla="*/ 8 w 17"/>
                  <a:gd name="T17" fmla="*/ 13 h 26"/>
                  <a:gd name="T18" fmla="*/ 1 w 17"/>
                  <a:gd name="T19" fmla="*/ 26 h 26"/>
                  <a:gd name="T20" fmla="*/ 7 w 17"/>
                  <a:gd name="T21" fmla="*/ 16 h 26"/>
                  <a:gd name="T22" fmla="*/ 16 w 17"/>
                  <a:gd name="T23" fmla="*/ 3 h 26"/>
                  <a:gd name="T24" fmla="*/ 4 w 17"/>
                  <a:gd name="T25" fmla="*/ 22 h 26"/>
                  <a:gd name="T26" fmla="*/ 17 w 17"/>
                  <a:gd name="T27" fmla="*/ 2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" h="26">
                    <a:moveTo>
                      <a:pt x="0" y="21"/>
                    </a:moveTo>
                    <a:cubicBezTo>
                      <a:pt x="0" y="22"/>
                      <a:pt x="0" y="22"/>
                      <a:pt x="0" y="21"/>
                    </a:cubicBezTo>
                    <a:cubicBezTo>
                      <a:pt x="3" y="18"/>
                      <a:pt x="5" y="14"/>
                      <a:pt x="8" y="11"/>
                    </a:cubicBezTo>
                    <a:cubicBezTo>
                      <a:pt x="10" y="7"/>
                      <a:pt x="14" y="4"/>
                      <a:pt x="16" y="0"/>
                    </a:cubicBezTo>
                    <a:cubicBezTo>
                      <a:pt x="13" y="2"/>
                      <a:pt x="11" y="5"/>
                      <a:pt x="10" y="8"/>
                    </a:cubicBezTo>
                    <a:cubicBezTo>
                      <a:pt x="7" y="12"/>
                      <a:pt x="3" y="18"/>
                      <a:pt x="1" y="24"/>
                    </a:cubicBezTo>
                    <a:cubicBezTo>
                      <a:pt x="3" y="22"/>
                      <a:pt x="5" y="18"/>
                      <a:pt x="6" y="16"/>
                    </a:cubicBezTo>
                    <a:cubicBezTo>
                      <a:pt x="8" y="12"/>
                      <a:pt x="11" y="8"/>
                      <a:pt x="14" y="5"/>
                    </a:cubicBezTo>
                    <a:cubicBezTo>
                      <a:pt x="11" y="7"/>
                      <a:pt x="9" y="10"/>
                      <a:pt x="8" y="13"/>
                    </a:cubicBezTo>
                    <a:cubicBezTo>
                      <a:pt x="5" y="17"/>
                      <a:pt x="2" y="22"/>
                      <a:pt x="1" y="26"/>
                    </a:cubicBezTo>
                    <a:cubicBezTo>
                      <a:pt x="3" y="23"/>
                      <a:pt x="5" y="20"/>
                      <a:pt x="7" y="16"/>
                    </a:cubicBezTo>
                    <a:cubicBezTo>
                      <a:pt x="10" y="12"/>
                      <a:pt x="13" y="8"/>
                      <a:pt x="16" y="3"/>
                    </a:cubicBezTo>
                    <a:cubicBezTo>
                      <a:pt x="11" y="9"/>
                      <a:pt x="9" y="16"/>
                      <a:pt x="4" y="22"/>
                    </a:cubicBezTo>
                    <a:cubicBezTo>
                      <a:pt x="7" y="14"/>
                      <a:pt x="12" y="8"/>
                      <a:pt x="17" y="2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" name="Freeform 10"/>
              <p:cNvSpPr/>
              <p:nvPr>
                <p:custDataLst>
                  <p:tags r:id="rId38"/>
                </p:custDataLst>
              </p:nvPr>
            </p:nvSpPr>
            <p:spPr bwMode="auto">
              <a:xfrm>
                <a:off x="8224723" y="1107044"/>
                <a:ext cx="986110" cy="1317381"/>
              </a:xfrm>
              <a:custGeom>
                <a:avLst/>
                <a:gdLst>
                  <a:gd name="T0" fmla="*/ 0 w 20"/>
                  <a:gd name="T1" fmla="*/ 27 h 27"/>
                  <a:gd name="T2" fmla="*/ 11 w 20"/>
                  <a:gd name="T3" fmla="*/ 11 h 27"/>
                  <a:gd name="T4" fmla="*/ 20 w 20"/>
                  <a:gd name="T5" fmla="*/ 0 h 27"/>
                  <a:gd name="T6" fmla="*/ 12 w 20"/>
                  <a:gd name="T7" fmla="*/ 10 h 27"/>
                  <a:gd name="T8" fmla="*/ 12 w 20"/>
                  <a:gd name="T9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27">
                    <a:moveTo>
                      <a:pt x="0" y="27"/>
                    </a:moveTo>
                    <a:cubicBezTo>
                      <a:pt x="4" y="22"/>
                      <a:pt x="7" y="16"/>
                      <a:pt x="11" y="11"/>
                    </a:cubicBezTo>
                    <a:cubicBezTo>
                      <a:pt x="14" y="7"/>
                      <a:pt x="18" y="4"/>
                      <a:pt x="20" y="0"/>
                    </a:cubicBezTo>
                    <a:cubicBezTo>
                      <a:pt x="17" y="1"/>
                      <a:pt x="13" y="7"/>
                      <a:pt x="12" y="10"/>
                    </a:cubicBezTo>
                    <a:cubicBezTo>
                      <a:pt x="11" y="10"/>
                      <a:pt x="11" y="10"/>
                      <a:pt x="12" y="9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" name="Freeform 11"/>
              <p:cNvSpPr/>
              <p:nvPr>
                <p:custDataLst>
                  <p:tags r:id="rId39"/>
                </p:custDataLst>
              </p:nvPr>
            </p:nvSpPr>
            <p:spPr bwMode="auto">
              <a:xfrm>
                <a:off x="7731669" y="1546170"/>
                <a:ext cx="100152" cy="50077"/>
              </a:xfrm>
              <a:custGeom>
                <a:avLst/>
                <a:gdLst>
                  <a:gd name="T0" fmla="*/ 0 w 2"/>
                  <a:gd name="T1" fmla="*/ 1 h 1"/>
                  <a:gd name="T2" fmla="*/ 2 w 2"/>
                  <a:gd name="T3" fmla="*/ 1 h 1"/>
                  <a:gd name="T4" fmla="*/ 1 w 2"/>
                  <a:gd name="T5" fmla="*/ 0 h 1"/>
                  <a:gd name="T6" fmla="*/ 2 w 2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1" y="1"/>
                      <a:pt x="1" y="1"/>
                      <a:pt x="2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1"/>
                      <a:pt x="2" y="1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" name="Freeform 12"/>
              <p:cNvSpPr/>
              <p:nvPr>
                <p:custDataLst>
                  <p:tags r:id="rId40"/>
                </p:custDataLst>
              </p:nvPr>
            </p:nvSpPr>
            <p:spPr bwMode="auto">
              <a:xfrm>
                <a:off x="7192390" y="1399795"/>
                <a:ext cx="589356" cy="342828"/>
              </a:xfrm>
              <a:custGeom>
                <a:avLst/>
                <a:gdLst>
                  <a:gd name="T0" fmla="*/ 0 w 12"/>
                  <a:gd name="T1" fmla="*/ 6 h 7"/>
                  <a:gd name="T2" fmla="*/ 5 w 12"/>
                  <a:gd name="T3" fmla="*/ 3 h 7"/>
                  <a:gd name="T4" fmla="*/ 10 w 12"/>
                  <a:gd name="T5" fmla="*/ 1 h 7"/>
                  <a:gd name="T6" fmla="*/ 1 w 12"/>
                  <a:gd name="T7" fmla="*/ 6 h 7"/>
                  <a:gd name="T8" fmla="*/ 6 w 12"/>
                  <a:gd name="T9" fmla="*/ 3 h 7"/>
                  <a:gd name="T10" fmla="*/ 11 w 12"/>
                  <a:gd name="T11" fmla="*/ 0 h 7"/>
                  <a:gd name="T12" fmla="*/ 1 w 12"/>
                  <a:gd name="T13" fmla="*/ 6 h 7"/>
                  <a:gd name="T14" fmla="*/ 11 w 12"/>
                  <a:gd name="T15" fmla="*/ 0 h 7"/>
                  <a:gd name="T16" fmla="*/ 11 w 12"/>
                  <a:gd name="T17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" h="7">
                    <a:moveTo>
                      <a:pt x="0" y="6"/>
                    </a:moveTo>
                    <a:cubicBezTo>
                      <a:pt x="1" y="7"/>
                      <a:pt x="4" y="4"/>
                      <a:pt x="5" y="3"/>
                    </a:cubicBezTo>
                    <a:cubicBezTo>
                      <a:pt x="7" y="3"/>
                      <a:pt x="9" y="2"/>
                      <a:pt x="10" y="1"/>
                    </a:cubicBezTo>
                    <a:cubicBezTo>
                      <a:pt x="7" y="2"/>
                      <a:pt x="4" y="5"/>
                      <a:pt x="1" y="6"/>
                    </a:cubicBezTo>
                    <a:cubicBezTo>
                      <a:pt x="2" y="5"/>
                      <a:pt x="4" y="4"/>
                      <a:pt x="6" y="3"/>
                    </a:cubicBezTo>
                    <a:cubicBezTo>
                      <a:pt x="7" y="2"/>
                      <a:pt x="9" y="1"/>
                      <a:pt x="11" y="0"/>
                    </a:cubicBezTo>
                    <a:cubicBezTo>
                      <a:pt x="7" y="1"/>
                      <a:pt x="4" y="4"/>
                      <a:pt x="1" y="6"/>
                    </a:cubicBezTo>
                    <a:cubicBezTo>
                      <a:pt x="4" y="3"/>
                      <a:pt x="8" y="1"/>
                      <a:pt x="11" y="0"/>
                    </a:cubicBezTo>
                    <a:cubicBezTo>
                      <a:pt x="12" y="0"/>
                      <a:pt x="11" y="0"/>
                      <a:pt x="11" y="0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13"/>
              <p:cNvSpPr/>
              <p:nvPr>
                <p:custDataLst>
                  <p:tags r:id="rId41"/>
                </p:custDataLst>
              </p:nvPr>
            </p:nvSpPr>
            <p:spPr bwMode="auto">
              <a:xfrm>
                <a:off x="7685445" y="1353571"/>
                <a:ext cx="589356" cy="1024629"/>
              </a:xfrm>
              <a:custGeom>
                <a:avLst/>
                <a:gdLst>
                  <a:gd name="T0" fmla="*/ 0 w 12"/>
                  <a:gd name="T1" fmla="*/ 1 h 21"/>
                  <a:gd name="T2" fmla="*/ 2 w 12"/>
                  <a:gd name="T3" fmla="*/ 3 h 21"/>
                  <a:gd name="T4" fmla="*/ 1 w 12"/>
                  <a:gd name="T5" fmla="*/ 1 h 21"/>
                  <a:gd name="T6" fmla="*/ 2 w 12"/>
                  <a:gd name="T7" fmla="*/ 3 h 21"/>
                  <a:gd name="T8" fmla="*/ 2 w 12"/>
                  <a:gd name="T9" fmla="*/ 0 h 21"/>
                  <a:gd name="T10" fmla="*/ 3 w 12"/>
                  <a:gd name="T11" fmla="*/ 3 h 21"/>
                  <a:gd name="T12" fmla="*/ 2 w 12"/>
                  <a:gd name="T13" fmla="*/ 1 h 21"/>
                  <a:gd name="T14" fmla="*/ 4 w 12"/>
                  <a:gd name="T15" fmla="*/ 3 h 21"/>
                  <a:gd name="T16" fmla="*/ 2 w 12"/>
                  <a:gd name="T17" fmla="*/ 0 h 21"/>
                  <a:gd name="T18" fmla="*/ 5 w 12"/>
                  <a:gd name="T19" fmla="*/ 6 h 21"/>
                  <a:gd name="T20" fmla="*/ 3 w 12"/>
                  <a:gd name="T21" fmla="*/ 2 h 21"/>
                  <a:gd name="T22" fmla="*/ 6 w 12"/>
                  <a:gd name="T23" fmla="*/ 8 h 21"/>
                  <a:gd name="T24" fmla="*/ 1 w 12"/>
                  <a:gd name="T25" fmla="*/ 0 h 21"/>
                  <a:gd name="T26" fmla="*/ 12 w 12"/>
                  <a:gd name="T27" fmla="*/ 21 h 21"/>
                  <a:gd name="T28" fmla="*/ 7 w 12"/>
                  <a:gd name="T29" fmla="*/ 13 h 21"/>
                  <a:gd name="T30" fmla="*/ 4 w 12"/>
                  <a:gd name="T31" fmla="*/ 7 h 21"/>
                  <a:gd name="T32" fmla="*/ 7 w 12"/>
                  <a:gd name="T33" fmla="*/ 11 h 21"/>
                  <a:gd name="T34" fmla="*/ 11 w 12"/>
                  <a:gd name="T35" fmla="*/ 19 h 21"/>
                  <a:gd name="T36" fmla="*/ 7 w 12"/>
                  <a:gd name="T37" fmla="*/ 11 h 21"/>
                  <a:gd name="T38" fmla="*/ 1 w 12"/>
                  <a:gd name="T39" fmla="*/ 1 h 21"/>
                  <a:gd name="T40" fmla="*/ 7 w 12"/>
                  <a:gd name="T41" fmla="*/ 10 h 21"/>
                  <a:gd name="T42" fmla="*/ 11 w 12"/>
                  <a:gd name="T43" fmla="*/ 17 h 21"/>
                  <a:gd name="T44" fmla="*/ 12 w 12"/>
                  <a:gd name="T45" fmla="*/ 20 h 21"/>
                  <a:gd name="T46" fmla="*/ 6 w 12"/>
                  <a:gd name="T47" fmla="*/ 11 h 21"/>
                  <a:gd name="T48" fmla="*/ 11 w 12"/>
                  <a:gd name="T49" fmla="*/ 19 h 21"/>
                  <a:gd name="T50" fmla="*/ 7 w 12"/>
                  <a:gd name="T51" fmla="*/ 14 h 21"/>
                  <a:gd name="T52" fmla="*/ 9 w 12"/>
                  <a:gd name="T53" fmla="*/ 19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" h="21">
                    <a:moveTo>
                      <a:pt x="0" y="1"/>
                    </a:moveTo>
                    <a:cubicBezTo>
                      <a:pt x="1" y="2"/>
                      <a:pt x="1" y="2"/>
                      <a:pt x="2" y="3"/>
                    </a:cubicBezTo>
                    <a:cubicBezTo>
                      <a:pt x="2" y="2"/>
                      <a:pt x="1" y="2"/>
                      <a:pt x="1" y="1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2"/>
                      <a:pt x="2" y="1"/>
                      <a:pt x="2" y="0"/>
                    </a:cubicBezTo>
                    <a:cubicBezTo>
                      <a:pt x="2" y="1"/>
                      <a:pt x="3" y="2"/>
                      <a:pt x="3" y="3"/>
                    </a:cubicBezTo>
                    <a:cubicBezTo>
                      <a:pt x="3" y="2"/>
                      <a:pt x="3" y="1"/>
                      <a:pt x="2" y="1"/>
                    </a:cubicBezTo>
                    <a:cubicBezTo>
                      <a:pt x="3" y="2"/>
                      <a:pt x="3" y="3"/>
                      <a:pt x="4" y="3"/>
                    </a:cubicBezTo>
                    <a:cubicBezTo>
                      <a:pt x="3" y="2"/>
                      <a:pt x="2" y="1"/>
                      <a:pt x="2" y="0"/>
                    </a:cubicBezTo>
                    <a:cubicBezTo>
                      <a:pt x="3" y="1"/>
                      <a:pt x="5" y="4"/>
                      <a:pt x="5" y="6"/>
                    </a:cubicBezTo>
                    <a:cubicBezTo>
                      <a:pt x="4" y="5"/>
                      <a:pt x="3" y="3"/>
                      <a:pt x="3" y="2"/>
                    </a:cubicBezTo>
                    <a:cubicBezTo>
                      <a:pt x="4" y="4"/>
                      <a:pt x="5" y="6"/>
                      <a:pt x="6" y="8"/>
                    </a:cubicBezTo>
                    <a:cubicBezTo>
                      <a:pt x="5" y="5"/>
                      <a:pt x="3" y="2"/>
                      <a:pt x="1" y="0"/>
                    </a:cubicBezTo>
                    <a:cubicBezTo>
                      <a:pt x="7" y="4"/>
                      <a:pt x="7" y="15"/>
                      <a:pt x="12" y="21"/>
                    </a:cubicBezTo>
                    <a:cubicBezTo>
                      <a:pt x="11" y="18"/>
                      <a:pt x="8" y="15"/>
                      <a:pt x="7" y="13"/>
                    </a:cubicBezTo>
                    <a:cubicBezTo>
                      <a:pt x="6" y="11"/>
                      <a:pt x="5" y="9"/>
                      <a:pt x="4" y="7"/>
                    </a:cubicBezTo>
                    <a:cubicBezTo>
                      <a:pt x="5" y="8"/>
                      <a:pt x="6" y="10"/>
                      <a:pt x="7" y="11"/>
                    </a:cubicBezTo>
                    <a:cubicBezTo>
                      <a:pt x="9" y="14"/>
                      <a:pt x="10" y="16"/>
                      <a:pt x="11" y="19"/>
                    </a:cubicBezTo>
                    <a:cubicBezTo>
                      <a:pt x="10" y="16"/>
                      <a:pt x="8" y="14"/>
                      <a:pt x="7" y="11"/>
                    </a:cubicBezTo>
                    <a:cubicBezTo>
                      <a:pt x="5" y="8"/>
                      <a:pt x="4" y="4"/>
                      <a:pt x="1" y="1"/>
                    </a:cubicBezTo>
                    <a:cubicBezTo>
                      <a:pt x="3" y="5"/>
                      <a:pt x="5" y="7"/>
                      <a:pt x="7" y="10"/>
                    </a:cubicBezTo>
                    <a:cubicBezTo>
                      <a:pt x="8" y="13"/>
                      <a:pt x="9" y="15"/>
                      <a:pt x="11" y="17"/>
                    </a:cubicBezTo>
                    <a:cubicBezTo>
                      <a:pt x="11" y="18"/>
                      <a:pt x="11" y="19"/>
                      <a:pt x="12" y="20"/>
                    </a:cubicBezTo>
                    <a:cubicBezTo>
                      <a:pt x="10" y="17"/>
                      <a:pt x="9" y="13"/>
                      <a:pt x="6" y="11"/>
                    </a:cubicBezTo>
                    <a:cubicBezTo>
                      <a:pt x="7" y="14"/>
                      <a:pt x="9" y="16"/>
                      <a:pt x="11" y="19"/>
                    </a:cubicBezTo>
                    <a:cubicBezTo>
                      <a:pt x="10" y="17"/>
                      <a:pt x="8" y="16"/>
                      <a:pt x="7" y="14"/>
                    </a:cubicBezTo>
                    <a:cubicBezTo>
                      <a:pt x="8" y="16"/>
                      <a:pt x="9" y="17"/>
                      <a:pt x="9" y="19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34" name="PA_chenying0907 31"/>
          <p:cNvGrpSpPr/>
          <p:nvPr>
            <p:custDataLst>
              <p:tags r:id="rId5"/>
            </p:custDataLst>
          </p:nvPr>
        </p:nvGrpSpPr>
        <p:grpSpPr>
          <a:xfrm>
            <a:off x="963295" y="4276090"/>
            <a:ext cx="549275" cy="596900"/>
            <a:chOff x="5038628" y="2357164"/>
            <a:chExt cx="2114744" cy="2296116"/>
          </a:xfrm>
        </p:grpSpPr>
        <p:grpSp>
          <p:nvGrpSpPr>
            <p:cNvPr id="35" name="chenying0907 32"/>
            <p:cNvGrpSpPr/>
            <p:nvPr/>
          </p:nvGrpSpPr>
          <p:grpSpPr>
            <a:xfrm>
              <a:off x="5174686" y="3043148"/>
              <a:ext cx="1479164" cy="1610132"/>
              <a:chOff x="5174686" y="3043148"/>
              <a:chExt cx="1479164" cy="1610132"/>
            </a:xfrm>
          </p:grpSpPr>
          <p:sp>
            <p:nvSpPr>
              <p:cNvPr id="42" name="Freeform 5"/>
              <p:cNvSpPr/>
              <p:nvPr>
                <p:custDataLst>
                  <p:tags r:id="rId33"/>
                </p:custDataLst>
              </p:nvPr>
            </p:nvSpPr>
            <p:spPr bwMode="auto">
              <a:xfrm>
                <a:off x="5174686" y="3043148"/>
                <a:ext cx="1479164" cy="1610132"/>
              </a:xfrm>
              <a:custGeom>
                <a:avLst/>
                <a:gdLst>
                  <a:gd name="T0" fmla="*/ 2 w 30"/>
                  <a:gd name="T1" fmla="*/ 2 h 33"/>
                  <a:gd name="T2" fmla="*/ 1 w 30"/>
                  <a:gd name="T3" fmla="*/ 31 h 33"/>
                  <a:gd name="T4" fmla="*/ 18 w 30"/>
                  <a:gd name="T5" fmla="*/ 32 h 33"/>
                  <a:gd name="T6" fmla="*/ 28 w 30"/>
                  <a:gd name="T7" fmla="*/ 30 h 33"/>
                  <a:gd name="T8" fmla="*/ 28 w 30"/>
                  <a:gd name="T9" fmla="*/ 15 h 33"/>
                  <a:gd name="T10" fmla="*/ 28 w 30"/>
                  <a:gd name="T11" fmla="*/ 3 h 33"/>
                  <a:gd name="T12" fmla="*/ 13 w 30"/>
                  <a:gd name="T13" fmla="*/ 2 h 33"/>
                  <a:gd name="T14" fmla="*/ 2 w 30"/>
                  <a:gd name="T15" fmla="*/ 1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" h="33">
                    <a:moveTo>
                      <a:pt x="2" y="2"/>
                    </a:moveTo>
                    <a:cubicBezTo>
                      <a:pt x="2" y="11"/>
                      <a:pt x="0" y="21"/>
                      <a:pt x="1" y="31"/>
                    </a:cubicBezTo>
                    <a:cubicBezTo>
                      <a:pt x="5" y="33"/>
                      <a:pt x="13" y="31"/>
                      <a:pt x="18" y="32"/>
                    </a:cubicBezTo>
                    <a:cubicBezTo>
                      <a:pt x="22" y="32"/>
                      <a:pt x="27" y="33"/>
                      <a:pt x="28" y="30"/>
                    </a:cubicBezTo>
                    <a:cubicBezTo>
                      <a:pt x="30" y="27"/>
                      <a:pt x="28" y="19"/>
                      <a:pt x="28" y="15"/>
                    </a:cubicBezTo>
                    <a:cubicBezTo>
                      <a:pt x="28" y="11"/>
                      <a:pt x="29" y="7"/>
                      <a:pt x="28" y="3"/>
                    </a:cubicBezTo>
                    <a:cubicBezTo>
                      <a:pt x="23" y="2"/>
                      <a:pt x="18" y="2"/>
                      <a:pt x="13" y="2"/>
                    </a:cubicBezTo>
                    <a:cubicBezTo>
                      <a:pt x="9" y="1"/>
                      <a:pt x="5" y="0"/>
                      <a:pt x="2" y="1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3" name="Freeform 6"/>
              <p:cNvSpPr/>
              <p:nvPr>
                <p:custDataLst>
                  <p:tags r:id="rId34"/>
                </p:custDataLst>
              </p:nvPr>
            </p:nvSpPr>
            <p:spPr bwMode="auto">
              <a:xfrm>
                <a:off x="5324912" y="3189524"/>
                <a:ext cx="1128634" cy="1317381"/>
              </a:xfrm>
              <a:custGeom>
                <a:avLst/>
                <a:gdLst>
                  <a:gd name="T0" fmla="*/ 2 w 23"/>
                  <a:gd name="T1" fmla="*/ 3 h 27"/>
                  <a:gd name="T2" fmla="*/ 0 w 23"/>
                  <a:gd name="T3" fmla="*/ 26 h 27"/>
                  <a:gd name="T4" fmla="*/ 23 w 23"/>
                  <a:gd name="T5" fmla="*/ 26 h 27"/>
                  <a:gd name="T6" fmla="*/ 23 w 23"/>
                  <a:gd name="T7" fmla="*/ 14 h 27"/>
                  <a:gd name="T8" fmla="*/ 22 w 23"/>
                  <a:gd name="T9" fmla="*/ 4 h 27"/>
                  <a:gd name="T10" fmla="*/ 12 w 23"/>
                  <a:gd name="T11" fmla="*/ 2 h 27"/>
                  <a:gd name="T12" fmla="*/ 2 w 23"/>
                  <a:gd name="T13" fmla="*/ 2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27">
                    <a:moveTo>
                      <a:pt x="2" y="3"/>
                    </a:moveTo>
                    <a:cubicBezTo>
                      <a:pt x="3" y="9"/>
                      <a:pt x="0" y="19"/>
                      <a:pt x="0" y="26"/>
                    </a:cubicBezTo>
                    <a:cubicBezTo>
                      <a:pt x="8" y="27"/>
                      <a:pt x="16" y="27"/>
                      <a:pt x="23" y="26"/>
                    </a:cubicBezTo>
                    <a:cubicBezTo>
                      <a:pt x="23" y="22"/>
                      <a:pt x="23" y="18"/>
                      <a:pt x="23" y="14"/>
                    </a:cubicBezTo>
                    <a:cubicBezTo>
                      <a:pt x="23" y="12"/>
                      <a:pt x="23" y="6"/>
                      <a:pt x="22" y="4"/>
                    </a:cubicBezTo>
                    <a:cubicBezTo>
                      <a:pt x="21" y="1"/>
                      <a:pt x="15" y="2"/>
                      <a:pt x="12" y="2"/>
                    </a:cubicBezTo>
                    <a:cubicBezTo>
                      <a:pt x="9" y="2"/>
                      <a:pt x="2" y="0"/>
                      <a:pt x="2" y="2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grpSp>
          <p:nvGrpSpPr>
            <p:cNvPr id="36" name="chenying0907 33"/>
            <p:cNvGrpSpPr/>
            <p:nvPr/>
          </p:nvGrpSpPr>
          <p:grpSpPr>
            <a:xfrm>
              <a:off x="5038628" y="2357164"/>
              <a:ext cx="2114744" cy="1949107"/>
              <a:chOff x="7192390" y="914444"/>
              <a:chExt cx="2114744" cy="1949107"/>
            </a:xfrm>
          </p:grpSpPr>
          <p:sp>
            <p:nvSpPr>
              <p:cNvPr id="37" name="Freeform 7"/>
              <p:cNvSpPr/>
              <p:nvPr>
                <p:custDataLst>
                  <p:tags r:id="rId26"/>
                </p:custDataLst>
              </p:nvPr>
            </p:nvSpPr>
            <p:spPr bwMode="auto">
              <a:xfrm>
                <a:off x="7192390" y="914444"/>
                <a:ext cx="2114744" cy="1949107"/>
              </a:xfrm>
              <a:custGeom>
                <a:avLst/>
                <a:gdLst>
                  <a:gd name="T0" fmla="*/ 0 w 43"/>
                  <a:gd name="T1" fmla="*/ 16 h 40"/>
                  <a:gd name="T2" fmla="*/ 13 w 43"/>
                  <a:gd name="T3" fmla="*/ 32 h 40"/>
                  <a:gd name="T4" fmla="*/ 19 w 43"/>
                  <a:gd name="T5" fmla="*/ 40 h 40"/>
                  <a:gd name="T6" fmla="*/ 43 w 43"/>
                  <a:gd name="T7" fmla="*/ 0 h 40"/>
                  <a:gd name="T8" fmla="*/ 19 w 43"/>
                  <a:gd name="T9" fmla="*/ 29 h 40"/>
                  <a:gd name="T10" fmla="*/ 13 w 43"/>
                  <a:gd name="T11" fmla="*/ 13 h 40"/>
                  <a:gd name="T12" fmla="*/ 1 w 43"/>
                  <a:gd name="T13" fmla="*/ 17 h 40"/>
                  <a:gd name="T14" fmla="*/ 11 w 43"/>
                  <a:gd name="T15" fmla="*/ 13 h 40"/>
                  <a:gd name="T16" fmla="*/ 2 w 43"/>
                  <a:gd name="T17" fmla="*/ 20 h 40"/>
                  <a:gd name="T18" fmla="*/ 12 w 43"/>
                  <a:gd name="T19" fmla="*/ 15 h 40"/>
                  <a:gd name="T20" fmla="*/ 4 w 43"/>
                  <a:gd name="T21" fmla="*/ 22 h 40"/>
                  <a:gd name="T22" fmla="*/ 14 w 43"/>
                  <a:gd name="T23" fmla="*/ 18 h 40"/>
                  <a:gd name="T24" fmla="*/ 7 w 43"/>
                  <a:gd name="T25" fmla="*/ 25 h 40"/>
                  <a:gd name="T26" fmla="*/ 15 w 43"/>
                  <a:gd name="T27" fmla="*/ 20 h 40"/>
                  <a:gd name="T28" fmla="*/ 8 w 43"/>
                  <a:gd name="T29" fmla="*/ 28 h 40"/>
                  <a:gd name="T30" fmla="*/ 15 w 43"/>
                  <a:gd name="T31" fmla="*/ 24 h 40"/>
                  <a:gd name="T32" fmla="*/ 11 w 43"/>
                  <a:gd name="T33" fmla="*/ 30 h 40"/>
                  <a:gd name="T34" fmla="*/ 16 w 43"/>
                  <a:gd name="T35" fmla="*/ 25 h 40"/>
                  <a:gd name="T36" fmla="*/ 12 w 43"/>
                  <a:gd name="T37" fmla="*/ 31 h 40"/>
                  <a:gd name="T38" fmla="*/ 17 w 43"/>
                  <a:gd name="T39" fmla="*/ 28 h 40"/>
                  <a:gd name="T40" fmla="*/ 14 w 43"/>
                  <a:gd name="T41" fmla="*/ 33 h 40"/>
                  <a:gd name="T42" fmla="*/ 19 w 43"/>
                  <a:gd name="T43" fmla="*/ 29 h 40"/>
                  <a:gd name="T44" fmla="*/ 17 w 43"/>
                  <a:gd name="T45" fmla="*/ 36 h 40"/>
                  <a:gd name="T46" fmla="*/ 19 w 43"/>
                  <a:gd name="T47" fmla="*/ 31 h 40"/>
                  <a:gd name="T48" fmla="*/ 19 w 43"/>
                  <a:gd name="T49" fmla="*/ 38 h 40"/>
                  <a:gd name="T50" fmla="*/ 20 w 43"/>
                  <a:gd name="T51" fmla="*/ 28 h 40"/>
                  <a:gd name="T52" fmla="*/ 21 w 43"/>
                  <a:gd name="T53" fmla="*/ 36 h 40"/>
                  <a:gd name="T54" fmla="*/ 21 w 43"/>
                  <a:gd name="T55" fmla="*/ 26 h 40"/>
                  <a:gd name="T56" fmla="*/ 23 w 43"/>
                  <a:gd name="T57" fmla="*/ 31 h 40"/>
                  <a:gd name="T58" fmla="*/ 23 w 43"/>
                  <a:gd name="T59" fmla="*/ 24 h 40"/>
                  <a:gd name="T60" fmla="*/ 25 w 43"/>
                  <a:gd name="T61" fmla="*/ 29 h 40"/>
                  <a:gd name="T62" fmla="*/ 26 w 43"/>
                  <a:gd name="T63" fmla="*/ 21 h 40"/>
                  <a:gd name="T64" fmla="*/ 27 w 43"/>
                  <a:gd name="T65" fmla="*/ 27 h 40"/>
                  <a:gd name="T66" fmla="*/ 28 w 43"/>
                  <a:gd name="T67" fmla="*/ 21 h 40"/>
                  <a:gd name="T68" fmla="*/ 29 w 43"/>
                  <a:gd name="T69" fmla="*/ 24 h 40"/>
                  <a:gd name="T70" fmla="*/ 29 w 43"/>
                  <a:gd name="T71" fmla="*/ 19 h 40"/>
                  <a:gd name="T72" fmla="*/ 31 w 43"/>
                  <a:gd name="T73" fmla="*/ 22 h 40"/>
                  <a:gd name="T74" fmla="*/ 32 w 43"/>
                  <a:gd name="T75" fmla="*/ 15 h 40"/>
                  <a:gd name="T76" fmla="*/ 33 w 43"/>
                  <a:gd name="T77" fmla="*/ 19 h 40"/>
                  <a:gd name="T78" fmla="*/ 34 w 43"/>
                  <a:gd name="T79" fmla="*/ 13 h 40"/>
                  <a:gd name="T80" fmla="*/ 35 w 43"/>
                  <a:gd name="T81" fmla="*/ 16 h 40"/>
                  <a:gd name="T82" fmla="*/ 36 w 43"/>
                  <a:gd name="T83" fmla="*/ 9 h 40"/>
                  <a:gd name="T84" fmla="*/ 37 w 43"/>
                  <a:gd name="T85" fmla="*/ 12 h 40"/>
                  <a:gd name="T86" fmla="*/ 38 w 43"/>
                  <a:gd name="T87" fmla="*/ 8 h 40"/>
                  <a:gd name="T88" fmla="*/ 38 w 43"/>
                  <a:gd name="T89" fmla="*/ 10 h 40"/>
                  <a:gd name="T90" fmla="*/ 39 w 43"/>
                  <a:gd name="T91" fmla="*/ 7 h 40"/>
                  <a:gd name="T92" fmla="*/ 40 w 43"/>
                  <a:gd name="T93" fmla="*/ 9 h 40"/>
                  <a:gd name="T94" fmla="*/ 41 w 43"/>
                  <a:gd name="T95" fmla="*/ 5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43" h="40">
                    <a:moveTo>
                      <a:pt x="0" y="16"/>
                    </a:moveTo>
                    <a:cubicBezTo>
                      <a:pt x="3" y="21"/>
                      <a:pt x="9" y="27"/>
                      <a:pt x="13" y="32"/>
                    </a:cubicBezTo>
                    <a:cubicBezTo>
                      <a:pt x="15" y="35"/>
                      <a:pt x="16" y="38"/>
                      <a:pt x="19" y="40"/>
                    </a:cubicBezTo>
                    <a:cubicBezTo>
                      <a:pt x="28" y="27"/>
                      <a:pt x="37" y="14"/>
                      <a:pt x="43" y="0"/>
                    </a:cubicBezTo>
                    <a:cubicBezTo>
                      <a:pt x="35" y="9"/>
                      <a:pt x="27" y="20"/>
                      <a:pt x="19" y="29"/>
                    </a:cubicBezTo>
                    <a:cubicBezTo>
                      <a:pt x="18" y="25"/>
                      <a:pt x="16" y="15"/>
                      <a:pt x="13" y="13"/>
                    </a:cubicBezTo>
                    <a:cubicBezTo>
                      <a:pt x="10" y="10"/>
                      <a:pt x="5" y="15"/>
                      <a:pt x="1" y="17"/>
                    </a:cubicBezTo>
                    <a:cubicBezTo>
                      <a:pt x="5" y="17"/>
                      <a:pt x="8" y="15"/>
                      <a:pt x="11" y="13"/>
                    </a:cubicBezTo>
                    <a:cubicBezTo>
                      <a:pt x="8" y="14"/>
                      <a:pt x="4" y="17"/>
                      <a:pt x="2" y="20"/>
                    </a:cubicBezTo>
                    <a:cubicBezTo>
                      <a:pt x="6" y="19"/>
                      <a:pt x="9" y="17"/>
                      <a:pt x="12" y="15"/>
                    </a:cubicBezTo>
                    <a:cubicBezTo>
                      <a:pt x="9" y="16"/>
                      <a:pt x="7" y="20"/>
                      <a:pt x="4" y="22"/>
                    </a:cubicBezTo>
                    <a:cubicBezTo>
                      <a:pt x="7" y="23"/>
                      <a:pt x="11" y="19"/>
                      <a:pt x="14" y="18"/>
                    </a:cubicBezTo>
                    <a:cubicBezTo>
                      <a:pt x="12" y="19"/>
                      <a:pt x="8" y="22"/>
                      <a:pt x="7" y="25"/>
                    </a:cubicBezTo>
                    <a:cubicBezTo>
                      <a:pt x="10" y="24"/>
                      <a:pt x="13" y="22"/>
                      <a:pt x="15" y="20"/>
                    </a:cubicBezTo>
                    <a:cubicBezTo>
                      <a:pt x="13" y="22"/>
                      <a:pt x="10" y="25"/>
                      <a:pt x="8" y="28"/>
                    </a:cubicBezTo>
                    <a:cubicBezTo>
                      <a:pt x="11" y="27"/>
                      <a:pt x="13" y="25"/>
                      <a:pt x="15" y="24"/>
                    </a:cubicBezTo>
                    <a:cubicBezTo>
                      <a:pt x="13" y="25"/>
                      <a:pt x="12" y="28"/>
                      <a:pt x="11" y="30"/>
                    </a:cubicBezTo>
                    <a:cubicBezTo>
                      <a:pt x="13" y="28"/>
                      <a:pt x="14" y="27"/>
                      <a:pt x="16" y="25"/>
                    </a:cubicBezTo>
                    <a:cubicBezTo>
                      <a:pt x="14" y="27"/>
                      <a:pt x="12" y="29"/>
                      <a:pt x="12" y="31"/>
                    </a:cubicBezTo>
                    <a:cubicBezTo>
                      <a:pt x="14" y="31"/>
                      <a:pt x="16" y="29"/>
                      <a:pt x="17" y="28"/>
                    </a:cubicBezTo>
                    <a:cubicBezTo>
                      <a:pt x="15" y="29"/>
                      <a:pt x="14" y="31"/>
                      <a:pt x="14" y="33"/>
                    </a:cubicBezTo>
                    <a:cubicBezTo>
                      <a:pt x="16" y="33"/>
                      <a:pt x="18" y="31"/>
                      <a:pt x="19" y="29"/>
                    </a:cubicBezTo>
                    <a:cubicBezTo>
                      <a:pt x="17" y="31"/>
                      <a:pt x="16" y="34"/>
                      <a:pt x="17" y="36"/>
                    </a:cubicBezTo>
                    <a:cubicBezTo>
                      <a:pt x="19" y="36"/>
                      <a:pt x="19" y="33"/>
                      <a:pt x="19" y="31"/>
                    </a:cubicBezTo>
                    <a:cubicBezTo>
                      <a:pt x="18" y="33"/>
                      <a:pt x="18" y="35"/>
                      <a:pt x="19" y="38"/>
                    </a:cubicBezTo>
                    <a:cubicBezTo>
                      <a:pt x="20" y="35"/>
                      <a:pt x="20" y="31"/>
                      <a:pt x="20" y="28"/>
                    </a:cubicBezTo>
                    <a:cubicBezTo>
                      <a:pt x="20" y="30"/>
                      <a:pt x="20" y="33"/>
                      <a:pt x="21" y="36"/>
                    </a:cubicBezTo>
                    <a:cubicBezTo>
                      <a:pt x="22" y="33"/>
                      <a:pt x="21" y="29"/>
                      <a:pt x="21" y="26"/>
                    </a:cubicBezTo>
                    <a:cubicBezTo>
                      <a:pt x="22" y="27"/>
                      <a:pt x="22" y="29"/>
                      <a:pt x="23" y="31"/>
                    </a:cubicBezTo>
                    <a:cubicBezTo>
                      <a:pt x="24" y="29"/>
                      <a:pt x="23" y="26"/>
                      <a:pt x="23" y="24"/>
                    </a:cubicBezTo>
                    <a:cubicBezTo>
                      <a:pt x="24" y="26"/>
                      <a:pt x="24" y="28"/>
                      <a:pt x="25" y="29"/>
                    </a:cubicBezTo>
                    <a:cubicBezTo>
                      <a:pt x="25" y="27"/>
                      <a:pt x="25" y="24"/>
                      <a:pt x="26" y="21"/>
                    </a:cubicBezTo>
                    <a:cubicBezTo>
                      <a:pt x="26" y="23"/>
                      <a:pt x="26" y="25"/>
                      <a:pt x="27" y="27"/>
                    </a:cubicBezTo>
                    <a:cubicBezTo>
                      <a:pt x="28" y="25"/>
                      <a:pt x="27" y="23"/>
                      <a:pt x="28" y="21"/>
                    </a:cubicBezTo>
                    <a:cubicBezTo>
                      <a:pt x="28" y="22"/>
                      <a:pt x="28" y="23"/>
                      <a:pt x="29" y="24"/>
                    </a:cubicBezTo>
                    <a:cubicBezTo>
                      <a:pt x="29" y="22"/>
                      <a:pt x="29" y="21"/>
                      <a:pt x="29" y="19"/>
                    </a:cubicBezTo>
                    <a:cubicBezTo>
                      <a:pt x="29" y="20"/>
                      <a:pt x="30" y="21"/>
                      <a:pt x="31" y="22"/>
                    </a:cubicBezTo>
                    <a:cubicBezTo>
                      <a:pt x="32" y="20"/>
                      <a:pt x="31" y="17"/>
                      <a:pt x="32" y="15"/>
                    </a:cubicBezTo>
                    <a:cubicBezTo>
                      <a:pt x="32" y="16"/>
                      <a:pt x="33" y="18"/>
                      <a:pt x="33" y="19"/>
                    </a:cubicBezTo>
                    <a:cubicBezTo>
                      <a:pt x="34" y="17"/>
                      <a:pt x="34" y="15"/>
                      <a:pt x="34" y="13"/>
                    </a:cubicBezTo>
                    <a:cubicBezTo>
                      <a:pt x="35" y="14"/>
                      <a:pt x="35" y="15"/>
                      <a:pt x="35" y="16"/>
                    </a:cubicBezTo>
                    <a:cubicBezTo>
                      <a:pt x="36" y="14"/>
                      <a:pt x="36" y="11"/>
                      <a:pt x="36" y="9"/>
                    </a:cubicBezTo>
                    <a:cubicBezTo>
                      <a:pt x="36" y="10"/>
                      <a:pt x="37" y="12"/>
                      <a:pt x="37" y="12"/>
                    </a:cubicBezTo>
                    <a:cubicBezTo>
                      <a:pt x="37" y="11"/>
                      <a:pt x="37" y="9"/>
                      <a:pt x="38" y="8"/>
                    </a:cubicBezTo>
                    <a:cubicBezTo>
                      <a:pt x="38" y="8"/>
                      <a:pt x="38" y="9"/>
                      <a:pt x="38" y="10"/>
                    </a:cubicBezTo>
                    <a:cubicBezTo>
                      <a:pt x="39" y="9"/>
                      <a:pt x="39" y="8"/>
                      <a:pt x="39" y="7"/>
                    </a:cubicBezTo>
                    <a:cubicBezTo>
                      <a:pt x="40" y="8"/>
                      <a:pt x="40" y="8"/>
                      <a:pt x="40" y="9"/>
                    </a:cubicBezTo>
                    <a:cubicBezTo>
                      <a:pt x="40" y="7"/>
                      <a:pt x="41" y="6"/>
                      <a:pt x="41" y="5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8" name="Freeform 8"/>
              <p:cNvSpPr/>
              <p:nvPr>
                <p:custDataLst>
                  <p:tags r:id="rId27"/>
                </p:custDataLst>
              </p:nvPr>
            </p:nvSpPr>
            <p:spPr bwMode="auto">
              <a:xfrm>
                <a:off x="7338766" y="1546170"/>
                <a:ext cx="789659" cy="978406"/>
              </a:xfrm>
              <a:custGeom>
                <a:avLst/>
                <a:gdLst>
                  <a:gd name="T0" fmla="*/ 1 w 16"/>
                  <a:gd name="T1" fmla="*/ 4 h 20"/>
                  <a:gd name="T2" fmla="*/ 8 w 16"/>
                  <a:gd name="T3" fmla="*/ 0 h 20"/>
                  <a:gd name="T4" fmla="*/ 0 w 16"/>
                  <a:gd name="T5" fmla="*/ 8 h 20"/>
                  <a:gd name="T6" fmla="*/ 9 w 16"/>
                  <a:gd name="T7" fmla="*/ 1 h 20"/>
                  <a:gd name="T8" fmla="*/ 3 w 16"/>
                  <a:gd name="T9" fmla="*/ 8 h 20"/>
                  <a:gd name="T10" fmla="*/ 10 w 16"/>
                  <a:gd name="T11" fmla="*/ 1 h 20"/>
                  <a:gd name="T12" fmla="*/ 5 w 16"/>
                  <a:gd name="T13" fmla="*/ 8 h 20"/>
                  <a:gd name="T14" fmla="*/ 10 w 16"/>
                  <a:gd name="T15" fmla="*/ 3 h 20"/>
                  <a:gd name="T16" fmla="*/ 5 w 16"/>
                  <a:gd name="T17" fmla="*/ 8 h 20"/>
                  <a:gd name="T18" fmla="*/ 11 w 16"/>
                  <a:gd name="T19" fmla="*/ 2 h 20"/>
                  <a:gd name="T20" fmla="*/ 6 w 16"/>
                  <a:gd name="T21" fmla="*/ 9 h 20"/>
                  <a:gd name="T22" fmla="*/ 11 w 16"/>
                  <a:gd name="T23" fmla="*/ 4 h 20"/>
                  <a:gd name="T24" fmla="*/ 7 w 16"/>
                  <a:gd name="T25" fmla="*/ 11 h 20"/>
                  <a:gd name="T26" fmla="*/ 12 w 16"/>
                  <a:gd name="T27" fmla="*/ 6 h 20"/>
                  <a:gd name="T28" fmla="*/ 9 w 16"/>
                  <a:gd name="T29" fmla="*/ 11 h 20"/>
                  <a:gd name="T30" fmla="*/ 12 w 16"/>
                  <a:gd name="T31" fmla="*/ 7 h 20"/>
                  <a:gd name="T32" fmla="*/ 10 w 16"/>
                  <a:gd name="T33" fmla="*/ 12 h 20"/>
                  <a:gd name="T34" fmla="*/ 10 w 16"/>
                  <a:gd name="T35" fmla="*/ 5 h 20"/>
                  <a:gd name="T36" fmla="*/ 15 w 16"/>
                  <a:gd name="T37" fmla="*/ 15 h 20"/>
                  <a:gd name="T38" fmla="*/ 11 w 16"/>
                  <a:gd name="T39" fmla="*/ 2 h 20"/>
                  <a:gd name="T40" fmla="*/ 16 w 16"/>
                  <a:gd name="T41" fmla="*/ 15 h 20"/>
                  <a:gd name="T42" fmla="*/ 9 w 16"/>
                  <a:gd name="T43" fmla="*/ 3 h 20"/>
                  <a:gd name="T44" fmla="*/ 12 w 16"/>
                  <a:gd name="T45" fmla="*/ 11 h 20"/>
                  <a:gd name="T46" fmla="*/ 15 w 16"/>
                  <a:gd name="T47" fmla="*/ 18 h 20"/>
                  <a:gd name="T48" fmla="*/ 7 w 16"/>
                  <a:gd name="T49" fmla="*/ 6 h 20"/>
                  <a:gd name="T50" fmla="*/ 14 w 16"/>
                  <a:gd name="T51" fmla="*/ 20 h 20"/>
                  <a:gd name="T52" fmla="*/ 6 w 16"/>
                  <a:gd name="T53" fmla="*/ 9 h 20"/>
                  <a:gd name="T54" fmla="*/ 11 w 16"/>
                  <a:gd name="T55" fmla="*/ 16 h 20"/>
                  <a:gd name="T56" fmla="*/ 15 w 16"/>
                  <a:gd name="T57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6" h="20">
                    <a:moveTo>
                      <a:pt x="1" y="4"/>
                    </a:moveTo>
                    <a:cubicBezTo>
                      <a:pt x="3" y="3"/>
                      <a:pt x="6" y="2"/>
                      <a:pt x="8" y="0"/>
                    </a:cubicBezTo>
                    <a:cubicBezTo>
                      <a:pt x="5" y="2"/>
                      <a:pt x="3" y="5"/>
                      <a:pt x="0" y="8"/>
                    </a:cubicBezTo>
                    <a:cubicBezTo>
                      <a:pt x="3" y="6"/>
                      <a:pt x="6" y="3"/>
                      <a:pt x="9" y="1"/>
                    </a:cubicBezTo>
                    <a:cubicBezTo>
                      <a:pt x="7" y="3"/>
                      <a:pt x="5" y="5"/>
                      <a:pt x="3" y="8"/>
                    </a:cubicBezTo>
                    <a:cubicBezTo>
                      <a:pt x="5" y="5"/>
                      <a:pt x="8" y="3"/>
                      <a:pt x="10" y="1"/>
                    </a:cubicBezTo>
                    <a:cubicBezTo>
                      <a:pt x="9" y="2"/>
                      <a:pt x="6" y="6"/>
                      <a:pt x="5" y="8"/>
                    </a:cubicBezTo>
                    <a:cubicBezTo>
                      <a:pt x="7" y="6"/>
                      <a:pt x="9" y="4"/>
                      <a:pt x="10" y="3"/>
                    </a:cubicBezTo>
                    <a:cubicBezTo>
                      <a:pt x="8" y="4"/>
                      <a:pt x="7" y="7"/>
                      <a:pt x="5" y="8"/>
                    </a:cubicBezTo>
                    <a:cubicBezTo>
                      <a:pt x="7" y="6"/>
                      <a:pt x="9" y="4"/>
                      <a:pt x="11" y="2"/>
                    </a:cubicBezTo>
                    <a:cubicBezTo>
                      <a:pt x="9" y="4"/>
                      <a:pt x="7" y="7"/>
                      <a:pt x="6" y="9"/>
                    </a:cubicBezTo>
                    <a:cubicBezTo>
                      <a:pt x="8" y="8"/>
                      <a:pt x="9" y="5"/>
                      <a:pt x="11" y="4"/>
                    </a:cubicBezTo>
                    <a:cubicBezTo>
                      <a:pt x="10" y="7"/>
                      <a:pt x="7" y="9"/>
                      <a:pt x="7" y="11"/>
                    </a:cubicBezTo>
                    <a:cubicBezTo>
                      <a:pt x="9" y="10"/>
                      <a:pt x="10" y="7"/>
                      <a:pt x="12" y="6"/>
                    </a:cubicBezTo>
                    <a:cubicBezTo>
                      <a:pt x="11" y="8"/>
                      <a:pt x="9" y="9"/>
                      <a:pt x="9" y="11"/>
                    </a:cubicBezTo>
                    <a:cubicBezTo>
                      <a:pt x="10" y="10"/>
                      <a:pt x="11" y="8"/>
                      <a:pt x="12" y="7"/>
                    </a:cubicBezTo>
                    <a:cubicBezTo>
                      <a:pt x="12" y="9"/>
                      <a:pt x="10" y="10"/>
                      <a:pt x="10" y="12"/>
                    </a:cubicBezTo>
                    <a:cubicBezTo>
                      <a:pt x="11" y="11"/>
                      <a:pt x="12" y="7"/>
                      <a:pt x="10" y="5"/>
                    </a:cubicBezTo>
                    <a:cubicBezTo>
                      <a:pt x="11" y="8"/>
                      <a:pt x="12" y="14"/>
                      <a:pt x="15" y="15"/>
                    </a:cubicBezTo>
                    <a:cubicBezTo>
                      <a:pt x="15" y="11"/>
                      <a:pt x="12" y="7"/>
                      <a:pt x="11" y="2"/>
                    </a:cubicBezTo>
                    <a:cubicBezTo>
                      <a:pt x="12" y="6"/>
                      <a:pt x="14" y="11"/>
                      <a:pt x="16" y="15"/>
                    </a:cubicBezTo>
                    <a:cubicBezTo>
                      <a:pt x="14" y="11"/>
                      <a:pt x="12" y="6"/>
                      <a:pt x="9" y="3"/>
                    </a:cubicBezTo>
                    <a:cubicBezTo>
                      <a:pt x="9" y="6"/>
                      <a:pt x="11" y="9"/>
                      <a:pt x="12" y="11"/>
                    </a:cubicBezTo>
                    <a:cubicBezTo>
                      <a:pt x="13" y="13"/>
                      <a:pt x="14" y="16"/>
                      <a:pt x="15" y="18"/>
                    </a:cubicBezTo>
                    <a:cubicBezTo>
                      <a:pt x="12" y="14"/>
                      <a:pt x="10" y="10"/>
                      <a:pt x="7" y="6"/>
                    </a:cubicBezTo>
                    <a:cubicBezTo>
                      <a:pt x="9" y="10"/>
                      <a:pt x="12" y="15"/>
                      <a:pt x="14" y="20"/>
                    </a:cubicBezTo>
                    <a:cubicBezTo>
                      <a:pt x="11" y="16"/>
                      <a:pt x="8" y="13"/>
                      <a:pt x="6" y="9"/>
                    </a:cubicBezTo>
                    <a:cubicBezTo>
                      <a:pt x="8" y="11"/>
                      <a:pt x="9" y="14"/>
                      <a:pt x="11" y="16"/>
                    </a:cubicBezTo>
                    <a:cubicBezTo>
                      <a:pt x="12" y="17"/>
                      <a:pt x="13" y="20"/>
                      <a:pt x="15" y="20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" name="Freeform 9"/>
              <p:cNvSpPr/>
              <p:nvPr>
                <p:custDataLst>
                  <p:tags r:id="rId28"/>
                </p:custDataLst>
              </p:nvPr>
            </p:nvSpPr>
            <p:spPr bwMode="auto">
              <a:xfrm>
                <a:off x="8078348" y="1499947"/>
                <a:ext cx="835883" cy="1267306"/>
              </a:xfrm>
              <a:custGeom>
                <a:avLst/>
                <a:gdLst>
                  <a:gd name="T0" fmla="*/ 0 w 17"/>
                  <a:gd name="T1" fmla="*/ 21 h 26"/>
                  <a:gd name="T2" fmla="*/ 0 w 17"/>
                  <a:gd name="T3" fmla="*/ 21 h 26"/>
                  <a:gd name="T4" fmla="*/ 8 w 17"/>
                  <a:gd name="T5" fmla="*/ 11 h 26"/>
                  <a:gd name="T6" fmla="*/ 16 w 17"/>
                  <a:gd name="T7" fmla="*/ 0 h 26"/>
                  <a:gd name="T8" fmla="*/ 10 w 17"/>
                  <a:gd name="T9" fmla="*/ 8 h 26"/>
                  <a:gd name="T10" fmla="*/ 1 w 17"/>
                  <a:gd name="T11" fmla="*/ 24 h 26"/>
                  <a:gd name="T12" fmla="*/ 6 w 17"/>
                  <a:gd name="T13" fmla="*/ 16 h 26"/>
                  <a:gd name="T14" fmla="*/ 14 w 17"/>
                  <a:gd name="T15" fmla="*/ 5 h 26"/>
                  <a:gd name="T16" fmla="*/ 8 w 17"/>
                  <a:gd name="T17" fmla="*/ 13 h 26"/>
                  <a:gd name="T18" fmla="*/ 1 w 17"/>
                  <a:gd name="T19" fmla="*/ 26 h 26"/>
                  <a:gd name="T20" fmla="*/ 7 w 17"/>
                  <a:gd name="T21" fmla="*/ 16 h 26"/>
                  <a:gd name="T22" fmla="*/ 16 w 17"/>
                  <a:gd name="T23" fmla="*/ 3 h 26"/>
                  <a:gd name="T24" fmla="*/ 4 w 17"/>
                  <a:gd name="T25" fmla="*/ 22 h 26"/>
                  <a:gd name="T26" fmla="*/ 17 w 17"/>
                  <a:gd name="T27" fmla="*/ 2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" h="26">
                    <a:moveTo>
                      <a:pt x="0" y="21"/>
                    </a:moveTo>
                    <a:cubicBezTo>
                      <a:pt x="0" y="22"/>
                      <a:pt x="0" y="22"/>
                      <a:pt x="0" y="21"/>
                    </a:cubicBezTo>
                    <a:cubicBezTo>
                      <a:pt x="3" y="18"/>
                      <a:pt x="5" y="14"/>
                      <a:pt x="8" y="11"/>
                    </a:cubicBezTo>
                    <a:cubicBezTo>
                      <a:pt x="10" y="7"/>
                      <a:pt x="14" y="4"/>
                      <a:pt x="16" y="0"/>
                    </a:cubicBezTo>
                    <a:cubicBezTo>
                      <a:pt x="13" y="2"/>
                      <a:pt x="11" y="5"/>
                      <a:pt x="10" y="8"/>
                    </a:cubicBezTo>
                    <a:cubicBezTo>
                      <a:pt x="7" y="12"/>
                      <a:pt x="3" y="18"/>
                      <a:pt x="1" y="24"/>
                    </a:cubicBezTo>
                    <a:cubicBezTo>
                      <a:pt x="3" y="22"/>
                      <a:pt x="5" y="18"/>
                      <a:pt x="6" y="16"/>
                    </a:cubicBezTo>
                    <a:cubicBezTo>
                      <a:pt x="8" y="12"/>
                      <a:pt x="11" y="8"/>
                      <a:pt x="14" y="5"/>
                    </a:cubicBezTo>
                    <a:cubicBezTo>
                      <a:pt x="11" y="7"/>
                      <a:pt x="9" y="10"/>
                      <a:pt x="8" y="13"/>
                    </a:cubicBezTo>
                    <a:cubicBezTo>
                      <a:pt x="5" y="17"/>
                      <a:pt x="2" y="22"/>
                      <a:pt x="1" y="26"/>
                    </a:cubicBezTo>
                    <a:cubicBezTo>
                      <a:pt x="3" y="23"/>
                      <a:pt x="5" y="20"/>
                      <a:pt x="7" y="16"/>
                    </a:cubicBezTo>
                    <a:cubicBezTo>
                      <a:pt x="10" y="12"/>
                      <a:pt x="13" y="8"/>
                      <a:pt x="16" y="3"/>
                    </a:cubicBezTo>
                    <a:cubicBezTo>
                      <a:pt x="11" y="9"/>
                      <a:pt x="9" y="16"/>
                      <a:pt x="4" y="22"/>
                    </a:cubicBezTo>
                    <a:cubicBezTo>
                      <a:pt x="7" y="14"/>
                      <a:pt x="12" y="8"/>
                      <a:pt x="17" y="2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0" name="Freeform 10"/>
              <p:cNvSpPr/>
              <p:nvPr>
                <p:custDataLst>
                  <p:tags r:id="rId29"/>
                </p:custDataLst>
              </p:nvPr>
            </p:nvSpPr>
            <p:spPr bwMode="auto">
              <a:xfrm>
                <a:off x="8224723" y="1107044"/>
                <a:ext cx="986110" cy="1317381"/>
              </a:xfrm>
              <a:custGeom>
                <a:avLst/>
                <a:gdLst>
                  <a:gd name="T0" fmla="*/ 0 w 20"/>
                  <a:gd name="T1" fmla="*/ 27 h 27"/>
                  <a:gd name="T2" fmla="*/ 11 w 20"/>
                  <a:gd name="T3" fmla="*/ 11 h 27"/>
                  <a:gd name="T4" fmla="*/ 20 w 20"/>
                  <a:gd name="T5" fmla="*/ 0 h 27"/>
                  <a:gd name="T6" fmla="*/ 12 w 20"/>
                  <a:gd name="T7" fmla="*/ 10 h 27"/>
                  <a:gd name="T8" fmla="*/ 12 w 20"/>
                  <a:gd name="T9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27">
                    <a:moveTo>
                      <a:pt x="0" y="27"/>
                    </a:moveTo>
                    <a:cubicBezTo>
                      <a:pt x="4" y="22"/>
                      <a:pt x="7" y="16"/>
                      <a:pt x="11" y="11"/>
                    </a:cubicBezTo>
                    <a:cubicBezTo>
                      <a:pt x="14" y="7"/>
                      <a:pt x="18" y="4"/>
                      <a:pt x="20" y="0"/>
                    </a:cubicBezTo>
                    <a:cubicBezTo>
                      <a:pt x="17" y="1"/>
                      <a:pt x="13" y="7"/>
                      <a:pt x="12" y="10"/>
                    </a:cubicBezTo>
                    <a:cubicBezTo>
                      <a:pt x="11" y="10"/>
                      <a:pt x="11" y="10"/>
                      <a:pt x="12" y="9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1" name="Freeform 11"/>
              <p:cNvSpPr/>
              <p:nvPr>
                <p:custDataLst>
                  <p:tags r:id="rId30"/>
                </p:custDataLst>
              </p:nvPr>
            </p:nvSpPr>
            <p:spPr bwMode="auto">
              <a:xfrm>
                <a:off x="7731669" y="1546170"/>
                <a:ext cx="100152" cy="50077"/>
              </a:xfrm>
              <a:custGeom>
                <a:avLst/>
                <a:gdLst>
                  <a:gd name="T0" fmla="*/ 0 w 2"/>
                  <a:gd name="T1" fmla="*/ 1 h 1"/>
                  <a:gd name="T2" fmla="*/ 2 w 2"/>
                  <a:gd name="T3" fmla="*/ 1 h 1"/>
                  <a:gd name="T4" fmla="*/ 1 w 2"/>
                  <a:gd name="T5" fmla="*/ 0 h 1"/>
                  <a:gd name="T6" fmla="*/ 2 w 2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1" y="1"/>
                      <a:pt x="1" y="1"/>
                      <a:pt x="2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1"/>
                      <a:pt x="2" y="1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4" name="Freeform 12"/>
              <p:cNvSpPr/>
              <p:nvPr>
                <p:custDataLst>
                  <p:tags r:id="rId31"/>
                </p:custDataLst>
              </p:nvPr>
            </p:nvSpPr>
            <p:spPr bwMode="auto">
              <a:xfrm>
                <a:off x="7192390" y="1399795"/>
                <a:ext cx="589356" cy="342828"/>
              </a:xfrm>
              <a:custGeom>
                <a:avLst/>
                <a:gdLst>
                  <a:gd name="T0" fmla="*/ 0 w 12"/>
                  <a:gd name="T1" fmla="*/ 6 h 7"/>
                  <a:gd name="T2" fmla="*/ 5 w 12"/>
                  <a:gd name="T3" fmla="*/ 3 h 7"/>
                  <a:gd name="T4" fmla="*/ 10 w 12"/>
                  <a:gd name="T5" fmla="*/ 1 h 7"/>
                  <a:gd name="T6" fmla="*/ 1 w 12"/>
                  <a:gd name="T7" fmla="*/ 6 h 7"/>
                  <a:gd name="T8" fmla="*/ 6 w 12"/>
                  <a:gd name="T9" fmla="*/ 3 h 7"/>
                  <a:gd name="T10" fmla="*/ 11 w 12"/>
                  <a:gd name="T11" fmla="*/ 0 h 7"/>
                  <a:gd name="T12" fmla="*/ 1 w 12"/>
                  <a:gd name="T13" fmla="*/ 6 h 7"/>
                  <a:gd name="T14" fmla="*/ 11 w 12"/>
                  <a:gd name="T15" fmla="*/ 0 h 7"/>
                  <a:gd name="T16" fmla="*/ 11 w 12"/>
                  <a:gd name="T17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" h="7">
                    <a:moveTo>
                      <a:pt x="0" y="6"/>
                    </a:moveTo>
                    <a:cubicBezTo>
                      <a:pt x="1" y="7"/>
                      <a:pt x="4" y="4"/>
                      <a:pt x="5" y="3"/>
                    </a:cubicBezTo>
                    <a:cubicBezTo>
                      <a:pt x="7" y="3"/>
                      <a:pt x="9" y="2"/>
                      <a:pt x="10" y="1"/>
                    </a:cubicBezTo>
                    <a:cubicBezTo>
                      <a:pt x="7" y="2"/>
                      <a:pt x="4" y="5"/>
                      <a:pt x="1" y="6"/>
                    </a:cubicBezTo>
                    <a:cubicBezTo>
                      <a:pt x="2" y="5"/>
                      <a:pt x="4" y="4"/>
                      <a:pt x="6" y="3"/>
                    </a:cubicBezTo>
                    <a:cubicBezTo>
                      <a:pt x="7" y="2"/>
                      <a:pt x="9" y="1"/>
                      <a:pt x="11" y="0"/>
                    </a:cubicBezTo>
                    <a:cubicBezTo>
                      <a:pt x="7" y="1"/>
                      <a:pt x="4" y="4"/>
                      <a:pt x="1" y="6"/>
                    </a:cubicBezTo>
                    <a:cubicBezTo>
                      <a:pt x="4" y="3"/>
                      <a:pt x="8" y="1"/>
                      <a:pt x="11" y="0"/>
                    </a:cubicBezTo>
                    <a:cubicBezTo>
                      <a:pt x="12" y="0"/>
                      <a:pt x="11" y="0"/>
                      <a:pt x="11" y="0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5" name="Freeform 13"/>
              <p:cNvSpPr/>
              <p:nvPr>
                <p:custDataLst>
                  <p:tags r:id="rId32"/>
                </p:custDataLst>
              </p:nvPr>
            </p:nvSpPr>
            <p:spPr bwMode="auto">
              <a:xfrm>
                <a:off x="7685445" y="1353571"/>
                <a:ext cx="589356" cy="1024629"/>
              </a:xfrm>
              <a:custGeom>
                <a:avLst/>
                <a:gdLst>
                  <a:gd name="T0" fmla="*/ 0 w 12"/>
                  <a:gd name="T1" fmla="*/ 1 h 21"/>
                  <a:gd name="T2" fmla="*/ 2 w 12"/>
                  <a:gd name="T3" fmla="*/ 3 h 21"/>
                  <a:gd name="T4" fmla="*/ 1 w 12"/>
                  <a:gd name="T5" fmla="*/ 1 h 21"/>
                  <a:gd name="T6" fmla="*/ 2 w 12"/>
                  <a:gd name="T7" fmla="*/ 3 h 21"/>
                  <a:gd name="T8" fmla="*/ 2 w 12"/>
                  <a:gd name="T9" fmla="*/ 0 h 21"/>
                  <a:gd name="T10" fmla="*/ 3 w 12"/>
                  <a:gd name="T11" fmla="*/ 3 h 21"/>
                  <a:gd name="T12" fmla="*/ 2 w 12"/>
                  <a:gd name="T13" fmla="*/ 1 h 21"/>
                  <a:gd name="T14" fmla="*/ 4 w 12"/>
                  <a:gd name="T15" fmla="*/ 3 h 21"/>
                  <a:gd name="T16" fmla="*/ 2 w 12"/>
                  <a:gd name="T17" fmla="*/ 0 h 21"/>
                  <a:gd name="T18" fmla="*/ 5 w 12"/>
                  <a:gd name="T19" fmla="*/ 6 h 21"/>
                  <a:gd name="T20" fmla="*/ 3 w 12"/>
                  <a:gd name="T21" fmla="*/ 2 h 21"/>
                  <a:gd name="T22" fmla="*/ 6 w 12"/>
                  <a:gd name="T23" fmla="*/ 8 h 21"/>
                  <a:gd name="T24" fmla="*/ 1 w 12"/>
                  <a:gd name="T25" fmla="*/ 0 h 21"/>
                  <a:gd name="T26" fmla="*/ 12 w 12"/>
                  <a:gd name="T27" fmla="*/ 21 h 21"/>
                  <a:gd name="T28" fmla="*/ 7 w 12"/>
                  <a:gd name="T29" fmla="*/ 13 h 21"/>
                  <a:gd name="T30" fmla="*/ 4 w 12"/>
                  <a:gd name="T31" fmla="*/ 7 h 21"/>
                  <a:gd name="T32" fmla="*/ 7 w 12"/>
                  <a:gd name="T33" fmla="*/ 11 h 21"/>
                  <a:gd name="T34" fmla="*/ 11 w 12"/>
                  <a:gd name="T35" fmla="*/ 19 h 21"/>
                  <a:gd name="T36" fmla="*/ 7 w 12"/>
                  <a:gd name="T37" fmla="*/ 11 h 21"/>
                  <a:gd name="T38" fmla="*/ 1 w 12"/>
                  <a:gd name="T39" fmla="*/ 1 h 21"/>
                  <a:gd name="T40" fmla="*/ 7 w 12"/>
                  <a:gd name="T41" fmla="*/ 10 h 21"/>
                  <a:gd name="T42" fmla="*/ 11 w 12"/>
                  <a:gd name="T43" fmla="*/ 17 h 21"/>
                  <a:gd name="T44" fmla="*/ 12 w 12"/>
                  <a:gd name="T45" fmla="*/ 20 h 21"/>
                  <a:gd name="T46" fmla="*/ 6 w 12"/>
                  <a:gd name="T47" fmla="*/ 11 h 21"/>
                  <a:gd name="T48" fmla="*/ 11 w 12"/>
                  <a:gd name="T49" fmla="*/ 19 h 21"/>
                  <a:gd name="T50" fmla="*/ 7 w 12"/>
                  <a:gd name="T51" fmla="*/ 14 h 21"/>
                  <a:gd name="T52" fmla="*/ 9 w 12"/>
                  <a:gd name="T53" fmla="*/ 19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" h="21">
                    <a:moveTo>
                      <a:pt x="0" y="1"/>
                    </a:moveTo>
                    <a:cubicBezTo>
                      <a:pt x="1" y="2"/>
                      <a:pt x="1" y="2"/>
                      <a:pt x="2" y="3"/>
                    </a:cubicBezTo>
                    <a:cubicBezTo>
                      <a:pt x="2" y="2"/>
                      <a:pt x="1" y="2"/>
                      <a:pt x="1" y="1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2"/>
                      <a:pt x="2" y="1"/>
                      <a:pt x="2" y="0"/>
                    </a:cubicBezTo>
                    <a:cubicBezTo>
                      <a:pt x="2" y="1"/>
                      <a:pt x="3" y="2"/>
                      <a:pt x="3" y="3"/>
                    </a:cubicBezTo>
                    <a:cubicBezTo>
                      <a:pt x="3" y="2"/>
                      <a:pt x="3" y="1"/>
                      <a:pt x="2" y="1"/>
                    </a:cubicBezTo>
                    <a:cubicBezTo>
                      <a:pt x="3" y="2"/>
                      <a:pt x="3" y="3"/>
                      <a:pt x="4" y="3"/>
                    </a:cubicBezTo>
                    <a:cubicBezTo>
                      <a:pt x="3" y="2"/>
                      <a:pt x="2" y="1"/>
                      <a:pt x="2" y="0"/>
                    </a:cubicBezTo>
                    <a:cubicBezTo>
                      <a:pt x="3" y="1"/>
                      <a:pt x="5" y="4"/>
                      <a:pt x="5" y="6"/>
                    </a:cubicBezTo>
                    <a:cubicBezTo>
                      <a:pt x="4" y="5"/>
                      <a:pt x="3" y="3"/>
                      <a:pt x="3" y="2"/>
                    </a:cubicBezTo>
                    <a:cubicBezTo>
                      <a:pt x="4" y="4"/>
                      <a:pt x="5" y="6"/>
                      <a:pt x="6" y="8"/>
                    </a:cubicBezTo>
                    <a:cubicBezTo>
                      <a:pt x="5" y="5"/>
                      <a:pt x="3" y="2"/>
                      <a:pt x="1" y="0"/>
                    </a:cubicBezTo>
                    <a:cubicBezTo>
                      <a:pt x="7" y="4"/>
                      <a:pt x="7" y="15"/>
                      <a:pt x="12" y="21"/>
                    </a:cubicBezTo>
                    <a:cubicBezTo>
                      <a:pt x="11" y="18"/>
                      <a:pt x="8" y="15"/>
                      <a:pt x="7" y="13"/>
                    </a:cubicBezTo>
                    <a:cubicBezTo>
                      <a:pt x="6" y="11"/>
                      <a:pt x="5" y="9"/>
                      <a:pt x="4" y="7"/>
                    </a:cubicBezTo>
                    <a:cubicBezTo>
                      <a:pt x="5" y="8"/>
                      <a:pt x="6" y="10"/>
                      <a:pt x="7" y="11"/>
                    </a:cubicBezTo>
                    <a:cubicBezTo>
                      <a:pt x="9" y="14"/>
                      <a:pt x="10" y="16"/>
                      <a:pt x="11" y="19"/>
                    </a:cubicBezTo>
                    <a:cubicBezTo>
                      <a:pt x="10" y="16"/>
                      <a:pt x="8" y="14"/>
                      <a:pt x="7" y="11"/>
                    </a:cubicBezTo>
                    <a:cubicBezTo>
                      <a:pt x="5" y="8"/>
                      <a:pt x="4" y="4"/>
                      <a:pt x="1" y="1"/>
                    </a:cubicBezTo>
                    <a:cubicBezTo>
                      <a:pt x="3" y="5"/>
                      <a:pt x="5" y="7"/>
                      <a:pt x="7" y="10"/>
                    </a:cubicBezTo>
                    <a:cubicBezTo>
                      <a:pt x="8" y="13"/>
                      <a:pt x="9" y="15"/>
                      <a:pt x="11" y="17"/>
                    </a:cubicBezTo>
                    <a:cubicBezTo>
                      <a:pt x="11" y="18"/>
                      <a:pt x="11" y="19"/>
                      <a:pt x="12" y="20"/>
                    </a:cubicBezTo>
                    <a:cubicBezTo>
                      <a:pt x="10" y="17"/>
                      <a:pt x="9" y="13"/>
                      <a:pt x="6" y="11"/>
                    </a:cubicBezTo>
                    <a:cubicBezTo>
                      <a:pt x="7" y="14"/>
                      <a:pt x="9" y="16"/>
                      <a:pt x="11" y="19"/>
                    </a:cubicBezTo>
                    <a:cubicBezTo>
                      <a:pt x="10" y="17"/>
                      <a:pt x="8" y="16"/>
                      <a:pt x="7" y="14"/>
                    </a:cubicBezTo>
                    <a:cubicBezTo>
                      <a:pt x="8" y="16"/>
                      <a:pt x="9" y="17"/>
                      <a:pt x="9" y="19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512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23/09/11</a:t>
            </a:r>
          </a:p>
        </p:txBody>
      </p:sp>
      <p:sp>
        <p:nvSpPr>
          <p:cNvPr id="512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Trees and Binary trees – Lecture 4-1</a:t>
            </a:r>
            <a:endParaRPr lang="en-US" altLang="zh-CN" sz="790" dirty="0"/>
          </a:p>
        </p:txBody>
      </p:sp>
      <p:sp>
        <p:nvSpPr>
          <p:cNvPr id="512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9EA7791-8905-46EB-8A89-C4DA7D501A12}" type="slidenum">
              <a:rPr lang="en-US" altLang="zh-CN" sz="790"/>
              <a:pPr/>
              <a:t>2</a:t>
            </a:fld>
            <a:endParaRPr lang="en-US" altLang="zh-CN" sz="790"/>
          </a:p>
        </p:txBody>
      </p:sp>
      <p:sp>
        <p:nvSpPr>
          <p:cNvPr id="51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66545" y="3048635"/>
            <a:ext cx="4770120" cy="3307080"/>
          </a:xfrm>
        </p:spPr>
        <p:txBody>
          <a:bodyPr>
            <a:noAutofit/>
          </a:bodyPr>
          <a:lstStyle/>
          <a:p>
            <a:pPr marL="0" indent="0" fontAlgn="auto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Definitions of tree</a:t>
            </a:r>
          </a:p>
          <a:p>
            <a:pPr marL="0" indent="0" fontAlgn="auto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Binary tree</a:t>
            </a:r>
          </a:p>
          <a:p>
            <a:pPr marL="0" indent="0" fontAlgn="auto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3600" dirty="0">
                <a:ea typeface="宋体" panose="02010600030101010101" pitchFamily="2" charset="-122"/>
              </a:rPr>
              <a:t>AVL tree</a:t>
            </a:r>
          </a:p>
          <a:p>
            <a:pPr marL="0" indent="0" fontAlgn="auto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3600" dirty="0">
                <a:ea typeface="宋体" panose="02010600030101010101" pitchFamily="2" charset="-122"/>
              </a:rPr>
              <a:t>Splay tree</a:t>
            </a:r>
          </a:p>
          <a:p>
            <a:pPr marL="0" indent="0" fontAlgn="auto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3600" dirty="0">
                <a:ea typeface="宋体" panose="02010600030101010101" pitchFamily="2" charset="-122"/>
              </a:rPr>
              <a:t>B-tree</a:t>
            </a:r>
          </a:p>
          <a:p>
            <a:pPr lvl="1">
              <a:spcBef>
                <a:spcPts val="395"/>
              </a:spcBef>
              <a:spcAft>
                <a:spcPts val="395"/>
              </a:spcAft>
            </a:pPr>
            <a:endParaRPr lang="en-US" altLang="zh-CN" sz="3600" dirty="0">
              <a:ea typeface="宋体" panose="02010600030101010101" pitchFamily="2" charset="-122"/>
            </a:endParaRPr>
          </a:p>
        </p:txBody>
      </p:sp>
      <p:grpSp>
        <p:nvGrpSpPr>
          <p:cNvPr id="4" name="PA_chenying0907 31"/>
          <p:cNvGrpSpPr/>
          <p:nvPr>
            <p:custDataLst>
              <p:tags r:id="rId6"/>
            </p:custDataLst>
          </p:nvPr>
        </p:nvGrpSpPr>
        <p:grpSpPr>
          <a:xfrm>
            <a:off x="946785" y="4905375"/>
            <a:ext cx="549275" cy="596900"/>
            <a:chOff x="5038628" y="2357164"/>
            <a:chExt cx="2114744" cy="2296116"/>
          </a:xfrm>
        </p:grpSpPr>
        <p:grpSp>
          <p:nvGrpSpPr>
            <p:cNvPr id="8" name="chenying0907 32"/>
            <p:cNvGrpSpPr/>
            <p:nvPr/>
          </p:nvGrpSpPr>
          <p:grpSpPr>
            <a:xfrm>
              <a:off x="5174686" y="3043148"/>
              <a:ext cx="1479164" cy="1610132"/>
              <a:chOff x="5174686" y="3043148"/>
              <a:chExt cx="1479164" cy="1610132"/>
            </a:xfrm>
          </p:grpSpPr>
          <p:sp>
            <p:nvSpPr>
              <p:cNvPr id="46" name="Freeform 5"/>
              <p:cNvSpPr/>
              <p:nvPr>
                <p:custDataLst>
                  <p:tags r:id="rId24"/>
                </p:custDataLst>
              </p:nvPr>
            </p:nvSpPr>
            <p:spPr bwMode="auto">
              <a:xfrm>
                <a:off x="5174686" y="3043148"/>
                <a:ext cx="1479164" cy="1610132"/>
              </a:xfrm>
              <a:custGeom>
                <a:avLst/>
                <a:gdLst>
                  <a:gd name="T0" fmla="*/ 2 w 30"/>
                  <a:gd name="T1" fmla="*/ 2 h 33"/>
                  <a:gd name="T2" fmla="*/ 1 w 30"/>
                  <a:gd name="T3" fmla="*/ 31 h 33"/>
                  <a:gd name="T4" fmla="*/ 18 w 30"/>
                  <a:gd name="T5" fmla="*/ 32 h 33"/>
                  <a:gd name="T6" fmla="*/ 28 w 30"/>
                  <a:gd name="T7" fmla="*/ 30 h 33"/>
                  <a:gd name="T8" fmla="*/ 28 w 30"/>
                  <a:gd name="T9" fmla="*/ 15 h 33"/>
                  <a:gd name="T10" fmla="*/ 28 w 30"/>
                  <a:gd name="T11" fmla="*/ 3 h 33"/>
                  <a:gd name="T12" fmla="*/ 13 w 30"/>
                  <a:gd name="T13" fmla="*/ 2 h 33"/>
                  <a:gd name="T14" fmla="*/ 2 w 30"/>
                  <a:gd name="T15" fmla="*/ 1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" h="33">
                    <a:moveTo>
                      <a:pt x="2" y="2"/>
                    </a:moveTo>
                    <a:cubicBezTo>
                      <a:pt x="2" y="11"/>
                      <a:pt x="0" y="21"/>
                      <a:pt x="1" y="31"/>
                    </a:cubicBezTo>
                    <a:cubicBezTo>
                      <a:pt x="5" y="33"/>
                      <a:pt x="13" y="31"/>
                      <a:pt x="18" y="32"/>
                    </a:cubicBezTo>
                    <a:cubicBezTo>
                      <a:pt x="22" y="32"/>
                      <a:pt x="27" y="33"/>
                      <a:pt x="28" y="30"/>
                    </a:cubicBezTo>
                    <a:cubicBezTo>
                      <a:pt x="30" y="27"/>
                      <a:pt x="28" y="19"/>
                      <a:pt x="28" y="15"/>
                    </a:cubicBezTo>
                    <a:cubicBezTo>
                      <a:pt x="28" y="11"/>
                      <a:pt x="29" y="7"/>
                      <a:pt x="28" y="3"/>
                    </a:cubicBezTo>
                    <a:cubicBezTo>
                      <a:pt x="23" y="2"/>
                      <a:pt x="18" y="2"/>
                      <a:pt x="13" y="2"/>
                    </a:cubicBezTo>
                    <a:cubicBezTo>
                      <a:pt x="9" y="1"/>
                      <a:pt x="5" y="0"/>
                      <a:pt x="2" y="1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7" name="Freeform 6"/>
              <p:cNvSpPr/>
              <p:nvPr>
                <p:custDataLst>
                  <p:tags r:id="rId25"/>
                </p:custDataLst>
              </p:nvPr>
            </p:nvSpPr>
            <p:spPr bwMode="auto">
              <a:xfrm>
                <a:off x="5324912" y="3189524"/>
                <a:ext cx="1128634" cy="1317381"/>
              </a:xfrm>
              <a:custGeom>
                <a:avLst/>
                <a:gdLst>
                  <a:gd name="T0" fmla="*/ 2 w 23"/>
                  <a:gd name="T1" fmla="*/ 3 h 27"/>
                  <a:gd name="T2" fmla="*/ 0 w 23"/>
                  <a:gd name="T3" fmla="*/ 26 h 27"/>
                  <a:gd name="T4" fmla="*/ 23 w 23"/>
                  <a:gd name="T5" fmla="*/ 26 h 27"/>
                  <a:gd name="T6" fmla="*/ 23 w 23"/>
                  <a:gd name="T7" fmla="*/ 14 h 27"/>
                  <a:gd name="T8" fmla="*/ 22 w 23"/>
                  <a:gd name="T9" fmla="*/ 4 h 27"/>
                  <a:gd name="T10" fmla="*/ 12 w 23"/>
                  <a:gd name="T11" fmla="*/ 2 h 27"/>
                  <a:gd name="T12" fmla="*/ 2 w 23"/>
                  <a:gd name="T13" fmla="*/ 2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27">
                    <a:moveTo>
                      <a:pt x="2" y="3"/>
                    </a:moveTo>
                    <a:cubicBezTo>
                      <a:pt x="3" y="9"/>
                      <a:pt x="0" y="19"/>
                      <a:pt x="0" y="26"/>
                    </a:cubicBezTo>
                    <a:cubicBezTo>
                      <a:pt x="8" y="27"/>
                      <a:pt x="16" y="27"/>
                      <a:pt x="23" y="26"/>
                    </a:cubicBezTo>
                    <a:cubicBezTo>
                      <a:pt x="23" y="22"/>
                      <a:pt x="23" y="18"/>
                      <a:pt x="23" y="14"/>
                    </a:cubicBezTo>
                    <a:cubicBezTo>
                      <a:pt x="23" y="12"/>
                      <a:pt x="23" y="6"/>
                      <a:pt x="22" y="4"/>
                    </a:cubicBezTo>
                    <a:cubicBezTo>
                      <a:pt x="21" y="1"/>
                      <a:pt x="15" y="2"/>
                      <a:pt x="12" y="2"/>
                    </a:cubicBezTo>
                    <a:cubicBezTo>
                      <a:pt x="9" y="2"/>
                      <a:pt x="2" y="0"/>
                      <a:pt x="2" y="2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grpSp>
          <p:nvGrpSpPr>
            <p:cNvPr id="48" name="chenying0907 33"/>
            <p:cNvGrpSpPr/>
            <p:nvPr/>
          </p:nvGrpSpPr>
          <p:grpSpPr>
            <a:xfrm>
              <a:off x="5038628" y="2357164"/>
              <a:ext cx="2114744" cy="1949107"/>
              <a:chOff x="7192390" y="914444"/>
              <a:chExt cx="2114744" cy="1949107"/>
            </a:xfrm>
          </p:grpSpPr>
          <p:sp>
            <p:nvSpPr>
              <p:cNvPr id="49" name="Freeform 7"/>
              <p:cNvSpPr/>
              <p:nvPr>
                <p:custDataLst>
                  <p:tags r:id="rId17"/>
                </p:custDataLst>
              </p:nvPr>
            </p:nvSpPr>
            <p:spPr bwMode="auto">
              <a:xfrm>
                <a:off x="7192390" y="914444"/>
                <a:ext cx="2114744" cy="1949107"/>
              </a:xfrm>
              <a:custGeom>
                <a:avLst/>
                <a:gdLst>
                  <a:gd name="T0" fmla="*/ 0 w 43"/>
                  <a:gd name="T1" fmla="*/ 16 h 40"/>
                  <a:gd name="T2" fmla="*/ 13 w 43"/>
                  <a:gd name="T3" fmla="*/ 32 h 40"/>
                  <a:gd name="T4" fmla="*/ 19 w 43"/>
                  <a:gd name="T5" fmla="*/ 40 h 40"/>
                  <a:gd name="T6" fmla="*/ 43 w 43"/>
                  <a:gd name="T7" fmla="*/ 0 h 40"/>
                  <a:gd name="T8" fmla="*/ 19 w 43"/>
                  <a:gd name="T9" fmla="*/ 29 h 40"/>
                  <a:gd name="T10" fmla="*/ 13 w 43"/>
                  <a:gd name="T11" fmla="*/ 13 h 40"/>
                  <a:gd name="T12" fmla="*/ 1 w 43"/>
                  <a:gd name="T13" fmla="*/ 17 h 40"/>
                  <a:gd name="T14" fmla="*/ 11 w 43"/>
                  <a:gd name="T15" fmla="*/ 13 h 40"/>
                  <a:gd name="T16" fmla="*/ 2 w 43"/>
                  <a:gd name="T17" fmla="*/ 20 h 40"/>
                  <a:gd name="T18" fmla="*/ 12 w 43"/>
                  <a:gd name="T19" fmla="*/ 15 h 40"/>
                  <a:gd name="T20" fmla="*/ 4 w 43"/>
                  <a:gd name="T21" fmla="*/ 22 h 40"/>
                  <a:gd name="T22" fmla="*/ 14 w 43"/>
                  <a:gd name="T23" fmla="*/ 18 h 40"/>
                  <a:gd name="T24" fmla="*/ 7 w 43"/>
                  <a:gd name="T25" fmla="*/ 25 h 40"/>
                  <a:gd name="T26" fmla="*/ 15 w 43"/>
                  <a:gd name="T27" fmla="*/ 20 h 40"/>
                  <a:gd name="T28" fmla="*/ 8 w 43"/>
                  <a:gd name="T29" fmla="*/ 28 h 40"/>
                  <a:gd name="T30" fmla="*/ 15 w 43"/>
                  <a:gd name="T31" fmla="*/ 24 h 40"/>
                  <a:gd name="T32" fmla="*/ 11 w 43"/>
                  <a:gd name="T33" fmla="*/ 30 h 40"/>
                  <a:gd name="T34" fmla="*/ 16 w 43"/>
                  <a:gd name="T35" fmla="*/ 25 h 40"/>
                  <a:gd name="T36" fmla="*/ 12 w 43"/>
                  <a:gd name="T37" fmla="*/ 31 h 40"/>
                  <a:gd name="T38" fmla="*/ 17 w 43"/>
                  <a:gd name="T39" fmla="*/ 28 h 40"/>
                  <a:gd name="T40" fmla="*/ 14 w 43"/>
                  <a:gd name="T41" fmla="*/ 33 h 40"/>
                  <a:gd name="T42" fmla="*/ 19 w 43"/>
                  <a:gd name="T43" fmla="*/ 29 h 40"/>
                  <a:gd name="T44" fmla="*/ 17 w 43"/>
                  <a:gd name="T45" fmla="*/ 36 h 40"/>
                  <a:gd name="T46" fmla="*/ 19 w 43"/>
                  <a:gd name="T47" fmla="*/ 31 h 40"/>
                  <a:gd name="T48" fmla="*/ 19 w 43"/>
                  <a:gd name="T49" fmla="*/ 38 h 40"/>
                  <a:gd name="T50" fmla="*/ 20 w 43"/>
                  <a:gd name="T51" fmla="*/ 28 h 40"/>
                  <a:gd name="T52" fmla="*/ 21 w 43"/>
                  <a:gd name="T53" fmla="*/ 36 h 40"/>
                  <a:gd name="T54" fmla="*/ 21 w 43"/>
                  <a:gd name="T55" fmla="*/ 26 h 40"/>
                  <a:gd name="T56" fmla="*/ 23 w 43"/>
                  <a:gd name="T57" fmla="*/ 31 h 40"/>
                  <a:gd name="T58" fmla="*/ 23 w 43"/>
                  <a:gd name="T59" fmla="*/ 24 h 40"/>
                  <a:gd name="T60" fmla="*/ 25 w 43"/>
                  <a:gd name="T61" fmla="*/ 29 h 40"/>
                  <a:gd name="T62" fmla="*/ 26 w 43"/>
                  <a:gd name="T63" fmla="*/ 21 h 40"/>
                  <a:gd name="T64" fmla="*/ 27 w 43"/>
                  <a:gd name="T65" fmla="*/ 27 h 40"/>
                  <a:gd name="T66" fmla="*/ 28 w 43"/>
                  <a:gd name="T67" fmla="*/ 21 h 40"/>
                  <a:gd name="T68" fmla="*/ 29 w 43"/>
                  <a:gd name="T69" fmla="*/ 24 h 40"/>
                  <a:gd name="T70" fmla="*/ 29 w 43"/>
                  <a:gd name="T71" fmla="*/ 19 h 40"/>
                  <a:gd name="T72" fmla="*/ 31 w 43"/>
                  <a:gd name="T73" fmla="*/ 22 h 40"/>
                  <a:gd name="T74" fmla="*/ 32 w 43"/>
                  <a:gd name="T75" fmla="*/ 15 h 40"/>
                  <a:gd name="T76" fmla="*/ 33 w 43"/>
                  <a:gd name="T77" fmla="*/ 19 h 40"/>
                  <a:gd name="T78" fmla="*/ 34 w 43"/>
                  <a:gd name="T79" fmla="*/ 13 h 40"/>
                  <a:gd name="T80" fmla="*/ 35 w 43"/>
                  <a:gd name="T81" fmla="*/ 16 h 40"/>
                  <a:gd name="T82" fmla="*/ 36 w 43"/>
                  <a:gd name="T83" fmla="*/ 9 h 40"/>
                  <a:gd name="T84" fmla="*/ 37 w 43"/>
                  <a:gd name="T85" fmla="*/ 12 h 40"/>
                  <a:gd name="T86" fmla="*/ 38 w 43"/>
                  <a:gd name="T87" fmla="*/ 8 h 40"/>
                  <a:gd name="T88" fmla="*/ 38 w 43"/>
                  <a:gd name="T89" fmla="*/ 10 h 40"/>
                  <a:gd name="T90" fmla="*/ 39 w 43"/>
                  <a:gd name="T91" fmla="*/ 7 h 40"/>
                  <a:gd name="T92" fmla="*/ 40 w 43"/>
                  <a:gd name="T93" fmla="*/ 9 h 40"/>
                  <a:gd name="T94" fmla="*/ 41 w 43"/>
                  <a:gd name="T95" fmla="*/ 5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43" h="40">
                    <a:moveTo>
                      <a:pt x="0" y="16"/>
                    </a:moveTo>
                    <a:cubicBezTo>
                      <a:pt x="3" y="21"/>
                      <a:pt x="9" y="27"/>
                      <a:pt x="13" y="32"/>
                    </a:cubicBezTo>
                    <a:cubicBezTo>
                      <a:pt x="15" y="35"/>
                      <a:pt x="16" y="38"/>
                      <a:pt x="19" y="40"/>
                    </a:cubicBezTo>
                    <a:cubicBezTo>
                      <a:pt x="28" y="27"/>
                      <a:pt x="37" y="14"/>
                      <a:pt x="43" y="0"/>
                    </a:cubicBezTo>
                    <a:cubicBezTo>
                      <a:pt x="35" y="9"/>
                      <a:pt x="27" y="20"/>
                      <a:pt x="19" y="29"/>
                    </a:cubicBezTo>
                    <a:cubicBezTo>
                      <a:pt x="18" y="25"/>
                      <a:pt x="16" y="15"/>
                      <a:pt x="13" y="13"/>
                    </a:cubicBezTo>
                    <a:cubicBezTo>
                      <a:pt x="10" y="10"/>
                      <a:pt x="5" y="15"/>
                      <a:pt x="1" y="17"/>
                    </a:cubicBezTo>
                    <a:cubicBezTo>
                      <a:pt x="5" y="17"/>
                      <a:pt x="8" y="15"/>
                      <a:pt x="11" y="13"/>
                    </a:cubicBezTo>
                    <a:cubicBezTo>
                      <a:pt x="8" y="14"/>
                      <a:pt x="4" y="17"/>
                      <a:pt x="2" y="20"/>
                    </a:cubicBezTo>
                    <a:cubicBezTo>
                      <a:pt x="6" y="19"/>
                      <a:pt x="9" y="17"/>
                      <a:pt x="12" y="15"/>
                    </a:cubicBezTo>
                    <a:cubicBezTo>
                      <a:pt x="9" y="16"/>
                      <a:pt x="7" y="20"/>
                      <a:pt x="4" y="22"/>
                    </a:cubicBezTo>
                    <a:cubicBezTo>
                      <a:pt x="7" y="23"/>
                      <a:pt x="11" y="19"/>
                      <a:pt x="14" y="18"/>
                    </a:cubicBezTo>
                    <a:cubicBezTo>
                      <a:pt x="12" y="19"/>
                      <a:pt x="8" y="22"/>
                      <a:pt x="7" y="25"/>
                    </a:cubicBezTo>
                    <a:cubicBezTo>
                      <a:pt x="10" y="24"/>
                      <a:pt x="13" y="22"/>
                      <a:pt x="15" y="20"/>
                    </a:cubicBezTo>
                    <a:cubicBezTo>
                      <a:pt x="13" y="22"/>
                      <a:pt x="10" y="25"/>
                      <a:pt x="8" y="28"/>
                    </a:cubicBezTo>
                    <a:cubicBezTo>
                      <a:pt x="11" y="27"/>
                      <a:pt x="13" y="25"/>
                      <a:pt x="15" y="24"/>
                    </a:cubicBezTo>
                    <a:cubicBezTo>
                      <a:pt x="13" y="25"/>
                      <a:pt x="12" y="28"/>
                      <a:pt x="11" y="30"/>
                    </a:cubicBezTo>
                    <a:cubicBezTo>
                      <a:pt x="13" y="28"/>
                      <a:pt x="14" y="27"/>
                      <a:pt x="16" y="25"/>
                    </a:cubicBezTo>
                    <a:cubicBezTo>
                      <a:pt x="14" y="27"/>
                      <a:pt x="12" y="29"/>
                      <a:pt x="12" y="31"/>
                    </a:cubicBezTo>
                    <a:cubicBezTo>
                      <a:pt x="14" y="31"/>
                      <a:pt x="16" y="29"/>
                      <a:pt x="17" y="28"/>
                    </a:cubicBezTo>
                    <a:cubicBezTo>
                      <a:pt x="15" y="29"/>
                      <a:pt x="14" y="31"/>
                      <a:pt x="14" y="33"/>
                    </a:cubicBezTo>
                    <a:cubicBezTo>
                      <a:pt x="16" y="33"/>
                      <a:pt x="18" y="31"/>
                      <a:pt x="19" y="29"/>
                    </a:cubicBezTo>
                    <a:cubicBezTo>
                      <a:pt x="17" y="31"/>
                      <a:pt x="16" y="34"/>
                      <a:pt x="17" y="36"/>
                    </a:cubicBezTo>
                    <a:cubicBezTo>
                      <a:pt x="19" y="36"/>
                      <a:pt x="19" y="33"/>
                      <a:pt x="19" y="31"/>
                    </a:cubicBezTo>
                    <a:cubicBezTo>
                      <a:pt x="18" y="33"/>
                      <a:pt x="18" y="35"/>
                      <a:pt x="19" y="38"/>
                    </a:cubicBezTo>
                    <a:cubicBezTo>
                      <a:pt x="20" y="35"/>
                      <a:pt x="20" y="31"/>
                      <a:pt x="20" y="28"/>
                    </a:cubicBezTo>
                    <a:cubicBezTo>
                      <a:pt x="20" y="30"/>
                      <a:pt x="20" y="33"/>
                      <a:pt x="21" y="36"/>
                    </a:cubicBezTo>
                    <a:cubicBezTo>
                      <a:pt x="22" y="33"/>
                      <a:pt x="21" y="29"/>
                      <a:pt x="21" y="26"/>
                    </a:cubicBezTo>
                    <a:cubicBezTo>
                      <a:pt x="22" y="27"/>
                      <a:pt x="22" y="29"/>
                      <a:pt x="23" y="31"/>
                    </a:cubicBezTo>
                    <a:cubicBezTo>
                      <a:pt x="24" y="29"/>
                      <a:pt x="23" y="26"/>
                      <a:pt x="23" y="24"/>
                    </a:cubicBezTo>
                    <a:cubicBezTo>
                      <a:pt x="24" y="26"/>
                      <a:pt x="24" y="28"/>
                      <a:pt x="25" y="29"/>
                    </a:cubicBezTo>
                    <a:cubicBezTo>
                      <a:pt x="25" y="27"/>
                      <a:pt x="25" y="24"/>
                      <a:pt x="26" y="21"/>
                    </a:cubicBezTo>
                    <a:cubicBezTo>
                      <a:pt x="26" y="23"/>
                      <a:pt x="26" y="25"/>
                      <a:pt x="27" y="27"/>
                    </a:cubicBezTo>
                    <a:cubicBezTo>
                      <a:pt x="28" y="25"/>
                      <a:pt x="27" y="23"/>
                      <a:pt x="28" y="21"/>
                    </a:cubicBezTo>
                    <a:cubicBezTo>
                      <a:pt x="28" y="22"/>
                      <a:pt x="28" y="23"/>
                      <a:pt x="29" y="24"/>
                    </a:cubicBezTo>
                    <a:cubicBezTo>
                      <a:pt x="29" y="22"/>
                      <a:pt x="29" y="21"/>
                      <a:pt x="29" y="19"/>
                    </a:cubicBezTo>
                    <a:cubicBezTo>
                      <a:pt x="29" y="20"/>
                      <a:pt x="30" y="21"/>
                      <a:pt x="31" y="22"/>
                    </a:cubicBezTo>
                    <a:cubicBezTo>
                      <a:pt x="32" y="20"/>
                      <a:pt x="31" y="17"/>
                      <a:pt x="32" y="15"/>
                    </a:cubicBezTo>
                    <a:cubicBezTo>
                      <a:pt x="32" y="16"/>
                      <a:pt x="33" y="18"/>
                      <a:pt x="33" y="19"/>
                    </a:cubicBezTo>
                    <a:cubicBezTo>
                      <a:pt x="34" y="17"/>
                      <a:pt x="34" y="15"/>
                      <a:pt x="34" y="13"/>
                    </a:cubicBezTo>
                    <a:cubicBezTo>
                      <a:pt x="35" y="14"/>
                      <a:pt x="35" y="15"/>
                      <a:pt x="35" y="16"/>
                    </a:cubicBezTo>
                    <a:cubicBezTo>
                      <a:pt x="36" y="14"/>
                      <a:pt x="36" y="11"/>
                      <a:pt x="36" y="9"/>
                    </a:cubicBezTo>
                    <a:cubicBezTo>
                      <a:pt x="36" y="10"/>
                      <a:pt x="37" y="12"/>
                      <a:pt x="37" y="12"/>
                    </a:cubicBezTo>
                    <a:cubicBezTo>
                      <a:pt x="37" y="11"/>
                      <a:pt x="37" y="9"/>
                      <a:pt x="38" y="8"/>
                    </a:cubicBezTo>
                    <a:cubicBezTo>
                      <a:pt x="38" y="8"/>
                      <a:pt x="38" y="9"/>
                      <a:pt x="38" y="10"/>
                    </a:cubicBezTo>
                    <a:cubicBezTo>
                      <a:pt x="39" y="9"/>
                      <a:pt x="39" y="8"/>
                      <a:pt x="39" y="7"/>
                    </a:cubicBezTo>
                    <a:cubicBezTo>
                      <a:pt x="40" y="8"/>
                      <a:pt x="40" y="8"/>
                      <a:pt x="40" y="9"/>
                    </a:cubicBezTo>
                    <a:cubicBezTo>
                      <a:pt x="40" y="7"/>
                      <a:pt x="41" y="6"/>
                      <a:pt x="41" y="5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0" name="Freeform 8"/>
              <p:cNvSpPr/>
              <p:nvPr>
                <p:custDataLst>
                  <p:tags r:id="rId18"/>
                </p:custDataLst>
              </p:nvPr>
            </p:nvSpPr>
            <p:spPr bwMode="auto">
              <a:xfrm>
                <a:off x="7338766" y="1546170"/>
                <a:ext cx="789659" cy="978406"/>
              </a:xfrm>
              <a:custGeom>
                <a:avLst/>
                <a:gdLst>
                  <a:gd name="T0" fmla="*/ 1 w 16"/>
                  <a:gd name="T1" fmla="*/ 4 h 20"/>
                  <a:gd name="T2" fmla="*/ 8 w 16"/>
                  <a:gd name="T3" fmla="*/ 0 h 20"/>
                  <a:gd name="T4" fmla="*/ 0 w 16"/>
                  <a:gd name="T5" fmla="*/ 8 h 20"/>
                  <a:gd name="T6" fmla="*/ 9 w 16"/>
                  <a:gd name="T7" fmla="*/ 1 h 20"/>
                  <a:gd name="T8" fmla="*/ 3 w 16"/>
                  <a:gd name="T9" fmla="*/ 8 h 20"/>
                  <a:gd name="T10" fmla="*/ 10 w 16"/>
                  <a:gd name="T11" fmla="*/ 1 h 20"/>
                  <a:gd name="T12" fmla="*/ 5 w 16"/>
                  <a:gd name="T13" fmla="*/ 8 h 20"/>
                  <a:gd name="T14" fmla="*/ 10 w 16"/>
                  <a:gd name="T15" fmla="*/ 3 h 20"/>
                  <a:gd name="T16" fmla="*/ 5 w 16"/>
                  <a:gd name="T17" fmla="*/ 8 h 20"/>
                  <a:gd name="T18" fmla="*/ 11 w 16"/>
                  <a:gd name="T19" fmla="*/ 2 h 20"/>
                  <a:gd name="T20" fmla="*/ 6 w 16"/>
                  <a:gd name="T21" fmla="*/ 9 h 20"/>
                  <a:gd name="T22" fmla="*/ 11 w 16"/>
                  <a:gd name="T23" fmla="*/ 4 h 20"/>
                  <a:gd name="T24" fmla="*/ 7 w 16"/>
                  <a:gd name="T25" fmla="*/ 11 h 20"/>
                  <a:gd name="T26" fmla="*/ 12 w 16"/>
                  <a:gd name="T27" fmla="*/ 6 h 20"/>
                  <a:gd name="T28" fmla="*/ 9 w 16"/>
                  <a:gd name="T29" fmla="*/ 11 h 20"/>
                  <a:gd name="T30" fmla="*/ 12 w 16"/>
                  <a:gd name="T31" fmla="*/ 7 h 20"/>
                  <a:gd name="T32" fmla="*/ 10 w 16"/>
                  <a:gd name="T33" fmla="*/ 12 h 20"/>
                  <a:gd name="T34" fmla="*/ 10 w 16"/>
                  <a:gd name="T35" fmla="*/ 5 h 20"/>
                  <a:gd name="T36" fmla="*/ 15 w 16"/>
                  <a:gd name="T37" fmla="*/ 15 h 20"/>
                  <a:gd name="T38" fmla="*/ 11 w 16"/>
                  <a:gd name="T39" fmla="*/ 2 h 20"/>
                  <a:gd name="T40" fmla="*/ 16 w 16"/>
                  <a:gd name="T41" fmla="*/ 15 h 20"/>
                  <a:gd name="T42" fmla="*/ 9 w 16"/>
                  <a:gd name="T43" fmla="*/ 3 h 20"/>
                  <a:gd name="T44" fmla="*/ 12 w 16"/>
                  <a:gd name="T45" fmla="*/ 11 h 20"/>
                  <a:gd name="T46" fmla="*/ 15 w 16"/>
                  <a:gd name="T47" fmla="*/ 18 h 20"/>
                  <a:gd name="T48" fmla="*/ 7 w 16"/>
                  <a:gd name="T49" fmla="*/ 6 h 20"/>
                  <a:gd name="T50" fmla="*/ 14 w 16"/>
                  <a:gd name="T51" fmla="*/ 20 h 20"/>
                  <a:gd name="T52" fmla="*/ 6 w 16"/>
                  <a:gd name="T53" fmla="*/ 9 h 20"/>
                  <a:gd name="T54" fmla="*/ 11 w 16"/>
                  <a:gd name="T55" fmla="*/ 16 h 20"/>
                  <a:gd name="T56" fmla="*/ 15 w 16"/>
                  <a:gd name="T57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6" h="20">
                    <a:moveTo>
                      <a:pt x="1" y="4"/>
                    </a:moveTo>
                    <a:cubicBezTo>
                      <a:pt x="3" y="3"/>
                      <a:pt x="6" y="2"/>
                      <a:pt x="8" y="0"/>
                    </a:cubicBezTo>
                    <a:cubicBezTo>
                      <a:pt x="5" y="2"/>
                      <a:pt x="3" y="5"/>
                      <a:pt x="0" y="8"/>
                    </a:cubicBezTo>
                    <a:cubicBezTo>
                      <a:pt x="3" y="6"/>
                      <a:pt x="6" y="3"/>
                      <a:pt x="9" y="1"/>
                    </a:cubicBezTo>
                    <a:cubicBezTo>
                      <a:pt x="7" y="3"/>
                      <a:pt x="5" y="5"/>
                      <a:pt x="3" y="8"/>
                    </a:cubicBezTo>
                    <a:cubicBezTo>
                      <a:pt x="5" y="5"/>
                      <a:pt x="8" y="3"/>
                      <a:pt x="10" y="1"/>
                    </a:cubicBezTo>
                    <a:cubicBezTo>
                      <a:pt x="9" y="2"/>
                      <a:pt x="6" y="6"/>
                      <a:pt x="5" y="8"/>
                    </a:cubicBezTo>
                    <a:cubicBezTo>
                      <a:pt x="7" y="6"/>
                      <a:pt x="9" y="4"/>
                      <a:pt x="10" y="3"/>
                    </a:cubicBezTo>
                    <a:cubicBezTo>
                      <a:pt x="8" y="4"/>
                      <a:pt x="7" y="7"/>
                      <a:pt x="5" y="8"/>
                    </a:cubicBezTo>
                    <a:cubicBezTo>
                      <a:pt x="7" y="6"/>
                      <a:pt x="9" y="4"/>
                      <a:pt x="11" y="2"/>
                    </a:cubicBezTo>
                    <a:cubicBezTo>
                      <a:pt x="9" y="4"/>
                      <a:pt x="7" y="7"/>
                      <a:pt x="6" y="9"/>
                    </a:cubicBezTo>
                    <a:cubicBezTo>
                      <a:pt x="8" y="8"/>
                      <a:pt x="9" y="5"/>
                      <a:pt x="11" y="4"/>
                    </a:cubicBezTo>
                    <a:cubicBezTo>
                      <a:pt x="10" y="7"/>
                      <a:pt x="7" y="9"/>
                      <a:pt x="7" y="11"/>
                    </a:cubicBezTo>
                    <a:cubicBezTo>
                      <a:pt x="9" y="10"/>
                      <a:pt x="10" y="7"/>
                      <a:pt x="12" y="6"/>
                    </a:cubicBezTo>
                    <a:cubicBezTo>
                      <a:pt x="11" y="8"/>
                      <a:pt x="9" y="9"/>
                      <a:pt x="9" y="11"/>
                    </a:cubicBezTo>
                    <a:cubicBezTo>
                      <a:pt x="10" y="10"/>
                      <a:pt x="11" y="8"/>
                      <a:pt x="12" y="7"/>
                    </a:cubicBezTo>
                    <a:cubicBezTo>
                      <a:pt x="12" y="9"/>
                      <a:pt x="10" y="10"/>
                      <a:pt x="10" y="12"/>
                    </a:cubicBezTo>
                    <a:cubicBezTo>
                      <a:pt x="11" y="11"/>
                      <a:pt x="12" y="7"/>
                      <a:pt x="10" y="5"/>
                    </a:cubicBezTo>
                    <a:cubicBezTo>
                      <a:pt x="11" y="8"/>
                      <a:pt x="12" y="14"/>
                      <a:pt x="15" y="15"/>
                    </a:cubicBezTo>
                    <a:cubicBezTo>
                      <a:pt x="15" y="11"/>
                      <a:pt x="12" y="7"/>
                      <a:pt x="11" y="2"/>
                    </a:cubicBezTo>
                    <a:cubicBezTo>
                      <a:pt x="12" y="6"/>
                      <a:pt x="14" y="11"/>
                      <a:pt x="16" y="15"/>
                    </a:cubicBezTo>
                    <a:cubicBezTo>
                      <a:pt x="14" y="11"/>
                      <a:pt x="12" y="6"/>
                      <a:pt x="9" y="3"/>
                    </a:cubicBezTo>
                    <a:cubicBezTo>
                      <a:pt x="9" y="6"/>
                      <a:pt x="11" y="9"/>
                      <a:pt x="12" y="11"/>
                    </a:cubicBezTo>
                    <a:cubicBezTo>
                      <a:pt x="13" y="13"/>
                      <a:pt x="14" y="16"/>
                      <a:pt x="15" y="18"/>
                    </a:cubicBezTo>
                    <a:cubicBezTo>
                      <a:pt x="12" y="14"/>
                      <a:pt x="10" y="10"/>
                      <a:pt x="7" y="6"/>
                    </a:cubicBezTo>
                    <a:cubicBezTo>
                      <a:pt x="9" y="10"/>
                      <a:pt x="12" y="15"/>
                      <a:pt x="14" y="20"/>
                    </a:cubicBezTo>
                    <a:cubicBezTo>
                      <a:pt x="11" y="16"/>
                      <a:pt x="8" y="13"/>
                      <a:pt x="6" y="9"/>
                    </a:cubicBezTo>
                    <a:cubicBezTo>
                      <a:pt x="8" y="11"/>
                      <a:pt x="9" y="14"/>
                      <a:pt x="11" y="16"/>
                    </a:cubicBezTo>
                    <a:cubicBezTo>
                      <a:pt x="12" y="17"/>
                      <a:pt x="13" y="20"/>
                      <a:pt x="15" y="20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1" name="Freeform 9"/>
              <p:cNvSpPr/>
              <p:nvPr>
                <p:custDataLst>
                  <p:tags r:id="rId19"/>
                </p:custDataLst>
              </p:nvPr>
            </p:nvSpPr>
            <p:spPr bwMode="auto">
              <a:xfrm>
                <a:off x="8078348" y="1499947"/>
                <a:ext cx="835883" cy="1267306"/>
              </a:xfrm>
              <a:custGeom>
                <a:avLst/>
                <a:gdLst>
                  <a:gd name="T0" fmla="*/ 0 w 17"/>
                  <a:gd name="T1" fmla="*/ 21 h 26"/>
                  <a:gd name="T2" fmla="*/ 0 w 17"/>
                  <a:gd name="T3" fmla="*/ 21 h 26"/>
                  <a:gd name="T4" fmla="*/ 8 w 17"/>
                  <a:gd name="T5" fmla="*/ 11 h 26"/>
                  <a:gd name="T6" fmla="*/ 16 w 17"/>
                  <a:gd name="T7" fmla="*/ 0 h 26"/>
                  <a:gd name="T8" fmla="*/ 10 w 17"/>
                  <a:gd name="T9" fmla="*/ 8 h 26"/>
                  <a:gd name="T10" fmla="*/ 1 w 17"/>
                  <a:gd name="T11" fmla="*/ 24 h 26"/>
                  <a:gd name="T12" fmla="*/ 6 w 17"/>
                  <a:gd name="T13" fmla="*/ 16 h 26"/>
                  <a:gd name="T14" fmla="*/ 14 w 17"/>
                  <a:gd name="T15" fmla="*/ 5 h 26"/>
                  <a:gd name="T16" fmla="*/ 8 w 17"/>
                  <a:gd name="T17" fmla="*/ 13 h 26"/>
                  <a:gd name="T18" fmla="*/ 1 w 17"/>
                  <a:gd name="T19" fmla="*/ 26 h 26"/>
                  <a:gd name="T20" fmla="*/ 7 w 17"/>
                  <a:gd name="T21" fmla="*/ 16 h 26"/>
                  <a:gd name="T22" fmla="*/ 16 w 17"/>
                  <a:gd name="T23" fmla="*/ 3 h 26"/>
                  <a:gd name="T24" fmla="*/ 4 w 17"/>
                  <a:gd name="T25" fmla="*/ 22 h 26"/>
                  <a:gd name="T26" fmla="*/ 17 w 17"/>
                  <a:gd name="T27" fmla="*/ 2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" h="26">
                    <a:moveTo>
                      <a:pt x="0" y="21"/>
                    </a:moveTo>
                    <a:cubicBezTo>
                      <a:pt x="0" y="22"/>
                      <a:pt x="0" y="22"/>
                      <a:pt x="0" y="21"/>
                    </a:cubicBezTo>
                    <a:cubicBezTo>
                      <a:pt x="3" y="18"/>
                      <a:pt x="5" y="14"/>
                      <a:pt x="8" y="11"/>
                    </a:cubicBezTo>
                    <a:cubicBezTo>
                      <a:pt x="10" y="7"/>
                      <a:pt x="14" y="4"/>
                      <a:pt x="16" y="0"/>
                    </a:cubicBezTo>
                    <a:cubicBezTo>
                      <a:pt x="13" y="2"/>
                      <a:pt x="11" y="5"/>
                      <a:pt x="10" y="8"/>
                    </a:cubicBezTo>
                    <a:cubicBezTo>
                      <a:pt x="7" y="12"/>
                      <a:pt x="3" y="18"/>
                      <a:pt x="1" y="24"/>
                    </a:cubicBezTo>
                    <a:cubicBezTo>
                      <a:pt x="3" y="22"/>
                      <a:pt x="5" y="18"/>
                      <a:pt x="6" y="16"/>
                    </a:cubicBezTo>
                    <a:cubicBezTo>
                      <a:pt x="8" y="12"/>
                      <a:pt x="11" y="8"/>
                      <a:pt x="14" y="5"/>
                    </a:cubicBezTo>
                    <a:cubicBezTo>
                      <a:pt x="11" y="7"/>
                      <a:pt x="9" y="10"/>
                      <a:pt x="8" y="13"/>
                    </a:cubicBezTo>
                    <a:cubicBezTo>
                      <a:pt x="5" y="17"/>
                      <a:pt x="2" y="22"/>
                      <a:pt x="1" y="26"/>
                    </a:cubicBezTo>
                    <a:cubicBezTo>
                      <a:pt x="3" y="23"/>
                      <a:pt x="5" y="20"/>
                      <a:pt x="7" y="16"/>
                    </a:cubicBezTo>
                    <a:cubicBezTo>
                      <a:pt x="10" y="12"/>
                      <a:pt x="13" y="8"/>
                      <a:pt x="16" y="3"/>
                    </a:cubicBezTo>
                    <a:cubicBezTo>
                      <a:pt x="11" y="9"/>
                      <a:pt x="9" y="16"/>
                      <a:pt x="4" y="22"/>
                    </a:cubicBezTo>
                    <a:cubicBezTo>
                      <a:pt x="7" y="14"/>
                      <a:pt x="12" y="8"/>
                      <a:pt x="17" y="2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2" name="Freeform 10"/>
              <p:cNvSpPr/>
              <p:nvPr>
                <p:custDataLst>
                  <p:tags r:id="rId20"/>
                </p:custDataLst>
              </p:nvPr>
            </p:nvSpPr>
            <p:spPr bwMode="auto">
              <a:xfrm>
                <a:off x="8224723" y="1107044"/>
                <a:ext cx="986110" cy="1317381"/>
              </a:xfrm>
              <a:custGeom>
                <a:avLst/>
                <a:gdLst>
                  <a:gd name="T0" fmla="*/ 0 w 20"/>
                  <a:gd name="T1" fmla="*/ 27 h 27"/>
                  <a:gd name="T2" fmla="*/ 11 w 20"/>
                  <a:gd name="T3" fmla="*/ 11 h 27"/>
                  <a:gd name="T4" fmla="*/ 20 w 20"/>
                  <a:gd name="T5" fmla="*/ 0 h 27"/>
                  <a:gd name="T6" fmla="*/ 12 w 20"/>
                  <a:gd name="T7" fmla="*/ 10 h 27"/>
                  <a:gd name="T8" fmla="*/ 12 w 20"/>
                  <a:gd name="T9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27">
                    <a:moveTo>
                      <a:pt x="0" y="27"/>
                    </a:moveTo>
                    <a:cubicBezTo>
                      <a:pt x="4" y="22"/>
                      <a:pt x="7" y="16"/>
                      <a:pt x="11" y="11"/>
                    </a:cubicBezTo>
                    <a:cubicBezTo>
                      <a:pt x="14" y="7"/>
                      <a:pt x="18" y="4"/>
                      <a:pt x="20" y="0"/>
                    </a:cubicBezTo>
                    <a:cubicBezTo>
                      <a:pt x="17" y="1"/>
                      <a:pt x="13" y="7"/>
                      <a:pt x="12" y="10"/>
                    </a:cubicBezTo>
                    <a:cubicBezTo>
                      <a:pt x="11" y="10"/>
                      <a:pt x="11" y="10"/>
                      <a:pt x="12" y="9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3" name="Freeform 11"/>
              <p:cNvSpPr/>
              <p:nvPr>
                <p:custDataLst>
                  <p:tags r:id="rId21"/>
                </p:custDataLst>
              </p:nvPr>
            </p:nvSpPr>
            <p:spPr bwMode="auto">
              <a:xfrm>
                <a:off x="7731669" y="1546170"/>
                <a:ext cx="100152" cy="50077"/>
              </a:xfrm>
              <a:custGeom>
                <a:avLst/>
                <a:gdLst>
                  <a:gd name="T0" fmla="*/ 0 w 2"/>
                  <a:gd name="T1" fmla="*/ 1 h 1"/>
                  <a:gd name="T2" fmla="*/ 2 w 2"/>
                  <a:gd name="T3" fmla="*/ 1 h 1"/>
                  <a:gd name="T4" fmla="*/ 1 w 2"/>
                  <a:gd name="T5" fmla="*/ 0 h 1"/>
                  <a:gd name="T6" fmla="*/ 2 w 2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1" y="1"/>
                      <a:pt x="1" y="1"/>
                      <a:pt x="2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1"/>
                      <a:pt x="2" y="1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4" name="Freeform 12"/>
              <p:cNvSpPr/>
              <p:nvPr>
                <p:custDataLst>
                  <p:tags r:id="rId22"/>
                </p:custDataLst>
              </p:nvPr>
            </p:nvSpPr>
            <p:spPr bwMode="auto">
              <a:xfrm>
                <a:off x="7192390" y="1399795"/>
                <a:ext cx="589356" cy="342828"/>
              </a:xfrm>
              <a:custGeom>
                <a:avLst/>
                <a:gdLst>
                  <a:gd name="T0" fmla="*/ 0 w 12"/>
                  <a:gd name="T1" fmla="*/ 6 h 7"/>
                  <a:gd name="T2" fmla="*/ 5 w 12"/>
                  <a:gd name="T3" fmla="*/ 3 h 7"/>
                  <a:gd name="T4" fmla="*/ 10 w 12"/>
                  <a:gd name="T5" fmla="*/ 1 h 7"/>
                  <a:gd name="T6" fmla="*/ 1 w 12"/>
                  <a:gd name="T7" fmla="*/ 6 h 7"/>
                  <a:gd name="T8" fmla="*/ 6 w 12"/>
                  <a:gd name="T9" fmla="*/ 3 h 7"/>
                  <a:gd name="T10" fmla="*/ 11 w 12"/>
                  <a:gd name="T11" fmla="*/ 0 h 7"/>
                  <a:gd name="T12" fmla="*/ 1 w 12"/>
                  <a:gd name="T13" fmla="*/ 6 h 7"/>
                  <a:gd name="T14" fmla="*/ 11 w 12"/>
                  <a:gd name="T15" fmla="*/ 0 h 7"/>
                  <a:gd name="T16" fmla="*/ 11 w 12"/>
                  <a:gd name="T17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" h="7">
                    <a:moveTo>
                      <a:pt x="0" y="6"/>
                    </a:moveTo>
                    <a:cubicBezTo>
                      <a:pt x="1" y="7"/>
                      <a:pt x="4" y="4"/>
                      <a:pt x="5" y="3"/>
                    </a:cubicBezTo>
                    <a:cubicBezTo>
                      <a:pt x="7" y="3"/>
                      <a:pt x="9" y="2"/>
                      <a:pt x="10" y="1"/>
                    </a:cubicBezTo>
                    <a:cubicBezTo>
                      <a:pt x="7" y="2"/>
                      <a:pt x="4" y="5"/>
                      <a:pt x="1" y="6"/>
                    </a:cubicBezTo>
                    <a:cubicBezTo>
                      <a:pt x="2" y="5"/>
                      <a:pt x="4" y="4"/>
                      <a:pt x="6" y="3"/>
                    </a:cubicBezTo>
                    <a:cubicBezTo>
                      <a:pt x="7" y="2"/>
                      <a:pt x="9" y="1"/>
                      <a:pt x="11" y="0"/>
                    </a:cubicBezTo>
                    <a:cubicBezTo>
                      <a:pt x="7" y="1"/>
                      <a:pt x="4" y="4"/>
                      <a:pt x="1" y="6"/>
                    </a:cubicBezTo>
                    <a:cubicBezTo>
                      <a:pt x="4" y="3"/>
                      <a:pt x="8" y="1"/>
                      <a:pt x="11" y="0"/>
                    </a:cubicBezTo>
                    <a:cubicBezTo>
                      <a:pt x="12" y="0"/>
                      <a:pt x="11" y="0"/>
                      <a:pt x="11" y="0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5" name="Freeform 13"/>
              <p:cNvSpPr/>
              <p:nvPr>
                <p:custDataLst>
                  <p:tags r:id="rId23"/>
                </p:custDataLst>
              </p:nvPr>
            </p:nvSpPr>
            <p:spPr bwMode="auto">
              <a:xfrm>
                <a:off x="7685445" y="1353571"/>
                <a:ext cx="589356" cy="1024629"/>
              </a:xfrm>
              <a:custGeom>
                <a:avLst/>
                <a:gdLst>
                  <a:gd name="T0" fmla="*/ 0 w 12"/>
                  <a:gd name="T1" fmla="*/ 1 h 21"/>
                  <a:gd name="T2" fmla="*/ 2 w 12"/>
                  <a:gd name="T3" fmla="*/ 3 h 21"/>
                  <a:gd name="T4" fmla="*/ 1 w 12"/>
                  <a:gd name="T5" fmla="*/ 1 h 21"/>
                  <a:gd name="T6" fmla="*/ 2 w 12"/>
                  <a:gd name="T7" fmla="*/ 3 h 21"/>
                  <a:gd name="T8" fmla="*/ 2 w 12"/>
                  <a:gd name="T9" fmla="*/ 0 h 21"/>
                  <a:gd name="T10" fmla="*/ 3 w 12"/>
                  <a:gd name="T11" fmla="*/ 3 h 21"/>
                  <a:gd name="T12" fmla="*/ 2 w 12"/>
                  <a:gd name="T13" fmla="*/ 1 h 21"/>
                  <a:gd name="T14" fmla="*/ 4 w 12"/>
                  <a:gd name="T15" fmla="*/ 3 h 21"/>
                  <a:gd name="T16" fmla="*/ 2 w 12"/>
                  <a:gd name="T17" fmla="*/ 0 h 21"/>
                  <a:gd name="T18" fmla="*/ 5 w 12"/>
                  <a:gd name="T19" fmla="*/ 6 h 21"/>
                  <a:gd name="T20" fmla="*/ 3 w 12"/>
                  <a:gd name="T21" fmla="*/ 2 h 21"/>
                  <a:gd name="T22" fmla="*/ 6 w 12"/>
                  <a:gd name="T23" fmla="*/ 8 h 21"/>
                  <a:gd name="T24" fmla="*/ 1 w 12"/>
                  <a:gd name="T25" fmla="*/ 0 h 21"/>
                  <a:gd name="T26" fmla="*/ 12 w 12"/>
                  <a:gd name="T27" fmla="*/ 21 h 21"/>
                  <a:gd name="T28" fmla="*/ 7 w 12"/>
                  <a:gd name="T29" fmla="*/ 13 h 21"/>
                  <a:gd name="T30" fmla="*/ 4 w 12"/>
                  <a:gd name="T31" fmla="*/ 7 h 21"/>
                  <a:gd name="T32" fmla="*/ 7 w 12"/>
                  <a:gd name="T33" fmla="*/ 11 h 21"/>
                  <a:gd name="T34" fmla="*/ 11 w 12"/>
                  <a:gd name="T35" fmla="*/ 19 h 21"/>
                  <a:gd name="T36" fmla="*/ 7 w 12"/>
                  <a:gd name="T37" fmla="*/ 11 h 21"/>
                  <a:gd name="T38" fmla="*/ 1 w 12"/>
                  <a:gd name="T39" fmla="*/ 1 h 21"/>
                  <a:gd name="T40" fmla="*/ 7 w 12"/>
                  <a:gd name="T41" fmla="*/ 10 h 21"/>
                  <a:gd name="T42" fmla="*/ 11 w 12"/>
                  <a:gd name="T43" fmla="*/ 17 h 21"/>
                  <a:gd name="T44" fmla="*/ 12 w 12"/>
                  <a:gd name="T45" fmla="*/ 20 h 21"/>
                  <a:gd name="T46" fmla="*/ 6 w 12"/>
                  <a:gd name="T47" fmla="*/ 11 h 21"/>
                  <a:gd name="T48" fmla="*/ 11 w 12"/>
                  <a:gd name="T49" fmla="*/ 19 h 21"/>
                  <a:gd name="T50" fmla="*/ 7 w 12"/>
                  <a:gd name="T51" fmla="*/ 14 h 21"/>
                  <a:gd name="T52" fmla="*/ 9 w 12"/>
                  <a:gd name="T53" fmla="*/ 19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" h="21">
                    <a:moveTo>
                      <a:pt x="0" y="1"/>
                    </a:moveTo>
                    <a:cubicBezTo>
                      <a:pt x="1" y="2"/>
                      <a:pt x="1" y="2"/>
                      <a:pt x="2" y="3"/>
                    </a:cubicBezTo>
                    <a:cubicBezTo>
                      <a:pt x="2" y="2"/>
                      <a:pt x="1" y="2"/>
                      <a:pt x="1" y="1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2"/>
                      <a:pt x="2" y="1"/>
                      <a:pt x="2" y="0"/>
                    </a:cubicBezTo>
                    <a:cubicBezTo>
                      <a:pt x="2" y="1"/>
                      <a:pt x="3" y="2"/>
                      <a:pt x="3" y="3"/>
                    </a:cubicBezTo>
                    <a:cubicBezTo>
                      <a:pt x="3" y="2"/>
                      <a:pt x="3" y="1"/>
                      <a:pt x="2" y="1"/>
                    </a:cubicBezTo>
                    <a:cubicBezTo>
                      <a:pt x="3" y="2"/>
                      <a:pt x="3" y="3"/>
                      <a:pt x="4" y="3"/>
                    </a:cubicBezTo>
                    <a:cubicBezTo>
                      <a:pt x="3" y="2"/>
                      <a:pt x="2" y="1"/>
                      <a:pt x="2" y="0"/>
                    </a:cubicBezTo>
                    <a:cubicBezTo>
                      <a:pt x="3" y="1"/>
                      <a:pt x="5" y="4"/>
                      <a:pt x="5" y="6"/>
                    </a:cubicBezTo>
                    <a:cubicBezTo>
                      <a:pt x="4" y="5"/>
                      <a:pt x="3" y="3"/>
                      <a:pt x="3" y="2"/>
                    </a:cubicBezTo>
                    <a:cubicBezTo>
                      <a:pt x="4" y="4"/>
                      <a:pt x="5" y="6"/>
                      <a:pt x="6" y="8"/>
                    </a:cubicBezTo>
                    <a:cubicBezTo>
                      <a:pt x="5" y="5"/>
                      <a:pt x="3" y="2"/>
                      <a:pt x="1" y="0"/>
                    </a:cubicBezTo>
                    <a:cubicBezTo>
                      <a:pt x="7" y="4"/>
                      <a:pt x="7" y="15"/>
                      <a:pt x="12" y="21"/>
                    </a:cubicBezTo>
                    <a:cubicBezTo>
                      <a:pt x="11" y="18"/>
                      <a:pt x="8" y="15"/>
                      <a:pt x="7" y="13"/>
                    </a:cubicBezTo>
                    <a:cubicBezTo>
                      <a:pt x="6" y="11"/>
                      <a:pt x="5" y="9"/>
                      <a:pt x="4" y="7"/>
                    </a:cubicBezTo>
                    <a:cubicBezTo>
                      <a:pt x="5" y="8"/>
                      <a:pt x="6" y="10"/>
                      <a:pt x="7" y="11"/>
                    </a:cubicBezTo>
                    <a:cubicBezTo>
                      <a:pt x="9" y="14"/>
                      <a:pt x="10" y="16"/>
                      <a:pt x="11" y="19"/>
                    </a:cubicBezTo>
                    <a:cubicBezTo>
                      <a:pt x="10" y="16"/>
                      <a:pt x="8" y="14"/>
                      <a:pt x="7" y="11"/>
                    </a:cubicBezTo>
                    <a:cubicBezTo>
                      <a:pt x="5" y="8"/>
                      <a:pt x="4" y="4"/>
                      <a:pt x="1" y="1"/>
                    </a:cubicBezTo>
                    <a:cubicBezTo>
                      <a:pt x="3" y="5"/>
                      <a:pt x="5" y="7"/>
                      <a:pt x="7" y="10"/>
                    </a:cubicBezTo>
                    <a:cubicBezTo>
                      <a:pt x="8" y="13"/>
                      <a:pt x="9" y="15"/>
                      <a:pt x="11" y="17"/>
                    </a:cubicBezTo>
                    <a:cubicBezTo>
                      <a:pt x="11" y="18"/>
                      <a:pt x="11" y="19"/>
                      <a:pt x="12" y="20"/>
                    </a:cubicBezTo>
                    <a:cubicBezTo>
                      <a:pt x="10" y="17"/>
                      <a:pt x="9" y="13"/>
                      <a:pt x="6" y="11"/>
                    </a:cubicBezTo>
                    <a:cubicBezTo>
                      <a:pt x="7" y="14"/>
                      <a:pt x="9" y="16"/>
                      <a:pt x="11" y="19"/>
                    </a:cubicBezTo>
                    <a:cubicBezTo>
                      <a:pt x="10" y="17"/>
                      <a:pt x="8" y="16"/>
                      <a:pt x="7" y="14"/>
                    </a:cubicBezTo>
                    <a:cubicBezTo>
                      <a:pt x="8" y="16"/>
                      <a:pt x="9" y="17"/>
                      <a:pt x="9" y="19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56" name="PA_chenying0907 31"/>
          <p:cNvGrpSpPr/>
          <p:nvPr>
            <p:custDataLst>
              <p:tags r:id="rId7"/>
            </p:custDataLst>
          </p:nvPr>
        </p:nvGrpSpPr>
        <p:grpSpPr>
          <a:xfrm>
            <a:off x="930275" y="5534660"/>
            <a:ext cx="549275" cy="596900"/>
            <a:chOff x="5038628" y="2357164"/>
            <a:chExt cx="2114744" cy="2296116"/>
          </a:xfrm>
        </p:grpSpPr>
        <p:grpSp>
          <p:nvGrpSpPr>
            <p:cNvPr id="57" name="chenying0907 32"/>
            <p:cNvGrpSpPr/>
            <p:nvPr/>
          </p:nvGrpSpPr>
          <p:grpSpPr>
            <a:xfrm>
              <a:off x="5174686" y="3043148"/>
              <a:ext cx="1479164" cy="1610132"/>
              <a:chOff x="5174686" y="3043148"/>
              <a:chExt cx="1479164" cy="1610132"/>
            </a:xfrm>
          </p:grpSpPr>
          <p:sp>
            <p:nvSpPr>
              <p:cNvPr id="58" name="Freeform 5"/>
              <p:cNvSpPr/>
              <p:nvPr>
                <p:custDataLst>
                  <p:tags r:id="rId15"/>
                </p:custDataLst>
              </p:nvPr>
            </p:nvSpPr>
            <p:spPr bwMode="auto">
              <a:xfrm>
                <a:off x="5174686" y="3043148"/>
                <a:ext cx="1479164" cy="1610132"/>
              </a:xfrm>
              <a:custGeom>
                <a:avLst/>
                <a:gdLst>
                  <a:gd name="T0" fmla="*/ 2 w 30"/>
                  <a:gd name="T1" fmla="*/ 2 h 33"/>
                  <a:gd name="T2" fmla="*/ 1 w 30"/>
                  <a:gd name="T3" fmla="*/ 31 h 33"/>
                  <a:gd name="T4" fmla="*/ 18 w 30"/>
                  <a:gd name="T5" fmla="*/ 32 h 33"/>
                  <a:gd name="T6" fmla="*/ 28 w 30"/>
                  <a:gd name="T7" fmla="*/ 30 h 33"/>
                  <a:gd name="T8" fmla="*/ 28 w 30"/>
                  <a:gd name="T9" fmla="*/ 15 h 33"/>
                  <a:gd name="T10" fmla="*/ 28 w 30"/>
                  <a:gd name="T11" fmla="*/ 3 h 33"/>
                  <a:gd name="T12" fmla="*/ 13 w 30"/>
                  <a:gd name="T13" fmla="*/ 2 h 33"/>
                  <a:gd name="T14" fmla="*/ 2 w 30"/>
                  <a:gd name="T15" fmla="*/ 1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" h="33">
                    <a:moveTo>
                      <a:pt x="2" y="2"/>
                    </a:moveTo>
                    <a:cubicBezTo>
                      <a:pt x="2" y="11"/>
                      <a:pt x="0" y="21"/>
                      <a:pt x="1" y="31"/>
                    </a:cubicBezTo>
                    <a:cubicBezTo>
                      <a:pt x="5" y="33"/>
                      <a:pt x="13" y="31"/>
                      <a:pt x="18" y="32"/>
                    </a:cubicBezTo>
                    <a:cubicBezTo>
                      <a:pt x="22" y="32"/>
                      <a:pt x="27" y="33"/>
                      <a:pt x="28" y="30"/>
                    </a:cubicBezTo>
                    <a:cubicBezTo>
                      <a:pt x="30" y="27"/>
                      <a:pt x="28" y="19"/>
                      <a:pt x="28" y="15"/>
                    </a:cubicBezTo>
                    <a:cubicBezTo>
                      <a:pt x="28" y="11"/>
                      <a:pt x="29" y="7"/>
                      <a:pt x="28" y="3"/>
                    </a:cubicBezTo>
                    <a:cubicBezTo>
                      <a:pt x="23" y="2"/>
                      <a:pt x="18" y="2"/>
                      <a:pt x="13" y="2"/>
                    </a:cubicBezTo>
                    <a:cubicBezTo>
                      <a:pt x="9" y="1"/>
                      <a:pt x="5" y="0"/>
                      <a:pt x="2" y="1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9" name="Freeform 6"/>
              <p:cNvSpPr/>
              <p:nvPr>
                <p:custDataLst>
                  <p:tags r:id="rId16"/>
                </p:custDataLst>
              </p:nvPr>
            </p:nvSpPr>
            <p:spPr bwMode="auto">
              <a:xfrm>
                <a:off x="5324912" y="3189524"/>
                <a:ext cx="1128634" cy="1317381"/>
              </a:xfrm>
              <a:custGeom>
                <a:avLst/>
                <a:gdLst>
                  <a:gd name="T0" fmla="*/ 2 w 23"/>
                  <a:gd name="T1" fmla="*/ 3 h 27"/>
                  <a:gd name="T2" fmla="*/ 0 w 23"/>
                  <a:gd name="T3" fmla="*/ 26 h 27"/>
                  <a:gd name="T4" fmla="*/ 23 w 23"/>
                  <a:gd name="T5" fmla="*/ 26 h 27"/>
                  <a:gd name="T6" fmla="*/ 23 w 23"/>
                  <a:gd name="T7" fmla="*/ 14 h 27"/>
                  <a:gd name="T8" fmla="*/ 22 w 23"/>
                  <a:gd name="T9" fmla="*/ 4 h 27"/>
                  <a:gd name="T10" fmla="*/ 12 w 23"/>
                  <a:gd name="T11" fmla="*/ 2 h 27"/>
                  <a:gd name="T12" fmla="*/ 2 w 23"/>
                  <a:gd name="T13" fmla="*/ 2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27">
                    <a:moveTo>
                      <a:pt x="2" y="3"/>
                    </a:moveTo>
                    <a:cubicBezTo>
                      <a:pt x="3" y="9"/>
                      <a:pt x="0" y="19"/>
                      <a:pt x="0" y="26"/>
                    </a:cubicBezTo>
                    <a:cubicBezTo>
                      <a:pt x="8" y="27"/>
                      <a:pt x="16" y="27"/>
                      <a:pt x="23" y="26"/>
                    </a:cubicBezTo>
                    <a:cubicBezTo>
                      <a:pt x="23" y="22"/>
                      <a:pt x="23" y="18"/>
                      <a:pt x="23" y="14"/>
                    </a:cubicBezTo>
                    <a:cubicBezTo>
                      <a:pt x="23" y="12"/>
                      <a:pt x="23" y="6"/>
                      <a:pt x="22" y="4"/>
                    </a:cubicBezTo>
                    <a:cubicBezTo>
                      <a:pt x="21" y="1"/>
                      <a:pt x="15" y="2"/>
                      <a:pt x="12" y="2"/>
                    </a:cubicBezTo>
                    <a:cubicBezTo>
                      <a:pt x="9" y="2"/>
                      <a:pt x="2" y="0"/>
                      <a:pt x="2" y="2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grpSp>
          <p:nvGrpSpPr>
            <p:cNvPr id="60" name="chenying0907 33"/>
            <p:cNvGrpSpPr/>
            <p:nvPr/>
          </p:nvGrpSpPr>
          <p:grpSpPr>
            <a:xfrm>
              <a:off x="5038628" y="2357164"/>
              <a:ext cx="2114744" cy="1949107"/>
              <a:chOff x="7192390" y="914444"/>
              <a:chExt cx="2114744" cy="1949107"/>
            </a:xfrm>
          </p:grpSpPr>
          <p:sp>
            <p:nvSpPr>
              <p:cNvPr id="61" name="Freeform 7"/>
              <p:cNvSpPr/>
              <p:nvPr>
                <p:custDataLst>
                  <p:tags r:id="rId8"/>
                </p:custDataLst>
              </p:nvPr>
            </p:nvSpPr>
            <p:spPr bwMode="auto">
              <a:xfrm>
                <a:off x="7192390" y="914444"/>
                <a:ext cx="2114744" cy="1949107"/>
              </a:xfrm>
              <a:custGeom>
                <a:avLst/>
                <a:gdLst>
                  <a:gd name="T0" fmla="*/ 0 w 43"/>
                  <a:gd name="T1" fmla="*/ 16 h 40"/>
                  <a:gd name="T2" fmla="*/ 13 w 43"/>
                  <a:gd name="T3" fmla="*/ 32 h 40"/>
                  <a:gd name="T4" fmla="*/ 19 w 43"/>
                  <a:gd name="T5" fmla="*/ 40 h 40"/>
                  <a:gd name="T6" fmla="*/ 43 w 43"/>
                  <a:gd name="T7" fmla="*/ 0 h 40"/>
                  <a:gd name="T8" fmla="*/ 19 w 43"/>
                  <a:gd name="T9" fmla="*/ 29 h 40"/>
                  <a:gd name="T10" fmla="*/ 13 w 43"/>
                  <a:gd name="T11" fmla="*/ 13 h 40"/>
                  <a:gd name="T12" fmla="*/ 1 w 43"/>
                  <a:gd name="T13" fmla="*/ 17 h 40"/>
                  <a:gd name="T14" fmla="*/ 11 w 43"/>
                  <a:gd name="T15" fmla="*/ 13 h 40"/>
                  <a:gd name="T16" fmla="*/ 2 w 43"/>
                  <a:gd name="T17" fmla="*/ 20 h 40"/>
                  <a:gd name="T18" fmla="*/ 12 w 43"/>
                  <a:gd name="T19" fmla="*/ 15 h 40"/>
                  <a:gd name="T20" fmla="*/ 4 w 43"/>
                  <a:gd name="T21" fmla="*/ 22 h 40"/>
                  <a:gd name="T22" fmla="*/ 14 w 43"/>
                  <a:gd name="T23" fmla="*/ 18 h 40"/>
                  <a:gd name="T24" fmla="*/ 7 w 43"/>
                  <a:gd name="T25" fmla="*/ 25 h 40"/>
                  <a:gd name="T26" fmla="*/ 15 w 43"/>
                  <a:gd name="T27" fmla="*/ 20 h 40"/>
                  <a:gd name="T28" fmla="*/ 8 w 43"/>
                  <a:gd name="T29" fmla="*/ 28 h 40"/>
                  <a:gd name="T30" fmla="*/ 15 w 43"/>
                  <a:gd name="T31" fmla="*/ 24 h 40"/>
                  <a:gd name="T32" fmla="*/ 11 w 43"/>
                  <a:gd name="T33" fmla="*/ 30 h 40"/>
                  <a:gd name="T34" fmla="*/ 16 w 43"/>
                  <a:gd name="T35" fmla="*/ 25 h 40"/>
                  <a:gd name="T36" fmla="*/ 12 w 43"/>
                  <a:gd name="T37" fmla="*/ 31 h 40"/>
                  <a:gd name="T38" fmla="*/ 17 w 43"/>
                  <a:gd name="T39" fmla="*/ 28 h 40"/>
                  <a:gd name="T40" fmla="*/ 14 w 43"/>
                  <a:gd name="T41" fmla="*/ 33 h 40"/>
                  <a:gd name="T42" fmla="*/ 19 w 43"/>
                  <a:gd name="T43" fmla="*/ 29 h 40"/>
                  <a:gd name="T44" fmla="*/ 17 w 43"/>
                  <a:gd name="T45" fmla="*/ 36 h 40"/>
                  <a:gd name="T46" fmla="*/ 19 w 43"/>
                  <a:gd name="T47" fmla="*/ 31 h 40"/>
                  <a:gd name="T48" fmla="*/ 19 w 43"/>
                  <a:gd name="T49" fmla="*/ 38 h 40"/>
                  <a:gd name="T50" fmla="*/ 20 w 43"/>
                  <a:gd name="T51" fmla="*/ 28 h 40"/>
                  <a:gd name="T52" fmla="*/ 21 w 43"/>
                  <a:gd name="T53" fmla="*/ 36 h 40"/>
                  <a:gd name="T54" fmla="*/ 21 w 43"/>
                  <a:gd name="T55" fmla="*/ 26 h 40"/>
                  <a:gd name="T56" fmla="*/ 23 w 43"/>
                  <a:gd name="T57" fmla="*/ 31 h 40"/>
                  <a:gd name="T58" fmla="*/ 23 w 43"/>
                  <a:gd name="T59" fmla="*/ 24 h 40"/>
                  <a:gd name="T60" fmla="*/ 25 w 43"/>
                  <a:gd name="T61" fmla="*/ 29 h 40"/>
                  <a:gd name="T62" fmla="*/ 26 w 43"/>
                  <a:gd name="T63" fmla="*/ 21 h 40"/>
                  <a:gd name="T64" fmla="*/ 27 w 43"/>
                  <a:gd name="T65" fmla="*/ 27 h 40"/>
                  <a:gd name="T66" fmla="*/ 28 w 43"/>
                  <a:gd name="T67" fmla="*/ 21 h 40"/>
                  <a:gd name="T68" fmla="*/ 29 w 43"/>
                  <a:gd name="T69" fmla="*/ 24 h 40"/>
                  <a:gd name="T70" fmla="*/ 29 w 43"/>
                  <a:gd name="T71" fmla="*/ 19 h 40"/>
                  <a:gd name="T72" fmla="*/ 31 w 43"/>
                  <a:gd name="T73" fmla="*/ 22 h 40"/>
                  <a:gd name="T74" fmla="*/ 32 w 43"/>
                  <a:gd name="T75" fmla="*/ 15 h 40"/>
                  <a:gd name="T76" fmla="*/ 33 w 43"/>
                  <a:gd name="T77" fmla="*/ 19 h 40"/>
                  <a:gd name="T78" fmla="*/ 34 w 43"/>
                  <a:gd name="T79" fmla="*/ 13 h 40"/>
                  <a:gd name="T80" fmla="*/ 35 w 43"/>
                  <a:gd name="T81" fmla="*/ 16 h 40"/>
                  <a:gd name="T82" fmla="*/ 36 w 43"/>
                  <a:gd name="T83" fmla="*/ 9 h 40"/>
                  <a:gd name="T84" fmla="*/ 37 w 43"/>
                  <a:gd name="T85" fmla="*/ 12 h 40"/>
                  <a:gd name="T86" fmla="*/ 38 w 43"/>
                  <a:gd name="T87" fmla="*/ 8 h 40"/>
                  <a:gd name="T88" fmla="*/ 38 w 43"/>
                  <a:gd name="T89" fmla="*/ 10 h 40"/>
                  <a:gd name="T90" fmla="*/ 39 w 43"/>
                  <a:gd name="T91" fmla="*/ 7 h 40"/>
                  <a:gd name="T92" fmla="*/ 40 w 43"/>
                  <a:gd name="T93" fmla="*/ 9 h 40"/>
                  <a:gd name="T94" fmla="*/ 41 w 43"/>
                  <a:gd name="T95" fmla="*/ 5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43" h="40">
                    <a:moveTo>
                      <a:pt x="0" y="16"/>
                    </a:moveTo>
                    <a:cubicBezTo>
                      <a:pt x="3" y="21"/>
                      <a:pt x="9" y="27"/>
                      <a:pt x="13" y="32"/>
                    </a:cubicBezTo>
                    <a:cubicBezTo>
                      <a:pt x="15" y="35"/>
                      <a:pt x="16" y="38"/>
                      <a:pt x="19" y="40"/>
                    </a:cubicBezTo>
                    <a:cubicBezTo>
                      <a:pt x="28" y="27"/>
                      <a:pt x="37" y="14"/>
                      <a:pt x="43" y="0"/>
                    </a:cubicBezTo>
                    <a:cubicBezTo>
                      <a:pt x="35" y="9"/>
                      <a:pt x="27" y="20"/>
                      <a:pt x="19" y="29"/>
                    </a:cubicBezTo>
                    <a:cubicBezTo>
                      <a:pt x="18" y="25"/>
                      <a:pt x="16" y="15"/>
                      <a:pt x="13" y="13"/>
                    </a:cubicBezTo>
                    <a:cubicBezTo>
                      <a:pt x="10" y="10"/>
                      <a:pt x="5" y="15"/>
                      <a:pt x="1" y="17"/>
                    </a:cubicBezTo>
                    <a:cubicBezTo>
                      <a:pt x="5" y="17"/>
                      <a:pt x="8" y="15"/>
                      <a:pt x="11" y="13"/>
                    </a:cubicBezTo>
                    <a:cubicBezTo>
                      <a:pt x="8" y="14"/>
                      <a:pt x="4" y="17"/>
                      <a:pt x="2" y="20"/>
                    </a:cubicBezTo>
                    <a:cubicBezTo>
                      <a:pt x="6" y="19"/>
                      <a:pt x="9" y="17"/>
                      <a:pt x="12" y="15"/>
                    </a:cubicBezTo>
                    <a:cubicBezTo>
                      <a:pt x="9" y="16"/>
                      <a:pt x="7" y="20"/>
                      <a:pt x="4" y="22"/>
                    </a:cubicBezTo>
                    <a:cubicBezTo>
                      <a:pt x="7" y="23"/>
                      <a:pt x="11" y="19"/>
                      <a:pt x="14" y="18"/>
                    </a:cubicBezTo>
                    <a:cubicBezTo>
                      <a:pt x="12" y="19"/>
                      <a:pt x="8" y="22"/>
                      <a:pt x="7" y="25"/>
                    </a:cubicBezTo>
                    <a:cubicBezTo>
                      <a:pt x="10" y="24"/>
                      <a:pt x="13" y="22"/>
                      <a:pt x="15" y="20"/>
                    </a:cubicBezTo>
                    <a:cubicBezTo>
                      <a:pt x="13" y="22"/>
                      <a:pt x="10" y="25"/>
                      <a:pt x="8" y="28"/>
                    </a:cubicBezTo>
                    <a:cubicBezTo>
                      <a:pt x="11" y="27"/>
                      <a:pt x="13" y="25"/>
                      <a:pt x="15" y="24"/>
                    </a:cubicBezTo>
                    <a:cubicBezTo>
                      <a:pt x="13" y="25"/>
                      <a:pt x="12" y="28"/>
                      <a:pt x="11" y="30"/>
                    </a:cubicBezTo>
                    <a:cubicBezTo>
                      <a:pt x="13" y="28"/>
                      <a:pt x="14" y="27"/>
                      <a:pt x="16" y="25"/>
                    </a:cubicBezTo>
                    <a:cubicBezTo>
                      <a:pt x="14" y="27"/>
                      <a:pt x="12" y="29"/>
                      <a:pt x="12" y="31"/>
                    </a:cubicBezTo>
                    <a:cubicBezTo>
                      <a:pt x="14" y="31"/>
                      <a:pt x="16" y="29"/>
                      <a:pt x="17" y="28"/>
                    </a:cubicBezTo>
                    <a:cubicBezTo>
                      <a:pt x="15" y="29"/>
                      <a:pt x="14" y="31"/>
                      <a:pt x="14" y="33"/>
                    </a:cubicBezTo>
                    <a:cubicBezTo>
                      <a:pt x="16" y="33"/>
                      <a:pt x="18" y="31"/>
                      <a:pt x="19" y="29"/>
                    </a:cubicBezTo>
                    <a:cubicBezTo>
                      <a:pt x="17" y="31"/>
                      <a:pt x="16" y="34"/>
                      <a:pt x="17" y="36"/>
                    </a:cubicBezTo>
                    <a:cubicBezTo>
                      <a:pt x="19" y="36"/>
                      <a:pt x="19" y="33"/>
                      <a:pt x="19" y="31"/>
                    </a:cubicBezTo>
                    <a:cubicBezTo>
                      <a:pt x="18" y="33"/>
                      <a:pt x="18" y="35"/>
                      <a:pt x="19" y="38"/>
                    </a:cubicBezTo>
                    <a:cubicBezTo>
                      <a:pt x="20" y="35"/>
                      <a:pt x="20" y="31"/>
                      <a:pt x="20" y="28"/>
                    </a:cubicBezTo>
                    <a:cubicBezTo>
                      <a:pt x="20" y="30"/>
                      <a:pt x="20" y="33"/>
                      <a:pt x="21" y="36"/>
                    </a:cubicBezTo>
                    <a:cubicBezTo>
                      <a:pt x="22" y="33"/>
                      <a:pt x="21" y="29"/>
                      <a:pt x="21" y="26"/>
                    </a:cubicBezTo>
                    <a:cubicBezTo>
                      <a:pt x="22" y="27"/>
                      <a:pt x="22" y="29"/>
                      <a:pt x="23" y="31"/>
                    </a:cubicBezTo>
                    <a:cubicBezTo>
                      <a:pt x="24" y="29"/>
                      <a:pt x="23" y="26"/>
                      <a:pt x="23" y="24"/>
                    </a:cubicBezTo>
                    <a:cubicBezTo>
                      <a:pt x="24" y="26"/>
                      <a:pt x="24" y="28"/>
                      <a:pt x="25" y="29"/>
                    </a:cubicBezTo>
                    <a:cubicBezTo>
                      <a:pt x="25" y="27"/>
                      <a:pt x="25" y="24"/>
                      <a:pt x="26" y="21"/>
                    </a:cubicBezTo>
                    <a:cubicBezTo>
                      <a:pt x="26" y="23"/>
                      <a:pt x="26" y="25"/>
                      <a:pt x="27" y="27"/>
                    </a:cubicBezTo>
                    <a:cubicBezTo>
                      <a:pt x="28" y="25"/>
                      <a:pt x="27" y="23"/>
                      <a:pt x="28" y="21"/>
                    </a:cubicBezTo>
                    <a:cubicBezTo>
                      <a:pt x="28" y="22"/>
                      <a:pt x="28" y="23"/>
                      <a:pt x="29" y="24"/>
                    </a:cubicBezTo>
                    <a:cubicBezTo>
                      <a:pt x="29" y="22"/>
                      <a:pt x="29" y="21"/>
                      <a:pt x="29" y="19"/>
                    </a:cubicBezTo>
                    <a:cubicBezTo>
                      <a:pt x="29" y="20"/>
                      <a:pt x="30" y="21"/>
                      <a:pt x="31" y="22"/>
                    </a:cubicBezTo>
                    <a:cubicBezTo>
                      <a:pt x="32" y="20"/>
                      <a:pt x="31" y="17"/>
                      <a:pt x="32" y="15"/>
                    </a:cubicBezTo>
                    <a:cubicBezTo>
                      <a:pt x="32" y="16"/>
                      <a:pt x="33" y="18"/>
                      <a:pt x="33" y="19"/>
                    </a:cubicBezTo>
                    <a:cubicBezTo>
                      <a:pt x="34" y="17"/>
                      <a:pt x="34" y="15"/>
                      <a:pt x="34" y="13"/>
                    </a:cubicBezTo>
                    <a:cubicBezTo>
                      <a:pt x="35" y="14"/>
                      <a:pt x="35" y="15"/>
                      <a:pt x="35" y="16"/>
                    </a:cubicBezTo>
                    <a:cubicBezTo>
                      <a:pt x="36" y="14"/>
                      <a:pt x="36" y="11"/>
                      <a:pt x="36" y="9"/>
                    </a:cubicBezTo>
                    <a:cubicBezTo>
                      <a:pt x="36" y="10"/>
                      <a:pt x="37" y="12"/>
                      <a:pt x="37" y="12"/>
                    </a:cubicBezTo>
                    <a:cubicBezTo>
                      <a:pt x="37" y="11"/>
                      <a:pt x="37" y="9"/>
                      <a:pt x="38" y="8"/>
                    </a:cubicBezTo>
                    <a:cubicBezTo>
                      <a:pt x="38" y="8"/>
                      <a:pt x="38" y="9"/>
                      <a:pt x="38" y="10"/>
                    </a:cubicBezTo>
                    <a:cubicBezTo>
                      <a:pt x="39" y="9"/>
                      <a:pt x="39" y="8"/>
                      <a:pt x="39" y="7"/>
                    </a:cubicBezTo>
                    <a:cubicBezTo>
                      <a:pt x="40" y="8"/>
                      <a:pt x="40" y="8"/>
                      <a:pt x="40" y="9"/>
                    </a:cubicBezTo>
                    <a:cubicBezTo>
                      <a:pt x="40" y="7"/>
                      <a:pt x="41" y="6"/>
                      <a:pt x="41" y="5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2" name="Freeform 8"/>
              <p:cNvSpPr/>
              <p:nvPr>
                <p:custDataLst>
                  <p:tags r:id="rId9"/>
                </p:custDataLst>
              </p:nvPr>
            </p:nvSpPr>
            <p:spPr bwMode="auto">
              <a:xfrm>
                <a:off x="7338766" y="1546170"/>
                <a:ext cx="789659" cy="978406"/>
              </a:xfrm>
              <a:custGeom>
                <a:avLst/>
                <a:gdLst>
                  <a:gd name="T0" fmla="*/ 1 w 16"/>
                  <a:gd name="T1" fmla="*/ 4 h 20"/>
                  <a:gd name="T2" fmla="*/ 8 w 16"/>
                  <a:gd name="T3" fmla="*/ 0 h 20"/>
                  <a:gd name="T4" fmla="*/ 0 w 16"/>
                  <a:gd name="T5" fmla="*/ 8 h 20"/>
                  <a:gd name="T6" fmla="*/ 9 w 16"/>
                  <a:gd name="T7" fmla="*/ 1 h 20"/>
                  <a:gd name="T8" fmla="*/ 3 w 16"/>
                  <a:gd name="T9" fmla="*/ 8 h 20"/>
                  <a:gd name="T10" fmla="*/ 10 w 16"/>
                  <a:gd name="T11" fmla="*/ 1 h 20"/>
                  <a:gd name="T12" fmla="*/ 5 w 16"/>
                  <a:gd name="T13" fmla="*/ 8 h 20"/>
                  <a:gd name="T14" fmla="*/ 10 w 16"/>
                  <a:gd name="T15" fmla="*/ 3 h 20"/>
                  <a:gd name="T16" fmla="*/ 5 w 16"/>
                  <a:gd name="T17" fmla="*/ 8 h 20"/>
                  <a:gd name="T18" fmla="*/ 11 w 16"/>
                  <a:gd name="T19" fmla="*/ 2 h 20"/>
                  <a:gd name="T20" fmla="*/ 6 w 16"/>
                  <a:gd name="T21" fmla="*/ 9 h 20"/>
                  <a:gd name="T22" fmla="*/ 11 w 16"/>
                  <a:gd name="T23" fmla="*/ 4 h 20"/>
                  <a:gd name="T24" fmla="*/ 7 w 16"/>
                  <a:gd name="T25" fmla="*/ 11 h 20"/>
                  <a:gd name="T26" fmla="*/ 12 w 16"/>
                  <a:gd name="T27" fmla="*/ 6 h 20"/>
                  <a:gd name="T28" fmla="*/ 9 w 16"/>
                  <a:gd name="T29" fmla="*/ 11 h 20"/>
                  <a:gd name="T30" fmla="*/ 12 w 16"/>
                  <a:gd name="T31" fmla="*/ 7 h 20"/>
                  <a:gd name="T32" fmla="*/ 10 w 16"/>
                  <a:gd name="T33" fmla="*/ 12 h 20"/>
                  <a:gd name="T34" fmla="*/ 10 w 16"/>
                  <a:gd name="T35" fmla="*/ 5 h 20"/>
                  <a:gd name="T36" fmla="*/ 15 w 16"/>
                  <a:gd name="T37" fmla="*/ 15 h 20"/>
                  <a:gd name="T38" fmla="*/ 11 w 16"/>
                  <a:gd name="T39" fmla="*/ 2 h 20"/>
                  <a:gd name="T40" fmla="*/ 16 w 16"/>
                  <a:gd name="T41" fmla="*/ 15 h 20"/>
                  <a:gd name="T42" fmla="*/ 9 w 16"/>
                  <a:gd name="T43" fmla="*/ 3 h 20"/>
                  <a:gd name="T44" fmla="*/ 12 w 16"/>
                  <a:gd name="T45" fmla="*/ 11 h 20"/>
                  <a:gd name="T46" fmla="*/ 15 w 16"/>
                  <a:gd name="T47" fmla="*/ 18 h 20"/>
                  <a:gd name="T48" fmla="*/ 7 w 16"/>
                  <a:gd name="T49" fmla="*/ 6 h 20"/>
                  <a:gd name="T50" fmla="*/ 14 w 16"/>
                  <a:gd name="T51" fmla="*/ 20 h 20"/>
                  <a:gd name="T52" fmla="*/ 6 w 16"/>
                  <a:gd name="T53" fmla="*/ 9 h 20"/>
                  <a:gd name="T54" fmla="*/ 11 w 16"/>
                  <a:gd name="T55" fmla="*/ 16 h 20"/>
                  <a:gd name="T56" fmla="*/ 15 w 16"/>
                  <a:gd name="T57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6" h="20">
                    <a:moveTo>
                      <a:pt x="1" y="4"/>
                    </a:moveTo>
                    <a:cubicBezTo>
                      <a:pt x="3" y="3"/>
                      <a:pt x="6" y="2"/>
                      <a:pt x="8" y="0"/>
                    </a:cubicBezTo>
                    <a:cubicBezTo>
                      <a:pt x="5" y="2"/>
                      <a:pt x="3" y="5"/>
                      <a:pt x="0" y="8"/>
                    </a:cubicBezTo>
                    <a:cubicBezTo>
                      <a:pt x="3" y="6"/>
                      <a:pt x="6" y="3"/>
                      <a:pt x="9" y="1"/>
                    </a:cubicBezTo>
                    <a:cubicBezTo>
                      <a:pt x="7" y="3"/>
                      <a:pt x="5" y="5"/>
                      <a:pt x="3" y="8"/>
                    </a:cubicBezTo>
                    <a:cubicBezTo>
                      <a:pt x="5" y="5"/>
                      <a:pt x="8" y="3"/>
                      <a:pt x="10" y="1"/>
                    </a:cubicBezTo>
                    <a:cubicBezTo>
                      <a:pt x="9" y="2"/>
                      <a:pt x="6" y="6"/>
                      <a:pt x="5" y="8"/>
                    </a:cubicBezTo>
                    <a:cubicBezTo>
                      <a:pt x="7" y="6"/>
                      <a:pt x="9" y="4"/>
                      <a:pt x="10" y="3"/>
                    </a:cubicBezTo>
                    <a:cubicBezTo>
                      <a:pt x="8" y="4"/>
                      <a:pt x="7" y="7"/>
                      <a:pt x="5" y="8"/>
                    </a:cubicBezTo>
                    <a:cubicBezTo>
                      <a:pt x="7" y="6"/>
                      <a:pt x="9" y="4"/>
                      <a:pt x="11" y="2"/>
                    </a:cubicBezTo>
                    <a:cubicBezTo>
                      <a:pt x="9" y="4"/>
                      <a:pt x="7" y="7"/>
                      <a:pt x="6" y="9"/>
                    </a:cubicBezTo>
                    <a:cubicBezTo>
                      <a:pt x="8" y="8"/>
                      <a:pt x="9" y="5"/>
                      <a:pt x="11" y="4"/>
                    </a:cubicBezTo>
                    <a:cubicBezTo>
                      <a:pt x="10" y="7"/>
                      <a:pt x="7" y="9"/>
                      <a:pt x="7" y="11"/>
                    </a:cubicBezTo>
                    <a:cubicBezTo>
                      <a:pt x="9" y="10"/>
                      <a:pt x="10" y="7"/>
                      <a:pt x="12" y="6"/>
                    </a:cubicBezTo>
                    <a:cubicBezTo>
                      <a:pt x="11" y="8"/>
                      <a:pt x="9" y="9"/>
                      <a:pt x="9" y="11"/>
                    </a:cubicBezTo>
                    <a:cubicBezTo>
                      <a:pt x="10" y="10"/>
                      <a:pt x="11" y="8"/>
                      <a:pt x="12" y="7"/>
                    </a:cubicBezTo>
                    <a:cubicBezTo>
                      <a:pt x="12" y="9"/>
                      <a:pt x="10" y="10"/>
                      <a:pt x="10" y="12"/>
                    </a:cubicBezTo>
                    <a:cubicBezTo>
                      <a:pt x="11" y="11"/>
                      <a:pt x="12" y="7"/>
                      <a:pt x="10" y="5"/>
                    </a:cubicBezTo>
                    <a:cubicBezTo>
                      <a:pt x="11" y="8"/>
                      <a:pt x="12" y="14"/>
                      <a:pt x="15" y="15"/>
                    </a:cubicBezTo>
                    <a:cubicBezTo>
                      <a:pt x="15" y="11"/>
                      <a:pt x="12" y="7"/>
                      <a:pt x="11" y="2"/>
                    </a:cubicBezTo>
                    <a:cubicBezTo>
                      <a:pt x="12" y="6"/>
                      <a:pt x="14" y="11"/>
                      <a:pt x="16" y="15"/>
                    </a:cubicBezTo>
                    <a:cubicBezTo>
                      <a:pt x="14" y="11"/>
                      <a:pt x="12" y="6"/>
                      <a:pt x="9" y="3"/>
                    </a:cubicBezTo>
                    <a:cubicBezTo>
                      <a:pt x="9" y="6"/>
                      <a:pt x="11" y="9"/>
                      <a:pt x="12" y="11"/>
                    </a:cubicBezTo>
                    <a:cubicBezTo>
                      <a:pt x="13" y="13"/>
                      <a:pt x="14" y="16"/>
                      <a:pt x="15" y="18"/>
                    </a:cubicBezTo>
                    <a:cubicBezTo>
                      <a:pt x="12" y="14"/>
                      <a:pt x="10" y="10"/>
                      <a:pt x="7" y="6"/>
                    </a:cubicBezTo>
                    <a:cubicBezTo>
                      <a:pt x="9" y="10"/>
                      <a:pt x="12" y="15"/>
                      <a:pt x="14" y="20"/>
                    </a:cubicBezTo>
                    <a:cubicBezTo>
                      <a:pt x="11" y="16"/>
                      <a:pt x="8" y="13"/>
                      <a:pt x="6" y="9"/>
                    </a:cubicBezTo>
                    <a:cubicBezTo>
                      <a:pt x="8" y="11"/>
                      <a:pt x="9" y="14"/>
                      <a:pt x="11" y="16"/>
                    </a:cubicBezTo>
                    <a:cubicBezTo>
                      <a:pt x="12" y="17"/>
                      <a:pt x="13" y="20"/>
                      <a:pt x="15" y="20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3" name="Freeform 9"/>
              <p:cNvSpPr/>
              <p:nvPr>
                <p:custDataLst>
                  <p:tags r:id="rId10"/>
                </p:custDataLst>
              </p:nvPr>
            </p:nvSpPr>
            <p:spPr bwMode="auto">
              <a:xfrm>
                <a:off x="8078348" y="1499947"/>
                <a:ext cx="835883" cy="1267306"/>
              </a:xfrm>
              <a:custGeom>
                <a:avLst/>
                <a:gdLst>
                  <a:gd name="T0" fmla="*/ 0 w 17"/>
                  <a:gd name="T1" fmla="*/ 21 h 26"/>
                  <a:gd name="T2" fmla="*/ 0 w 17"/>
                  <a:gd name="T3" fmla="*/ 21 h 26"/>
                  <a:gd name="T4" fmla="*/ 8 w 17"/>
                  <a:gd name="T5" fmla="*/ 11 h 26"/>
                  <a:gd name="T6" fmla="*/ 16 w 17"/>
                  <a:gd name="T7" fmla="*/ 0 h 26"/>
                  <a:gd name="T8" fmla="*/ 10 w 17"/>
                  <a:gd name="T9" fmla="*/ 8 h 26"/>
                  <a:gd name="T10" fmla="*/ 1 w 17"/>
                  <a:gd name="T11" fmla="*/ 24 h 26"/>
                  <a:gd name="T12" fmla="*/ 6 w 17"/>
                  <a:gd name="T13" fmla="*/ 16 h 26"/>
                  <a:gd name="T14" fmla="*/ 14 w 17"/>
                  <a:gd name="T15" fmla="*/ 5 h 26"/>
                  <a:gd name="T16" fmla="*/ 8 w 17"/>
                  <a:gd name="T17" fmla="*/ 13 h 26"/>
                  <a:gd name="T18" fmla="*/ 1 w 17"/>
                  <a:gd name="T19" fmla="*/ 26 h 26"/>
                  <a:gd name="T20" fmla="*/ 7 w 17"/>
                  <a:gd name="T21" fmla="*/ 16 h 26"/>
                  <a:gd name="T22" fmla="*/ 16 w 17"/>
                  <a:gd name="T23" fmla="*/ 3 h 26"/>
                  <a:gd name="T24" fmla="*/ 4 w 17"/>
                  <a:gd name="T25" fmla="*/ 22 h 26"/>
                  <a:gd name="T26" fmla="*/ 17 w 17"/>
                  <a:gd name="T27" fmla="*/ 2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" h="26">
                    <a:moveTo>
                      <a:pt x="0" y="21"/>
                    </a:moveTo>
                    <a:cubicBezTo>
                      <a:pt x="0" y="22"/>
                      <a:pt x="0" y="22"/>
                      <a:pt x="0" y="21"/>
                    </a:cubicBezTo>
                    <a:cubicBezTo>
                      <a:pt x="3" y="18"/>
                      <a:pt x="5" y="14"/>
                      <a:pt x="8" y="11"/>
                    </a:cubicBezTo>
                    <a:cubicBezTo>
                      <a:pt x="10" y="7"/>
                      <a:pt x="14" y="4"/>
                      <a:pt x="16" y="0"/>
                    </a:cubicBezTo>
                    <a:cubicBezTo>
                      <a:pt x="13" y="2"/>
                      <a:pt x="11" y="5"/>
                      <a:pt x="10" y="8"/>
                    </a:cubicBezTo>
                    <a:cubicBezTo>
                      <a:pt x="7" y="12"/>
                      <a:pt x="3" y="18"/>
                      <a:pt x="1" y="24"/>
                    </a:cubicBezTo>
                    <a:cubicBezTo>
                      <a:pt x="3" y="22"/>
                      <a:pt x="5" y="18"/>
                      <a:pt x="6" y="16"/>
                    </a:cubicBezTo>
                    <a:cubicBezTo>
                      <a:pt x="8" y="12"/>
                      <a:pt x="11" y="8"/>
                      <a:pt x="14" y="5"/>
                    </a:cubicBezTo>
                    <a:cubicBezTo>
                      <a:pt x="11" y="7"/>
                      <a:pt x="9" y="10"/>
                      <a:pt x="8" y="13"/>
                    </a:cubicBezTo>
                    <a:cubicBezTo>
                      <a:pt x="5" y="17"/>
                      <a:pt x="2" y="22"/>
                      <a:pt x="1" y="26"/>
                    </a:cubicBezTo>
                    <a:cubicBezTo>
                      <a:pt x="3" y="23"/>
                      <a:pt x="5" y="20"/>
                      <a:pt x="7" y="16"/>
                    </a:cubicBezTo>
                    <a:cubicBezTo>
                      <a:pt x="10" y="12"/>
                      <a:pt x="13" y="8"/>
                      <a:pt x="16" y="3"/>
                    </a:cubicBezTo>
                    <a:cubicBezTo>
                      <a:pt x="11" y="9"/>
                      <a:pt x="9" y="16"/>
                      <a:pt x="4" y="22"/>
                    </a:cubicBezTo>
                    <a:cubicBezTo>
                      <a:pt x="7" y="14"/>
                      <a:pt x="12" y="8"/>
                      <a:pt x="17" y="2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4" name="Freeform 10"/>
              <p:cNvSpPr/>
              <p:nvPr>
                <p:custDataLst>
                  <p:tags r:id="rId11"/>
                </p:custDataLst>
              </p:nvPr>
            </p:nvSpPr>
            <p:spPr bwMode="auto">
              <a:xfrm>
                <a:off x="8224723" y="1107044"/>
                <a:ext cx="986110" cy="1317381"/>
              </a:xfrm>
              <a:custGeom>
                <a:avLst/>
                <a:gdLst>
                  <a:gd name="T0" fmla="*/ 0 w 20"/>
                  <a:gd name="T1" fmla="*/ 27 h 27"/>
                  <a:gd name="T2" fmla="*/ 11 w 20"/>
                  <a:gd name="T3" fmla="*/ 11 h 27"/>
                  <a:gd name="T4" fmla="*/ 20 w 20"/>
                  <a:gd name="T5" fmla="*/ 0 h 27"/>
                  <a:gd name="T6" fmla="*/ 12 w 20"/>
                  <a:gd name="T7" fmla="*/ 10 h 27"/>
                  <a:gd name="T8" fmla="*/ 12 w 20"/>
                  <a:gd name="T9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27">
                    <a:moveTo>
                      <a:pt x="0" y="27"/>
                    </a:moveTo>
                    <a:cubicBezTo>
                      <a:pt x="4" y="22"/>
                      <a:pt x="7" y="16"/>
                      <a:pt x="11" y="11"/>
                    </a:cubicBezTo>
                    <a:cubicBezTo>
                      <a:pt x="14" y="7"/>
                      <a:pt x="18" y="4"/>
                      <a:pt x="20" y="0"/>
                    </a:cubicBezTo>
                    <a:cubicBezTo>
                      <a:pt x="17" y="1"/>
                      <a:pt x="13" y="7"/>
                      <a:pt x="12" y="10"/>
                    </a:cubicBezTo>
                    <a:cubicBezTo>
                      <a:pt x="11" y="10"/>
                      <a:pt x="11" y="10"/>
                      <a:pt x="12" y="9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5" name="Freeform 11"/>
              <p:cNvSpPr/>
              <p:nvPr>
                <p:custDataLst>
                  <p:tags r:id="rId12"/>
                </p:custDataLst>
              </p:nvPr>
            </p:nvSpPr>
            <p:spPr bwMode="auto">
              <a:xfrm>
                <a:off x="7731669" y="1546170"/>
                <a:ext cx="100152" cy="50077"/>
              </a:xfrm>
              <a:custGeom>
                <a:avLst/>
                <a:gdLst>
                  <a:gd name="T0" fmla="*/ 0 w 2"/>
                  <a:gd name="T1" fmla="*/ 1 h 1"/>
                  <a:gd name="T2" fmla="*/ 2 w 2"/>
                  <a:gd name="T3" fmla="*/ 1 h 1"/>
                  <a:gd name="T4" fmla="*/ 1 w 2"/>
                  <a:gd name="T5" fmla="*/ 0 h 1"/>
                  <a:gd name="T6" fmla="*/ 2 w 2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1" y="1"/>
                      <a:pt x="1" y="1"/>
                      <a:pt x="2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1"/>
                      <a:pt x="2" y="1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6" name="Freeform 12"/>
              <p:cNvSpPr/>
              <p:nvPr>
                <p:custDataLst>
                  <p:tags r:id="rId13"/>
                </p:custDataLst>
              </p:nvPr>
            </p:nvSpPr>
            <p:spPr bwMode="auto">
              <a:xfrm>
                <a:off x="7192390" y="1399795"/>
                <a:ext cx="589356" cy="342828"/>
              </a:xfrm>
              <a:custGeom>
                <a:avLst/>
                <a:gdLst>
                  <a:gd name="T0" fmla="*/ 0 w 12"/>
                  <a:gd name="T1" fmla="*/ 6 h 7"/>
                  <a:gd name="T2" fmla="*/ 5 w 12"/>
                  <a:gd name="T3" fmla="*/ 3 h 7"/>
                  <a:gd name="T4" fmla="*/ 10 w 12"/>
                  <a:gd name="T5" fmla="*/ 1 h 7"/>
                  <a:gd name="T6" fmla="*/ 1 w 12"/>
                  <a:gd name="T7" fmla="*/ 6 h 7"/>
                  <a:gd name="T8" fmla="*/ 6 w 12"/>
                  <a:gd name="T9" fmla="*/ 3 h 7"/>
                  <a:gd name="T10" fmla="*/ 11 w 12"/>
                  <a:gd name="T11" fmla="*/ 0 h 7"/>
                  <a:gd name="T12" fmla="*/ 1 w 12"/>
                  <a:gd name="T13" fmla="*/ 6 h 7"/>
                  <a:gd name="T14" fmla="*/ 11 w 12"/>
                  <a:gd name="T15" fmla="*/ 0 h 7"/>
                  <a:gd name="T16" fmla="*/ 11 w 12"/>
                  <a:gd name="T17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" h="7">
                    <a:moveTo>
                      <a:pt x="0" y="6"/>
                    </a:moveTo>
                    <a:cubicBezTo>
                      <a:pt x="1" y="7"/>
                      <a:pt x="4" y="4"/>
                      <a:pt x="5" y="3"/>
                    </a:cubicBezTo>
                    <a:cubicBezTo>
                      <a:pt x="7" y="3"/>
                      <a:pt x="9" y="2"/>
                      <a:pt x="10" y="1"/>
                    </a:cubicBezTo>
                    <a:cubicBezTo>
                      <a:pt x="7" y="2"/>
                      <a:pt x="4" y="5"/>
                      <a:pt x="1" y="6"/>
                    </a:cubicBezTo>
                    <a:cubicBezTo>
                      <a:pt x="2" y="5"/>
                      <a:pt x="4" y="4"/>
                      <a:pt x="6" y="3"/>
                    </a:cubicBezTo>
                    <a:cubicBezTo>
                      <a:pt x="7" y="2"/>
                      <a:pt x="9" y="1"/>
                      <a:pt x="11" y="0"/>
                    </a:cubicBezTo>
                    <a:cubicBezTo>
                      <a:pt x="7" y="1"/>
                      <a:pt x="4" y="4"/>
                      <a:pt x="1" y="6"/>
                    </a:cubicBezTo>
                    <a:cubicBezTo>
                      <a:pt x="4" y="3"/>
                      <a:pt x="8" y="1"/>
                      <a:pt x="11" y="0"/>
                    </a:cubicBezTo>
                    <a:cubicBezTo>
                      <a:pt x="12" y="0"/>
                      <a:pt x="11" y="0"/>
                      <a:pt x="11" y="0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7" name="Freeform 13"/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7685445" y="1353571"/>
                <a:ext cx="589356" cy="1024629"/>
              </a:xfrm>
              <a:custGeom>
                <a:avLst/>
                <a:gdLst>
                  <a:gd name="T0" fmla="*/ 0 w 12"/>
                  <a:gd name="T1" fmla="*/ 1 h 21"/>
                  <a:gd name="T2" fmla="*/ 2 w 12"/>
                  <a:gd name="T3" fmla="*/ 3 h 21"/>
                  <a:gd name="T4" fmla="*/ 1 w 12"/>
                  <a:gd name="T5" fmla="*/ 1 h 21"/>
                  <a:gd name="T6" fmla="*/ 2 w 12"/>
                  <a:gd name="T7" fmla="*/ 3 h 21"/>
                  <a:gd name="T8" fmla="*/ 2 w 12"/>
                  <a:gd name="T9" fmla="*/ 0 h 21"/>
                  <a:gd name="T10" fmla="*/ 3 w 12"/>
                  <a:gd name="T11" fmla="*/ 3 h 21"/>
                  <a:gd name="T12" fmla="*/ 2 w 12"/>
                  <a:gd name="T13" fmla="*/ 1 h 21"/>
                  <a:gd name="T14" fmla="*/ 4 w 12"/>
                  <a:gd name="T15" fmla="*/ 3 h 21"/>
                  <a:gd name="T16" fmla="*/ 2 w 12"/>
                  <a:gd name="T17" fmla="*/ 0 h 21"/>
                  <a:gd name="T18" fmla="*/ 5 w 12"/>
                  <a:gd name="T19" fmla="*/ 6 h 21"/>
                  <a:gd name="T20" fmla="*/ 3 w 12"/>
                  <a:gd name="T21" fmla="*/ 2 h 21"/>
                  <a:gd name="T22" fmla="*/ 6 w 12"/>
                  <a:gd name="T23" fmla="*/ 8 h 21"/>
                  <a:gd name="T24" fmla="*/ 1 w 12"/>
                  <a:gd name="T25" fmla="*/ 0 h 21"/>
                  <a:gd name="T26" fmla="*/ 12 w 12"/>
                  <a:gd name="T27" fmla="*/ 21 h 21"/>
                  <a:gd name="T28" fmla="*/ 7 w 12"/>
                  <a:gd name="T29" fmla="*/ 13 h 21"/>
                  <a:gd name="T30" fmla="*/ 4 w 12"/>
                  <a:gd name="T31" fmla="*/ 7 h 21"/>
                  <a:gd name="T32" fmla="*/ 7 w 12"/>
                  <a:gd name="T33" fmla="*/ 11 h 21"/>
                  <a:gd name="T34" fmla="*/ 11 w 12"/>
                  <a:gd name="T35" fmla="*/ 19 h 21"/>
                  <a:gd name="T36" fmla="*/ 7 w 12"/>
                  <a:gd name="T37" fmla="*/ 11 h 21"/>
                  <a:gd name="T38" fmla="*/ 1 w 12"/>
                  <a:gd name="T39" fmla="*/ 1 h 21"/>
                  <a:gd name="T40" fmla="*/ 7 w 12"/>
                  <a:gd name="T41" fmla="*/ 10 h 21"/>
                  <a:gd name="T42" fmla="*/ 11 w 12"/>
                  <a:gd name="T43" fmla="*/ 17 h 21"/>
                  <a:gd name="T44" fmla="*/ 12 w 12"/>
                  <a:gd name="T45" fmla="*/ 20 h 21"/>
                  <a:gd name="T46" fmla="*/ 6 w 12"/>
                  <a:gd name="T47" fmla="*/ 11 h 21"/>
                  <a:gd name="T48" fmla="*/ 11 w 12"/>
                  <a:gd name="T49" fmla="*/ 19 h 21"/>
                  <a:gd name="T50" fmla="*/ 7 w 12"/>
                  <a:gd name="T51" fmla="*/ 14 h 21"/>
                  <a:gd name="T52" fmla="*/ 9 w 12"/>
                  <a:gd name="T53" fmla="*/ 19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" h="21">
                    <a:moveTo>
                      <a:pt x="0" y="1"/>
                    </a:moveTo>
                    <a:cubicBezTo>
                      <a:pt x="1" y="2"/>
                      <a:pt x="1" y="2"/>
                      <a:pt x="2" y="3"/>
                    </a:cubicBezTo>
                    <a:cubicBezTo>
                      <a:pt x="2" y="2"/>
                      <a:pt x="1" y="2"/>
                      <a:pt x="1" y="1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2"/>
                      <a:pt x="2" y="1"/>
                      <a:pt x="2" y="0"/>
                    </a:cubicBezTo>
                    <a:cubicBezTo>
                      <a:pt x="2" y="1"/>
                      <a:pt x="3" y="2"/>
                      <a:pt x="3" y="3"/>
                    </a:cubicBezTo>
                    <a:cubicBezTo>
                      <a:pt x="3" y="2"/>
                      <a:pt x="3" y="1"/>
                      <a:pt x="2" y="1"/>
                    </a:cubicBezTo>
                    <a:cubicBezTo>
                      <a:pt x="3" y="2"/>
                      <a:pt x="3" y="3"/>
                      <a:pt x="4" y="3"/>
                    </a:cubicBezTo>
                    <a:cubicBezTo>
                      <a:pt x="3" y="2"/>
                      <a:pt x="2" y="1"/>
                      <a:pt x="2" y="0"/>
                    </a:cubicBezTo>
                    <a:cubicBezTo>
                      <a:pt x="3" y="1"/>
                      <a:pt x="5" y="4"/>
                      <a:pt x="5" y="6"/>
                    </a:cubicBezTo>
                    <a:cubicBezTo>
                      <a:pt x="4" y="5"/>
                      <a:pt x="3" y="3"/>
                      <a:pt x="3" y="2"/>
                    </a:cubicBezTo>
                    <a:cubicBezTo>
                      <a:pt x="4" y="4"/>
                      <a:pt x="5" y="6"/>
                      <a:pt x="6" y="8"/>
                    </a:cubicBezTo>
                    <a:cubicBezTo>
                      <a:pt x="5" y="5"/>
                      <a:pt x="3" y="2"/>
                      <a:pt x="1" y="0"/>
                    </a:cubicBezTo>
                    <a:cubicBezTo>
                      <a:pt x="7" y="4"/>
                      <a:pt x="7" y="15"/>
                      <a:pt x="12" y="21"/>
                    </a:cubicBezTo>
                    <a:cubicBezTo>
                      <a:pt x="11" y="18"/>
                      <a:pt x="8" y="15"/>
                      <a:pt x="7" y="13"/>
                    </a:cubicBezTo>
                    <a:cubicBezTo>
                      <a:pt x="6" y="11"/>
                      <a:pt x="5" y="9"/>
                      <a:pt x="4" y="7"/>
                    </a:cubicBezTo>
                    <a:cubicBezTo>
                      <a:pt x="5" y="8"/>
                      <a:pt x="6" y="10"/>
                      <a:pt x="7" y="11"/>
                    </a:cubicBezTo>
                    <a:cubicBezTo>
                      <a:pt x="9" y="14"/>
                      <a:pt x="10" y="16"/>
                      <a:pt x="11" y="19"/>
                    </a:cubicBezTo>
                    <a:cubicBezTo>
                      <a:pt x="10" y="16"/>
                      <a:pt x="8" y="14"/>
                      <a:pt x="7" y="11"/>
                    </a:cubicBezTo>
                    <a:cubicBezTo>
                      <a:pt x="5" y="8"/>
                      <a:pt x="4" y="4"/>
                      <a:pt x="1" y="1"/>
                    </a:cubicBezTo>
                    <a:cubicBezTo>
                      <a:pt x="3" y="5"/>
                      <a:pt x="5" y="7"/>
                      <a:pt x="7" y="10"/>
                    </a:cubicBezTo>
                    <a:cubicBezTo>
                      <a:pt x="8" y="13"/>
                      <a:pt x="9" y="15"/>
                      <a:pt x="11" y="17"/>
                    </a:cubicBezTo>
                    <a:cubicBezTo>
                      <a:pt x="11" y="18"/>
                      <a:pt x="11" y="19"/>
                      <a:pt x="12" y="20"/>
                    </a:cubicBezTo>
                    <a:cubicBezTo>
                      <a:pt x="10" y="17"/>
                      <a:pt x="9" y="13"/>
                      <a:pt x="6" y="11"/>
                    </a:cubicBezTo>
                    <a:cubicBezTo>
                      <a:pt x="7" y="14"/>
                      <a:pt x="9" y="16"/>
                      <a:pt x="11" y="19"/>
                    </a:cubicBezTo>
                    <a:cubicBezTo>
                      <a:pt x="10" y="17"/>
                      <a:pt x="8" y="16"/>
                      <a:pt x="7" y="14"/>
                    </a:cubicBezTo>
                    <a:cubicBezTo>
                      <a:pt x="8" y="16"/>
                      <a:pt x="9" y="17"/>
                      <a:pt x="9" y="19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1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51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51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1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6" grpId="0" build="p"/>
      <p:bldP spid="5126" grpI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22478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16645" cy="48628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6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5088255" cy="721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Why Do We Need Trees?</a:t>
            </a:r>
          </a:p>
        </p:txBody>
      </p:sp>
      <p:pic>
        <p:nvPicPr>
          <p:cNvPr id="16" name="图片 15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717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 dirty="0"/>
              <a:t>Trees and Binary trees – Lecture 4-1</a:t>
            </a:r>
          </a:p>
        </p:txBody>
      </p:sp>
      <p:sp>
        <p:nvSpPr>
          <p:cNvPr id="717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6DD4A27-C905-40C6-8377-BDF4E5666573}" type="slidenum">
              <a:rPr lang="en-US" altLang="zh-CN" sz="790"/>
              <a:pPr/>
              <a:t>3</a:t>
            </a:fld>
            <a:endParaRPr lang="en-US" altLang="zh-CN" sz="790"/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5300" y="1811020"/>
            <a:ext cx="8403590" cy="4582795"/>
          </a:xfrm>
        </p:spPr>
        <p:txBody>
          <a:bodyPr>
            <a:noAutofit/>
          </a:bodyPr>
          <a:lstStyle/>
          <a:p>
            <a:r>
              <a:rPr lang="en-US" altLang="zh-CN" sz="2800" dirty="0">
                <a:ea typeface="宋体" panose="02010600030101010101" pitchFamily="2" charset="-122"/>
              </a:rPr>
              <a:t>Lists, Stacks, and Queues are linear relationships</a:t>
            </a:r>
          </a:p>
          <a:p>
            <a:r>
              <a:rPr lang="en-US" altLang="zh-CN" sz="2800" dirty="0">
                <a:ea typeface="宋体" panose="02010600030101010101" pitchFamily="2" charset="-122"/>
              </a:rPr>
              <a:t>Information often contains hierarchical relationships 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File directories or folders 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Moves in a game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Hierarchies in organizations </a:t>
            </a:r>
          </a:p>
          <a:p>
            <a:pPr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Can build a tree to support fast searching</a:t>
            </a:r>
          </a:p>
        </p:txBody>
      </p:sp>
      <p:sp>
        <p:nvSpPr>
          <p:cNvPr id="3" name="Freeform 6"/>
          <p:cNvSpPr>
            <a:spLocks noEditPoints="1"/>
          </p:cNvSpPr>
          <p:nvPr>
            <p:custDataLst>
              <p:tags r:id="rId5"/>
            </p:custDataLst>
          </p:nvPr>
        </p:nvSpPr>
        <p:spPr bwMode="auto">
          <a:xfrm>
            <a:off x="8028083" y="5514399"/>
            <a:ext cx="648754" cy="754914"/>
          </a:xfrm>
          <a:custGeom>
            <a:avLst/>
            <a:gdLst>
              <a:gd name="T0" fmla="*/ 204 w 209"/>
              <a:gd name="T1" fmla="*/ 122 h 243"/>
              <a:gd name="T2" fmla="*/ 198 w 209"/>
              <a:gd name="T3" fmla="*/ 105 h 243"/>
              <a:gd name="T4" fmla="*/ 199 w 209"/>
              <a:gd name="T5" fmla="*/ 94 h 243"/>
              <a:gd name="T6" fmla="*/ 196 w 209"/>
              <a:gd name="T7" fmla="*/ 80 h 243"/>
              <a:gd name="T8" fmla="*/ 191 w 209"/>
              <a:gd name="T9" fmla="*/ 65 h 243"/>
              <a:gd name="T10" fmla="*/ 184 w 209"/>
              <a:gd name="T11" fmla="*/ 50 h 243"/>
              <a:gd name="T12" fmla="*/ 183 w 209"/>
              <a:gd name="T13" fmla="*/ 37 h 243"/>
              <a:gd name="T14" fmla="*/ 175 w 209"/>
              <a:gd name="T15" fmla="*/ 27 h 243"/>
              <a:gd name="T16" fmla="*/ 173 w 209"/>
              <a:gd name="T17" fmla="*/ 19 h 243"/>
              <a:gd name="T18" fmla="*/ 162 w 209"/>
              <a:gd name="T19" fmla="*/ 13 h 243"/>
              <a:gd name="T20" fmla="*/ 151 w 209"/>
              <a:gd name="T21" fmla="*/ 8 h 243"/>
              <a:gd name="T22" fmla="*/ 137 w 209"/>
              <a:gd name="T23" fmla="*/ 4 h 243"/>
              <a:gd name="T24" fmla="*/ 122 w 209"/>
              <a:gd name="T25" fmla="*/ 1 h 243"/>
              <a:gd name="T26" fmla="*/ 107 w 209"/>
              <a:gd name="T27" fmla="*/ 0 h 243"/>
              <a:gd name="T28" fmla="*/ 92 w 209"/>
              <a:gd name="T29" fmla="*/ 1 h 243"/>
              <a:gd name="T30" fmla="*/ 77 w 209"/>
              <a:gd name="T31" fmla="*/ 4 h 243"/>
              <a:gd name="T32" fmla="*/ 61 w 209"/>
              <a:gd name="T33" fmla="*/ 8 h 243"/>
              <a:gd name="T34" fmla="*/ 47 w 209"/>
              <a:gd name="T35" fmla="*/ 14 h 243"/>
              <a:gd name="T36" fmla="*/ 33 w 209"/>
              <a:gd name="T37" fmla="*/ 22 h 243"/>
              <a:gd name="T38" fmla="*/ 22 w 209"/>
              <a:gd name="T39" fmla="*/ 32 h 243"/>
              <a:gd name="T40" fmla="*/ 13 w 209"/>
              <a:gd name="T41" fmla="*/ 44 h 243"/>
              <a:gd name="T42" fmla="*/ 6 w 209"/>
              <a:gd name="T43" fmla="*/ 57 h 243"/>
              <a:gd name="T44" fmla="*/ 2 w 209"/>
              <a:gd name="T45" fmla="*/ 71 h 243"/>
              <a:gd name="T46" fmla="*/ 0 w 209"/>
              <a:gd name="T47" fmla="*/ 97 h 243"/>
              <a:gd name="T48" fmla="*/ 6 w 209"/>
              <a:gd name="T49" fmla="*/ 125 h 243"/>
              <a:gd name="T50" fmla="*/ 54 w 209"/>
              <a:gd name="T51" fmla="*/ 243 h 243"/>
              <a:gd name="T52" fmla="*/ 159 w 209"/>
              <a:gd name="T53" fmla="*/ 229 h 243"/>
              <a:gd name="T54" fmla="*/ 161 w 209"/>
              <a:gd name="T55" fmla="*/ 205 h 243"/>
              <a:gd name="T56" fmla="*/ 166 w 209"/>
              <a:gd name="T57" fmla="*/ 202 h 243"/>
              <a:gd name="T58" fmla="*/ 173 w 209"/>
              <a:gd name="T59" fmla="*/ 201 h 243"/>
              <a:gd name="T60" fmla="*/ 180 w 209"/>
              <a:gd name="T61" fmla="*/ 201 h 243"/>
              <a:gd name="T62" fmla="*/ 181 w 209"/>
              <a:gd name="T63" fmla="*/ 202 h 243"/>
              <a:gd name="T64" fmla="*/ 189 w 209"/>
              <a:gd name="T65" fmla="*/ 203 h 243"/>
              <a:gd name="T66" fmla="*/ 195 w 209"/>
              <a:gd name="T67" fmla="*/ 200 h 243"/>
              <a:gd name="T68" fmla="*/ 199 w 209"/>
              <a:gd name="T69" fmla="*/ 194 h 243"/>
              <a:gd name="T70" fmla="*/ 199 w 209"/>
              <a:gd name="T71" fmla="*/ 184 h 243"/>
              <a:gd name="T72" fmla="*/ 201 w 209"/>
              <a:gd name="T73" fmla="*/ 180 h 243"/>
              <a:gd name="T74" fmla="*/ 202 w 209"/>
              <a:gd name="T75" fmla="*/ 175 h 243"/>
              <a:gd name="T76" fmla="*/ 200 w 209"/>
              <a:gd name="T77" fmla="*/ 171 h 243"/>
              <a:gd name="T78" fmla="*/ 198 w 209"/>
              <a:gd name="T79" fmla="*/ 167 h 243"/>
              <a:gd name="T80" fmla="*/ 203 w 209"/>
              <a:gd name="T81" fmla="*/ 163 h 243"/>
              <a:gd name="T82" fmla="*/ 202 w 209"/>
              <a:gd name="T83" fmla="*/ 155 h 243"/>
              <a:gd name="T84" fmla="*/ 203 w 209"/>
              <a:gd name="T85" fmla="*/ 144 h 243"/>
              <a:gd name="T86" fmla="*/ 208 w 209"/>
              <a:gd name="T87" fmla="*/ 140 h 243"/>
              <a:gd name="T88" fmla="*/ 98 w 209"/>
              <a:gd name="T89" fmla="*/ 144 h 243"/>
              <a:gd name="T90" fmla="*/ 98 w 209"/>
              <a:gd name="T91" fmla="*/ 144 h 243"/>
              <a:gd name="T92" fmla="*/ 90 w 209"/>
              <a:gd name="T93" fmla="*/ 110 h 243"/>
              <a:gd name="T94" fmla="*/ 96 w 209"/>
              <a:gd name="T95" fmla="*/ 51 h 243"/>
              <a:gd name="T96" fmla="*/ 129 w 209"/>
              <a:gd name="T97" fmla="*/ 59 h 2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209" h="243">
                <a:moveTo>
                  <a:pt x="209" y="136"/>
                </a:moveTo>
                <a:cubicBezTo>
                  <a:pt x="208" y="132"/>
                  <a:pt x="208" y="132"/>
                  <a:pt x="208" y="132"/>
                </a:cubicBezTo>
                <a:cubicBezTo>
                  <a:pt x="206" y="127"/>
                  <a:pt x="206" y="127"/>
                  <a:pt x="206" y="127"/>
                </a:cubicBezTo>
                <a:cubicBezTo>
                  <a:pt x="204" y="122"/>
                  <a:pt x="204" y="122"/>
                  <a:pt x="204" y="122"/>
                </a:cubicBezTo>
                <a:cubicBezTo>
                  <a:pt x="203" y="118"/>
                  <a:pt x="203" y="118"/>
                  <a:pt x="203" y="118"/>
                </a:cubicBezTo>
                <a:cubicBezTo>
                  <a:pt x="201" y="113"/>
                  <a:pt x="201" y="113"/>
                  <a:pt x="201" y="113"/>
                </a:cubicBezTo>
                <a:cubicBezTo>
                  <a:pt x="199" y="109"/>
                  <a:pt x="199" y="109"/>
                  <a:pt x="199" y="109"/>
                </a:cubicBezTo>
                <a:cubicBezTo>
                  <a:pt x="198" y="105"/>
                  <a:pt x="198" y="105"/>
                  <a:pt x="198" y="105"/>
                </a:cubicBezTo>
                <a:cubicBezTo>
                  <a:pt x="197" y="100"/>
                  <a:pt x="197" y="100"/>
                  <a:pt x="197" y="100"/>
                </a:cubicBezTo>
                <a:cubicBezTo>
                  <a:pt x="197" y="98"/>
                  <a:pt x="197" y="98"/>
                  <a:pt x="197" y="98"/>
                </a:cubicBezTo>
                <a:cubicBezTo>
                  <a:pt x="198" y="96"/>
                  <a:pt x="198" y="96"/>
                  <a:pt x="198" y="96"/>
                </a:cubicBezTo>
                <a:cubicBezTo>
                  <a:pt x="199" y="94"/>
                  <a:pt x="199" y="94"/>
                  <a:pt x="199" y="94"/>
                </a:cubicBezTo>
                <a:cubicBezTo>
                  <a:pt x="199" y="92"/>
                  <a:pt x="199" y="92"/>
                  <a:pt x="199" y="92"/>
                </a:cubicBezTo>
                <a:cubicBezTo>
                  <a:pt x="198" y="88"/>
                  <a:pt x="198" y="88"/>
                  <a:pt x="198" y="88"/>
                </a:cubicBezTo>
                <a:cubicBezTo>
                  <a:pt x="197" y="84"/>
                  <a:pt x="197" y="84"/>
                  <a:pt x="197" y="84"/>
                </a:cubicBezTo>
                <a:cubicBezTo>
                  <a:pt x="196" y="80"/>
                  <a:pt x="196" y="80"/>
                  <a:pt x="196" y="80"/>
                </a:cubicBezTo>
                <a:cubicBezTo>
                  <a:pt x="195" y="77"/>
                  <a:pt x="195" y="77"/>
                  <a:pt x="195" y="77"/>
                </a:cubicBezTo>
                <a:cubicBezTo>
                  <a:pt x="194" y="73"/>
                  <a:pt x="194" y="73"/>
                  <a:pt x="194" y="73"/>
                </a:cubicBezTo>
                <a:cubicBezTo>
                  <a:pt x="193" y="69"/>
                  <a:pt x="193" y="69"/>
                  <a:pt x="193" y="69"/>
                </a:cubicBezTo>
                <a:cubicBezTo>
                  <a:pt x="191" y="65"/>
                  <a:pt x="191" y="65"/>
                  <a:pt x="191" y="65"/>
                </a:cubicBezTo>
                <a:cubicBezTo>
                  <a:pt x="190" y="61"/>
                  <a:pt x="190" y="61"/>
                  <a:pt x="190" y="61"/>
                </a:cubicBezTo>
                <a:cubicBezTo>
                  <a:pt x="188" y="58"/>
                  <a:pt x="188" y="58"/>
                  <a:pt x="188" y="58"/>
                </a:cubicBezTo>
                <a:cubicBezTo>
                  <a:pt x="186" y="54"/>
                  <a:pt x="186" y="54"/>
                  <a:pt x="186" y="54"/>
                </a:cubicBezTo>
                <a:cubicBezTo>
                  <a:pt x="184" y="50"/>
                  <a:pt x="184" y="50"/>
                  <a:pt x="184" y="50"/>
                </a:cubicBezTo>
                <a:cubicBezTo>
                  <a:pt x="190" y="47"/>
                  <a:pt x="190" y="47"/>
                  <a:pt x="190" y="47"/>
                </a:cubicBezTo>
                <a:cubicBezTo>
                  <a:pt x="188" y="44"/>
                  <a:pt x="188" y="44"/>
                  <a:pt x="188" y="44"/>
                </a:cubicBezTo>
                <a:cubicBezTo>
                  <a:pt x="186" y="41"/>
                  <a:pt x="186" y="41"/>
                  <a:pt x="186" y="41"/>
                </a:cubicBezTo>
                <a:cubicBezTo>
                  <a:pt x="183" y="37"/>
                  <a:pt x="183" y="37"/>
                  <a:pt x="183" y="37"/>
                </a:cubicBezTo>
                <a:cubicBezTo>
                  <a:pt x="181" y="34"/>
                  <a:pt x="181" y="34"/>
                  <a:pt x="181" y="34"/>
                </a:cubicBezTo>
                <a:cubicBezTo>
                  <a:pt x="179" y="32"/>
                  <a:pt x="179" y="32"/>
                  <a:pt x="179" y="32"/>
                </a:cubicBezTo>
                <a:cubicBezTo>
                  <a:pt x="177" y="30"/>
                  <a:pt x="177" y="30"/>
                  <a:pt x="177" y="30"/>
                </a:cubicBezTo>
                <a:cubicBezTo>
                  <a:pt x="175" y="27"/>
                  <a:pt x="175" y="27"/>
                  <a:pt x="175" y="27"/>
                </a:cubicBezTo>
                <a:cubicBezTo>
                  <a:pt x="173" y="25"/>
                  <a:pt x="173" y="25"/>
                  <a:pt x="173" y="25"/>
                </a:cubicBezTo>
                <a:cubicBezTo>
                  <a:pt x="170" y="23"/>
                  <a:pt x="170" y="23"/>
                  <a:pt x="170" y="23"/>
                </a:cubicBezTo>
                <a:cubicBezTo>
                  <a:pt x="175" y="21"/>
                  <a:pt x="175" y="21"/>
                  <a:pt x="175" y="21"/>
                </a:cubicBezTo>
                <a:cubicBezTo>
                  <a:pt x="173" y="19"/>
                  <a:pt x="173" y="19"/>
                  <a:pt x="173" y="19"/>
                </a:cubicBezTo>
                <a:cubicBezTo>
                  <a:pt x="170" y="18"/>
                  <a:pt x="170" y="18"/>
                  <a:pt x="170" y="18"/>
                </a:cubicBezTo>
                <a:cubicBezTo>
                  <a:pt x="168" y="16"/>
                  <a:pt x="168" y="16"/>
                  <a:pt x="168" y="16"/>
                </a:cubicBezTo>
                <a:cubicBezTo>
                  <a:pt x="165" y="14"/>
                  <a:pt x="165" y="14"/>
                  <a:pt x="165" y="14"/>
                </a:cubicBezTo>
                <a:cubicBezTo>
                  <a:pt x="162" y="13"/>
                  <a:pt x="162" y="13"/>
                  <a:pt x="162" y="13"/>
                </a:cubicBezTo>
                <a:cubicBezTo>
                  <a:pt x="159" y="12"/>
                  <a:pt x="159" y="12"/>
                  <a:pt x="159" y="12"/>
                </a:cubicBezTo>
                <a:cubicBezTo>
                  <a:pt x="157" y="10"/>
                  <a:pt x="157" y="10"/>
                  <a:pt x="157" y="10"/>
                </a:cubicBezTo>
                <a:cubicBezTo>
                  <a:pt x="154" y="9"/>
                  <a:pt x="154" y="9"/>
                  <a:pt x="154" y="9"/>
                </a:cubicBezTo>
                <a:cubicBezTo>
                  <a:pt x="151" y="8"/>
                  <a:pt x="151" y="8"/>
                  <a:pt x="151" y="8"/>
                </a:cubicBezTo>
                <a:cubicBezTo>
                  <a:pt x="148" y="7"/>
                  <a:pt x="148" y="7"/>
                  <a:pt x="148" y="7"/>
                </a:cubicBezTo>
                <a:cubicBezTo>
                  <a:pt x="144" y="6"/>
                  <a:pt x="144" y="6"/>
                  <a:pt x="144" y="6"/>
                </a:cubicBezTo>
                <a:cubicBezTo>
                  <a:pt x="140" y="5"/>
                  <a:pt x="140" y="5"/>
                  <a:pt x="140" y="5"/>
                </a:cubicBezTo>
                <a:cubicBezTo>
                  <a:pt x="137" y="4"/>
                  <a:pt x="137" y="4"/>
                  <a:pt x="137" y="4"/>
                </a:cubicBezTo>
                <a:cubicBezTo>
                  <a:pt x="133" y="3"/>
                  <a:pt x="133" y="3"/>
                  <a:pt x="133" y="3"/>
                </a:cubicBezTo>
                <a:cubicBezTo>
                  <a:pt x="129" y="2"/>
                  <a:pt x="129" y="2"/>
                  <a:pt x="129" y="2"/>
                </a:cubicBezTo>
                <a:cubicBezTo>
                  <a:pt x="126" y="2"/>
                  <a:pt x="126" y="2"/>
                  <a:pt x="126" y="2"/>
                </a:cubicBezTo>
                <a:cubicBezTo>
                  <a:pt x="122" y="1"/>
                  <a:pt x="122" y="1"/>
                  <a:pt x="122" y="1"/>
                </a:cubicBezTo>
                <a:cubicBezTo>
                  <a:pt x="118" y="1"/>
                  <a:pt x="118" y="1"/>
                  <a:pt x="118" y="1"/>
                </a:cubicBezTo>
                <a:cubicBezTo>
                  <a:pt x="114" y="1"/>
                  <a:pt x="114" y="1"/>
                  <a:pt x="114" y="1"/>
                </a:cubicBezTo>
                <a:cubicBezTo>
                  <a:pt x="111" y="0"/>
                  <a:pt x="111" y="0"/>
                  <a:pt x="111" y="0"/>
                </a:cubicBezTo>
                <a:cubicBezTo>
                  <a:pt x="107" y="0"/>
                  <a:pt x="107" y="0"/>
                  <a:pt x="107" y="0"/>
                </a:cubicBezTo>
                <a:cubicBezTo>
                  <a:pt x="103" y="0"/>
                  <a:pt x="103" y="0"/>
                  <a:pt x="103" y="0"/>
                </a:cubicBezTo>
                <a:cubicBezTo>
                  <a:pt x="99" y="1"/>
                  <a:pt x="99" y="1"/>
                  <a:pt x="99" y="1"/>
                </a:cubicBezTo>
                <a:cubicBezTo>
                  <a:pt x="96" y="1"/>
                  <a:pt x="96" y="1"/>
                  <a:pt x="96" y="1"/>
                </a:cubicBezTo>
                <a:cubicBezTo>
                  <a:pt x="92" y="1"/>
                  <a:pt x="92" y="1"/>
                  <a:pt x="92" y="1"/>
                </a:cubicBezTo>
                <a:cubicBezTo>
                  <a:pt x="88" y="2"/>
                  <a:pt x="88" y="2"/>
                  <a:pt x="88" y="2"/>
                </a:cubicBezTo>
                <a:cubicBezTo>
                  <a:pt x="84" y="2"/>
                  <a:pt x="84" y="2"/>
                  <a:pt x="84" y="2"/>
                </a:cubicBezTo>
                <a:cubicBezTo>
                  <a:pt x="81" y="3"/>
                  <a:pt x="81" y="3"/>
                  <a:pt x="81" y="3"/>
                </a:cubicBezTo>
                <a:cubicBezTo>
                  <a:pt x="77" y="4"/>
                  <a:pt x="77" y="4"/>
                  <a:pt x="77" y="4"/>
                </a:cubicBezTo>
                <a:cubicBezTo>
                  <a:pt x="73" y="4"/>
                  <a:pt x="73" y="4"/>
                  <a:pt x="73" y="4"/>
                </a:cubicBezTo>
                <a:cubicBezTo>
                  <a:pt x="69" y="6"/>
                  <a:pt x="69" y="6"/>
                  <a:pt x="69" y="6"/>
                </a:cubicBezTo>
                <a:cubicBezTo>
                  <a:pt x="65" y="7"/>
                  <a:pt x="65" y="7"/>
                  <a:pt x="65" y="7"/>
                </a:cubicBezTo>
                <a:cubicBezTo>
                  <a:pt x="61" y="8"/>
                  <a:pt x="61" y="8"/>
                  <a:pt x="61" y="8"/>
                </a:cubicBezTo>
                <a:cubicBezTo>
                  <a:pt x="58" y="9"/>
                  <a:pt x="58" y="9"/>
                  <a:pt x="58" y="9"/>
                </a:cubicBezTo>
                <a:cubicBezTo>
                  <a:pt x="54" y="11"/>
                  <a:pt x="54" y="11"/>
                  <a:pt x="54" y="11"/>
                </a:cubicBezTo>
                <a:cubicBezTo>
                  <a:pt x="50" y="12"/>
                  <a:pt x="50" y="12"/>
                  <a:pt x="50" y="12"/>
                </a:cubicBezTo>
                <a:cubicBezTo>
                  <a:pt x="47" y="14"/>
                  <a:pt x="47" y="14"/>
                  <a:pt x="47" y="14"/>
                </a:cubicBezTo>
                <a:cubicBezTo>
                  <a:pt x="43" y="16"/>
                  <a:pt x="43" y="16"/>
                  <a:pt x="43" y="16"/>
                </a:cubicBezTo>
                <a:cubicBezTo>
                  <a:pt x="40" y="18"/>
                  <a:pt x="40" y="18"/>
                  <a:pt x="40" y="18"/>
                </a:cubicBezTo>
                <a:cubicBezTo>
                  <a:pt x="37" y="20"/>
                  <a:pt x="37" y="20"/>
                  <a:pt x="37" y="20"/>
                </a:cubicBezTo>
                <a:cubicBezTo>
                  <a:pt x="33" y="22"/>
                  <a:pt x="33" y="22"/>
                  <a:pt x="33" y="22"/>
                </a:cubicBezTo>
                <a:cubicBezTo>
                  <a:pt x="30" y="25"/>
                  <a:pt x="30" y="25"/>
                  <a:pt x="30" y="25"/>
                </a:cubicBezTo>
                <a:cubicBezTo>
                  <a:pt x="28" y="27"/>
                  <a:pt x="28" y="27"/>
                  <a:pt x="28" y="27"/>
                </a:cubicBezTo>
                <a:cubicBezTo>
                  <a:pt x="25" y="30"/>
                  <a:pt x="25" y="30"/>
                  <a:pt x="25" y="30"/>
                </a:cubicBezTo>
                <a:cubicBezTo>
                  <a:pt x="22" y="32"/>
                  <a:pt x="22" y="32"/>
                  <a:pt x="22" y="32"/>
                </a:cubicBezTo>
                <a:cubicBezTo>
                  <a:pt x="20" y="35"/>
                  <a:pt x="20" y="35"/>
                  <a:pt x="20" y="35"/>
                </a:cubicBezTo>
                <a:cubicBezTo>
                  <a:pt x="18" y="38"/>
                  <a:pt x="18" y="38"/>
                  <a:pt x="18" y="38"/>
                </a:cubicBezTo>
                <a:cubicBezTo>
                  <a:pt x="15" y="41"/>
                  <a:pt x="15" y="41"/>
                  <a:pt x="15" y="41"/>
                </a:cubicBezTo>
                <a:cubicBezTo>
                  <a:pt x="13" y="44"/>
                  <a:pt x="13" y="44"/>
                  <a:pt x="13" y="44"/>
                </a:cubicBezTo>
                <a:cubicBezTo>
                  <a:pt x="11" y="47"/>
                  <a:pt x="11" y="47"/>
                  <a:pt x="11" y="47"/>
                </a:cubicBezTo>
                <a:cubicBezTo>
                  <a:pt x="10" y="50"/>
                  <a:pt x="10" y="50"/>
                  <a:pt x="10" y="50"/>
                </a:cubicBezTo>
                <a:cubicBezTo>
                  <a:pt x="8" y="54"/>
                  <a:pt x="8" y="54"/>
                  <a:pt x="8" y="54"/>
                </a:cubicBezTo>
                <a:cubicBezTo>
                  <a:pt x="6" y="57"/>
                  <a:pt x="6" y="57"/>
                  <a:pt x="6" y="57"/>
                </a:cubicBezTo>
                <a:cubicBezTo>
                  <a:pt x="5" y="61"/>
                  <a:pt x="5" y="61"/>
                  <a:pt x="5" y="61"/>
                </a:cubicBezTo>
                <a:cubicBezTo>
                  <a:pt x="4" y="64"/>
                  <a:pt x="4" y="64"/>
                  <a:pt x="4" y="64"/>
                </a:cubicBezTo>
                <a:cubicBezTo>
                  <a:pt x="3" y="68"/>
                  <a:pt x="3" y="68"/>
                  <a:pt x="3" y="68"/>
                </a:cubicBezTo>
                <a:cubicBezTo>
                  <a:pt x="2" y="71"/>
                  <a:pt x="2" y="71"/>
                  <a:pt x="2" y="71"/>
                </a:cubicBezTo>
                <a:cubicBezTo>
                  <a:pt x="1" y="75"/>
                  <a:pt x="1" y="75"/>
                  <a:pt x="1" y="75"/>
                </a:cubicBezTo>
                <a:cubicBezTo>
                  <a:pt x="0" y="82"/>
                  <a:pt x="0" y="82"/>
                  <a:pt x="0" y="82"/>
                </a:cubicBezTo>
                <a:cubicBezTo>
                  <a:pt x="0" y="89"/>
                  <a:pt x="0" y="89"/>
                  <a:pt x="0" y="89"/>
                </a:cubicBezTo>
                <a:cubicBezTo>
                  <a:pt x="0" y="97"/>
                  <a:pt x="0" y="97"/>
                  <a:pt x="0" y="97"/>
                </a:cubicBezTo>
                <a:cubicBezTo>
                  <a:pt x="1" y="104"/>
                  <a:pt x="1" y="104"/>
                  <a:pt x="1" y="104"/>
                </a:cubicBezTo>
                <a:cubicBezTo>
                  <a:pt x="2" y="111"/>
                  <a:pt x="2" y="111"/>
                  <a:pt x="2" y="111"/>
                </a:cubicBezTo>
                <a:cubicBezTo>
                  <a:pt x="4" y="118"/>
                  <a:pt x="4" y="118"/>
                  <a:pt x="4" y="118"/>
                </a:cubicBezTo>
                <a:cubicBezTo>
                  <a:pt x="6" y="125"/>
                  <a:pt x="6" y="125"/>
                  <a:pt x="6" y="125"/>
                </a:cubicBezTo>
                <a:cubicBezTo>
                  <a:pt x="24" y="155"/>
                  <a:pt x="24" y="155"/>
                  <a:pt x="24" y="155"/>
                </a:cubicBezTo>
                <a:cubicBezTo>
                  <a:pt x="55" y="186"/>
                  <a:pt x="54" y="218"/>
                  <a:pt x="54" y="218"/>
                </a:cubicBezTo>
                <a:cubicBezTo>
                  <a:pt x="54" y="224"/>
                  <a:pt x="54" y="224"/>
                  <a:pt x="54" y="224"/>
                </a:cubicBezTo>
                <a:cubicBezTo>
                  <a:pt x="54" y="243"/>
                  <a:pt x="54" y="243"/>
                  <a:pt x="54" y="243"/>
                </a:cubicBezTo>
                <a:cubicBezTo>
                  <a:pt x="159" y="243"/>
                  <a:pt x="159" y="243"/>
                  <a:pt x="159" y="243"/>
                </a:cubicBezTo>
                <a:cubicBezTo>
                  <a:pt x="159" y="241"/>
                  <a:pt x="159" y="241"/>
                  <a:pt x="159" y="241"/>
                </a:cubicBezTo>
                <a:cubicBezTo>
                  <a:pt x="159" y="235"/>
                  <a:pt x="159" y="235"/>
                  <a:pt x="159" y="235"/>
                </a:cubicBezTo>
                <a:cubicBezTo>
                  <a:pt x="159" y="229"/>
                  <a:pt x="159" y="229"/>
                  <a:pt x="159" y="229"/>
                </a:cubicBezTo>
                <a:cubicBezTo>
                  <a:pt x="160" y="215"/>
                  <a:pt x="160" y="215"/>
                  <a:pt x="160" y="215"/>
                </a:cubicBezTo>
                <a:cubicBezTo>
                  <a:pt x="160" y="208"/>
                  <a:pt x="160" y="208"/>
                  <a:pt x="160" y="208"/>
                </a:cubicBezTo>
                <a:cubicBezTo>
                  <a:pt x="161" y="207"/>
                  <a:pt x="161" y="207"/>
                  <a:pt x="161" y="207"/>
                </a:cubicBezTo>
                <a:cubicBezTo>
                  <a:pt x="161" y="205"/>
                  <a:pt x="161" y="205"/>
                  <a:pt x="161" y="205"/>
                </a:cubicBezTo>
                <a:cubicBezTo>
                  <a:pt x="162" y="204"/>
                  <a:pt x="162" y="204"/>
                  <a:pt x="162" y="204"/>
                </a:cubicBezTo>
                <a:cubicBezTo>
                  <a:pt x="163" y="203"/>
                  <a:pt x="163" y="203"/>
                  <a:pt x="163" y="203"/>
                </a:cubicBezTo>
                <a:cubicBezTo>
                  <a:pt x="164" y="202"/>
                  <a:pt x="164" y="202"/>
                  <a:pt x="164" y="202"/>
                </a:cubicBezTo>
                <a:cubicBezTo>
                  <a:pt x="166" y="202"/>
                  <a:pt x="166" y="202"/>
                  <a:pt x="166" y="202"/>
                </a:cubicBezTo>
                <a:cubicBezTo>
                  <a:pt x="167" y="201"/>
                  <a:pt x="167" y="201"/>
                  <a:pt x="167" y="201"/>
                </a:cubicBezTo>
                <a:cubicBezTo>
                  <a:pt x="169" y="201"/>
                  <a:pt x="169" y="201"/>
                  <a:pt x="169" y="201"/>
                </a:cubicBezTo>
                <a:cubicBezTo>
                  <a:pt x="171" y="201"/>
                  <a:pt x="171" y="201"/>
                  <a:pt x="171" y="201"/>
                </a:cubicBezTo>
                <a:cubicBezTo>
                  <a:pt x="173" y="201"/>
                  <a:pt x="173" y="201"/>
                  <a:pt x="173" y="201"/>
                </a:cubicBezTo>
                <a:cubicBezTo>
                  <a:pt x="174" y="201"/>
                  <a:pt x="174" y="201"/>
                  <a:pt x="174" y="201"/>
                </a:cubicBezTo>
                <a:cubicBezTo>
                  <a:pt x="176" y="201"/>
                  <a:pt x="176" y="201"/>
                  <a:pt x="176" y="201"/>
                </a:cubicBezTo>
                <a:cubicBezTo>
                  <a:pt x="178" y="201"/>
                  <a:pt x="178" y="201"/>
                  <a:pt x="178" y="201"/>
                </a:cubicBezTo>
                <a:cubicBezTo>
                  <a:pt x="180" y="201"/>
                  <a:pt x="180" y="201"/>
                  <a:pt x="180" y="201"/>
                </a:cubicBezTo>
                <a:cubicBezTo>
                  <a:pt x="182" y="202"/>
                  <a:pt x="182" y="202"/>
                  <a:pt x="182" y="202"/>
                </a:cubicBezTo>
                <a:cubicBezTo>
                  <a:pt x="184" y="202"/>
                  <a:pt x="184" y="202"/>
                  <a:pt x="184" y="202"/>
                </a:cubicBezTo>
                <a:cubicBezTo>
                  <a:pt x="186" y="202"/>
                  <a:pt x="186" y="202"/>
                  <a:pt x="186" y="202"/>
                </a:cubicBezTo>
                <a:cubicBezTo>
                  <a:pt x="181" y="202"/>
                  <a:pt x="181" y="202"/>
                  <a:pt x="181" y="202"/>
                </a:cubicBezTo>
                <a:cubicBezTo>
                  <a:pt x="183" y="202"/>
                  <a:pt x="183" y="202"/>
                  <a:pt x="183" y="202"/>
                </a:cubicBezTo>
                <a:cubicBezTo>
                  <a:pt x="185" y="203"/>
                  <a:pt x="185" y="203"/>
                  <a:pt x="185" y="203"/>
                </a:cubicBezTo>
                <a:cubicBezTo>
                  <a:pt x="188" y="203"/>
                  <a:pt x="188" y="203"/>
                  <a:pt x="188" y="203"/>
                </a:cubicBezTo>
                <a:cubicBezTo>
                  <a:pt x="189" y="203"/>
                  <a:pt x="189" y="203"/>
                  <a:pt x="189" y="203"/>
                </a:cubicBezTo>
                <a:cubicBezTo>
                  <a:pt x="191" y="202"/>
                  <a:pt x="191" y="202"/>
                  <a:pt x="191" y="202"/>
                </a:cubicBezTo>
                <a:cubicBezTo>
                  <a:pt x="192" y="202"/>
                  <a:pt x="192" y="202"/>
                  <a:pt x="192" y="202"/>
                </a:cubicBezTo>
                <a:cubicBezTo>
                  <a:pt x="194" y="201"/>
                  <a:pt x="194" y="201"/>
                  <a:pt x="194" y="201"/>
                </a:cubicBezTo>
                <a:cubicBezTo>
                  <a:pt x="195" y="200"/>
                  <a:pt x="195" y="200"/>
                  <a:pt x="195" y="200"/>
                </a:cubicBezTo>
                <a:cubicBezTo>
                  <a:pt x="197" y="199"/>
                  <a:pt x="197" y="199"/>
                  <a:pt x="197" y="199"/>
                </a:cubicBezTo>
                <a:cubicBezTo>
                  <a:pt x="198" y="198"/>
                  <a:pt x="198" y="198"/>
                  <a:pt x="198" y="198"/>
                </a:cubicBezTo>
                <a:cubicBezTo>
                  <a:pt x="198" y="196"/>
                  <a:pt x="198" y="196"/>
                  <a:pt x="198" y="196"/>
                </a:cubicBezTo>
                <a:cubicBezTo>
                  <a:pt x="199" y="194"/>
                  <a:pt x="199" y="194"/>
                  <a:pt x="199" y="194"/>
                </a:cubicBezTo>
                <a:cubicBezTo>
                  <a:pt x="199" y="191"/>
                  <a:pt x="199" y="191"/>
                  <a:pt x="199" y="191"/>
                </a:cubicBezTo>
                <a:cubicBezTo>
                  <a:pt x="198" y="188"/>
                  <a:pt x="198" y="188"/>
                  <a:pt x="198" y="188"/>
                </a:cubicBezTo>
                <a:cubicBezTo>
                  <a:pt x="198" y="185"/>
                  <a:pt x="198" y="185"/>
                  <a:pt x="198" y="185"/>
                </a:cubicBezTo>
                <a:cubicBezTo>
                  <a:pt x="199" y="184"/>
                  <a:pt x="199" y="184"/>
                  <a:pt x="199" y="184"/>
                </a:cubicBezTo>
                <a:cubicBezTo>
                  <a:pt x="199" y="183"/>
                  <a:pt x="199" y="183"/>
                  <a:pt x="199" y="183"/>
                </a:cubicBezTo>
                <a:cubicBezTo>
                  <a:pt x="200" y="182"/>
                  <a:pt x="200" y="182"/>
                  <a:pt x="200" y="182"/>
                </a:cubicBezTo>
                <a:cubicBezTo>
                  <a:pt x="200" y="181"/>
                  <a:pt x="200" y="181"/>
                  <a:pt x="200" y="181"/>
                </a:cubicBezTo>
                <a:cubicBezTo>
                  <a:pt x="201" y="180"/>
                  <a:pt x="201" y="180"/>
                  <a:pt x="201" y="180"/>
                </a:cubicBezTo>
                <a:cubicBezTo>
                  <a:pt x="202" y="179"/>
                  <a:pt x="202" y="179"/>
                  <a:pt x="202" y="179"/>
                </a:cubicBezTo>
                <a:cubicBezTo>
                  <a:pt x="202" y="178"/>
                  <a:pt x="202" y="178"/>
                  <a:pt x="202" y="178"/>
                </a:cubicBezTo>
                <a:cubicBezTo>
                  <a:pt x="202" y="177"/>
                  <a:pt x="202" y="177"/>
                  <a:pt x="202" y="177"/>
                </a:cubicBezTo>
                <a:cubicBezTo>
                  <a:pt x="202" y="175"/>
                  <a:pt x="202" y="175"/>
                  <a:pt x="202" y="175"/>
                </a:cubicBezTo>
                <a:cubicBezTo>
                  <a:pt x="202" y="174"/>
                  <a:pt x="202" y="174"/>
                  <a:pt x="202" y="174"/>
                </a:cubicBezTo>
                <a:cubicBezTo>
                  <a:pt x="202" y="173"/>
                  <a:pt x="202" y="173"/>
                  <a:pt x="202" y="173"/>
                </a:cubicBezTo>
                <a:cubicBezTo>
                  <a:pt x="201" y="172"/>
                  <a:pt x="201" y="172"/>
                  <a:pt x="201" y="172"/>
                </a:cubicBezTo>
                <a:cubicBezTo>
                  <a:pt x="200" y="171"/>
                  <a:pt x="200" y="171"/>
                  <a:pt x="200" y="171"/>
                </a:cubicBezTo>
                <a:cubicBezTo>
                  <a:pt x="199" y="169"/>
                  <a:pt x="199" y="169"/>
                  <a:pt x="199" y="169"/>
                </a:cubicBezTo>
                <a:cubicBezTo>
                  <a:pt x="198" y="169"/>
                  <a:pt x="198" y="169"/>
                  <a:pt x="198" y="169"/>
                </a:cubicBezTo>
                <a:cubicBezTo>
                  <a:pt x="197" y="168"/>
                  <a:pt x="197" y="168"/>
                  <a:pt x="197" y="168"/>
                </a:cubicBezTo>
                <a:cubicBezTo>
                  <a:pt x="198" y="167"/>
                  <a:pt x="198" y="167"/>
                  <a:pt x="198" y="167"/>
                </a:cubicBezTo>
                <a:cubicBezTo>
                  <a:pt x="200" y="166"/>
                  <a:pt x="200" y="166"/>
                  <a:pt x="200" y="166"/>
                </a:cubicBezTo>
                <a:cubicBezTo>
                  <a:pt x="201" y="165"/>
                  <a:pt x="201" y="165"/>
                  <a:pt x="201" y="165"/>
                </a:cubicBezTo>
                <a:cubicBezTo>
                  <a:pt x="202" y="164"/>
                  <a:pt x="202" y="164"/>
                  <a:pt x="202" y="164"/>
                </a:cubicBezTo>
                <a:cubicBezTo>
                  <a:pt x="203" y="163"/>
                  <a:pt x="203" y="163"/>
                  <a:pt x="203" y="163"/>
                </a:cubicBezTo>
                <a:cubicBezTo>
                  <a:pt x="203" y="162"/>
                  <a:pt x="203" y="162"/>
                  <a:pt x="203" y="162"/>
                </a:cubicBezTo>
                <a:cubicBezTo>
                  <a:pt x="204" y="161"/>
                  <a:pt x="204" y="161"/>
                  <a:pt x="204" y="161"/>
                </a:cubicBezTo>
                <a:cubicBezTo>
                  <a:pt x="203" y="160"/>
                  <a:pt x="203" y="160"/>
                  <a:pt x="203" y="160"/>
                </a:cubicBezTo>
                <a:cubicBezTo>
                  <a:pt x="202" y="155"/>
                  <a:pt x="202" y="155"/>
                  <a:pt x="202" y="155"/>
                </a:cubicBezTo>
                <a:cubicBezTo>
                  <a:pt x="201" y="152"/>
                  <a:pt x="201" y="152"/>
                  <a:pt x="201" y="152"/>
                </a:cubicBezTo>
                <a:cubicBezTo>
                  <a:pt x="201" y="148"/>
                  <a:pt x="201" y="148"/>
                  <a:pt x="201" y="148"/>
                </a:cubicBezTo>
                <a:cubicBezTo>
                  <a:pt x="201" y="145"/>
                  <a:pt x="201" y="145"/>
                  <a:pt x="201" y="145"/>
                </a:cubicBezTo>
                <a:cubicBezTo>
                  <a:pt x="203" y="144"/>
                  <a:pt x="203" y="144"/>
                  <a:pt x="203" y="144"/>
                </a:cubicBezTo>
                <a:cubicBezTo>
                  <a:pt x="204" y="143"/>
                  <a:pt x="204" y="143"/>
                  <a:pt x="204" y="143"/>
                </a:cubicBezTo>
                <a:cubicBezTo>
                  <a:pt x="206" y="142"/>
                  <a:pt x="206" y="142"/>
                  <a:pt x="206" y="142"/>
                </a:cubicBezTo>
                <a:cubicBezTo>
                  <a:pt x="207" y="141"/>
                  <a:pt x="207" y="141"/>
                  <a:pt x="207" y="141"/>
                </a:cubicBezTo>
                <a:cubicBezTo>
                  <a:pt x="208" y="140"/>
                  <a:pt x="208" y="140"/>
                  <a:pt x="208" y="140"/>
                </a:cubicBezTo>
                <a:cubicBezTo>
                  <a:pt x="209" y="139"/>
                  <a:pt x="209" y="139"/>
                  <a:pt x="209" y="139"/>
                </a:cubicBezTo>
                <a:cubicBezTo>
                  <a:pt x="209" y="138"/>
                  <a:pt x="209" y="138"/>
                  <a:pt x="209" y="138"/>
                </a:cubicBezTo>
                <a:lnTo>
                  <a:pt x="209" y="136"/>
                </a:lnTo>
                <a:close/>
                <a:moveTo>
                  <a:pt x="98" y="144"/>
                </a:moveTo>
                <a:cubicBezTo>
                  <a:pt x="91" y="144"/>
                  <a:pt x="86" y="139"/>
                  <a:pt x="86" y="132"/>
                </a:cubicBezTo>
                <a:cubicBezTo>
                  <a:pt x="86" y="125"/>
                  <a:pt x="91" y="120"/>
                  <a:pt x="98" y="120"/>
                </a:cubicBezTo>
                <a:cubicBezTo>
                  <a:pt x="105" y="120"/>
                  <a:pt x="110" y="125"/>
                  <a:pt x="110" y="132"/>
                </a:cubicBezTo>
                <a:cubicBezTo>
                  <a:pt x="110" y="139"/>
                  <a:pt x="105" y="144"/>
                  <a:pt x="98" y="144"/>
                </a:cubicBezTo>
                <a:close/>
                <a:moveTo>
                  <a:pt x="115" y="86"/>
                </a:moveTo>
                <a:cubicBezTo>
                  <a:pt x="109" y="93"/>
                  <a:pt x="107" y="99"/>
                  <a:pt x="107" y="107"/>
                </a:cubicBezTo>
                <a:cubicBezTo>
                  <a:pt x="107" y="110"/>
                  <a:pt x="107" y="110"/>
                  <a:pt x="107" y="110"/>
                </a:cubicBezTo>
                <a:cubicBezTo>
                  <a:pt x="90" y="110"/>
                  <a:pt x="90" y="110"/>
                  <a:pt x="90" y="110"/>
                </a:cubicBezTo>
                <a:cubicBezTo>
                  <a:pt x="90" y="106"/>
                  <a:pt x="90" y="106"/>
                  <a:pt x="90" y="106"/>
                </a:cubicBezTo>
                <a:cubicBezTo>
                  <a:pt x="89" y="98"/>
                  <a:pt x="92" y="89"/>
                  <a:pt x="99" y="81"/>
                </a:cubicBezTo>
                <a:cubicBezTo>
                  <a:pt x="105" y="74"/>
                  <a:pt x="109" y="68"/>
                  <a:pt x="109" y="62"/>
                </a:cubicBezTo>
                <a:cubicBezTo>
                  <a:pt x="109" y="56"/>
                  <a:pt x="105" y="51"/>
                  <a:pt x="96" y="51"/>
                </a:cubicBezTo>
                <a:cubicBezTo>
                  <a:pt x="91" y="51"/>
                  <a:pt x="85" y="53"/>
                  <a:pt x="81" y="56"/>
                </a:cubicBezTo>
                <a:cubicBezTo>
                  <a:pt x="76" y="42"/>
                  <a:pt x="76" y="42"/>
                  <a:pt x="76" y="42"/>
                </a:cubicBezTo>
                <a:cubicBezTo>
                  <a:pt x="82" y="38"/>
                  <a:pt x="90" y="36"/>
                  <a:pt x="100" y="36"/>
                </a:cubicBezTo>
                <a:cubicBezTo>
                  <a:pt x="120" y="36"/>
                  <a:pt x="129" y="47"/>
                  <a:pt x="129" y="59"/>
                </a:cubicBezTo>
                <a:cubicBezTo>
                  <a:pt x="129" y="71"/>
                  <a:pt x="122" y="78"/>
                  <a:pt x="115" y="86"/>
                </a:cubicBezTo>
                <a:close/>
              </a:path>
            </a:pathLst>
          </a:custGeom>
          <a:solidFill>
            <a:srgbClr val="1E7AB6">
              <a:alpha val="44000"/>
            </a:srgbClr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rgbClr val="1E7AB6"/>
              </a:solidFill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quarter" idx="10"/>
            <p:custDataLst>
              <p:tags r:id="rId6"/>
            </p:custDataLst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23/09/11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272669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4621530" cy="48628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6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5088255" cy="721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Tree Jargon</a:t>
            </a:r>
          </a:p>
        </p:txBody>
      </p:sp>
      <p:pic>
        <p:nvPicPr>
          <p:cNvPr id="16" name="图片 15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819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Trees and Binary trees – Lecture 4-1</a:t>
            </a:r>
          </a:p>
        </p:txBody>
      </p:sp>
      <p:sp>
        <p:nvSpPr>
          <p:cNvPr id="819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A07B3B8-4360-4556-8382-E92D4ECCDC0F}" type="slidenum">
              <a:rPr lang="en-US" altLang="zh-CN" sz="790"/>
              <a:pPr/>
              <a:t>4</a:t>
            </a:fld>
            <a:endParaRPr lang="en-US" altLang="zh-CN" sz="790" dirty="0"/>
          </a:p>
        </p:txBody>
      </p:sp>
      <p:sp>
        <p:nvSpPr>
          <p:cNvPr id="8198" name="Text Box 4"/>
          <p:cNvSpPr txBox="1">
            <a:spLocks noChangeArrowheads="1"/>
          </p:cNvSpPr>
          <p:nvPr/>
        </p:nvSpPr>
        <p:spPr bwMode="auto">
          <a:xfrm>
            <a:off x="611505" y="1772920"/>
            <a:ext cx="3707765" cy="4154984"/>
          </a:xfrm>
          <a:prstGeom prst="rect">
            <a:avLst/>
          </a:prstGeom>
          <a:noFill/>
          <a:ln w="9525">
            <a:solidFill>
              <a:srgbClr val="990099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nodes and edges</a:t>
            </a:r>
          </a:p>
          <a:p>
            <a:pPr>
              <a:buFontTx/>
              <a:buChar char="•"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parent, children, siblings</a:t>
            </a:r>
          </a:p>
          <a:p>
            <a:pPr>
              <a:buFontTx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ancestors,  descendants</a:t>
            </a:r>
          </a:p>
          <a:p>
            <a:pPr>
              <a:buFontTx/>
              <a:buChar char="•"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root, leaves</a:t>
            </a:r>
          </a:p>
          <a:p>
            <a:pPr>
              <a:buFontTx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subtrees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Char char="•"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path, path length</a:t>
            </a:r>
          </a:p>
          <a:p>
            <a:pPr>
              <a:buFontTx/>
              <a:buChar char="•"/>
            </a:pP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Length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of a path = number of edges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436870" y="2166620"/>
            <a:ext cx="2868295" cy="3262630"/>
            <a:chOff x="4114800" y="3999310"/>
            <a:chExt cx="1714500" cy="1944290"/>
          </a:xfrm>
        </p:grpSpPr>
        <p:sp>
          <p:nvSpPr>
            <p:cNvPr id="8199" name="Oval 5"/>
            <p:cNvSpPr>
              <a:spLocks noChangeArrowheads="1"/>
            </p:cNvSpPr>
            <p:nvPr/>
          </p:nvSpPr>
          <p:spPr bwMode="auto">
            <a:xfrm>
              <a:off x="4800600" y="400050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20000"/>
                </a:lnSpc>
              </a:pPr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8200" name="Oval 6"/>
            <p:cNvSpPr>
              <a:spLocks noChangeArrowheads="1"/>
            </p:cNvSpPr>
            <p:nvPr/>
          </p:nvSpPr>
          <p:spPr bwMode="auto">
            <a:xfrm>
              <a:off x="4114800" y="474345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20000"/>
                </a:lnSpc>
              </a:pPr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8201" name="Oval 7"/>
            <p:cNvSpPr>
              <a:spLocks noChangeArrowheads="1"/>
            </p:cNvSpPr>
            <p:nvPr/>
          </p:nvSpPr>
          <p:spPr bwMode="auto">
            <a:xfrm>
              <a:off x="4800600" y="474345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20000"/>
                </a:lnSpc>
              </a:pPr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8202" name="Oval 8"/>
            <p:cNvSpPr>
              <a:spLocks noChangeArrowheads="1"/>
            </p:cNvSpPr>
            <p:nvPr/>
          </p:nvSpPr>
          <p:spPr bwMode="auto">
            <a:xfrm>
              <a:off x="5486400" y="474345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20000"/>
                </a:lnSpc>
              </a:pPr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8203" name="Oval 9"/>
            <p:cNvSpPr>
              <a:spLocks noChangeArrowheads="1"/>
            </p:cNvSpPr>
            <p:nvPr/>
          </p:nvSpPr>
          <p:spPr bwMode="auto">
            <a:xfrm>
              <a:off x="4457700" y="560070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20000"/>
                </a:lnSpc>
              </a:pPr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8204" name="Oval 10"/>
            <p:cNvSpPr>
              <a:spLocks noChangeArrowheads="1"/>
            </p:cNvSpPr>
            <p:nvPr/>
          </p:nvSpPr>
          <p:spPr bwMode="auto">
            <a:xfrm>
              <a:off x="5143500" y="560070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20000"/>
                </a:lnSpc>
              </a:pPr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8205" name="Line 11"/>
            <p:cNvSpPr>
              <a:spLocks noChangeShapeType="1"/>
            </p:cNvSpPr>
            <p:nvPr/>
          </p:nvSpPr>
          <p:spPr bwMode="auto">
            <a:xfrm flipH="1">
              <a:off x="4400550" y="4343400"/>
              <a:ext cx="5715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/>
            </a:p>
          </p:txBody>
        </p:sp>
        <p:sp>
          <p:nvSpPr>
            <p:cNvPr id="8206" name="Line 12"/>
            <p:cNvSpPr>
              <a:spLocks noChangeShapeType="1"/>
            </p:cNvSpPr>
            <p:nvPr/>
          </p:nvSpPr>
          <p:spPr bwMode="auto">
            <a:xfrm>
              <a:off x="4972050" y="4343400"/>
              <a:ext cx="0" cy="4000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/>
            </a:p>
          </p:txBody>
        </p:sp>
        <p:sp>
          <p:nvSpPr>
            <p:cNvPr id="8207" name="Line 13"/>
            <p:cNvSpPr>
              <a:spLocks noChangeShapeType="1"/>
            </p:cNvSpPr>
            <p:nvPr/>
          </p:nvSpPr>
          <p:spPr bwMode="auto">
            <a:xfrm flipH="1">
              <a:off x="4629150" y="5086350"/>
              <a:ext cx="34290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/>
            </a:p>
          </p:txBody>
        </p:sp>
        <p:sp>
          <p:nvSpPr>
            <p:cNvPr id="8208" name="Line 14"/>
            <p:cNvSpPr>
              <a:spLocks noChangeShapeType="1"/>
            </p:cNvSpPr>
            <p:nvPr/>
          </p:nvSpPr>
          <p:spPr bwMode="auto">
            <a:xfrm>
              <a:off x="4972050" y="5086350"/>
              <a:ext cx="28575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/>
            </a:p>
          </p:txBody>
        </p:sp>
        <p:sp>
          <p:nvSpPr>
            <p:cNvPr id="8209" name="Line 15"/>
            <p:cNvSpPr>
              <a:spLocks noChangeShapeType="1"/>
            </p:cNvSpPr>
            <p:nvPr/>
          </p:nvSpPr>
          <p:spPr bwMode="auto">
            <a:xfrm>
              <a:off x="4972050" y="4343400"/>
              <a:ext cx="628650" cy="4000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/>
            </a:p>
          </p:txBody>
        </p:sp>
        <p:sp>
          <p:nvSpPr>
            <p:cNvPr id="8210" name="Text Box 16"/>
            <p:cNvSpPr txBox="1">
              <a:spLocks noChangeArrowheads="1"/>
            </p:cNvSpPr>
            <p:nvPr/>
          </p:nvSpPr>
          <p:spPr bwMode="auto">
            <a:xfrm>
              <a:off x="4805363" y="3999310"/>
              <a:ext cx="303610" cy="318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en-US" altLang="zh-CN" sz="2400"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8211" name="Text Box 17"/>
            <p:cNvSpPr txBox="1">
              <a:spLocks noChangeArrowheads="1"/>
            </p:cNvSpPr>
            <p:nvPr/>
          </p:nvSpPr>
          <p:spPr bwMode="auto">
            <a:xfrm>
              <a:off x="4143375" y="4731544"/>
              <a:ext cx="303610" cy="318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en-US" altLang="zh-CN" sz="2400"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8212" name="Text Box 18"/>
            <p:cNvSpPr txBox="1">
              <a:spLocks noChangeArrowheads="1"/>
            </p:cNvSpPr>
            <p:nvPr/>
          </p:nvSpPr>
          <p:spPr bwMode="auto">
            <a:xfrm>
              <a:off x="4819650" y="4722019"/>
              <a:ext cx="303610" cy="318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en-US" altLang="zh-CN" sz="2400"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8213" name="Text Box 19"/>
            <p:cNvSpPr txBox="1">
              <a:spLocks noChangeArrowheads="1"/>
            </p:cNvSpPr>
            <p:nvPr/>
          </p:nvSpPr>
          <p:spPr bwMode="auto">
            <a:xfrm>
              <a:off x="5506641" y="4722019"/>
              <a:ext cx="303609" cy="318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en-US" altLang="zh-CN" sz="2400">
                  <a:ea typeface="宋体" panose="02010600030101010101" pitchFamily="2" charset="-122"/>
                </a:rPr>
                <a:t>D</a:t>
              </a:r>
            </a:p>
          </p:txBody>
        </p:sp>
        <p:sp>
          <p:nvSpPr>
            <p:cNvPr id="8214" name="Text Box 20"/>
            <p:cNvSpPr txBox="1">
              <a:spLocks noChangeArrowheads="1"/>
            </p:cNvSpPr>
            <p:nvPr/>
          </p:nvSpPr>
          <p:spPr bwMode="auto">
            <a:xfrm>
              <a:off x="4480322" y="5592366"/>
              <a:ext cx="303609" cy="318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en-US" altLang="zh-CN" sz="2400"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8215" name="Text Box 21"/>
            <p:cNvSpPr txBox="1">
              <a:spLocks noChangeArrowheads="1"/>
            </p:cNvSpPr>
            <p:nvPr/>
          </p:nvSpPr>
          <p:spPr bwMode="auto">
            <a:xfrm>
              <a:off x="5173266" y="5586413"/>
              <a:ext cx="303609" cy="318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en-US" altLang="zh-CN" sz="2400">
                  <a:ea typeface="宋体" panose="02010600030101010101" pitchFamily="2" charset="-122"/>
                </a:rPr>
                <a:t>F</a:t>
              </a:r>
            </a:p>
          </p:txBody>
        </p:sp>
      </p:grpSp>
      <p:sp>
        <p:nvSpPr>
          <p:cNvPr id="7" name="日期占位符 3"/>
          <p:cNvSpPr>
            <a:spLocks noGrp="1"/>
          </p:cNvSpPr>
          <p:nvPr>
            <p:ph type="dt" sz="quarter" idx="10"/>
            <p:custDataLst>
              <p:tags r:id="rId5"/>
            </p:custDataLst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23/09/11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375412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4621530" cy="48628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6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5088255" cy="721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More Tree Jargon</a:t>
            </a:r>
          </a:p>
        </p:txBody>
      </p:sp>
      <p:pic>
        <p:nvPicPr>
          <p:cNvPr id="16" name="图片 15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7" name="日期占位符 3"/>
          <p:cNvSpPr>
            <a:spLocks noGrp="1"/>
          </p:cNvSpPr>
          <p:nvPr>
            <p:ph type="dt" sz="quarter" idx="10"/>
            <p:custDataLst>
              <p:tags r:id="rId5"/>
            </p:custDataLst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23/09/11</a:t>
            </a:r>
          </a:p>
        </p:txBody>
      </p:sp>
      <p:sp>
        <p:nvSpPr>
          <p:cNvPr id="921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Trees and Binary trees – Lecture 4-1</a:t>
            </a:r>
          </a:p>
        </p:txBody>
      </p:sp>
      <p:sp>
        <p:nvSpPr>
          <p:cNvPr id="922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DBFD117-756D-45DB-93D0-A7F709D24437}" type="slidenum">
              <a:rPr lang="en-US" altLang="zh-CN" sz="790"/>
              <a:pPr/>
              <a:t>5</a:t>
            </a:fld>
            <a:endParaRPr lang="en-US" altLang="zh-CN" sz="790"/>
          </a:p>
        </p:txBody>
      </p:sp>
      <p:sp>
        <p:nvSpPr>
          <p:cNvPr id="92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8935" y="1485265"/>
            <a:ext cx="4291965" cy="4577715"/>
          </a:xfrm>
        </p:spPr>
        <p:txBody>
          <a:bodyPr>
            <a:noAutofit/>
          </a:bodyPr>
          <a:lstStyle/>
          <a:p>
            <a:pPr fontAlgn="auto">
              <a:lnSpc>
                <a:spcPts val="3500"/>
              </a:lnSpc>
              <a:spcBef>
                <a:spcPts val="1200"/>
              </a:spcBef>
            </a:pPr>
            <a:r>
              <a:rPr lang="en-US" altLang="zh-CN" sz="2400" b="1" dirty="0">
                <a:solidFill>
                  <a:srgbClr val="FF0000"/>
                </a:solidFill>
                <a:ea typeface="宋体" panose="02010600030101010101" pitchFamily="2" charset="-122"/>
              </a:rPr>
              <a:t>Depth</a:t>
            </a:r>
            <a:r>
              <a:rPr lang="en-US" altLang="zh-CN" sz="2400" dirty="0">
                <a:ea typeface="宋体" panose="02010600030101010101" pitchFamily="2" charset="-122"/>
              </a:rPr>
              <a:t> of a node N = length of path from root to N</a:t>
            </a:r>
          </a:p>
          <a:p>
            <a:pPr fontAlgn="auto">
              <a:lnSpc>
                <a:spcPts val="3500"/>
              </a:lnSpc>
              <a:spcBef>
                <a:spcPts val="1200"/>
              </a:spcBef>
            </a:pPr>
            <a:r>
              <a:rPr lang="en-US" altLang="zh-CN" sz="2400" b="1" dirty="0">
                <a:solidFill>
                  <a:srgbClr val="FF0000"/>
                </a:solidFill>
                <a:ea typeface="宋体" panose="02010600030101010101" pitchFamily="2" charset="-122"/>
              </a:rPr>
              <a:t>Height</a:t>
            </a:r>
            <a:r>
              <a:rPr lang="en-US" altLang="zh-CN" sz="2400" dirty="0">
                <a:ea typeface="宋体" panose="02010600030101010101" pitchFamily="2" charset="-122"/>
              </a:rPr>
              <a:t> of node N = length of longest path from N to a leaf</a:t>
            </a:r>
          </a:p>
          <a:p>
            <a:pPr fontAlgn="auto">
              <a:lnSpc>
                <a:spcPts val="3500"/>
              </a:lnSpc>
              <a:spcBef>
                <a:spcPts val="1200"/>
              </a:spcBef>
            </a:pPr>
            <a:r>
              <a:rPr lang="en-US" altLang="zh-CN" sz="2400" b="1" dirty="0">
                <a:solidFill>
                  <a:srgbClr val="FF0000"/>
                </a:solidFill>
                <a:ea typeface="宋体" panose="02010600030101010101" pitchFamily="2" charset="-122"/>
              </a:rPr>
              <a:t>Depth of tree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</a:rPr>
              <a:t>= depth of deepest node</a:t>
            </a:r>
          </a:p>
          <a:p>
            <a:pPr fontAlgn="auto">
              <a:lnSpc>
                <a:spcPts val="3500"/>
              </a:lnSpc>
              <a:spcBef>
                <a:spcPts val="1200"/>
              </a:spcBef>
            </a:pPr>
            <a:r>
              <a:rPr lang="en-US" altLang="zh-CN" sz="2400" b="1" dirty="0">
                <a:solidFill>
                  <a:srgbClr val="FF0000"/>
                </a:solidFill>
                <a:ea typeface="宋体" panose="02010600030101010101" pitchFamily="2" charset="-122"/>
              </a:rPr>
              <a:t>Height of tree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</a:rPr>
              <a:t>= height of root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5433695" y="1486235"/>
            <a:ext cx="3438525" cy="4710271"/>
            <a:chOff x="8001" y="3467"/>
            <a:chExt cx="2985" cy="4089"/>
          </a:xfrm>
        </p:grpSpPr>
        <p:sp>
          <p:nvSpPr>
            <p:cNvPr id="9223" name="Oval 4"/>
            <p:cNvSpPr>
              <a:spLocks noChangeArrowheads="1"/>
            </p:cNvSpPr>
            <p:nvPr/>
          </p:nvSpPr>
          <p:spPr bwMode="auto">
            <a:xfrm>
              <a:off x="8910" y="4284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>
                <a:lnSpc>
                  <a:spcPct val="120000"/>
                </a:lnSpc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9224" name="Oval 5"/>
            <p:cNvSpPr>
              <a:spLocks noChangeArrowheads="1"/>
            </p:cNvSpPr>
            <p:nvPr/>
          </p:nvSpPr>
          <p:spPr bwMode="auto">
            <a:xfrm>
              <a:off x="8100" y="5162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>
                <a:lnSpc>
                  <a:spcPct val="120000"/>
                </a:lnSpc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9225" name="Oval 6"/>
            <p:cNvSpPr>
              <a:spLocks noChangeArrowheads="1"/>
            </p:cNvSpPr>
            <p:nvPr/>
          </p:nvSpPr>
          <p:spPr bwMode="auto">
            <a:xfrm>
              <a:off x="8910" y="5162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>
                <a:lnSpc>
                  <a:spcPct val="120000"/>
                </a:lnSpc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9226" name="Oval 7"/>
            <p:cNvSpPr>
              <a:spLocks noChangeArrowheads="1"/>
            </p:cNvSpPr>
            <p:nvPr/>
          </p:nvSpPr>
          <p:spPr bwMode="auto">
            <a:xfrm>
              <a:off x="9720" y="5162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>
                <a:lnSpc>
                  <a:spcPct val="120000"/>
                </a:lnSpc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9227" name="Oval 8"/>
            <p:cNvSpPr>
              <a:spLocks noChangeArrowheads="1"/>
            </p:cNvSpPr>
            <p:nvPr/>
          </p:nvSpPr>
          <p:spPr bwMode="auto">
            <a:xfrm>
              <a:off x="8505" y="6174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>
                <a:lnSpc>
                  <a:spcPct val="120000"/>
                </a:lnSpc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9228" name="Oval 9"/>
            <p:cNvSpPr>
              <a:spLocks noChangeArrowheads="1"/>
            </p:cNvSpPr>
            <p:nvPr/>
          </p:nvSpPr>
          <p:spPr bwMode="auto">
            <a:xfrm>
              <a:off x="9315" y="6174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>
                <a:lnSpc>
                  <a:spcPct val="120000"/>
                </a:lnSpc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9229" name="Line 10"/>
            <p:cNvSpPr>
              <a:spLocks noChangeShapeType="1"/>
            </p:cNvSpPr>
            <p:nvPr/>
          </p:nvSpPr>
          <p:spPr bwMode="auto">
            <a:xfrm flipH="1">
              <a:off x="8438" y="4689"/>
              <a:ext cx="675" cy="5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9230" name="Line 11"/>
            <p:cNvSpPr>
              <a:spLocks noChangeShapeType="1"/>
            </p:cNvSpPr>
            <p:nvPr/>
          </p:nvSpPr>
          <p:spPr bwMode="auto">
            <a:xfrm>
              <a:off x="9113" y="4689"/>
              <a:ext cx="0" cy="4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9231" name="Line 12"/>
            <p:cNvSpPr>
              <a:spLocks noChangeShapeType="1"/>
            </p:cNvSpPr>
            <p:nvPr/>
          </p:nvSpPr>
          <p:spPr bwMode="auto">
            <a:xfrm flipH="1">
              <a:off x="8708" y="5567"/>
              <a:ext cx="405" cy="6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9232" name="Line 13"/>
            <p:cNvSpPr>
              <a:spLocks noChangeShapeType="1"/>
            </p:cNvSpPr>
            <p:nvPr/>
          </p:nvSpPr>
          <p:spPr bwMode="auto">
            <a:xfrm>
              <a:off x="9113" y="5567"/>
              <a:ext cx="338" cy="6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9233" name="Line 14"/>
            <p:cNvSpPr>
              <a:spLocks noChangeShapeType="1"/>
            </p:cNvSpPr>
            <p:nvPr/>
          </p:nvSpPr>
          <p:spPr bwMode="auto">
            <a:xfrm>
              <a:off x="9113" y="4689"/>
              <a:ext cx="743" cy="4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9234" name="Text Box 15"/>
            <p:cNvSpPr txBox="1">
              <a:spLocks noChangeArrowheads="1"/>
            </p:cNvSpPr>
            <p:nvPr/>
          </p:nvSpPr>
          <p:spPr bwMode="auto">
            <a:xfrm>
              <a:off x="8916" y="4283"/>
              <a:ext cx="359" cy="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>
                <a:lnSpc>
                  <a:spcPct val="120000"/>
                </a:lnSpc>
              </a:pPr>
              <a:r>
                <a:rPr lang="en-US" altLang="zh-CN"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9235" name="Text Box 16"/>
            <p:cNvSpPr txBox="1">
              <a:spLocks noChangeArrowheads="1"/>
            </p:cNvSpPr>
            <p:nvPr/>
          </p:nvSpPr>
          <p:spPr bwMode="auto">
            <a:xfrm>
              <a:off x="8134" y="5148"/>
              <a:ext cx="359" cy="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>
                <a:lnSpc>
                  <a:spcPct val="120000"/>
                </a:lnSpc>
              </a:pPr>
              <a:r>
                <a:rPr lang="en-US" altLang="zh-CN"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9236" name="Text Box 17"/>
            <p:cNvSpPr txBox="1">
              <a:spLocks noChangeArrowheads="1"/>
            </p:cNvSpPr>
            <p:nvPr/>
          </p:nvSpPr>
          <p:spPr bwMode="auto">
            <a:xfrm>
              <a:off x="8933" y="5136"/>
              <a:ext cx="359" cy="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>
                <a:lnSpc>
                  <a:spcPct val="120000"/>
                </a:lnSpc>
              </a:pPr>
              <a:r>
                <a:rPr lang="en-US" altLang="zh-CN"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9237" name="Text Box 18"/>
            <p:cNvSpPr txBox="1">
              <a:spLocks noChangeArrowheads="1"/>
            </p:cNvSpPr>
            <p:nvPr/>
          </p:nvSpPr>
          <p:spPr bwMode="auto">
            <a:xfrm>
              <a:off x="9744" y="5136"/>
              <a:ext cx="359" cy="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>
                <a:lnSpc>
                  <a:spcPct val="120000"/>
                </a:lnSpc>
              </a:pPr>
              <a:r>
                <a:rPr lang="en-US" altLang="zh-CN">
                  <a:ea typeface="宋体" panose="02010600030101010101" pitchFamily="2" charset="-122"/>
                </a:rPr>
                <a:t>D</a:t>
              </a:r>
            </a:p>
          </p:txBody>
        </p:sp>
        <p:sp>
          <p:nvSpPr>
            <p:cNvPr id="9238" name="Text Box 19"/>
            <p:cNvSpPr txBox="1">
              <a:spLocks noChangeArrowheads="1"/>
            </p:cNvSpPr>
            <p:nvPr/>
          </p:nvSpPr>
          <p:spPr bwMode="auto">
            <a:xfrm>
              <a:off x="8532" y="6164"/>
              <a:ext cx="359" cy="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>
                <a:lnSpc>
                  <a:spcPct val="120000"/>
                </a:lnSpc>
              </a:pPr>
              <a:r>
                <a:rPr lang="en-US" altLang="zh-CN"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9239" name="Text Box 20"/>
            <p:cNvSpPr txBox="1">
              <a:spLocks noChangeArrowheads="1"/>
            </p:cNvSpPr>
            <p:nvPr/>
          </p:nvSpPr>
          <p:spPr bwMode="auto">
            <a:xfrm>
              <a:off x="9351" y="6157"/>
              <a:ext cx="359" cy="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>
                <a:lnSpc>
                  <a:spcPct val="120000"/>
                </a:lnSpc>
              </a:pPr>
              <a:r>
                <a:rPr lang="en-US" altLang="zh-CN">
                  <a:ea typeface="宋体" panose="02010600030101010101" pitchFamily="2" charset="-122"/>
                </a:rPr>
                <a:t>F</a:t>
              </a:r>
            </a:p>
          </p:txBody>
        </p:sp>
        <p:sp>
          <p:nvSpPr>
            <p:cNvPr id="9240" name="Text Box 21"/>
            <p:cNvSpPr txBox="1">
              <a:spLocks noChangeArrowheads="1"/>
            </p:cNvSpPr>
            <p:nvPr/>
          </p:nvSpPr>
          <p:spPr bwMode="auto">
            <a:xfrm>
              <a:off x="8074" y="3467"/>
              <a:ext cx="1289" cy="7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>
                <a:lnSpc>
                  <a:spcPct val="120000"/>
                </a:lnSpc>
              </a:pPr>
              <a:r>
                <a:rPr lang="en-US" altLang="zh-CN" dirty="0">
                  <a:solidFill>
                    <a:srgbClr val="006600"/>
                  </a:solidFill>
                  <a:ea typeface="宋体" panose="02010600030101010101" pitchFamily="2" charset="-122"/>
                </a:rPr>
                <a:t>depth=0, </a:t>
              </a:r>
            </a:p>
            <a:p>
              <a:pPr algn="l">
                <a:lnSpc>
                  <a:spcPct val="120000"/>
                </a:lnSpc>
              </a:pPr>
              <a:r>
                <a:rPr lang="en-US" altLang="zh-CN" dirty="0">
                  <a:solidFill>
                    <a:srgbClr val="006600"/>
                  </a:solidFill>
                  <a:ea typeface="宋体" panose="02010600030101010101" pitchFamily="2" charset="-122"/>
                </a:rPr>
                <a:t>height = 2</a:t>
              </a:r>
            </a:p>
          </p:txBody>
        </p:sp>
        <p:sp>
          <p:nvSpPr>
            <p:cNvPr id="9241" name="Text Box 22"/>
            <p:cNvSpPr txBox="1">
              <a:spLocks noChangeArrowheads="1"/>
            </p:cNvSpPr>
            <p:nvPr/>
          </p:nvSpPr>
          <p:spPr bwMode="auto">
            <a:xfrm>
              <a:off x="8001" y="6836"/>
              <a:ext cx="1219" cy="7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>
                <a:lnSpc>
                  <a:spcPct val="120000"/>
                </a:lnSpc>
              </a:pPr>
              <a:r>
                <a:rPr lang="en-US" altLang="zh-CN">
                  <a:solidFill>
                    <a:srgbClr val="006600"/>
                  </a:solidFill>
                  <a:ea typeface="宋体" panose="02010600030101010101" pitchFamily="2" charset="-122"/>
                </a:rPr>
                <a:t>depth = 2, </a:t>
              </a:r>
            </a:p>
            <a:p>
              <a:pPr algn="l">
                <a:lnSpc>
                  <a:spcPct val="120000"/>
                </a:lnSpc>
              </a:pPr>
              <a:r>
                <a:rPr lang="en-US" altLang="zh-CN">
                  <a:solidFill>
                    <a:srgbClr val="006600"/>
                  </a:solidFill>
                  <a:ea typeface="宋体" panose="02010600030101010101" pitchFamily="2" charset="-122"/>
                </a:rPr>
                <a:t>height=0</a:t>
              </a:r>
            </a:p>
          </p:txBody>
        </p:sp>
        <p:sp>
          <p:nvSpPr>
            <p:cNvPr id="9242" name="Line 23"/>
            <p:cNvSpPr>
              <a:spLocks noChangeShapeType="1"/>
            </p:cNvSpPr>
            <p:nvPr/>
          </p:nvSpPr>
          <p:spPr bwMode="auto">
            <a:xfrm flipV="1">
              <a:off x="8878" y="6566"/>
              <a:ext cx="405" cy="2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9243" name="Line 24"/>
            <p:cNvSpPr>
              <a:spLocks noChangeShapeType="1"/>
            </p:cNvSpPr>
            <p:nvPr/>
          </p:nvSpPr>
          <p:spPr bwMode="auto">
            <a:xfrm>
              <a:off x="8473" y="4136"/>
              <a:ext cx="338" cy="2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9244" name="Text Box 25"/>
            <p:cNvSpPr txBox="1">
              <a:spLocks noChangeArrowheads="1"/>
            </p:cNvSpPr>
            <p:nvPr/>
          </p:nvSpPr>
          <p:spPr bwMode="auto">
            <a:xfrm>
              <a:off x="9747" y="5689"/>
              <a:ext cx="1239" cy="7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>
                <a:lnSpc>
                  <a:spcPct val="120000"/>
                </a:lnSpc>
              </a:pPr>
              <a:r>
                <a:rPr lang="en-US" altLang="zh-CN">
                  <a:solidFill>
                    <a:srgbClr val="006600"/>
                  </a:solidFill>
                  <a:ea typeface="宋体" panose="02010600030101010101" pitchFamily="2" charset="-122"/>
                </a:rPr>
                <a:t>depth=1, </a:t>
              </a:r>
            </a:p>
            <a:p>
              <a:pPr algn="l">
                <a:lnSpc>
                  <a:spcPct val="120000"/>
                </a:lnSpc>
              </a:pPr>
              <a:r>
                <a:rPr lang="en-US" altLang="zh-CN">
                  <a:solidFill>
                    <a:srgbClr val="006600"/>
                  </a:solidFill>
                  <a:ea typeface="宋体" panose="02010600030101010101" pitchFamily="2" charset="-122"/>
                </a:rPr>
                <a:t>height =0</a:t>
              </a:r>
            </a:p>
          </p:txBody>
        </p:sp>
        <p:sp>
          <p:nvSpPr>
            <p:cNvPr id="9245" name="Line 26"/>
            <p:cNvSpPr>
              <a:spLocks noChangeShapeType="1"/>
            </p:cNvSpPr>
            <p:nvPr/>
          </p:nvSpPr>
          <p:spPr bwMode="auto">
            <a:xfrm flipH="1" flipV="1">
              <a:off x="10026" y="5554"/>
              <a:ext cx="203" cy="2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</p:grp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34479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08390" cy="48628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5088255" cy="721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Definition and Tree Trivia</a:t>
            </a:r>
          </a:p>
        </p:txBody>
      </p:sp>
      <p:pic>
        <p:nvPicPr>
          <p:cNvPr id="9" name="图片 8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3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0" name="日期占位符 3"/>
          <p:cNvSpPr>
            <a:spLocks noGrp="1"/>
          </p:cNvSpPr>
          <p:nvPr>
            <p:ph type="dt" sz="quarter" idx="10"/>
            <p:custDataLst>
              <p:tags r:id="rId5"/>
            </p:custDataLst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23/09/11</a:t>
            </a:r>
          </a:p>
        </p:txBody>
      </p:sp>
      <p:sp>
        <p:nvSpPr>
          <p:cNvPr id="1024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Trees and Binary trees – Lecture 4-1</a:t>
            </a:r>
          </a:p>
        </p:txBody>
      </p:sp>
      <p:sp>
        <p:nvSpPr>
          <p:cNvPr id="1024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63AA85E-28B4-4CC0-9757-098BED7EC81B}" type="slidenum">
              <a:rPr lang="en-US" altLang="zh-CN" sz="790"/>
              <a:pPr/>
              <a:t>6</a:t>
            </a:fld>
            <a:endParaRPr lang="en-US" altLang="zh-CN" sz="790"/>
          </a:p>
        </p:txBody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0337" y="1757047"/>
            <a:ext cx="7886700" cy="4351337"/>
          </a:xfrm>
        </p:spPr>
        <p:txBody>
          <a:bodyPr>
            <a:normAutofit fontScale="87500" lnSpcReduction="20000"/>
          </a:bodyPr>
          <a:lstStyle/>
          <a:p>
            <a:pPr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>
                <a:ea typeface="宋体" panose="02010600030101010101" pitchFamily="2" charset="-122"/>
              </a:rPr>
              <a:t>A tree is a set of nodes, i.e., either </a:t>
            </a:r>
          </a:p>
          <a:p>
            <a:pPr lvl="1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3000" dirty="0">
                <a:ea typeface="宋体" panose="02010600030101010101" pitchFamily="2" charset="-122"/>
              </a:rPr>
              <a:t>it’s an empty set of nodes, or</a:t>
            </a:r>
          </a:p>
          <a:p>
            <a:pPr lvl="1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3000" dirty="0">
                <a:ea typeface="宋体" panose="02010600030101010101" pitchFamily="2" charset="-122"/>
              </a:rPr>
              <a:t>it has one node called the </a:t>
            </a:r>
            <a:r>
              <a:rPr lang="en-US" altLang="zh-CN" sz="3000" dirty="0">
                <a:solidFill>
                  <a:srgbClr val="FF0000"/>
                </a:solidFill>
                <a:ea typeface="宋体" panose="02010600030101010101" pitchFamily="2" charset="-122"/>
              </a:rPr>
              <a:t>root</a:t>
            </a:r>
            <a:r>
              <a:rPr lang="en-US" altLang="zh-CN" sz="3000" dirty="0">
                <a:ea typeface="宋体" panose="02010600030101010101" pitchFamily="2" charset="-122"/>
              </a:rPr>
              <a:t> from which zero or more trees  (subtrees) descend</a:t>
            </a:r>
            <a:endParaRPr lang="en-US" altLang="zh-CN" sz="3000" dirty="0">
              <a:solidFill>
                <a:schemeClr val="accent2"/>
              </a:solidFill>
              <a:ea typeface="宋体" panose="02010600030101010101" pitchFamily="2" charset="-122"/>
            </a:endParaRPr>
          </a:p>
          <a:p>
            <a:pPr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>
                <a:ea typeface="宋体" panose="02010600030101010101" pitchFamily="2" charset="-122"/>
              </a:rPr>
              <a:t>Two nodes in a tree have at most one path between them</a:t>
            </a:r>
            <a:endParaRPr lang="en-US" altLang="zh-CN" dirty="0">
              <a:solidFill>
                <a:srgbClr val="008000"/>
              </a:solidFill>
              <a:ea typeface="宋体" panose="02010600030101010101" pitchFamily="2" charset="-122"/>
            </a:endParaRPr>
          </a:p>
          <a:p>
            <a:pPr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>
                <a:solidFill>
                  <a:srgbClr val="008000"/>
                </a:solidFill>
                <a:ea typeface="宋体" panose="02010600030101010101" pitchFamily="2" charset="-122"/>
              </a:rPr>
              <a:t>Can a non-zero path from node N reach node N again?</a:t>
            </a:r>
          </a:p>
          <a:p>
            <a:pPr fontAlgn="auto">
              <a:lnSpc>
                <a:spcPct val="100000"/>
              </a:lnSpc>
              <a:spcBef>
                <a:spcPts val="1800"/>
              </a:spcBef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 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No. Trees can never have cycles (loops)</a:t>
            </a:r>
          </a:p>
        </p:txBody>
      </p:sp>
      <p:grpSp>
        <p:nvGrpSpPr>
          <p:cNvPr id="955" name="组合 954"/>
          <p:cNvGrpSpPr/>
          <p:nvPr/>
        </p:nvGrpSpPr>
        <p:grpSpPr>
          <a:xfrm rot="5640000">
            <a:off x="8107345" y="5477867"/>
            <a:ext cx="608013" cy="641350"/>
            <a:chOff x="4197350" y="2182813"/>
            <a:chExt cx="608013" cy="641350"/>
          </a:xfrm>
          <a:solidFill>
            <a:schemeClr val="accent5">
              <a:lumMod val="75000"/>
              <a:alpha val="50000"/>
            </a:schemeClr>
          </a:solidFill>
        </p:grpSpPr>
        <p:sp>
          <p:nvSpPr>
            <p:cNvPr id="16550" name="Freeform 166"/>
            <p:cNvSpPr/>
            <p:nvPr>
              <p:custDataLst>
                <p:tags r:id="rId6"/>
              </p:custDataLst>
            </p:nvPr>
          </p:nvSpPr>
          <p:spPr bwMode="auto">
            <a:xfrm>
              <a:off x="4229100" y="2211388"/>
              <a:ext cx="39688" cy="157163"/>
            </a:xfrm>
            <a:custGeom>
              <a:avLst/>
              <a:gdLst/>
              <a:ahLst/>
              <a:cxnLst>
                <a:cxn ang="0">
                  <a:pos x="63" y="2"/>
                </a:cxn>
                <a:cxn ang="0">
                  <a:pos x="63" y="2"/>
                </a:cxn>
                <a:cxn ang="0">
                  <a:pos x="58" y="14"/>
                </a:cxn>
                <a:cxn ang="0">
                  <a:pos x="54" y="25"/>
                </a:cxn>
                <a:cxn ang="0">
                  <a:pos x="47" y="49"/>
                </a:cxn>
                <a:cxn ang="0">
                  <a:pos x="34" y="96"/>
                </a:cxn>
                <a:cxn ang="0">
                  <a:pos x="34" y="96"/>
                </a:cxn>
                <a:cxn ang="0">
                  <a:pos x="27" y="122"/>
                </a:cxn>
                <a:cxn ang="0">
                  <a:pos x="21" y="149"/>
                </a:cxn>
                <a:cxn ang="0">
                  <a:pos x="10" y="203"/>
                </a:cxn>
                <a:cxn ang="0">
                  <a:pos x="10" y="203"/>
                </a:cxn>
                <a:cxn ang="0">
                  <a:pos x="6" y="222"/>
                </a:cxn>
                <a:cxn ang="0">
                  <a:pos x="3" y="243"/>
                </a:cxn>
                <a:cxn ang="0">
                  <a:pos x="1" y="263"/>
                </a:cxn>
                <a:cxn ang="0">
                  <a:pos x="0" y="283"/>
                </a:cxn>
                <a:cxn ang="0">
                  <a:pos x="0" y="283"/>
                </a:cxn>
                <a:cxn ang="0">
                  <a:pos x="1" y="290"/>
                </a:cxn>
                <a:cxn ang="0">
                  <a:pos x="2" y="292"/>
                </a:cxn>
                <a:cxn ang="0">
                  <a:pos x="3" y="294"/>
                </a:cxn>
                <a:cxn ang="0">
                  <a:pos x="6" y="296"/>
                </a:cxn>
                <a:cxn ang="0">
                  <a:pos x="8" y="296"/>
                </a:cxn>
                <a:cxn ang="0">
                  <a:pos x="11" y="296"/>
                </a:cxn>
                <a:cxn ang="0">
                  <a:pos x="14" y="294"/>
                </a:cxn>
                <a:cxn ang="0">
                  <a:pos x="14" y="294"/>
                </a:cxn>
                <a:cxn ang="0">
                  <a:pos x="15" y="293"/>
                </a:cxn>
                <a:cxn ang="0">
                  <a:pos x="16" y="291"/>
                </a:cxn>
                <a:cxn ang="0">
                  <a:pos x="15" y="287"/>
                </a:cxn>
                <a:cxn ang="0">
                  <a:pos x="14" y="285"/>
                </a:cxn>
                <a:cxn ang="0">
                  <a:pos x="12" y="285"/>
                </a:cxn>
                <a:cxn ang="0">
                  <a:pos x="11" y="284"/>
                </a:cxn>
                <a:cxn ang="0">
                  <a:pos x="9" y="285"/>
                </a:cxn>
                <a:cxn ang="0">
                  <a:pos x="9" y="285"/>
                </a:cxn>
                <a:cxn ang="0">
                  <a:pos x="11" y="282"/>
                </a:cxn>
                <a:cxn ang="0">
                  <a:pos x="12" y="276"/>
                </a:cxn>
                <a:cxn ang="0">
                  <a:pos x="14" y="259"/>
                </a:cxn>
                <a:cxn ang="0">
                  <a:pos x="14" y="232"/>
                </a:cxn>
                <a:cxn ang="0">
                  <a:pos x="14" y="232"/>
                </a:cxn>
                <a:cxn ang="0">
                  <a:pos x="17" y="212"/>
                </a:cxn>
                <a:cxn ang="0">
                  <a:pos x="21" y="193"/>
                </a:cxn>
                <a:cxn ang="0">
                  <a:pos x="29" y="155"/>
                </a:cxn>
                <a:cxn ang="0">
                  <a:pos x="29" y="155"/>
                </a:cxn>
                <a:cxn ang="0">
                  <a:pos x="38" y="119"/>
                </a:cxn>
                <a:cxn ang="0">
                  <a:pos x="48" y="83"/>
                </a:cxn>
                <a:cxn ang="0">
                  <a:pos x="48" y="83"/>
                </a:cxn>
                <a:cxn ang="0">
                  <a:pos x="58" y="45"/>
                </a:cxn>
                <a:cxn ang="0">
                  <a:pos x="64" y="25"/>
                </a:cxn>
                <a:cxn ang="0">
                  <a:pos x="68" y="16"/>
                </a:cxn>
                <a:cxn ang="0">
                  <a:pos x="72" y="8"/>
                </a:cxn>
                <a:cxn ang="0">
                  <a:pos x="72" y="8"/>
                </a:cxn>
                <a:cxn ang="0">
                  <a:pos x="73" y="5"/>
                </a:cxn>
                <a:cxn ang="0">
                  <a:pos x="73" y="3"/>
                </a:cxn>
                <a:cxn ang="0">
                  <a:pos x="72" y="2"/>
                </a:cxn>
                <a:cxn ang="0">
                  <a:pos x="71" y="1"/>
                </a:cxn>
                <a:cxn ang="0">
                  <a:pos x="69" y="0"/>
                </a:cxn>
                <a:cxn ang="0">
                  <a:pos x="67" y="0"/>
                </a:cxn>
                <a:cxn ang="0">
                  <a:pos x="65" y="1"/>
                </a:cxn>
                <a:cxn ang="0">
                  <a:pos x="63" y="2"/>
                </a:cxn>
                <a:cxn ang="0">
                  <a:pos x="63" y="2"/>
                </a:cxn>
              </a:cxnLst>
              <a:rect l="0" t="0" r="r" b="b"/>
              <a:pathLst>
                <a:path w="73" h="296">
                  <a:moveTo>
                    <a:pt x="63" y="2"/>
                  </a:moveTo>
                  <a:lnTo>
                    <a:pt x="63" y="2"/>
                  </a:lnTo>
                  <a:lnTo>
                    <a:pt x="58" y="14"/>
                  </a:lnTo>
                  <a:lnTo>
                    <a:pt x="54" y="25"/>
                  </a:lnTo>
                  <a:lnTo>
                    <a:pt x="47" y="49"/>
                  </a:lnTo>
                  <a:lnTo>
                    <a:pt x="34" y="96"/>
                  </a:lnTo>
                  <a:lnTo>
                    <a:pt x="34" y="96"/>
                  </a:lnTo>
                  <a:lnTo>
                    <a:pt x="27" y="122"/>
                  </a:lnTo>
                  <a:lnTo>
                    <a:pt x="21" y="149"/>
                  </a:lnTo>
                  <a:lnTo>
                    <a:pt x="10" y="203"/>
                  </a:lnTo>
                  <a:lnTo>
                    <a:pt x="10" y="203"/>
                  </a:lnTo>
                  <a:lnTo>
                    <a:pt x="6" y="222"/>
                  </a:lnTo>
                  <a:lnTo>
                    <a:pt x="3" y="243"/>
                  </a:lnTo>
                  <a:lnTo>
                    <a:pt x="1" y="263"/>
                  </a:lnTo>
                  <a:lnTo>
                    <a:pt x="0" y="283"/>
                  </a:lnTo>
                  <a:lnTo>
                    <a:pt x="0" y="283"/>
                  </a:lnTo>
                  <a:lnTo>
                    <a:pt x="1" y="290"/>
                  </a:lnTo>
                  <a:lnTo>
                    <a:pt x="2" y="292"/>
                  </a:lnTo>
                  <a:lnTo>
                    <a:pt x="3" y="294"/>
                  </a:lnTo>
                  <a:lnTo>
                    <a:pt x="6" y="296"/>
                  </a:lnTo>
                  <a:lnTo>
                    <a:pt x="8" y="296"/>
                  </a:lnTo>
                  <a:lnTo>
                    <a:pt x="11" y="296"/>
                  </a:lnTo>
                  <a:lnTo>
                    <a:pt x="14" y="294"/>
                  </a:lnTo>
                  <a:lnTo>
                    <a:pt x="14" y="294"/>
                  </a:lnTo>
                  <a:lnTo>
                    <a:pt x="15" y="293"/>
                  </a:lnTo>
                  <a:lnTo>
                    <a:pt x="16" y="291"/>
                  </a:lnTo>
                  <a:lnTo>
                    <a:pt x="15" y="287"/>
                  </a:lnTo>
                  <a:lnTo>
                    <a:pt x="14" y="285"/>
                  </a:lnTo>
                  <a:lnTo>
                    <a:pt x="12" y="285"/>
                  </a:lnTo>
                  <a:lnTo>
                    <a:pt x="11" y="284"/>
                  </a:lnTo>
                  <a:lnTo>
                    <a:pt x="9" y="285"/>
                  </a:lnTo>
                  <a:lnTo>
                    <a:pt x="9" y="285"/>
                  </a:lnTo>
                  <a:lnTo>
                    <a:pt x="11" y="282"/>
                  </a:lnTo>
                  <a:lnTo>
                    <a:pt x="12" y="276"/>
                  </a:lnTo>
                  <a:lnTo>
                    <a:pt x="14" y="259"/>
                  </a:lnTo>
                  <a:lnTo>
                    <a:pt x="14" y="232"/>
                  </a:lnTo>
                  <a:lnTo>
                    <a:pt x="14" y="232"/>
                  </a:lnTo>
                  <a:lnTo>
                    <a:pt x="17" y="212"/>
                  </a:lnTo>
                  <a:lnTo>
                    <a:pt x="21" y="193"/>
                  </a:lnTo>
                  <a:lnTo>
                    <a:pt x="29" y="155"/>
                  </a:lnTo>
                  <a:lnTo>
                    <a:pt x="29" y="155"/>
                  </a:lnTo>
                  <a:lnTo>
                    <a:pt x="38" y="119"/>
                  </a:lnTo>
                  <a:lnTo>
                    <a:pt x="48" y="83"/>
                  </a:lnTo>
                  <a:lnTo>
                    <a:pt x="48" y="83"/>
                  </a:lnTo>
                  <a:lnTo>
                    <a:pt x="58" y="45"/>
                  </a:lnTo>
                  <a:lnTo>
                    <a:pt x="64" y="25"/>
                  </a:lnTo>
                  <a:lnTo>
                    <a:pt x="68" y="16"/>
                  </a:lnTo>
                  <a:lnTo>
                    <a:pt x="72" y="8"/>
                  </a:lnTo>
                  <a:lnTo>
                    <a:pt x="72" y="8"/>
                  </a:lnTo>
                  <a:lnTo>
                    <a:pt x="73" y="5"/>
                  </a:lnTo>
                  <a:lnTo>
                    <a:pt x="73" y="3"/>
                  </a:lnTo>
                  <a:lnTo>
                    <a:pt x="72" y="2"/>
                  </a:lnTo>
                  <a:lnTo>
                    <a:pt x="71" y="1"/>
                  </a:lnTo>
                  <a:lnTo>
                    <a:pt x="69" y="0"/>
                  </a:lnTo>
                  <a:lnTo>
                    <a:pt x="67" y="0"/>
                  </a:lnTo>
                  <a:lnTo>
                    <a:pt x="65" y="1"/>
                  </a:lnTo>
                  <a:lnTo>
                    <a:pt x="63" y="2"/>
                  </a:lnTo>
                  <a:lnTo>
                    <a:pt x="63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1" name="Freeform 167"/>
            <p:cNvSpPr/>
            <p:nvPr>
              <p:custDataLst>
                <p:tags r:id="rId7"/>
              </p:custDataLst>
            </p:nvPr>
          </p:nvSpPr>
          <p:spPr bwMode="auto">
            <a:xfrm>
              <a:off x="4251325" y="2206625"/>
              <a:ext cx="39688" cy="177800"/>
            </a:xfrm>
            <a:custGeom>
              <a:avLst/>
              <a:gdLst/>
              <a:ahLst/>
              <a:cxnLst>
                <a:cxn ang="0">
                  <a:pos x="66" y="3"/>
                </a:cxn>
                <a:cxn ang="0">
                  <a:pos x="66" y="3"/>
                </a:cxn>
                <a:cxn ang="0">
                  <a:pos x="51" y="40"/>
                </a:cxn>
                <a:cxn ang="0">
                  <a:pos x="44" y="59"/>
                </a:cxn>
                <a:cxn ang="0">
                  <a:pos x="38" y="78"/>
                </a:cxn>
                <a:cxn ang="0">
                  <a:pos x="38" y="78"/>
                </a:cxn>
                <a:cxn ang="0">
                  <a:pos x="33" y="101"/>
                </a:cxn>
                <a:cxn ang="0">
                  <a:pos x="29" y="124"/>
                </a:cxn>
                <a:cxn ang="0">
                  <a:pos x="20" y="170"/>
                </a:cxn>
                <a:cxn ang="0">
                  <a:pos x="20" y="170"/>
                </a:cxn>
                <a:cxn ang="0">
                  <a:pos x="5" y="249"/>
                </a:cxn>
                <a:cxn ang="0">
                  <a:pos x="5" y="249"/>
                </a:cxn>
                <a:cxn ang="0">
                  <a:pos x="2" y="270"/>
                </a:cxn>
                <a:cxn ang="0">
                  <a:pos x="1" y="290"/>
                </a:cxn>
                <a:cxn ang="0">
                  <a:pos x="0" y="311"/>
                </a:cxn>
                <a:cxn ang="0">
                  <a:pos x="0" y="332"/>
                </a:cxn>
                <a:cxn ang="0">
                  <a:pos x="0" y="332"/>
                </a:cxn>
                <a:cxn ang="0">
                  <a:pos x="0" y="334"/>
                </a:cxn>
                <a:cxn ang="0">
                  <a:pos x="1" y="336"/>
                </a:cxn>
                <a:cxn ang="0">
                  <a:pos x="3" y="336"/>
                </a:cxn>
                <a:cxn ang="0">
                  <a:pos x="5" y="337"/>
                </a:cxn>
                <a:cxn ang="0">
                  <a:pos x="6" y="336"/>
                </a:cxn>
                <a:cxn ang="0">
                  <a:pos x="8" y="336"/>
                </a:cxn>
                <a:cxn ang="0">
                  <a:pos x="9" y="334"/>
                </a:cxn>
                <a:cxn ang="0">
                  <a:pos x="9" y="332"/>
                </a:cxn>
                <a:cxn ang="0">
                  <a:pos x="9" y="332"/>
                </a:cxn>
                <a:cxn ang="0">
                  <a:pos x="9" y="310"/>
                </a:cxn>
                <a:cxn ang="0">
                  <a:pos x="10" y="288"/>
                </a:cxn>
                <a:cxn ang="0">
                  <a:pos x="12" y="265"/>
                </a:cxn>
                <a:cxn ang="0">
                  <a:pos x="16" y="244"/>
                </a:cxn>
                <a:cxn ang="0">
                  <a:pos x="16" y="244"/>
                </a:cxn>
                <a:cxn ang="0">
                  <a:pos x="32" y="164"/>
                </a:cxn>
                <a:cxn ang="0">
                  <a:pos x="32" y="164"/>
                </a:cxn>
                <a:cxn ang="0">
                  <a:pos x="39" y="122"/>
                </a:cxn>
                <a:cxn ang="0">
                  <a:pos x="47" y="81"/>
                </a:cxn>
                <a:cxn ang="0">
                  <a:pos x="47" y="81"/>
                </a:cxn>
                <a:cxn ang="0">
                  <a:pos x="52" y="61"/>
                </a:cxn>
                <a:cxn ang="0">
                  <a:pos x="60" y="43"/>
                </a:cxn>
                <a:cxn ang="0">
                  <a:pos x="75" y="6"/>
                </a:cxn>
                <a:cxn ang="0">
                  <a:pos x="75" y="6"/>
                </a:cxn>
                <a:cxn ang="0">
                  <a:pos x="76" y="4"/>
                </a:cxn>
                <a:cxn ang="0">
                  <a:pos x="75" y="2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69" y="1"/>
                </a:cxn>
                <a:cxn ang="0">
                  <a:pos x="67" y="2"/>
                </a:cxn>
                <a:cxn ang="0">
                  <a:pos x="66" y="3"/>
                </a:cxn>
                <a:cxn ang="0">
                  <a:pos x="66" y="3"/>
                </a:cxn>
              </a:cxnLst>
              <a:rect l="0" t="0" r="r" b="b"/>
              <a:pathLst>
                <a:path w="76" h="337">
                  <a:moveTo>
                    <a:pt x="66" y="3"/>
                  </a:moveTo>
                  <a:lnTo>
                    <a:pt x="66" y="3"/>
                  </a:lnTo>
                  <a:lnTo>
                    <a:pt x="51" y="40"/>
                  </a:lnTo>
                  <a:lnTo>
                    <a:pt x="44" y="59"/>
                  </a:lnTo>
                  <a:lnTo>
                    <a:pt x="38" y="78"/>
                  </a:lnTo>
                  <a:lnTo>
                    <a:pt x="38" y="78"/>
                  </a:lnTo>
                  <a:lnTo>
                    <a:pt x="33" y="101"/>
                  </a:lnTo>
                  <a:lnTo>
                    <a:pt x="29" y="124"/>
                  </a:lnTo>
                  <a:lnTo>
                    <a:pt x="20" y="170"/>
                  </a:lnTo>
                  <a:lnTo>
                    <a:pt x="20" y="170"/>
                  </a:lnTo>
                  <a:lnTo>
                    <a:pt x="5" y="249"/>
                  </a:lnTo>
                  <a:lnTo>
                    <a:pt x="5" y="249"/>
                  </a:lnTo>
                  <a:lnTo>
                    <a:pt x="2" y="270"/>
                  </a:lnTo>
                  <a:lnTo>
                    <a:pt x="1" y="290"/>
                  </a:lnTo>
                  <a:lnTo>
                    <a:pt x="0" y="311"/>
                  </a:lnTo>
                  <a:lnTo>
                    <a:pt x="0" y="332"/>
                  </a:lnTo>
                  <a:lnTo>
                    <a:pt x="0" y="332"/>
                  </a:lnTo>
                  <a:lnTo>
                    <a:pt x="0" y="334"/>
                  </a:lnTo>
                  <a:lnTo>
                    <a:pt x="1" y="336"/>
                  </a:lnTo>
                  <a:lnTo>
                    <a:pt x="3" y="336"/>
                  </a:lnTo>
                  <a:lnTo>
                    <a:pt x="5" y="337"/>
                  </a:lnTo>
                  <a:lnTo>
                    <a:pt x="6" y="336"/>
                  </a:lnTo>
                  <a:lnTo>
                    <a:pt x="8" y="336"/>
                  </a:lnTo>
                  <a:lnTo>
                    <a:pt x="9" y="334"/>
                  </a:lnTo>
                  <a:lnTo>
                    <a:pt x="9" y="332"/>
                  </a:lnTo>
                  <a:lnTo>
                    <a:pt x="9" y="332"/>
                  </a:lnTo>
                  <a:lnTo>
                    <a:pt x="9" y="310"/>
                  </a:lnTo>
                  <a:lnTo>
                    <a:pt x="10" y="288"/>
                  </a:lnTo>
                  <a:lnTo>
                    <a:pt x="12" y="265"/>
                  </a:lnTo>
                  <a:lnTo>
                    <a:pt x="16" y="244"/>
                  </a:lnTo>
                  <a:lnTo>
                    <a:pt x="16" y="244"/>
                  </a:lnTo>
                  <a:lnTo>
                    <a:pt x="32" y="164"/>
                  </a:lnTo>
                  <a:lnTo>
                    <a:pt x="32" y="164"/>
                  </a:lnTo>
                  <a:lnTo>
                    <a:pt x="39" y="122"/>
                  </a:lnTo>
                  <a:lnTo>
                    <a:pt x="47" y="81"/>
                  </a:lnTo>
                  <a:lnTo>
                    <a:pt x="47" y="81"/>
                  </a:lnTo>
                  <a:lnTo>
                    <a:pt x="52" y="61"/>
                  </a:lnTo>
                  <a:lnTo>
                    <a:pt x="60" y="43"/>
                  </a:lnTo>
                  <a:lnTo>
                    <a:pt x="75" y="6"/>
                  </a:lnTo>
                  <a:lnTo>
                    <a:pt x="75" y="6"/>
                  </a:lnTo>
                  <a:lnTo>
                    <a:pt x="76" y="4"/>
                  </a:lnTo>
                  <a:lnTo>
                    <a:pt x="75" y="2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69" y="1"/>
                  </a:lnTo>
                  <a:lnTo>
                    <a:pt x="67" y="2"/>
                  </a:lnTo>
                  <a:lnTo>
                    <a:pt x="66" y="3"/>
                  </a:lnTo>
                  <a:lnTo>
                    <a:pt x="6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2" name="Freeform 168"/>
            <p:cNvSpPr/>
            <p:nvPr>
              <p:custDataLst>
                <p:tags r:id="rId8"/>
              </p:custDataLst>
            </p:nvPr>
          </p:nvSpPr>
          <p:spPr bwMode="auto">
            <a:xfrm>
              <a:off x="4271963" y="2197100"/>
              <a:ext cx="55563" cy="195263"/>
            </a:xfrm>
            <a:custGeom>
              <a:avLst/>
              <a:gdLst/>
              <a:ahLst/>
              <a:cxnLst>
                <a:cxn ang="0">
                  <a:pos x="98" y="2"/>
                </a:cxn>
                <a:cxn ang="0">
                  <a:pos x="98" y="2"/>
                </a:cxn>
                <a:cxn ang="0">
                  <a:pos x="84" y="26"/>
                </a:cxn>
                <a:cxn ang="0">
                  <a:pos x="71" y="51"/>
                </a:cxn>
                <a:cxn ang="0">
                  <a:pos x="61" y="77"/>
                </a:cxn>
                <a:cxn ang="0">
                  <a:pos x="51" y="103"/>
                </a:cxn>
                <a:cxn ang="0">
                  <a:pos x="42" y="128"/>
                </a:cxn>
                <a:cxn ang="0">
                  <a:pos x="34" y="155"/>
                </a:cxn>
                <a:cxn ang="0">
                  <a:pos x="27" y="182"/>
                </a:cxn>
                <a:cxn ang="0">
                  <a:pos x="21" y="209"/>
                </a:cxn>
                <a:cxn ang="0">
                  <a:pos x="21" y="209"/>
                </a:cxn>
                <a:cxn ang="0">
                  <a:pos x="14" y="234"/>
                </a:cxn>
                <a:cxn ang="0">
                  <a:pos x="9" y="259"/>
                </a:cxn>
                <a:cxn ang="0">
                  <a:pos x="6" y="283"/>
                </a:cxn>
                <a:cxn ang="0">
                  <a:pos x="3" y="308"/>
                </a:cxn>
                <a:cxn ang="0">
                  <a:pos x="3" y="308"/>
                </a:cxn>
                <a:cxn ang="0">
                  <a:pos x="1" y="323"/>
                </a:cxn>
                <a:cxn ang="0">
                  <a:pos x="0" y="340"/>
                </a:cxn>
                <a:cxn ang="0">
                  <a:pos x="0" y="349"/>
                </a:cxn>
                <a:cxn ang="0">
                  <a:pos x="1" y="356"/>
                </a:cxn>
                <a:cxn ang="0">
                  <a:pos x="4" y="363"/>
                </a:cxn>
                <a:cxn ang="0">
                  <a:pos x="6" y="366"/>
                </a:cxn>
                <a:cxn ang="0">
                  <a:pos x="8" y="368"/>
                </a:cxn>
                <a:cxn ang="0">
                  <a:pos x="8" y="368"/>
                </a:cxn>
                <a:cxn ang="0">
                  <a:pos x="11" y="370"/>
                </a:cxn>
                <a:cxn ang="0">
                  <a:pos x="13" y="369"/>
                </a:cxn>
                <a:cxn ang="0">
                  <a:pos x="15" y="368"/>
                </a:cxn>
                <a:cxn ang="0">
                  <a:pos x="16" y="365"/>
                </a:cxn>
                <a:cxn ang="0">
                  <a:pos x="16" y="361"/>
                </a:cxn>
                <a:cxn ang="0">
                  <a:pos x="16" y="361"/>
                </a:cxn>
                <a:cxn ang="0">
                  <a:pos x="16" y="359"/>
                </a:cxn>
                <a:cxn ang="0">
                  <a:pos x="15" y="357"/>
                </a:cxn>
                <a:cxn ang="0">
                  <a:pos x="13" y="356"/>
                </a:cxn>
                <a:cxn ang="0">
                  <a:pos x="11" y="356"/>
                </a:cxn>
                <a:cxn ang="0">
                  <a:pos x="11" y="356"/>
                </a:cxn>
                <a:cxn ang="0">
                  <a:pos x="10" y="349"/>
                </a:cxn>
                <a:cxn ang="0">
                  <a:pos x="10" y="339"/>
                </a:cxn>
                <a:cxn ang="0">
                  <a:pos x="11" y="324"/>
                </a:cxn>
                <a:cxn ang="0">
                  <a:pos x="11" y="324"/>
                </a:cxn>
                <a:cxn ang="0">
                  <a:pos x="12" y="304"/>
                </a:cxn>
                <a:cxn ang="0">
                  <a:pos x="14" y="283"/>
                </a:cxn>
                <a:cxn ang="0">
                  <a:pos x="14" y="283"/>
                </a:cxn>
                <a:cxn ang="0">
                  <a:pos x="19" y="259"/>
                </a:cxn>
                <a:cxn ang="0">
                  <a:pos x="24" y="235"/>
                </a:cxn>
                <a:cxn ang="0">
                  <a:pos x="35" y="185"/>
                </a:cxn>
                <a:cxn ang="0">
                  <a:pos x="35" y="185"/>
                </a:cxn>
                <a:cxn ang="0">
                  <a:pos x="47" y="143"/>
                </a:cxn>
                <a:cxn ang="0">
                  <a:pos x="61" y="102"/>
                </a:cxn>
                <a:cxn ang="0">
                  <a:pos x="61" y="102"/>
                </a:cxn>
                <a:cxn ang="0">
                  <a:pos x="70" y="77"/>
                </a:cxn>
                <a:cxn ang="0">
                  <a:pos x="80" y="53"/>
                </a:cxn>
                <a:cxn ang="0">
                  <a:pos x="93" y="30"/>
                </a:cxn>
                <a:cxn ang="0">
                  <a:pos x="106" y="8"/>
                </a:cxn>
                <a:cxn ang="0">
                  <a:pos x="106" y="8"/>
                </a:cxn>
                <a:cxn ang="0">
                  <a:pos x="106" y="6"/>
                </a:cxn>
                <a:cxn ang="0">
                  <a:pos x="106" y="3"/>
                </a:cxn>
                <a:cxn ang="0">
                  <a:pos x="105" y="2"/>
                </a:cxn>
                <a:cxn ang="0">
                  <a:pos x="104" y="0"/>
                </a:cxn>
                <a:cxn ang="0">
                  <a:pos x="102" y="0"/>
                </a:cxn>
                <a:cxn ang="0">
                  <a:pos x="101" y="0"/>
                </a:cxn>
                <a:cxn ang="0">
                  <a:pos x="99" y="0"/>
                </a:cxn>
                <a:cxn ang="0">
                  <a:pos x="98" y="2"/>
                </a:cxn>
                <a:cxn ang="0">
                  <a:pos x="98" y="2"/>
                </a:cxn>
              </a:cxnLst>
              <a:rect l="0" t="0" r="r" b="b"/>
              <a:pathLst>
                <a:path w="106" h="370">
                  <a:moveTo>
                    <a:pt x="98" y="2"/>
                  </a:moveTo>
                  <a:lnTo>
                    <a:pt x="98" y="2"/>
                  </a:lnTo>
                  <a:lnTo>
                    <a:pt x="84" y="26"/>
                  </a:lnTo>
                  <a:lnTo>
                    <a:pt x="71" y="51"/>
                  </a:lnTo>
                  <a:lnTo>
                    <a:pt x="61" y="77"/>
                  </a:lnTo>
                  <a:lnTo>
                    <a:pt x="51" y="103"/>
                  </a:lnTo>
                  <a:lnTo>
                    <a:pt x="42" y="128"/>
                  </a:lnTo>
                  <a:lnTo>
                    <a:pt x="34" y="155"/>
                  </a:lnTo>
                  <a:lnTo>
                    <a:pt x="27" y="182"/>
                  </a:lnTo>
                  <a:lnTo>
                    <a:pt x="21" y="209"/>
                  </a:lnTo>
                  <a:lnTo>
                    <a:pt x="21" y="209"/>
                  </a:lnTo>
                  <a:lnTo>
                    <a:pt x="14" y="234"/>
                  </a:lnTo>
                  <a:lnTo>
                    <a:pt x="9" y="259"/>
                  </a:lnTo>
                  <a:lnTo>
                    <a:pt x="6" y="283"/>
                  </a:lnTo>
                  <a:lnTo>
                    <a:pt x="3" y="308"/>
                  </a:lnTo>
                  <a:lnTo>
                    <a:pt x="3" y="308"/>
                  </a:lnTo>
                  <a:lnTo>
                    <a:pt x="1" y="323"/>
                  </a:lnTo>
                  <a:lnTo>
                    <a:pt x="0" y="340"/>
                  </a:lnTo>
                  <a:lnTo>
                    <a:pt x="0" y="349"/>
                  </a:lnTo>
                  <a:lnTo>
                    <a:pt x="1" y="356"/>
                  </a:lnTo>
                  <a:lnTo>
                    <a:pt x="4" y="363"/>
                  </a:lnTo>
                  <a:lnTo>
                    <a:pt x="6" y="366"/>
                  </a:lnTo>
                  <a:lnTo>
                    <a:pt x="8" y="368"/>
                  </a:lnTo>
                  <a:lnTo>
                    <a:pt x="8" y="368"/>
                  </a:lnTo>
                  <a:lnTo>
                    <a:pt x="11" y="370"/>
                  </a:lnTo>
                  <a:lnTo>
                    <a:pt x="13" y="369"/>
                  </a:lnTo>
                  <a:lnTo>
                    <a:pt x="15" y="368"/>
                  </a:lnTo>
                  <a:lnTo>
                    <a:pt x="16" y="365"/>
                  </a:lnTo>
                  <a:lnTo>
                    <a:pt x="16" y="361"/>
                  </a:lnTo>
                  <a:lnTo>
                    <a:pt x="16" y="361"/>
                  </a:lnTo>
                  <a:lnTo>
                    <a:pt x="16" y="359"/>
                  </a:lnTo>
                  <a:lnTo>
                    <a:pt x="15" y="357"/>
                  </a:lnTo>
                  <a:lnTo>
                    <a:pt x="13" y="356"/>
                  </a:lnTo>
                  <a:lnTo>
                    <a:pt x="11" y="356"/>
                  </a:lnTo>
                  <a:lnTo>
                    <a:pt x="11" y="356"/>
                  </a:lnTo>
                  <a:lnTo>
                    <a:pt x="10" y="349"/>
                  </a:lnTo>
                  <a:lnTo>
                    <a:pt x="10" y="339"/>
                  </a:lnTo>
                  <a:lnTo>
                    <a:pt x="11" y="324"/>
                  </a:lnTo>
                  <a:lnTo>
                    <a:pt x="11" y="324"/>
                  </a:lnTo>
                  <a:lnTo>
                    <a:pt x="12" y="304"/>
                  </a:lnTo>
                  <a:lnTo>
                    <a:pt x="14" y="283"/>
                  </a:lnTo>
                  <a:lnTo>
                    <a:pt x="14" y="283"/>
                  </a:lnTo>
                  <a:lnTo>
                    <a:pt x="19" y="259"/>
                  </a:lnTo>
                  <a:lnTo>
                    <a:pt x="24" y="235"/>
                  </a:lnTo>
                  <a:lnTo>
                    <a:pt x="35" y="185"/>
                  </a:lnTo>
                  <a:lnTo>
                    <a:pt x="35" y="185"/>
                  </a:lnTo>
                  <a:lnTo>
                    <a:pt x="47" y="143"/>
                  </a:lnTo>
                  <a:lnTo>
                    <a:pt x="61" y="102"/>
                  </a:lnTo>
                  <a:lnTo>
                    <a:pt x="61" y="102"/>
                  </a:lnTo>
                  <a:lnTo>
                    <a:pt x="70" y="77"/>
                  </a:lnTo>
                  <a:lnTo>
                    <a:pt x="80" y="53"/>
                  </a:lnTo>
                  <a:lnTo>
                    <a:pt x="93" y="30"/>
                  </a:lnTo>
                  <a:lnTo>
                    <a:pt x="106" y="8"/>
                  </a:lnTo>
                  <a:lnTo>
                    <a:pt x="106" y="8"/>
                  </a:lnTo>
                  <a:lnTo>
                    <a:pt x="106" y="6"/>
                  </a:lnTo>
                  <a:lnTo>
                    <a:pt x="106" y="3"/>
                  </a:lnTo>
                  <a:lnTo>
                    <a:pt x="105" y="2"/>
                  </a:lnTo>
                  <a:lnTo>
                    <a:pt x="104" y="0"/>
                  </a:lnTo>
                  <a:lnTo>
                    <a:pt x="102" y="0"/>
                  </a:lnTo>
                  <a:lnTo>
                    <a:pt x="101" y="0"/>
                  </a:lnTo>
                  <a:lnTo>
                    <a:pt x="99" y="0"/>
                  </a:lnTo>
                  <a:lnTo>
                    <a:pt x="98" y="2"/>
                  </a:lnTo>
                  <a:lnTo>
                    <a:pt x="9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3" name="Freeform 169"/>
            <p:cNvSpPr/>
            <p:nvPr>
              <p:custDataLst>
                <p:tags r:id="rId9"/>
              </p:custDataLst>
            </p:nvPr>
          </p:nvSpPr>
          <p:spPr bwMode="auto">
            <a:xfrm>
              <a:off x="4305300" y="2198688"/>
              <a:ext cx="39688" cy="146050"/>
            </a:xfrm>
            <a:custGeom>
              <a:avLst/>
              <a:gdLst/>
              <a:ahLst/>
              <a:cxnLst>
                <a:cxn ang="0">
                  <a:pos x="68" y="2"/>
                </a:cxn>
                <a:cxn ang="0">
                  <a:pos x="68" y="2"/>
                </a:cxn>
                <a:cxn ang="0">
                  <a:pos x="62" y="10"/>
                </a:cxn>
                <a:cxn ang="0">
                  <a:pos x="57" y="20"/>
                </a:cxn>
                <a:cxn ang="0">
                  <a:pos x="54" y="31"/>
                </a:cxn>
                <a:cxn ang="0">
                  <a:pos x="53" y="41"/>
                </a:cxn>
                <a:cxn ang="0">
                  <a:pos x="53" y="41"/>
                </a:cxn>
                <a:cxn ang="0">
                  <a:pos x="51" y="51"/>
                </a:cxn>
                <a:cxn ang="0">
                  <a:pos x="49" y="60"/>
                </a:cxn>
                <a:cxn ang="0">
                  <a:pos x="42" y="80"/>
                </a:cxn>
                <a:cxn ang="0">
                  <a:pos x="37" y="101"/>
                </a:cxn>
                <a:cxn ang="0">
                  <a:pos x="32" y="120"/>
                </a:cxn>
                <a:cxn ang="0">
                  <a:pos x="32" y="120"/>
                </a:cxn>
                <a:cxn ang="0">
                  <a:pos x="14" y="191"/>
                </a:cxn>
                <a:cxn ang="0">
                  <a:pos x="7" y="227"/>
                </a:cxn>
                <a:cxn ang="0">
                  <a:pos x="3" y="244"/>
                </a:cxn>
                <a:cxn ang="0">
                  <a:pos x="1" y="263"/>
                </a:cxn>
                <a:cxn ang="0">
                  <a:pos x="1" y="263"/>
                </a:cxn>
                <a:cxn ang="0">
                  <a:pos x="0" y="265"/>
                </a:cxn>
                <a:cxn ang="0">
                  <a:pos x="0" y="270"/>
                </a:cxn>
                <a:cxn ang="0">
                  <a:pos x="0" y="270"/>
                </a:cxn>
                <a:cxn ang="0">
                  <a:pos x="0" y="272"/>
                </a:cxn>
                <a:cxn ang="0">
                  <a:pos x="1" y="273"/>
                </a:cxn>
                <a:cxn ang="0">
                  <a:pos x="3" y="274"/>
                </a:cxn>
                <a:cxn ang="0">
                  <a:pos x="4" y="274"/>
                </a:cxn>
                <a:cxn ang="0">
                  <a:pos x="7" y="273"/>
                </a:cxn>
                <a:cxn ang="0">
                  <a:pos x="8" y="272"/>
                </a:cxn>
                <a:cxn ang="0">
                  <a:pos x="9" y="270"/>
                </a:cxn>
                <a:cxn ang="0">
                  <a:pos x="9" y="270"/>
                </a:cxn>
                <a:cxn ang="0">
                  <a:pos x="11" y="254"/>
                </a:cxn>
                <a:cxn ang="0">
                  <a:pos x="14" y="237"/>
                </a:cxn>
                <a:cxn ang="0">
                  <a:pos x="22" y="204"/>
                </a:cxn>
                <a:cxn ang="0">
                  <a:pos x="37" y="139"/>
                </a:cxn>
                <a:cxn ang="0">
                  <a:pos x="37" y="139"/>
                </a:cxn>
                <a:cxn ang="0">
                  <a:pos x="45" y="106"/>
                </a:cxn>
                <a:cxn ang="0">
                  <a:pos x="54" y="73"/>
                </a:cxn>
                <a:cxn ang="0">
                  <a:pos x="54" y="73"/>
                </a:cxn>
                <a:cxn ang="0">
                  <a:pos x="58" y="56"/>
                </a:cxn>
                <a:cxn ang="0">
                  <a:pos x="61" y="39"/>
                </a:cxn>
                <a:cxn ang="0">
                  <a:pos x="64" y="31"/>
                </a:cxn>
                <a:cxn ang="0">
                  <a:pos x="66" y="22"/>
                </a:cxn>
                <a:cxn ang="0">
                  <a:pos x="70" y="14"/>
                </a:cxn>
                <a:cxn ang="0">
                  <a:pos x="74" y="8"/>
                </a:cxn>
                <a:cxn ang="0">
                  <a:pos x="74" y="8"/>
                </a:cxn>
                <a:cxn ang="0">
                  <a:pos x="75" y="6"/>
                </a:cxn>
                <a:cxn ang="0">
                  <a:pos x="75" y="5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71" y="0"/>
                </a:cxn>
                <a:cxn ang="0">
                  <a:pos x="69" y="0"/>
                </a:cxn>
                <a:cxn ang="0">
                  <a:pos x="68" y="2"/>
                </a:cxn>
                <a:cxn ang="0">
                  <a:pos x="68" y="2"/>
                </a:cxn>
              </a:cxnLst>
              <a:rect l="0" t="0" r="r" b="b"/>
              <a:pathLst>
                <a:path w="75" h="274">
                  <a:moveTo>
                    <a:pt x="68" y="2"/>
                  </a:moveTo>
                  <a:lnTo>
                    <a:pt x="68" y="2"/>
                  </a:lnTo>
                  <a:lnTo>
                    <a:pt x="62" y="10"/>
                  </a:lnTo>
                  <a:lnTo>
                    <a:pt x="57" y="20"/>
                  </a:lnTo>
                  <a:lnTo>
                    <a:pt x="54" y="31"/>
                  </a:lnTo>
                  <a:lnTo>
                    <a:pt x="53" y="41"/>
                  </a:lnTo>
                  <a:lnTo>
                    <a:pt x="53" y="41"/>
                  </a:lnTo>
                  <a:lnTo>
                    <a:pt x="51" y="51"/>
                  </a:lnTo>
                  <a:lnTo>
                    <a:pt x="49" y="60"/>
                  </a:lnTo>
                  <a:lnTo>
                    <a:pt x="42" y="80"/>
                  </a:lnTo>
                  <a:lnTo>
                    <a:pt x="37" y="101"/>
                  </a:lnTo>
                  <a:lnTo>
                    <a:pt x="32" y="120"/>
                  </a:lnTo>
                  <a:lnTo>
                    <a:pt x="32" y="120"/>
                  </a:lnTo>
                  <a:lnTo>
                    <a:pt x="14" y="191"/>
                  </a:lnTo>
                  <a:lnTo>
                    <a:pt x="7" y="227"/>
                  </a:lnTo>
                  <a:lnTo>
                    <a:pt x="3" y="244"/>
                  </a:lnTo>
                  <a:lnTo>
                    <a:pt x="1" y="263"/>
                  </a:lnTo>
                  <a:lnTo>
                    <a:pt x="1" y="263"/>
                  </a:lnTo>
                  <a:lnTo>
                    <a:pt x="0" y="265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0" y="272"/>
                  </a:lnTo>
                  <a:lnTo>
                    <a:pt x="1" y="273"/>
                  </a:lnTo>
                  <a:lnTo>
                    <a:pt x="3" y="274"/>
                  </a:lnTo>
                  <a:lnTo>
                    <a:pt x="4" y="274"/>
                  </a:lnTo>
                  <a:lnTo>
                    <a:pt x="7" y="273"/>
                  </a:lnTo>
                  <a:lnTo>
                    <a:pt x="8" y="272"/>
                  </a:lnTo>
                  <a:lnTo>
                    <a:pt x="9" y="270"/>
                  </a:lnTo>
                  <a:lnTo>
                    <a:pt x="9" y="270"/>
                  </a:lnTo>
                  <a:lnTo>
                    <a:pt x="11" y="254"/>
                  </a:lnTo>
                  <a:lnTo>
                    <a:pt x="14" y="237"/>
                  </a:lnTo>
                  <a:lnTo>
                    <a:pt x="22" y="204"/>
                  </a:lnTo>
                  <a:lnTo>
                    <a:pt x="37" y="139"/>
                  </a:lnTo>
                  <a:lnTo>
                    <a:pt x="37" y="139"/>
                  </a:lnTo>
                  <a:lnTo>
                    <a:pt x="45" y="106"/>
                  </a:lnTo>
                  <a:lnTo>
                    <a:pt x="54" y="73"/>
                  </a:lnTo>
                  <a:lnTo>
                    <a:pt x="54" y="73"/>
                  </a:lnTo>
                  <a:lnTo>
                    <a:pt x="58" y="56"/>
                  </a:lnTo>
                  <a:lnTo>
                    <a:pt x="61" y="39"/>
                  </a:lnTo>
                  <a:lnTo>
                    <a:pt x="64" y="31"/>
                  </a:lnTo>
                  <a:lnTo>
                    <a:pt x="66" y="22"/>
                  </a:lnTo>
                  <a:lnTo>
                    <a:pt x="70" y="14"/>
                  </a:lnTo>
                  <a:lnTo>
                    <a:pt x="74" y="8"/>
                  </a:lnTo>
                  <a:lnTo>
                    <a:pt x="74" y="8"/>
                  </a:lnTo>
                  <a:lnTo>
                    <a:pt x="75" y="6"/>
                  </a:lnTo>
                  <a:lnTo>
                    <a:pt x="75" y="5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71" y="0"/>
                  </a:lnTo>
                  <a:lnTo>
                    <a:pt x="69" y="0"/>
                  </a:lnTo>
                  <a:lnTo>
                    <a:pt x="68" y="2"/>
                  </a:lnTo>
                  <a:lnTo>
                    <a:pt x="6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4" name="Freeform 170"/>
            <p:cNvSpPr/>
            <p:nvPr>
              <p:custDataLst>
                <p:tags r:id="rId10"/>
              </p:custDataLst>
            </p:nvPr>
          </p:nvSpPr>
          <p:spPr bwMode="auto">
            <a:xfrm>
              <a:off x="4338638" y="2201863"/>
              <a:ext cx="31750" cy="112713"/>
            </a:xfrm>
            <a:custGeom>
              <a:avLst/>
              <a:gdLst/>
              <a:ahLst/>
              <a:cxnLst>
                <a:cxn ang="0">
                  <a:pos x="52" y="4"/>
                </a:cxn>
                <a:cxn ang="0">
                  <a:pos x="52" y="4"/>
                </a:cxn>
                <a:cxn ang="0">
                  <a:pos x="51" y="10"/>
                </a:cxn>
                <a:cxn ang="0">
                  <a:pos x="48" y="16"/>
                </a:cxn>
                <a:cxn ang="0">
                  <a:pos x="43" y="29"/>
                </a:cxn>
                <a:cxn ang="0">
                  <a:pos x="38" y="41"/>
                </a:cxn>
                <a:cxn ang="0">
                  <a:pos x="36" y="47"/>
                </a:cxn>
                <a:cxn ang="0">
                  <a:pos x="34" y="54"/>
                </a:cxn>
                <a:cxn ang="0">
                  <a:pos x="34" y="54"/>
                </a:cxn>
                <a:cxn ang="0">
                  <a:pos x="25" y="103"/>
                </a:cxn>
                <a:cxn ang="0">
                  <a:pos x="25" y="103"/>
                </a:cxn>
                <a:cxn ang="0">
                  <a:pos x="23" y="116"/>
                </a:cxn>
                <a:cxn ang="0">
                  <a:pos x="19" y="129"/>
                </a:cxn>
                <a:cxn ang="0">
                  <a:pos x="10" y="156"/>
                </a:cxn>
                <a:cxn ang="0">
                  <a:pos x="3" y="181"/>
                </a:cxn>
                <a:cxn ang="0">
                  <a:pos x="1" y="195"/>
                </a:cxn>
                <a:cxn ang="0">
                  <a:pos x="0" y="208"/>
                </a:cxn>
                <a:cxn ang="0">
                  <a:pos x="0" y="208"/>
                </a:cxn>
                <a:cxn ang="0">
                  <a:pos x="0" y="210"/>
                </a:cxn>
                <a:cxn ang="0">
                  <a:pos x="1" y="211"/>
                </a:cxn>
                <a:cxn ang="0">
                  <a:pos x="2" y="212"/>
                </a:cxn>
                <a:cxn ang="0">
                  <a:pos x="4" y="212"/>
                </a:cxn>
                <a:cxn ang="0">
                  <a:pos x="6" y="212"/>
                </a:cxn>
                <a:cxn ang="0">
                  <a:pos x="7" y="211"/>
                </a:cxn>
                <a:cxn ang="0">
                  <a:pos x="8" y="210"/>
                </a:cxn>
                <a:cxn ang="0">
                  <a:pos x="9" y="208"/>
                </a:cxn>
                <a:cxn ang="0">
                  <a:pos x="9" y="208"/>
                </a:cxn>
                <a:cxn ang="0">
                  <a:pos x="10" y="200"/>
                </a:cxn>
                <a:cxn ang="0">
                  <a:pos x="11" y="192"/>
                </a:cxn>
                <a:cxn ang="0">
                  <a:pos x="15" y="176"/>
                </a:cxn>
                <a:cxn ang="0">
                  <a:pos x="26" y="144"/>
                </a:cxn>
                <a:cxn ang="0">
                  <a:pos x="26" y="144"/>
                </a:cxn>
                <a:cxn ang="0">
                  <a:pos x="29" y="131"/>
                </a:cxn>
                <a:cxn ang="0">
                  <a:pos x="32" y="117"/>
                </a:cxn>
                <a:cxn ang="0">
                  <a:pos x="37" y="91"/>
                </a:cxn>
                <a:cxn ang="0">
                  <a:pos x="37" y="91"/>
                </a:cxn>
                <a:cxn ang="0">
                  <a:pos x="41" y="67"/>
                </a:cxn>
                <a:cxn ang="0">
                  <a:pos x="46" y="42"/>
                </a:cxn>
                <a:cxn ang="0">
                  <a:pos x="46" y="42"/>
                </a:cxn>
                <a:cxn ang="0">
                  <a:pos x="50" y="33"/>
                </a:cxn>
                <a:cxn ang="0">
                  <a:pos x="55" y="23"/>
                </a:cxn>
                <a:cxn ang="0">
                  <a:pos x="59" y="14"/>
                </a:cxn>
                <a:cxn ang="0">
                  <a:pos x="60" y="9"/>
                </a:cxn>
                <a:cxn ang="0">
                  <a:pos x="61" y="4"/>
                </a:cxn>
                <a:cxn ang="0">
                  <a:pos x="61" y="4"/>
                </a:cxn>
                <a:cxn ang="0">
                  <a:pos x="61" y="3"/>
                </a:cxn>
                <a:cxn ang="0">
                  <a:pos x="60" y="1"/>
                </a:cxn>
                <a:cxn ang="0">
                  <a:pos x="59" y="0"/>
                </a:cxn>
                <a:cxn ang="0">
                  <a:pos x="57" y="0"/>
                </a:cxn>
                <a:cxn ang="0">
                  <a:pos x="54" y="1"/>
                </a:cxn>
                <a:cxn ang="0">
                  <a:pos x="53" y="3"/>
                </a:cxn>
                <a:cxn ang="0">
                  <a:pos x="52" y="4"/>
                </a:cxn>
                <a:cxn ang="0">
                  <a:pos x="52" y="4"/>
                </a:cxn>
              </a:cxnLst>
              <a:rect l="0" t="0" r="r" b="b"/>
              <a:pathLst>
                <a:path w="61" h="212">
                  <a:moveTo>
                    <a:pt x="52" y="4"/>
                  </a:moveTo>
                  <a:lnTo>
                    <a:pt x="52" y="4"/>
                  </a:lnTo>
                  <a:lnTo>
                    <a:pt x="51" y="10"/>
                  </a:lnTo>
                  <a:lnTo>
                    <a:pt x="48" y="16"/>
                  </a:lnTo>
                  <a:lnTo>
                    <a:pt x="43" y="29"/>
                  </a:lnTo>
                  <a:lnTo>
                    <a:pt x="38" y="41"/>
                  </a:lnTo>
                  <a:lnTo>
                    <a:pt x="36" y="47"/>
                  </a:lnTo>
                  <a:lnTo>
                    <a:pt x="34" y="54"/>
                  </a:lnTo>
                  <a:lnTo>
                    <a:pt x="34" y="54"/>
                  </a:lnTo>
                  <a:lnTo>
                    <a:pt x="25" y="103"/>
                  </a:lnTo>
                  <a:lnTo>
                    <a:pt x="25" y="103"/>
                  </a:lnTo>
                  <a:lnTo>
                    <a:pt x="23" y="116"/>
                  </a:lnTo>
                  <a:lnTo>
                    <a:pt x="19" y="129"/>
                  </a:lnTo>
                  <a:lnTo>
                    <a:pt x="10" y="156"/>
                  </a:lnTo>
                  <a:lnTo>
                    <a:pt x="3" y="181"/>
                  </a:lnTo>
                  <a:lnTo>
                    <a:pt x="1" y="195"/>
                  </a:lnTo>
                  <a:lnTo>
                    <a:pt x="0" y="208"/>
                  </a:lnTo>
                  <a:lnTo>
                    <a:pt x="0" y="208"/>
                  </a:lnTo>
                  <a:lnTo>
                    <a:pt x="0" y="210"/>
                  </a:lnTo>
                  <a:lnTo>
                    <a:pt x="1" y="211"/>
                  </a:lnTo>
                  <a:lnTo>
                    <a:pt x="2" y="212"/>
                  </a:lnTo>
                  <a:lnTo>
                    <a:pt x="4" y="212"/>
                  </a:lnTo>
                  <a:lnTo>
                    <a:pt x="6" y="212"/>
                  </a:lnTo>
                  <a:lnTo>
                    <a:pt x="7" y="211"/>
                  </a:lnTo>
                  <a:lnTo>
                    <a:pt x="8" y="210"/>
                  </a:lnTo>
                  <a:lnTo>
                    <a:pt x="9" y="208"/>
                  </a:lnTo>
                  <a:lnTo>
                    <a:pt x="9" y="208"/>
                  </a:lnTo>
                  <a:lnTo>
                    <a:pt x="10" y="200"/>
                  </a:lnTo>
                  <a:lnTo>
                    <a:pt x="11" y="192"/>
                  </a:lnTo>
                  <a:lnTo>
                    <a:pt x="15" y="176"/>
                  </a:lnTo>
                  <a:lnTo>
                    <a:pt x="26" y="144"/>
                  </a:lnTo>
                  <a:lnTo>
                    <a:pt x="26" y="144"/>
                  </a:lnTo>
                  <a:lnTo>
                    <a:pt x="29" y="131"/>
                  </a:lnTo>
                  <a:lnTo>
                    <a:pt x="32" y="117"/>
                  </a:lnTo>
                  <a:lnTo>
                    <a:pt x="37" y="91"/>
                  </a:lnTo>
                  <a:lnTo>
                    <a:pt x="37" y="91"/>
                  </a:lnTo>
                  <a:lnTo>
                    <a:pt x="41" y="67"/>
                  </a:lnTo>
                  <a:lnTo>
                    <a:pt x="46" y="42"/>
                  </a:lnTo>
                  <a:lnTo>
                    <a:pt x="46" y="42"/>
                  </a:lnTo>
                  <a:lnTo>
                    <a:pt x="50" y="33"/>
                  </a:lnTo>
                  <a:lnTo>
                    <a:pt x="55" y="23"/>
                  </a:lnTo>
                  <a:lnTo>
                    <a:pt x="59" y="14"/>
                  </a:lnTo>
                  <a:lnTo>
                    <a:pt x="60" y="9"/>
                  </a:lnTo>
                  <a:lnTo>
                    <a:pt x="61" y="4"/>
                  </a:lnTo>
                  <a:lnTo>
                    <a:pt x="61" y="4"/>
                  </a:lnTo>
                  <a:lnTo>
                    <a:pt x="61" y="3"/>
                  </a:lnTo>
                  <a:lnTo>
                    <a:pt x="60" y="1"/>
                  </a:lnTo>
                  <a:lnTo>
                    <a:pt x="59" y="0"/>
                  </a:lnTo>
                  <a:lnTo>
                    <a:pt x="57" y="0"/>
                  </a:lnTo>
                  <a:lnTo>
                    <a:pt x="54" y="1"/>
                  </a:lnTo>
                  <a:lnTo>
                    <a:pt x="53" y="3"/>
                  </a:lnTo>
                  <a:lnTo>
                    <a:pt x="52" y="4"/>
                  </a:lnTo>
                  <a:lnTo>
                    <a:pt x="52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5" name="Freeform 171"/>
            <p:cNvSpPr/>
            <p:nvPr>
              <p:custDataLst>
                <p:tags r:id="rId11"/>
              </p:custDataLst>
            </p:nvPr>
          </p:nvSpPr>
          <p:spPr bwMode="auto">
            <a:xfrm>
              <a:off x="4357688" y="2209800"/>
              <a:ext cx="36513" cy="90488"/>
            </a:xfrm>
            <a:custGeom>
              <a:avLst/>
              <a:gdLst/>
              <a:ahLst/>
              <a:cxnLst>
                <a:cxn ang="0">
                  <a:pos x="60" y="1"/>
                </a:cxn>
                <a:cxn ang="0">
                  <a:pos x="60" y="1"/>
                </a:cxn>
                <a:cxn ang="0">
                  <a:pos x="51" y="10"/>
                </a:cxn>
                <a:cxn ang="0">
                  <a:pos x="43" y="22"/>
                </a:cxn>
                <a:cxn ang="0">
                  <a:pos x="37" y="34"/>
                </a:cxn>
                <a:cxn ang="0">
                  <a:pos x="33" y="48"/>
                </a:cxn>
                <a:cxn ang="0">
                  <a:pos x="29" y="61"/>
                </a:cxn>
                <a:cxn ang="0">
                  <a:pos x="25" y="75"/>
                </a:cxn>
                <a:cxn ang="0">
                  <a:pos x="20" y="100"/>
                </a:cxn>
                <a:cxn ang="0">
                  <a:pos x="20" y="100"/>
                </a:cxn>
                <a:cxn ang="0">
                  <a:pos x="15" y="115"/>
                </a:cxn>
                <a:cxn ang="0">
                  <a:pos x="6" y="135"/>
                </a:cxn>
                <a:cxn ang="0">
                  <a:pos x="3" y="147"/>
                </a:cxn>
                <a:cxn ang="0">
                  <a:pos x="0" y="156"/>
                </a:cxn>
                <a:cxn ang="0">
                  <a:pos x="0" y="164"/>
                </a:cxn>
                <a:cxn ang="0">
                  <a:pos x="1" y="166"/>
                </a:cxn>
                <a:cxn ang="0">
                  <a:pos x="3" y="170"/>
                </a:cxn>
                <a:cxn ang="0">
                  <a:pos x="3" y="170"/>
                </a:cxn>
                <a:cxn ang="0">
                  <a:pos x="4" y="170"/>
                </a:cxn>
                <a:cxn ang="0">
                  <a:pos x="6" y="171"/>
                </a:cxn>
                <a:cxn ang="0">
                  <a:pos x="9" y="169"/>
                </a:cxn>
                <a:cxn ang="0">
                  <a:pos x="10" y="167"/>
                </a:cxn>
                <a:cxn ang="0">
                  <a:pos x="11" y="165"/>
                </a:cxn>
                <a:cxn ang="0">
                  <a:pos x="10" y="164"/>
                </a:cxn>
                <a:cxn ang="0">
                  <a:pos x="9" y="162"/>
                </a:cxn>
                <a:cxn ang="0">
                  <a:pos x="9" y="162"/>
                </a:cxn>
                <a:cxn ang="0">
                  <a:pos x="10" y="159"/>
                </a:cxn>
                <a:cxn ang="0">
                  <a:pos x="14" y="152"/>
                </a:cxn>
                <a:cxn ang="0">
                  <a:pos x="18" y="138"/>
                </a:cxn>
                <a:cxn ang="0">
                  <a:pos x="18" y="138"/>
                </a:cxn>
                <a:cxn ang="0">
                  <a:pos x="24" y="119"/>
                </a:cxn>
                <a:cxn ang="0">
                  <a:pos x="29" y="100"/>
                </a:cxn>
                <a:cxn ang="0">
                  <a:pos x="29" y="100"/>
                </a:cxn>
                <a:cxn ang="0">
                  <a:pos x="34" y="76"/>
                </a:cxn>
                <a:cxn ang="0">
                  <a:pos x="38" y="63"/>
                </a:cxn>
                <a:cxn ang="0">
                  <a:pos x="41" y="51"/>
                </a:cxn>
                <a:cxn ang="0">
                  <a:pos x="47" y="38"/>
                </a:cxn>
                <a:cxn ang="0">
                  <a:pos x="52" y="27"/>
                </a:cxn>
                <a:cxn ang="0">
                  <a:pos x="58" y="17"/>
                </a:cxn>
                <a:cxn ang="0">
                  <a:pos x="66" y="7"/>
                </a:cxn>
                <a:cxn ang="0">
                  <a:pos x="66" y="7"/>
                </a:cxn>
                <a:cxn ang="0">
                  <a:pos x="67" y="6"/>
                </a:cxn>
                <a:cxn ang="0">
                  <a:pos x="68" y="4"/>
                </a:cxn>
                <a:cxn ang="0">
                  <a:pos x="67" y="3"/>
                </a:cxn>
                <a:cxn ang="0">
                  <a:pos x="66" y="1"/>
                </a:cxn>
                <a:cxn ang="0">
                  <a:pos x="65" y="0"/>
                </a:cxn>
                <a:cxn ang="0">
                  <a:pos x="63" y="0"/>
                </a:cxn>
                <a:cxn ang="0">
                  <a:pos x="61" y="0"/>
                </a:cxn>
                <a:cxn ang="0">
                  <a:pos x="60" y="1"/>
                </a:cxn>
                <a:cxn ang="0">
                  <a:pos x="60" y="1"/>
                </a:cxn>
              </a:cxnLst>
              <a:rect l="0" t="0" r="r" b="b"/>
              <a:pathLst>
                <a:path w="68" h="171">
                  <a:moveTo>
                    <a:pt x="60" y="1"/>
                  </a:moveTo>
                  <a:lnTo>
                    <a:pt x="60" y="1"/>
                  </a:lnTo>
                  <a:lnTo>
                    <a:pt x="51" y="10"/>
                  </a:lnTo>
                  <a:lnTo>
                    <a:pt x="43" y="22"/>
                  </a:lnTo>
                  <a:lnTo>
                    <a:pt x="37" y="34"/>
                  </a:lnTo>
                  <a:lnTo>
                    <a:pt x="33" y="48"/>
                  </a:lnTo>
                  <a:lnTo>
                    <a:pt x="29" y="61"/>
                  </a:lnTo>
                  <a:lnTo>
                    <a:pt x="25" y="75"/>
                  </a:lnTo>
                  <a:lnTo>
                    <a:pt x="20" y="100"/>
                  </a:lnTo>
                  <a:lnTo>
                    <a:pt x="20" y="100"/>
                  </a:lnTo>
                  <a:lnTo>
                    <a:pt x="15" y="115"/>
                  </a:lnTo>
                  <a:lnTo>
                    <a:pt x="6" y="135"/>
                  </a:lnTo>
                  <a:lnTo>
                    <a:pt x="3" y="147"/>
                  </a:lnTo>
                  <a:lnTo>
                    <a:pt x="0" y="156"/>
                  </a:lnTo>
                  <a:lnTo>
                    <a:pt x="0" y="164"/>
                  </a:lnTo>
                  <a:lnTo>
                    <a:pt x="1" y="166"/>
                  </a:lnTo>
                  <a:lnTo>
                    <a:pt x="3" y="170"/>
                  </a:lnTo>
                  <a:lnTo>
                    <a:pt x="3" y="170"/>
                  </a:lnTo>
                  <a:lnTo>
                    <a:pt x="4" y="170"/>
                  </a:lnTo>
                  <a:lnTo>
                    <a:pt x="6" y="171"/>
                  </a:lnTo>
                  <a:lnTo>
                    <a:pt x="9" y="169"/>
                  </a:lnTo>
                  <a:lnTo>
                    <a:pt x="10" y="167"/>
                  </a:lnTo>
                  <a:lnTo>
                    <a:pt x="11" y="165"/>
                  </a:lnTo>
                  <a:lnTo>
                    <a:pt x="10" y="164"/>
                  </a:lnTo>
                  <a:lnTo>
                    <a:pt x="9" y="162"/>
                  </a:lnTo>
                  <a:lnTo>
                    <a:pt x="9" y="162"/>
                  </a:lnTo>
                  <a:lnTo>
                    <a:pt x="10" y="159"/>
                  </a:lnTo>
                  <a:lnTo>
                    <a:pt x="14" y="152"/>
                  </a:lnTo>
                  <a:lnTo>
                    <a:pt x="18" y="138"/>
                  </a:lnTo>
                  <a:lnTo>
                    <a:pt x="18" y="138"/>
                  </a:lnTo>
                  <a:lnTo>
                    <a:pt x="24" y="119"/>
                  </a:lnTo>
                  <a:lnTo>
                    <a:pt x="29" y="100"/>
                  </a:lnTo>
                  <a:lnTo>
                    <a:pt x="29" y="100"/>
                  </a:lnTo>
                  <a:lnTo>
                    <a:pt x="34" y="76"/>
                  </a:lnTo>
                  <a:lnTo>
                    <a:pt x="38" y="63"/>
                  </a:lnTo>
                  <a:lnTo>
                    <a:pt x="41" y="51"/>
                  </a:lnTo>
                  <a:lnTo>
                    <a:pt x="47" y="38"/>
                  </a:lnTo>
                  <a:lnTo>
                    <a:pt x="52" y="27"/>
                  </a:lnTo>
                  <a:lnTo>
                    <a:pt x="58" y="17"/>
                  </a:lnTo>
                  <a:lnTo>
                    <a:pt x="66" y="7"/>
                  </a:lnTo>
                  <a:lnTo>
                    <a:pt x="66" y="7"/>
                  </a:lnTo>
                  <a:lnTo>
                    <a:pt x="67" y="6"/>
                  </a:lnTo>
                  <a:lnTo>
                    <a:pt x="68" y="4"/>
                  </a:lnTo>
                  <a:lnTo>
                    <a:pt x="67" y="3"/>
                  </a:lnTo>
                  <a:lnTo>
                    <a:pt x="66" y="1"/>
                  </a:lnTo>
                  <a:lnTo>
                    <a:pt x="65" y="0"/>
                  </a:lnTo>
                  <a:lnTo>
                    <a:pt x="63" y="0"/>
                  </a:lnTo>
                  <a:lnTo>
                    <a:pt x="61" y="0"/>
                  </a:lnTo>
                  <a:lnTo>
                    <a:pt x="60" y="1"/>
                  </a:lnTo>
                  <a:lnTo>
                    <a:pt x="60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6" name="Freeform 172"/>
            <p:cNvSpPr/>
            <p:nvPr>
              <p:custDataLst>
                <p:tags r:id="rId12"/>
              </p:custDataLst>
            </p:nvPr>
          </p:nvSpPr>
          <p:spPr bwMode="auto">
            <a:xfrm>
              <a:off x="4383088" y="2219325"/>
              <a:ext cx="33338" cy="6350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55" y="0"/>
                </a:cxn>
                <a:cxn ang="0">
                  <a:pos x="50" y="2"/>
                </a:cxn>
                <a:cxn ang="0">
                  <a:pos x="46" y="5"/>
                </a:cxn>
                <a:cxn ang="0">
                  <a:pos x="42" y="8"/>
                </a:cxn>
                <a:cxn ang="0">
                  <a:pos x="39" y="11"/>
                </a:cxn>
                <a:cxn ang="0">
                  <a:pos x="33" y="19"/>
                </a:cxn>
                <a:cxn ang="0">
                  <a:pos x="29" y="30"/>
                </a:cxn>
                <a:cxn ang="0">
                  <a:pos x="29" y="30"/>
                </a:cxn>
                <a:cxn ang="0">
                  <a:pos x="13" y="70"/>
                </a:cxn>
                <a:cxn ang="0">
                  <a:pos x="6" y="91"/>
                </a:cxn>
                <a:cxn ang="0">
                  <a:pos x="0" y="112"/>
                </a:cxn>
                <a:cxn ang="0">
                  <a:pos x="0" y="112"/>
                </a:cxn>
                <a:cxn ang="0">
                  <a:pos x="0" y="114"/>
                </a:cxn>
                <a:cxn ang="0">
                  <a:pos x="1" y="116"/>
                </a:cxn>
                <a:cxn ang="0">
                  <a:pos x="2" y="118"/>
                </a:cxn>
                <a:cxn ang="0">
                  <a:pos x="4" y="118"/>
                </a:cxn>
                <a:cxn ang="0">
                  <a:pos x="6" y="119"/>
                </a:cxn>
                <a:cxn ang="0">
                  <a:pos x="7" y="118"/>
                </a:cxn>
                <a:cxn ang="0">
                  <a:pos x="8" y="116"/>
                </a:cxn>
                <a:cxn ang="0">
                  <a:pos x="9" y="114"/>
                </a:cxn>
                <a:cxn ang="0">
                  <a:pos x="9" y="114"/>
                </a:cxn>
                <a:cxn ang="0">
                  <a:pos x="13" y="100"/>
                </a:cxn>
                <a:cxn ang="0">
                  <a:pos x="17" y="84"/>
                </a:cxn>
                <a:cxn ang="0">
                  <a:pos x="23" y="70"/>
                </a:cxn>
                <a:cxn ang="0">
                  <a:pos x="30" y="56"/>
                </a:cxn>
                <a:cxn ang="0">
                  <a:pos x="30" y="56"/>
                </a:cxn>
                <a:cxn ang="0">
                  <a:pos x="34" y="42"/>
                </a:cxn>
                <a:cxn ang="0">
                  <a:pos x="39" y="29"/>
                </a:cxn>
                <a:cxn ang="0">
                  <a:pos x="42" y="22"/>
                </a:cxn>
                <a:cxn ang="0">
                  <a:pos x="46" y="17"/>
                </a:cxn>
                <a:cxn ang="0">
                  <a:pos x="51" y="12"/>
                </a:cxn>
                <a:cxn ang="0">
                  <a:pos x="57" y="9"/>
                </a:cxn>
                <a:cxn ang="0">
                  <a:pos x="57" y="9"/>
                </a:cxn>
                <a:cxn ang="0">
                  <a:pos x="60" y="8"/>
                </a:cxn>
                <a:cxn ang="0">
                  <a:pos x="61" y="7"/>
                </a:cxn>
                <a:cxn ang="0">
                  <a:pos x="62" y="5"/>
                </a:cxn>
                <a:cxn ang="0">
                  <a:pos x="61" y="3"/>
                </a:cxn>
                <a:cxn ang="0">
                  <a:pos x="61" y="2"/>
                </a:cxn>
                <a:cxn ang="0">
                  <a:pos x="60" y="0"/>
                </a:cxn>
                <a:cxn ang="0">
                  <a:pos x="57" y="0"/>
                </a:cxn>
                <a:cxn ang="0">
                  <a:pos x="55" y="0"/>
                </a:cxn>
                <a:cxn ang="0">
                  <a:pos x="55" y="0"/>
                </a:cxn>
              </a:cxnLst>
              <a:rect l="0" t="0" r="r" b="b"/>
              <a:pathLst>
                <a:path w="62" h="119">
                  <a:moveTo>
                    <a:pt x="55" y="0"/>
                  </a:moveTo>
                  <a:lnTo>
                    <a:pt x="55" y="0"/>
                  </a:lnTo>
                  <a:lnTo>
                    <a:pt x="50" y="2"/>
                  </a:lnTo>
                  <a:lnTo>
                    <a:pt x="46" y="5"/>
                  </a:lnTo>
                  <a:lnTo>
                    <a:pt x="42" y="8"/>
                  </a:lnTo>
                  <a:lnTo>
                    <a:pt x="39" y="11"/>
                  </a:lnTo>
                  <a:lnTo>
                    <a:pt x="33" y="19"/>
                  </a:lnTo>
                  <a:lnTo>
                    <a:pt x="29" y="30"/>
                  </a:lnTo>
                  <a:lnTo>
                    <a:pt x="29" y="30"/>
                  </a:lnTo>
                  <a:lnTo>
                    <a:pt x="13" y="70"/>
                  </a:lnTo>
                  <a:lnTo>
                    <a:pt x="6" y="91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0" y="114"/>
                  </a:lnTo>
                  <a:lnTo>
                    <a:pt x="1" y="116"/>
                  </a:lnTo>
                  <a:lnTo>
                    <a:pt x="2" y="118"/>
                  </a:lnTo>
                  <a:lnTo>
                    <a:pt x="4" y="118"/>
                  </a:lnTo>
                  <a:lnTo>
                    <a:pt x="6" y="119"/>
                  </a:lnTo>
                  <a:lnTo>
                    <a:pt x="7" y="118"/>
                  </a:lnTo>
                  <a:lnTo>
                    <a:pt x="8" y="116"/>
                  </a:lnTo>
                  <a:lnTo>
                    <a:pt x="9" y="114"/>
                  </a:lnTo>
                  <a:lnTo>
                    <a:pt x="9" y="114"/>
                  </a:lnTo>
                  <a:lnTo>
                    <a:pt x="13" y="100"/>
                  </a:lnTo>
                  <a:lnTo>
                    <a:pt x="17" y="84"/>
                  </a:lnTo>
                  <a:lnTo>
                    <a:pt x="23" y="70"/>
                  </a:lnTo>
                  <a:lnTo>
                    <a:pt x="30" y="56"/>
                  </a:lnTo>
                  <a:lnTo>
                    <a:pt x="30" y="56"/>
                  </a:lnTo>
                  <a:lnTo>
                    <a:pt x="34" y="42"/>
                  </a:lnTo>
                  <a:lnTo>
                    <a:pt x="39" y="29"/>
                  </a:lnTo>
                  <a:lnTo>
                    <a:pt x="42" y="22"/>
                  </a:lnTo>
                  <a:lnTo>
                    <a:pt x="46" y="17"/>
                  </a:lnTo>
                  <a:lnTo>
                    <a:pt x="51" y="12"/>
                  </a:lnTo>
                  <a:lnTo>
                    <a:pt x="57" y="9"/>
                  </a:lnTo>
                  <a:lnTo>
                    <a:pt x="57" y="9"/>
                  </a:lnTo>
                  <a:lnTo>
                    <a:pt x="60" y="8"/>
                  </a:lnTo>
                  <a:lnTo>
                    <a:pt x="61" y="7"/>
                  </a:lnTo>
                  <a:lnTo>
                    <a:pt x="62" y="5"/>
                  </a:lnTo>
                  <a:lnTo>
                    <a:pt x="61" y="3"/>
                  </a:lnTo>
                  <a:lnTo>
                    <a:pt x="61" y="2"/>
                  </a:lnTo>
                  <a:lnTo>
                    <a:pt x="60" y="0"/>
                  </a:lnTo>
                  <a:lnTo>
                    <a:pt x="57" y="0"/>
                  </a:lnTo>
                  <a:lnTo>
                    <a:pt x="55" y="0"/>
                  </a:lnTo>
                  <a:lnTo>
                    <a:pt x="55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7" name="Freeform 173"/>
            <p:cNvSpPr/>
            <p:nvPr>
              <p:custDataLst>
                <p:tags r:id="rId13"/>
              </p:custDataLst>
            </p:nvPr>
          </p:nvSpPr>
          <p:spPr bwMode="auto">
            <a:xfrm>
              <a:off x="4403725" y="2228850"/>
              <a:ext cx="17463" cy="52388"/>
            </a:xfrm>
            <a:custGeom>
              <a:avLst/>
              <a:gdLst/>
              <a:ahLst/>
              <a:cxnLst>
                <a:cxn ang="0">
                  <a:pos x="27" y="1"/>
                </a:cxn>
                <a:cxn ang="0">
                  <a:pos x="27" y="1"/>
                </a:cxn>
                <a:cxn ang="0">
                  <a:pos x="24" y="2"/>
                </a:cxn>
                <a:cxn ang="0">
                  <a:pos x="22" y="6"/>
                </a:cxn>
                <a:cxn ang="0">
                  <a:pos x="17" y="12"/>
                </a:cxn>
                <a:cxn ang="0">
                  <a:pos x="15" y="20"/>
                </a:cxn>
                <a:cxn ang="0">
                  <a:pos x="14" y="27"/>
                </a:cxn>
                <a:cxn ang="0">
                  <a:pos x="14" y="27"/>
                </a:cxn>
                <a:cxn ang="0">
                  <a:pos x="12" y="45"/>
                </a:cxn>
                <a:cxn ang="0">
                  <a:pos x="10" y="61"/>
                </a:cxn>
                <a:cxn ang="0">
                  <a:pos x="6" y="78"/>
                </a:cxn>
                <a:cxn ang="0">
                  <a:pos x="0" y="94"/>
                </a:cxn>
                <a:cxn ang="0">
                  <a:pos x="0" y="94"/>
                </a:cxn>
                <a:cxn ang="0">
                  <a:pos x="0" y="96"/>
                </a:cxn>
                <a:cxn ang="0">
                  <a:pos x="0" y="97"/>
                </a:cxn>
                <a:cxn ang="0">
                  <a:pos x="1" y="100"/>
                </a:cxn>
                <a:cxn ang="0">
                  <a:pos x="3" y="100"/>
                </a:cxn>
                <a:cxn ang="0">
                  <a:pos x="6" y="100"/>
                </a:cxn>
                <a:cxn ang="0">
                  <a:pos x="8" y="98"/>
                </a:cxn>
                <a:cxn ang="0">
                  <a:pos x="9" y="96"/>
                </a:cxn>
                <a:cxn ang="0">
                  <a:pos x="9" y="96"/>
                </a:cxn>
                <a:cxn ang="0">
                  <a:pos x="13" y="85"/>
                </a:cxn>
                <a:cxn ang="0">
                  <a:pos x="15" y="80"/>
                </a:cxn>
                <a:cxn ang="0">
                  <a:pos x="18" y="75"/>
                </a:cxn>
                <a:cxn ang="0">
                  <a:pos x="18" y="75"/>
                </a:cxn>
                <a:cxn ang="0">
                  <a:pos x="19" y="72"/>
                </a:cxn>
                <a:cxn ang="0">
                  <a:pos x="21" y="69"/>
                </a:cxn>
                <a:cxn ang="0">
                  <a:pos x="21" y="62"/>
                </a:cxn>
                <a:cxn ang="0">
                  <a:pos x="22" y="49"/>
                </a:cxn>
                <a:cxn ang="0">
                  <a:pos x="22" y="49"/>
                </a:cxn>
                <a:cxn ang="0">
                  <a:pos x="23" y="28"/>
                </a:cxn>
                <a:cxn ang="0">
                  <a:pos x="24" y="22"/>
                </a:cxn>
                <a:cxn ang="0">
                  <a:pos x="25" y="17"/>
                </a:cxn>
                <a:cxn ang="0">
                  <a:pos x="27" y="13"/>
                </a:cxn>
                <a:cxn ang="0">
                  <a:pos x="30" y="10"/>
                </a:cxn>
                <a:cxn ang="0">
                  <a:pos x="30" y="10"/>
                </a:cxn>
                <a:cxn ang="0">
                  <a:pos x="31" y="9"/>
                </a:cxn>
                <a:cxn ang="0">
                  <a:pos x="32" y="8"/>
                </a:cxn>
                <a:cxn ang="0">
                  <a:pos x="33" y="3"/>
                </a:cxn>
                <a:cxn ang="0">
                  <a:pos x="32" y="2"/>
                </a:cxn>
                <a:cxn ang="0">
                  <a:pos x="31" y="1"/>
                </a:cxn>
                <a:cxn ang="0">
                  <a:pos x="29" y="0"/>
                </a:cxn>
                <a:cxn ang="0">
                  <a:pos x="27" y="1"/>
                </a:cxn>
                <a:cxn ang="0">
                  <a:pos x="27" y="1"/>
                </a:cxn>
              </a:cxnLst>
              <a:rect l="0" t="0" r="r" b="b"/>
              <a:pathLst>
                <a:path w="33" h="100">
                  <a:moveTo>
                    <a:pt x="27" y="1"/>
                  </a:moveTo>
                  <a:lnTo>
                    <a:pt x="27" y="1"/>
                  </a:lnTo>
                  <a:lnTo>
                    <a:pt x="24" y="2"/>
                  </a:lnTo>
                  <a:lnTo>
                    <a:pt x="22" y="6"/>
                  </a:lnTo>
                  <a:lnTo>
                    <a:pt x="17" y="12"/>
                  </a:lnTo>
                  <a:lnTo>
                    <a:pt x="15" y="20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12" y="45"/>
                  </a:lnTo>
                  <a:lnTo>
                    <a:pt x="10" y="61"/>
                  </a:lnTo>
                  <a:lnTo>
                    <a:pt x="6" y="78"/>
                  </a:lnTo>
                  <a:lnTo>
                    <a:pt x="0" y="94"/>
                  </a:lnTo>
                  <a:lnTo>
                    <a:pt x="0" y="94"/>
                  </a:lnTo>
                  <a:lnTo>
                    <a:pt x="0" y="96"/>
                  </a:lnTo>
                  <a:lnTo>
                    <a:pt x="0" y="97"/>
                  </a:lnTo>
                  <a:lnTo>
                    <a:pt x="1" y="100"/>
                  </a:lnTo>
                  <a:lnTo>
                    <a:pt x="3" y="100"/>
                  </a:lnTo>
                  <a:lnTo>
                    <a:pt x="6" y="100"/>
                  </a:lnTo>
                  <a:lnTo>
                    <a:pt x="8" y="98"/>
                  </a:lnTo>
                  <a:lnTo>
                    <a:pt x="9" y="96"/>
                  </a:lnTo>
                  <a:lnTo>
                    <a:pt x="9" y="96"/>
                  </a:lnTo>
                  <a:lnTo>
                    <a:pt x="13" y="85"/>
                  </a:lnTo>
                  <a:lnTo>
                    <a:pt x="15" y="80"/>
                  </a:lnTo>
                  <a:lnTo>
                    <a:pt x="18" y="75"/>
                  </a:lnTo>
                  <a:lnTo>
                    <a:pt x="18" y="75"/>
                  </a:lnTo>
                  <a:lnTo>
                    <a:pt x="19" y="72"/>
                  </a:lnTo>
                  <a:lnTo>
                    <a:pt x="21" y="69"/>
                  </a:lnTo>
                  <a:lnTo>
                    <a:pt x="21" y="62"/>
                  </a:lnTo>
                  <a:lnTo>
                    <a:pt x="22" y="49"/>
                  </a:lnTo>
                  <a:lnTo>
                    <a:pt x="22" y="49"/>
                  </a:lnTo>
                  <a:lnTo>
                    <a:pt x="23" y="28"/>
                  </a:lnTo>
                  <a:lnTo>
                    <a:pt x="24" y="22"/>
                  </a:lnTo>
                  <a:lnTo>
                    <a:pt x="25" y="17"/>
                  </a:lnTo>
                  <a:lnTo>
                    <a:pt x="27" y="13"/>
                  </a:lnTo>
                  <a:lnTo>
                    <a:pt x="30" y="10"/>
                  </a:lnTo>
                  <a:lnTo>
                    <a:pt x="30" y="10"/>
                  </a:lnTo>
                  <a:lnTo>
                    <a:pt x="31" y="9"/>
                  </a:lnTo>
                  <a:lnTo>
                    <a:pt x="32" y="8"/>
                  </a:lnTo>
                  <a:lnTo>
                    <a:pt x="33" y="3"/>
                  </a:lnTo>
                  <a:lnTo>
                    <a:pt x="32" y="2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1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8" name="Freeform 174"/>
            <p:cNvSpPr/>
            <p:nvPr>
              <p:custDataLst>
                <p:tags r:id="rId14"/>
              </p:custDataLst>
            </p:nvPr>
          </p:nvSpPr>
          <p:spPr bwMode="auto">
            <a:xfrm>
              <a:off x="4340225" y="2436813"/>
              <a:ext cx="4763" cy="428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76"/>
                </a:cxn>
                <a:cxn ang="0">
                  <a:pos x="0" y="76"/>
                </a:cxn>
                <a:cxn ang="0">
                  <a:pos x="1" y="78"/>
                </a:cxn>
                <a:cxn ang="0">
                  <a:pos x="2" y="79"/>
                </a:cxn>
                <a:cxn ang="0">
                  <a:pos x="3" y="80"/>
                </a:cxn>
                <a:cxn ang="0">
                  <a:pos x="5" y="80"/>
                </a:cxn>
                <a:cxn ang="0">
                  <a:pos x="6" y="80"/>
                </a:cxn>
                <a:cxn ang="0">
                  <a:pos x="8" y="79"/>
                </a:cxn>
                <a:cxn ang="0">
                  <a:pos x="9" y="78"/>
                </a:cxn>
                <a:cxn ang="0">
                  <a:pos x="9" y="76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2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80">
                  <a:moveTo>
                    <a:pt x="0" y="5"/>
                  </a:moveTo>
                  <a:lnTo>
                    <a:pt x="0" y="76"/>
                  </a:lnTo>
                  <a:lnTo>
                    <a:pt x="0" y="76"/>
                  </a:lnTo>
                  <a:lnTo>
                    <a:pt x="1" y="78"/>
                  </a:lnTo>
                  <a:lnTo>
                    <a:pt x="2" y="79"/>
                  </a:lnTo>
                  <a:lnTo>
                    <a:pt x="3" y="80"/>
                  </a:lnTo>
                  <a:lnTo>
                    <a:pt x="5" y="80"/>
                  </a:lnTo>
                  <a:lnTo>
                    <a:pt x="6" y="80"/>
                  </a:lnTo>
                  <a:lnTo>
                    <a:pt x="8" y="79"/>
                  </a:lnTo>
                  <a:lnTo>
                    <a:pt x="9" y="78"/>
                  </a:lnTo>
                  <a:lnTo>
                    <a:pt x="9" y="76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2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9" name="Freeform 175"/>
            <p:cNvSpPr/>
            <p:nvPr>
              <p:custDataLst>
                <p:tags r:id="rId15"/>
              </p:custDataLst>
            </p:nvPr>
          </p:nvSpPr>
          <p:spPr bwMode="auto">
            <a:xfrm>
              <a:off x="4370388" y="2460625"/>
              <a:ext cx="11113" cy="65088"/>
            </a:xfrm>
            <a:custGeom>
              <a:avLst/>
              <a:gdLst/>
              <a:ahLst/>
              <a:cxnLst>
                <a:cxn ang="0">
                  <a:pos x="12" y="2"/>
                </a:cxn>
                <a:cxn ang="0">
                  <a:pos x="12" y="2"/>
                </a:cxn>
                <a:cxn ang="0">
                  <a:pos x="9" y="9"/>
                </a:cxn>
                <a:cxn ang="0">
                  <a:pos x="7" y="15"/>
                </a:cxn>
                <a:cxn ang="0">
                  <a:pos x="3" y="29"/>
                </a:cxn>
                <a:cxn ang="0">
                  <a:pos x="1" y="44"/>
                </a:cxn>
                <a:cxn ang="0">
                  <a:pos x="0" y="59"/>
                </a:cxn>
                <a:cxn ang="0">
                  <a:pos x="1" y="90"/>
                </a:cxn>
                <a:cxn ang="0">
                  <a:pos x="2" y="118"/>
                </a:cxn>
                <a:cxn ang="0">
                  <a:pos x="2" y="118"/>
                </a:cxn>
                <a:cxn ang="0">
                  <a:pos x="3" y="120"/>
                </a:cxn>
                <a:cxn ang="0">
                  <a:pos x="4" y="122"/>
                </a:cxn>
                <a:cxn ang="0">
                  <a:pos x="5" y="123"/>
                </a:cxn>
                <a:cxn ang="0">
                  <a:pos x="7" y="123"/>
                </a:cxn>
                <a:cxn ang="0">
                  <a:pos x="9" y="123"/>
                </a:cxn>
                <a:cxn ang="0">
                  <a:pos x="10" y="122"/>
                </a:cxn>
                <a:cxn ang="0">
                  <a:pos x="11" y="120"/>
                </a:cxn>
                <a:cxn ang="0">
                  <a:pos x="11" y="118"/>
                </a:cxn>
                <a:cxn ang="0">
                  <a:pos x="11" y="118"/>
                </a:cxn>
                <a:cxn ang="0">
                  <a:pos x="10" y="91"/>
                </a:cxn>
                <a:cxn ang="0">
                  <a:pos x="10" y="61"/>
                </a:cxn>
                <a:cxn ang="0">
                  <a:pos x="10" y="47"/>
                </a:cxn>
                <a:cxn ang="0">
                  <a:pos x="12" y="32"/>
                </a:cxn>
                <a:cxn ang="0">
                  <a:pos x="15" y="19"/>
                </a:cxn>
                <a:cxn ang="0">
                  <a:pos x="17" y="13"/>
                </a:cxn>
                <a:cxn ang="0">
                  <a:pos x="20" y="8"/>
                </a:cxn>
                <a:cxn ang="0">
                  <a:pos x="20" y="8"/>
                </a:cxn>
                <a:cxn ang="0">
                  <a:pos x="22" y="5"/>
                </a:cxn>
                <a:cxn ang="0">
                  <a:pos x="20" y="3"/>
                </a:cxn>
                <a:cxn ang="0">
                  <a:pos x="19" y="1"/>
                </a:cxn>
                <a:cxn ang="0">
                  <a:pos x="18" y="0"/>
                </a:cxn>
                <a:cxn ang="0">
                  <a:pos x="17" y="0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2"/>
                </a:cxn>
                <a:cxn ang="0">
                  <a:pos x="12" y="2"/>
                </a:cxn>
              </a:cxnLst>
              <a:rect l="0" t="0" r="r" b="b"/>
              <a:pathLst>
                <a:path w="22" h="123">
                  <a:moveTo>
                    <a:pt x="12" y="2"/>
                  </a:moveTo>
                  <a:lnTo>
                    <a:pt x="12" y="2"/>
                  </a:lnTo>
                  <a:lnTo>
                    <a:pt x="9" y="9"/>
                  </a:lnTo>
                  <a:lnTo>
                    <a:pt x="7" y="15"/>
                  </a:lnTo>
                  <a:lnTo>
                    <a:pt x="3" y="29"/>
                  </a:lnTo>
                  <a:lnTo>
                    <a:pt x="1" y="44"/>
                  </a:lnTo>
                  <a:lnTo>
                    <a:pt x="0" y="59"/>
                  </a:lnTo>
                  <a:lnTo>
                    <a:pt x="1" y="90"/>
                  </a:lnTo>
                  <a:lnTo>
                    <a:pt x="2" y="118"/>
                  </a:lnTo>
                  <a:lnTo>
                    <a:pt x="2" y="118"/>
                  </a:lnTo>
                  <a:lnTo>
                    <a:pt x="3" y="120"/>
                  </a:lnTo>
                  <a:lnTo>
                    <a:pt x="4" y="122"/>
                  </a:lnTo>
                  <a:lnTo>
                    <a:pt x="5" y="123"/>
                  </a:lnTo>
                  <a:lnTo>
                    <a:pt x="7" y="123"/>
                  </a:lnTo>
                  <a:lnTo>
                    <a:pt x="9" y="123"/>
                  </a:lnTo>
                  <a:lnTo>
                    <a:pt x="10" y="122"/>
                  </a:lnTo>
                  <a:lnTo>
                    <a:pt x="11" y="120"/>
                  </a:lnTo>
                  <a:lnTo>
                    <a:pt x="11" y="118"/>
                  </a:lnTo>
                  <a:lnTo>
                    <a:pt x="11" y="118"/>
                  </a:lnTo>
                  <a:lnTo>
                    <a:pt x="10" y="91"/>
                  </a:lnTo>
                  <a:lnTo>
                    <a:pt x="10" y="61"/>
                  </a:lnTo>
                  <a:lnTo>
                    <a:pt x="10" y="47"/>
                  </a:lnTo>
                  <a:lnTo>
                    <a:pt x="12" y="32"/>
                  </a:lnTo>
                  <a:lnTo>
                    <a:pt x="15" y="19"/>
                  </a:lnTo>
                  <a:lnTo>
                    <a:pt x="17" y="13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22" y="5"/>
                  </a:lnTo>
                  <a:lnTo>
                    <a:pt x="20" y="3"/>
                  </a:lnTo>
                  <a:lnTo>
                    <a:pt x="19" y="1"/>
                  </a:lnTo>
                  <a:lnTo>
                    <a:pt x="18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2"/>
                  </a:lnTo>
                  <a:lnTo>
                    <a:pt x="12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0" name="Freeform 176"/>
            <p:cNvSpPr/>
            <p:nvPr>
              <p:custDataLst>
                <p:tags r:id="rId16"/>
              </p:custDataLst>
            </p:nvPr>
          </p:nvSpPr>
          <p:spPr bwMode="auto">
            <a:xfrm>
              <a:off x="4395788" y="2492375"/>
              <a:ext cx="7938" cy="55563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6" y="5"/>
                </a:cxn>
                <a:cxn ang="0">
                  <a:pos x="5" y="29"/>
                </a:cxn>
                <a:cxn ang="0">
                  <a:pos x="2" y="53"/>
                </a:cxn>
                <a:cxn ang="0">
                  <a:pos x="1" y="77"/>
                </a:cxn>
                <a:cxn ang="0">
                  <a:pos x="0" y="100"/>
                </a:cxn>
                <a:cxn ang="0">
                  <a:pos x="0" y="100"/>
                </a:cxn>
                <a:cxn ang="0">
                  <a:pos x="1" y="102"/>
                </a:cxn>
                <a:cxn ang="0">
                  <a:pos x="2" y="104"/>
                </a:cxn>
                <a:cxn ang="0">
                  <a:pos x="4" y="105"/>
                </a:cxn>
                <a:cxn ang="0">
                  <a:pos x="6" y="105"/>
                </a:cxn>
                <a:cxn ang="0">
                  <a:pos x="7" y="105"/>
                </a:cxn>
                <a:cxn ang="0">
                  <a:pos x="9" y="104"/>
                </a:cxn>
                <a:cxn ang="0">
                  <a:pos x="10" y="102"/>
                </a:cxn>
                <a:cxn ang="0">
                  <a:pos x="10" y="100"/>
                </a:cxn>
                <a:cxn ang="0">
                  <a:pos x="10" y="100"/>
                </a:cxn>
                <a:cxn ang="0">
                  <a:pos x="11" y="77"/>
                </a:cxn>
                <a:cxn ang="0">
                  <a:pos x="13" y="53"/>
                </a:cxn>
                <a:cxn ang="0">
                  <a:pos x="14" y="29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2"/>
                </a:cxn>
                <a:cxn ang="0">
                  <a:pos x="12" y="1"/>
                </a:cxn>
                <a:cxn ang="0">
                  <a:pos x="10" y="0"/>
                </a:cxn>
                <a:cxn ang="0">
                  <a:pos x="9" y="1"/>
                </a:cxn>
                <a:cxn ang="0">
                  <a:pos x="7" y="2"/>
                </a:cxn>
                <a:cxn ang="0">
                  <a:pos x="6" y="3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15" h="105">
                  <a:moveTo>
                    <a:pt x="6" y="5"/>
                  </a:moveTo>
                  <a:lnTo>
                    <a:pt x="6" y="5"/>
                  </a:lnTo>
                  <a:lnTo>
                    <a:pt x="5" y="29"/>
                  </a:lnTo>
                  <a:lnTo>
                    <a:pt x="2" y="53"/>
                  </a:lnTo>
                  <a:lnTo>
                    <a:pt x="1" y="77"/>
                  </a:lnTo>
                  <a:lnTo>
                    <a:pt x="0" y="100"/>
                  </a:lnTo>
                  <a:lnTo>
                    <a:pt x="0" y="100"/>
                  </a:lnTo>
                  <a:lnTo>
                    <a:pt x="1" y="102"/>
                  </a:lnTo>
                  <a:lnTo>
                    <a:pt x="2" y="104"/>
                  </a:lnTo>
                  <a:lnTo>
                    <a:pt x="4" y="105"/>
                  </a:lnTo>
                  <a:lnTo>
                    <a:pt x="6" y="105"/>
                  </a:lnTo>
                  <a:lnTo>
                    <a:pt x="7" y="105"/>
                  </a:lnTo>
                  <a:lnTo>
                    <a:pt x="9" y="104"/>
                  </a:lnTo>
                  <a:lnTo>
                    <a:pt x="10" y="102"/>
                  </a:lnTo>
                  <a:lnTo>
                    <a:pt x="10" y="100"/>
                  </a:lnTo>
                  <a:lnTo>
                    <a:pt x="10" y="100"/>
                  </a:lnTo>
                  <a:lnTo>
                    <a:pt x="11" y="77"/>
                  </a:lnTo>
                  <a:lnTo>
                    <a:pt x="13" y="53"/>
                  </a:lnTo>
                  <a:lnTo>
                    <a:pt x="14" y="29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2"/>
                  </a:lnTo>
                  <a:lnTo>
                    <a:pt x="12" y="1"/>
                  </a:lnTo>
                  <a:lnTo>
                    <a:pt x="10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6" y="3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1" name="Freeform 177"/>
            <p:cNvSpPr/>
            <p:nvPr>
              <p:custDataLst>
                <p:tags r:id="rId17"/>
              </p:custDataLst>
            </p:nvPr>
          </p:nvSpPr>
          <p:spPr bwMode="auto">
            <a:xfrm>
              <a:off x="4424363" y="2520950"/>
              <a:ext cx="4763" cy="71438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0" y="134"/>
                </a:cxn>
                <a:cxn ang="0">
                  <a:pos x="1" y="136"/>
                </a:cxn>
                <a:cxn ang="0">
                  <a:pos x="3" y="136"/>
                </a:cxn>
                <a:cxn ang="0">
                  <a:pos x="4" y="137"/>
                </a:cxn>
                <a:cxn ang="0">
                  <a:pos x="6" y="136"/>
                </a:cxn>
                <a:cxn ang="0">
                  <a:pos x="7" y="136"/>
                </a:cxn>
                <a:cxn ang="0">
                  <a:pos x="8" y="134"/>
                </a:cxn>
                <a:cxn ang="0">
                  <a:pos x="9" y="132"/>
                </a:cxn>
                <a:cxn ang="0">
                  <a:pos x="9" y="4"/>
                </a:cxn>
                <a:cxn ang="0">
                  <a:pos x="9" y="4"/>
                </a:cxn>
                <a:cxn ang="0">
                  <a:pos x="8" y="2"/>
                </a:cxn>
                <a:cxn ang="0">
                  <a:pos x="7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</a:cxnLst>
              <a:rect l="0" t="0" r="r" b="b"/>
              <a:pathLst>
                <a:path w="9" h="137">
                  <a:moveTo>
                    <a:pt x="0" y="4"/>
                  </a:moveTo>
                  <a:lnTo>
                    <a:pt x="0" y="132"/>
                  </a:lnTo>
                  <a:lnTo>
                    <a:pt x="0" y="132"/>
                  </a:lnTo>
                  <a:lnTo>
                    <a:pt x="0" y="134"/>
                  </a:lnTo>
                  <a:lnTo>
                    <a:pt x="1" y="136"/>
                  </a:lnTo>
                  <a:lnTo>
                    <a:pt x="3" y="136"/>
                  </a:lnTo>
                  <a:lnTo>
                    <a:pt x="4" y="137"/>
                  </a:lnTo>
                  <a:lnTo>
                    <a:pt x="6" y="136"/>
                  </a:lnTo>
                  <a:lnTo>
                    <a:pt x="7" y="136"/>
                  </a:lnTo>
                  <a:lnTo>
                    <a:pt x="8" y="134"/>
                  </a:lnTo>
                  <a:lnTo>
                    <a:pt x="9" y="132"/>
                  </a:lnTo>
                  <a:lnTo>
                    <a:pt x="9" y="4"/>
                  </a:lnTo>
                  <a:lnTo>
                    <a:pt x="9" y="4"/>
                  </a:lnTo>
                  <a:lnTo>
                    <a:pt x="8" y="2"/>
                  </a:lnTo>
                  <a:lnTo>
                    <a:pt x="7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2" name="Freeform 178"/>
            <p:cNvSpPr/>
            <p:nvPr>
              <p:custDataLst>
                <p:tags r:id="rId18"/>
              </p:custDataLst>
            </p:nvPr>
          </p:nvSpPr>
          <p:spPr bwMode="auto">
            <a:xfrm>
              <a:off x="4451350" y="2547938"/>
              <a:ext cx="7938" cy="68263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5" y="5"/>
                </a:cxn>
                <a:cxn ang="0">
                  <a:pos x="2" y="33"/>
                </a:cxn>
                <a:cxn ang="0">
                  <a:pos x="1" y="47"/>
                </a:cxn>
                <a:cxn ang="0">
                  <a:pos x="0" y="62"/>
                </a:cxn>
                <a:cxn ang="0">
                  <a:pos x="0" y="124"/>
                </a:cxn>
                <a:cxn ang="0">
                  <a:pos x="0" y="124"/>
                </a:cxn>
                <a:cxn ang="0">
                  <a:pos x="1" y="126"/>
                </a:cxn>
                <a:cxn ang="0">
                  <a:pos x="2" y="127"/>
                </a:cxn>
                <a:cxn ang="0">
                  <a:pos x="3" y="128"/>
                </a:cxn>
                <a:cxn ang="0">
                  <a:pos x="5" y="128"/>
                </a:cxn>
                <a:cxn ang="0">
                  <a:pos x="6" y="128"/>
                </a:cxn>
                <a:cxn ang="0">
                  <a:pos x="8" y="127"/>
                </a:cxn>
                <a:cxn ang="0">
                  <a:pos x="9" y="126"/>
                </a:cxn>
                <a:cxn ang="0">
                  <a:pos x="9" y="124"/>
                </a:cxn>
                <a:cxn ang="0">
                  <a:pos x="9" y="69"/>
                </a:cxn>
                <a:cxn ang="0">
                  <a:pos x="9" y="69"/>
                </a:cxn>
                <a:cxn ang="0">
                  <a:pos x="10" y="52"/>
                </a:cxn>
                <a:cxn ang="0">
                  <a:pos x="11" y="37"/>
                </a:cxn>
                <a:cxn ang="0">
                  <a:pos x="14" y="5"/>
                </a:cxn>
                <a:cxn ang="0">
                  <a:pos x="14" y="5"/>
                </a:cxn>
                <a:cxn ang="0">
                  <a:pos x="14" y="3"/>
                </a:cxn>
                <a:cxn ang="0">
                  <a:pos x="13" y="2"/>
                </a:cxn>
                <a:cxn ang="0">
                  <a:pos x="11" y="1"/>
                </a:cxn>
                <a:cxn ang="0">
                  <a:pos x="10" y="0"/>
                </a:cxn>
                <a:cxn ang="0">
                  <a:pos x="6" y="2"/>
                </a:cxn>
                <a:cxn ang="0">
                  <a:pos x="5" y="3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14" h="128">
                  <a:moveTo>
                    <a:pt x="5" y="5"/>
                  </a:moveTo>
                  <a:lnTo>
                    <a:pt x="5" y="5"/>
                  </a:lnTo>
                  <a:lnTo>
                    <a:pt x="2" y="33"/>
                  </a:lnTo>
                  <a:lnTo>
                    <a:pt x="1" y="47"/>
                  </a:lnTo>
                  <a:lnTo>
                    <a:pt x="0" y="62"/>
                  </a:lnTo>
                  <a:lnTo>
                    <a:pt x="0" y="124"/>
                  </a:lnTo>
                  <a:lnTo>
                    <a:pt x="0" y="124"/>
                  </a:lnTo>
                  <a:lnTo>
                    <a:pt x="1" y="126"/>
                  </a:lnTo>
                  <a:lnTo>
                    <a:pt x="2" y="127"/>
                  </a:lnTo>
                  <a:lnTo>
                    <a:pt x="3" y="128"/>
                  </a:lnTo>
                  <a:lnTo>
                    <a:pt x="5" y="128"/>
                  </a:lnTo>
                  <a:lnTo>
                    <a:pt x="6" y="128"/>
                  </a:lnTo>
                  <a:lnTo>
                    <a:pt x="8" y="127"/>
                  </a:lnTo>
                  <a:lnTo>
                    <a:pt x="9" y="126"/>
                  </a:lnTo>
                  <a:lnTo>
                    <a:pt x="9" y="124"/>
                  </a:lnTo>
                  <a:lnTo>
                    <a:pt x="9" y="69"/>
                  </a:lnTo>
                  <a:lnTo>
                    <a:pt x="9" y="69"/>
                  </a:lnTo>
                  <a:lnTo>
                    <a:pt x="10" y="52"/>
                  </a:lnTo>
                  <a:lnTo>
                    <a:pt x="11" y="37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4" y="3"/>
                  </a:lnTo>
                  <a:lnTo>
                    <a:pt x="13" y="2"/>
                  </a:lnTo>
                  <a:lnTo>
                    <a:pt x="11" y="1"/>
                  </a:lnTo>
                  <a:lnTo>
                    <a:pt x="10" y="0"/>
                  </a:lnTo>
                  <a:lnTo>
                    <a:pt x="6" y="2"/>
                  </a:lnTo>
                  <a:lnTo>
                    <a:pt x="5" y="3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3" name="Freeform 179"/>
            <p:cNvSpPr/>
            <p:nvPr>
              <p:custDataLst>
                <p:tags r:id="rId19"/>
              </p:custDataLst>
            </p:nvPr>
          </p:nvSpPr>
          <p:spPr bwMode="auto">
            <a:xfrm>
              <a:off x="4478338" y="2578100"/>
              <a:ext cx="6350" cy="555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00"/>
                </a:cxn>
                <a:cxn ang="0">
                  <a:pos x="0" y="100"/>
                </a:cxn>
                <a:cxn ang="0">
                  <a:pos x="0" y="102"/>
                </a:cxn>
                <a:cxn ang="0">
                  <a:pos x="1" y="103"/>
                </a:cxn>
                <a:cxn ang="0">
                  <a:pos x="4" y="104"/>
                </a:cxn>
                <a:cxn ang="0">
                  <a:pos x="5" y="104"/>
                </a:cxn>
                <a:cxn ang="0">
                  <a:pos x="7" y="104"/>
                </a:cxn>
                <a:cxn ang="0">
                  <a:pos x="8" y="103"/>
                </a:cxn>
                <a:cxn ang="0">
                  <a:pos x="9" y="102"/>
                </a:cxn>
                <a:cxn ang="0">
                  <a:pos x="10" y="100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0" h="104">
                  <a:moveTo>
                    <a:pt x="0" y="5"/>
                  </a:moveTo>
                  <a:lnTo>
                    <a:pt x="0" y="100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1" y="103"/>
                  </a:lnTo>
                  <a:lnTo>
                    <a:pt x="4" y="104"/>
                  </a:lnTo>
                  <a:lnTo>
                    <a:pt x="5" y="104"/>
                  </a:lnTo>
                  <a:lnTo>
                    <a:pt x="7" y="104"/>
                  </a:lnTo>
                  <a:lnTo>
                    <a:pt x="8" y="103"/>
                  </a:lnTo>
                  <a:lnTo>
                    <a:pt x="9" y="102"/>
                  </a:lnTo>
                  <a:lnTo>
                    <a:pt x="10" y="100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4" name="Freeform 180"/>
            <p:cNvSpPr/>
            <p:nvPr>
              <p:custDataLst>
                <p:tags r:id="rId20"/>
              </p:custDataLst>
            </p:nvPr>
          </p:nvSpPr>
          <p:spPr bwMode="auto">
            <a:xfrm>
              <a:off x="4500563" y="2608263"/>
              <a:ext cx="7938" cy="49213"/>
            </a:xfrm>
            <a:custGeom>
              <a:avLst/>
              <a:gdLst/>
              <a:ahLst/>
              <a:cxnLst>
                <a:cxn ang="0">
                  <a:pos x="15" y="88"/>
                </a:cxn>
                <a:cxn ang="0">
                  <a:pos x="15" y="88"/>
                </a:cxn>
                <a:cxn ang="0">
                  <a:pos x="12" y="79"/>
                </a:cxn>
                <a:cxn ang="0">
                  <a:pos x="10" y="68"/>
                </a:cxn>
                <a:cxn ang="0">
                  <a:pos x="9" y="57"/>
                </a:cxn>
                <a:cxn ang="0">
                  <a:pos x="9" y="47"/>
                </a:cxn>
                <a:cxn ang="0">
                  <a:pos x="9" y="25"/>
                </a:cxn>
                <a:cxn ang="0">
                  <a:pos x="10" y="4"/>
                </a:cxn>
                <a:cxn ang="0">
                  <a:pos x="10" y="4"/>
                </a:cxn>
                <a:cxn ang="0">
                  <a:pos x="10" y="2"/>
                </a:cxn>
                <a:cxn ang="0">
                  <a:pos x="9" y="1"/>
                </a:cxn>
                <a:cxn ang="0">
                  <a:pos x="7" y="0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1" y="4"/>
                </a:cxn>
                <a:cxn ang="0">
                  <a:pos x="1" y="4"/>
                </a:cxn>
                <a:cxn ang="0">
                  <a:pos x="0" y="26"/>
                </a:cxn>
                <a:cxn ang="0">
                  <a:pos x="0" y="48"/>
                </a:cxn>
                <a:cxn ang="0">
                  <a:pos x="0" y="59"/>
                </a:cxn>
                <a:cxn ang="0">
                  <a:pos x="1" y="69"/>
                </a:cxn>
                <a:cxn ang="0">
                  <a:pos x="3" y="81"/>
                </a:cxn>
                <a:cxn ang="0">
                  <a:pos x="6" y="91"/>
                </a:cxn>
                <a:cxn ang="0">
                  <a:pos x="6" y="91"/>
                </a:cxn>
                <a:cxn ang="0">
                  <a:pos x="7" y="93"/>
                </a:cxn>
                <a:cxn ang="0">
                  <a:pos x="8" y="94"/>
                </a:cxn>
                <a:cxn ang="0">
                  <a:pos x="10" y="94"/>
                </a:cxn>
                <a:cxn ang="0">
                  <a:pos x="12" y="94"/>
                </a:cxn>
                <a:cxn ang="0">
                  <a:pos x="13" y="93"/>
                </a:cxn>
                <a:cxn ang="0">
                  <a:pos x="14" y="92"/>
                </a:cxn>
                <a:cxn ang="0">
                  <a:pos x="15" y="90"/>
                </a:cxn>
                <a:cxn ang="0">
                  <a:pos x="15" y="88"/>
                </a:cxn>
                <a:cxn ang="0">
                  <a:pos x="15" y="88"/>
                </a:cxn>
              </a:cxnLst>
              <a:rect l="0" t="0" r="r" b="b"/>
              <a:pathLst>
                <a:path w="15" h="94">
                  <a:moveTo>
                    <a:pt x="15" y="88"/>
                  </a:moveTo>
                  <a:lnTo>
                    <a:pt x="15" y="88"/>
                  </a:lnTo>
                  <a:lnTo>
                    <a:pt x="12" y="79"/>
                  </a:lnTo>
                  <a:lnTo>
                    <a:pt x="10" y="68"/>
                  </a:lnTo>
                  <a:lnTo>
                    <a:pt x="9" y="57"/>
                  </a:lnTo>
                  <a:lnTo>
                    <a:pt x="9" y="47"/>
                  </a:lnTo>
                  <a:lnTo>
                    <a:pt x="9" y="25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10" y="2"/>
                  </a:lnTo>
                  <a:lnTo>
                    <a:pt x="9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26"/>
                  </a:lnTo>
                  <a:lnTo>
                    <a:pt x="0" y="48"/>
                  </a:lnTo>
                  <a:lnTo>
                    <a:pt x="0" y="59"/>
                  </a:lnTo>
                  <a:lnTo>
                    <a:pt x="1" y="69"/>
                  </a:lnTo>
                  <a:lnTo>
                    <a:pt x="3" y="81"/>
                  </a:lnTo>
                  <a:lnTo>
                    <a:pt x="6" y="91"/>
                  </a:lnTo>
                  <a:lnTo>
                    <a:pt x="6" y="91"/>
                  </a:lnTo>
                  <a:lnTo>
                    <a:pt x="7" y="93"/>
                  </a:lnTo>
                  <a:lnTo>
                    <a:pt x="8" y="94"/>
                  </a:lnTo>
                  <a:lnTo>
                    <a:pt x="10" y="94"/>
                  </a:lnTo>
                  <a:lnTo>
                    <a:pt x="12" y="94"/>
                  </a:lnTo>
                  <a:lnTo>
                    <a:pt x="13" y="93"/>
                  </a:lnTo>
                  <a:lnTo>
                    <a:pt x="14" y="92"/>
                  </a:lnTo>
                  <a:lnTo>
                    <a:pt x="15" y="90"/>
                  </a:lnTo>
                  <a:lnTo>
                    <a:pt x="15" y="88"/>
                  </a:lnTo>
                  <a:lnTo>
                    <a:pt x="15" y="88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5" name="Freeform 181"/>
            <p:cNvSpPr/>
            <p:nvPr>
              <p:custDataLst>
                <p:tags r:id="rId21"/>
              </p:custDataLst>
            </p:nvPr>
          </p:nvSpPr>
          <p:spPr bwMode="auto">
            <a:xfrm>
              <a:off x="4529138" y="2622550"/>
              <a:ext cx="7938" cy="63500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6" y="5"/>
                </a:cxn>
                <a:cxn ang="0">
                  <a:pos x="5" y="18"/>
                </a:cxn>
                <a:cxn ang="0">
                  <a:pos x="3" y="31"/>
                </a:cxn>
                <a:cxn ang="0">
                  <a:pos x="1" y="43"/>
                </a:cxn>
                <a:cxn ang="0">
                  <a:pos x="0" y="57"/>
                </a:cxn>
                <a:cxn ang="0">
                  <a:pos x="0" y="57"/>
                </a:cxn>
                <a:cxn ang="0">
                  <a:pos x="0" y="86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1" y="116"/>
                </a:cxn>
                <a:cxn ang="0">
                  <a:pos x="2" y="117"/>
                </a:cxn>
                <a:cxn ang="0">
                  <a:pos x="3" y="118"/>
                </a:cxn>
                <a:cxn ang="0">
                  <a:pos x="6" y="119"/>
                </a:cxn>
                <a:cxn ang="0">
                  <a:pos x="8" y="118"/>
                </a:cxn>
                <a:cxn ang="0">
                  <a:pos x="9" y="117"/>
                </a:cxn>
                <a:cxn ang="0">
                  <a:pos x="10" y="116"/>
                </a:cxn>
                <a:cxn ang="0">
                  <a:pos x="11" y="114"/>
                </a:cxn>
                <a:cxn ang="0">
                  <a:pos x="11" y="57"/>
                </a:cxn>
                <a:cxn ang="0">
                  <a:pos x="11" y="57"/>
                </a:cxn>
                <a:cxn ang="0">
                  <a:pos x="11" y="43"/>
                </a:cxn>
                <a:cxn ang="0">
                  <a:pos x="13" y="31"/>
                </a:cxn>
                <a:cxn ang="0">
                  <a:pos x="14" y="18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8" y="1"/>
                </a:cxn>
                <a:cxn ang="0">
                  <a:pos x="6" y="3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15" h="119">
                  <a:moveTo>
                    <a:pt x="6" y="5"/>
                  </a:moveTo>
                  <a:lnTo>
                    <a:pt x="6" y="5"/>
                  </a:lnTo>
                  <a:lnTo>
                    <a:pt x="5" y="18"/>
                  </a:lnTo>
                  <a:lnTo>
                    <a:pt x="3" y="31"/>
                  </a:lnTo>
                  <a:lnTo>
                    <a:pt x="1" y="43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86"/>
                  </a:lnTo>
                  <a:lnTo>
                    <a:pt x="0" y="114"/>
                  </a:lnTo>
                  <a:lnTo>
                    <a:pt x="0" y="114"/>
                  </a:lnTo>
                  <a:lnTo>
                    <a:pt x="1" y="116"/>
                  </a:lnTo>
                  <a:lnTo>
                    <a:pt x="2" y="117"/>
                  </a:lnTo>
                  <a:lnTo>
                    <a:pt x="3" y="118"/>
                  </a:lnTo>
                  <a:lnTo>
                    <a:pt x="6" y="119"/>
                  </a:lnTo>
                  <a:lnTo>
                    <a:pt x="8" y="118"/>
                  </a:lnTo>
                  <a:lnTo>
                    <a:pt x="9" y="117"/>
                  </a:lnTo>
                  <a:lnTo>
                    <a:pt x="10" y="116"/>
                  </a:lnTo>
                  <a:lnTo>
                    <a:pt x="11" y="114"/>
                  </a:lnTo>
                  <a:lnTo>
                    <a:pt x="11" y="57"/>
                  </a:lnTo>
                  <a:lnTo>
                    <a:pt x="11" y="57"/>
                  </a:lnTo>
                  <a:lnTo>
                    <a:pt x="11" y="43"/>
                  </a:lnTo>
                  <a:lnTo>
                    <a:pt x="13" y="31"/>
                  </a:lnTo>
                  <a:lnTo>
                    <a:pt x="14" y="18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1"/>
                  </a:lnTo>
                  <a:lnTo>
                    <a:pt x="12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8" y="1"/>
                  </a:lnTo>
                  <a:lnTo>
                    <a:pt x="6" y="3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6" name="Freeform 182"/>
            <p:cNvSpPr/>
            <p:nvPr>
              <p:custDataLst>
                <p:tags r:id="rId22"/>
              </p:custDataLst>
            </p:nvPr>
          </p:nvSpPr>
          <p:spPr bwMode="auto">
            <a:xfrm>
              <a:off x="4551363" y="2652713"/>
              <a:ext cx="4763" cy="55563"/>
            </a:xfrm>
            <a:custGeom>
              <a:avLst/>
              <a:gdLst/>
              <a:ahLst/>
              <a:cxnLst>
                <a:cxn ang="0">
                  <a:pos x="11" y="5"/>
                </a:cxn>
                <a:cxn ang="0">
                  <a:pos x="11" y="5"/>
                </a:cxn>
                <a:cxn ang="0">
                  <a:pos x="11" y="3"/>
                </a:cxn>
                <a:cxn ang="0">
                  <a:pos x="10" y="1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2" y="5"/>
                </a:cxn>
                <a:cxn ang="0">
                  <a:pos x="2" y="5"/>
                </a:cxn>
                <a:cxn ang="0">
                  <a:pos x="0" y="53"/>
                </a:cxn>
                <a:cxn ang="0">
                  <a:pos x="0" y="75"/>
                </a:cxn>
                <a:cxn ang="0">
                  <a:pos x="2" y="99"/>
                </a:cxn>
                <a:cxn ang="0">
                  <a:pos x="2" y="99"/>
                </a:cxn>
                <a:cxn ang="0">
                  <a:pos x="2" y="101"/>
                </a:cxn>
                <a:cxn ang="0">
                  <a:pos x="4" y="103"/>
                </a:cxn>
                <a:cxn ang="0">
                  <a:pos x="7" y="104"/>
                </a:cxn>
                <a:cxn ang="0">
                  <a:pos x="9" y="104"/>
                </a:cxn>
                <a:cxn ang="0">
                  <a:pos x="10" y="103"/>
                </a:cxn>
                <a:cxn ang="0">
                  <a:pos x="11" y="101"/>
                </a:cxn>
                <a:cxn ang="0">
                  <a:pos x="11" y="99"/>
                </a:cxn>
                <a:cxn ang="0">
                  <a:pos x="11" y="99"/>
                </a:cxn>
                <a:cxn ang="0">
                  <a:pos x="9" y="75"/>
                </a:cxn>
                <a:cxn ang="0">
                  <a:pos x="9" y="53"/>
                </a:cxn>
                <a:cxn ang="0">
                  <a:pos x="11" y="5"/>
                </a:cxn>
                <a:cxn ang="0">
                  <a:pos x="11" y="5"/>
                </a:cxn>
              </a:cxnLst>
              <a:rect l="0" t="0" r="r" b="b"/>
              <a:pathLst>
                <a:path w="11" h="104">
                  <a:moveTo>
                    <a:pt x="11" y="5"/>
                  </a:moveTo>
                  <a:lnTo>
                    <a:pt x="11" y="5"/>
                  </a:lnTo>
                  <a:lnTo>
                    <a:pt x="11" y="3"/>
                  </a:lnTo>
                  <a:lnTo>
                    <a:pt x="10" y="1"/>
                  </a:lnTo>
                  <a:lnTo>
                    <a:pt x="8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3"/>
                  </a:lnTo>
                  <a:lnTo>
                    <a:pt x="2" y="5"/>
                  </a:lnTo>
                  <a:lnTo>
                    <a:pt x="2" y="5"/>
                  </a:lnTo>
                  <a:lnTo>
                    <a:pt x="0" y="53"/>
                  </a:lnTo>
                  <a:lnTo>
                    <a:pt x="0" y="75"/>
                  </a:lnTo>
                  <a:lnTo>
                    <a:pt x="2" y="99"/>
                  </a:lnTo>
                  <a:lnTo>
                    <a:pt x="2" y="99"/>
                  </a:lnTo>
                  <a:lnTo>
                    <a:pt x="2" y="101"/>
                  </a:lnTo>
                  <a:lnTo>
                    <a:pt x="4" y="103"/>
                  </a:lnTo>
                  <a:lnTo>
                    <a:pt x="7" y="104"/>
                  </a:lnTo>
                  <a:lnTo>
                    <a:pt x="9" y="104"/>
                  </a:lnTo>
                  <a:lnTo>
                    <a:pt x="10" y="103"/>
                  </a:lnTo>
                  <a:lnTo>
                    <a:pt x="11" y="101"/>
                  </a:lnTo>
                  <a:lnTo>
                    <a:pt x="11" y="99"/>
                  </a:lnTo>
                  <a:lnTo>
                    <a:pt x="11" y="99"/>
                  </a:lnTo>
                  <a:lnTo>
                    <a:pt x="9" y="75"/>
                  </a:lnTo>
                  <a:lnTo>
                    <a:pt x="9" y="53"/>
                  </a:lnTo>
                  <a:lnTo>
                    <a:pt x="11" y="5"/>
                  </a:lnTo>
                  <a:lnTo>
                    <a:pt x="11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7" name="Freeform 183"/>
            <p:cNvSpPr/>
            <p:nvPr>
              <p:custDataLst>
                <p:tags r:id="rId23"/>
              </p:custDataLst>
            </p:nvPr>
          </p:nvSpPr>
          <p:spPr bwMode="auto">
            <a:xfrm>
              <a:off x="4572000" y="2676525"/>
              <a:ext cx="6350" cy="58738"/>
            </a:xfrm>
            <a:custGeom>
              <a:avLst/>
              <a:gdLst/>
              <a:ahLst/>
              <a:cxnLst>
                <a:cxn ang="0">
                  <a:pos x="10" y="4"/>
                </a:cxn>
                <a:cxn ang="0">
                  <a:pos x="10" y="4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57"/>
                </a:cxn>
                <a:cxn ang="0">
                  <a:pos x="2" y="83"/>
                </a:cxn>
                <a:cxn ang="0">
                  <a:pos x="5" y="109"/>
                </a:cxn>
                <a:cxn ang="0">
                  <a:pos x="5" y="109"/>
                </a:cxn>
                <a:cxn ang="0">
                  <a:pos x="6" y="111"/>
                </a:cxn>
                <a:cxn ang="0">
                  <a:pos x="7" y="112"/>
                </a:cxn>
                <a:cxn ang="0">
                  <a:pos x="10" y="113"/>
                </a:cxn>
                <a:cxn ang="0">
                  <a:pos x="12" y="113"/>
                </a:cxn>
                <a:cxn ang="0">
                  <a:pos x="13" y="112"/>
                </a:cxn>
                <a:cxn ang="0">
                  <a:pos x="14" y="111"/>
                </a:cxn>
                <a:cxn ang="0">
                  <a:pos x="14" y="109"/>
                </a:cxn>
                <a:cxn ang="0">
                  <a:pos x="14" y="109"/>
                </a:cxn>
                <a:cxn ang="0">
                  <a:pos x="12" y="83"/>
                </a:cxn>
                <a:cxn ang="0">
                  <a:pos x="10" y="57"/>
                </a:cxn>
                <a:cxn ang="0">
                  <a:pos x="10" y="4"/>
                </a:cxn>
                <a:cxn ang="0">
                  <a:pos x="10" y="4"/>
                </a:cxn>
              </a:cxnLst>
              <a:rect l="0" t="0" r="r" b="b"/>
              <a:pathLst>
                <a:path w="14" h="113">
                  <a:moveTo>
                    <a:pt x="10" y="4"/>
                  </a:moveTo>
                  <a:lnTo>
                    <a:pt x="10" y="4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57"/>
                  </a:lnTo>
                  <a:lnTo>
                    <a:pt x="2" y="83"/>
                  </a:lnTo>
                  <a:lnTo>
                    <a:pt x="5" y="109"/>
                  </a:lnTo>
                  <a:lnTo>
                    <a:pt x="5" y="109"/>
                  </a:lnTo>
                  <a:lnTo>
                    <a:pt x="6" y="111"/>
                  </a:lnTo>
                  <a:lnTo>
                    <a:pt x="7" y="112"/>
                  </a:lnTo>
                  <a:lnTo>
                    <a:pt x="10" y="113"/>
                  </a:lnTo>
                  <a:lnTo>
                    <a:pt x="12" y="113"/>
                  </a:lnTo>
                  <a:lnTo>
                    <a:pt x="13" y="112"/>
                  </a:lnTo>
                  <a:lnTo>
                    <a:pt x="14" y="111"/>
                  </a:lnTo>
                  <a:lnTo>
                    <a:pt x="14" y="109"/>
                  </a:lnTo>
                  <a:lnTo>
                    <a:pt x="14" y="109"/>
                  </a:lnTo>
                  <a:lnTo>
                    <a:pt x="12" y="83"/>
                  </a:lnTo>
                  <a:lnTo>
                    <a:pt x="10" y="57"/>
                  </a:lnTo>
                  <a:lnTo>
                    <a:pt x="10" y="4"/>
                  </a:lnTo>
                  <a:lnTo>
                    <a:pt x="1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8" name="Freeform 184"/>
            <p:cNvSpPr/>
            <p:nvPr>
              <p:custDataLst>
                <p:tags r:id="rId24"/>
              </p:custDataLst>
            </p:nvPr>
          </p:nvSpPr>
          <p:spPr bwMode="auto">
            <a:xfrm>
              <a:off x="4481513" y="2305050"/>
              <a:ext cx="12700" cy="61913"/>
            </a:xfrm>
            <a:custGeom>
              <a:avLst/>
              <a:gdLst/>
              <a:ahLst/>
              <a:cxnLst>
                <a:cxn ang="0">
                  <a:pos x="21" y="109"/>
                </a:cxn>
                <a:cxn ang="0">
                  <a:pos x="21" y="109"/>
                </a:cxn>
                <a:cxn ang="0">
                  <a:pos x="16" y="105"/>
                </a:cxn>
                <a:cxn ang="0">
                  <a:pos x="13" y="101"/>
                </a:cxn>
                <a:cxn ang="0">
                  <a:pos x="11" y="95"/>
                </a:cxn>
                <a:cxn ang="0">
                  <a:pos x="9" y="89"/>
                </a:cxn>
                <a:cxn ang="0">
                  <a:pos x="9" y="76"/>
                </a:cxn>
                <a:cxn ang="0">
                  <a:pos x="9" y="64"/>
                </a:cxn>
                <a:cxn ang="0">
                  <a:pos x="9" y="64"/>
                </a:cxn>
                <a:cxn ang="0">
                  <a:pos x="10" y="34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77"/>
                </a:cxn>
                <a:cxn ang="0">
                  <a:pos x="0" y="77"/>
                </a:cxn>
                <a:cxn ang="0">
                  <a:pos x="0" y="89"/>
                </a:cxn>
                <a:cxn ang="0">
                  <a:pos x="1" y="95"/>
                </a:cxn>
                <a:cxn ang="0">
                  <a:pos x="3" y="100"/>
                </a:cxn>
                <a:cxn ang="0">
                  <a:pos x="5" y="105"/>
                </a:cxn>
                <a:cxn ang="0">
                  <a:pos x="8" y="110"/>
                </a:cxn>
                <a:cxn ang="0">
                  <a:pos x="12" y="115"/>
                </a:cxn>
                <a:cxn ang="0">
                  <a:pos x="16" y="118"/>
                </a:cxn>
                <a:cxn ang="0">
                  <a:pos x="16" y="118"/>
                </a:cxn>
                <a:cxn ang="0">
                  <a:pos x="18" y="119"/>
                </a:cxn>
                <a:cxn ang="0">
                  <a:pos x="20" y="119"/>
                </a:cxn>
                <a:cxn ang="0">
                  <a:pos x="21" y="118"/>
                </a:cxn>
                <a:cxn ang="0">
                  <a:pos x="22" y="117"/>
                </a:cxn>
                <a:cxn ang="0">
                  <a:pos x="23" y="115"/>
                </a:cxn>
                <a:cxn ang="0">
                  <a:pos x="23" y="112"/>
                </a:cxn>
                <a:cxn ang="0">
                  <a:pos x="22" y="111"/>
                </a:cxn>
                <a:cxn ang="0">
                  <a:pos x="21" y="109"/>
                </a:cxn>
                <a:cxn ang="0">
                  <a:pos x="21" y="109"/>
                </a:cxn>
              </a:cxnLst>
              <a:rect l="0" t="0" r="r" b="b"/>
              <a:pathLst>
                <a:path w="23" h="119">
                  <a:moveTo>
                    <a:pt x="21" y="109"/>
                  </a:moveTo>
                  <a:lnTo>
                    <a:pt x="21" y="109"/>
                  </a:lnTo>
                  <a:lnTo>
                    <a:pt x="16" y="105"/>
                  </a:lnTo>
                  <a:lnTo>
                    <a:pt x="13" y="101"/>
                  </a:lnTo>
                  <a:lnTo>
                    <a:pt x="11" y="95"/>
                  </a:lnTo>
                  <a:lnTo>
                    <a:pt x="9" y="89"/>
                  </a:lnTo>
                  <a:lnTo>
                    <a:pt x="9" y="76"/>
                  </a:lnTo>
                  <a:lnTo>
                    <a:pt x="9" y="64"/>
                  </a:lnTo>
                  <a:lnTo>
                    <a:pt x="9" y="64"/>
                  </a:lnTo>
                  <a:lnTo>
                    <a:pt x="10" y="34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77"/>
                  </a:lnTo>
                  <a:lnTo>
                    <a:pt x="0" y="77"/>
                  </a:lnTo>
                  <a:lnTo>
                    <a:pt x="0" y="89"/>
                  </a:lnTo>
                  <a:lnTo>
                    <a:pt x="1" y="95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8" y="110"/>
                  </a:lnTo>
                  <a:lnTo>
                    <a:pt x="12" y="115"/>
                  </a:lnTo>
                  <a:lnTo>
                    <a:pt x="16" y="118"/>
                  </a:lnTo>
                  <a:lnTo>
                    <a:pt x="16" y="118"/>
                  </a:lnTo>
                  <a:lnTo>
                    <a:pt x="18" y="119"/>
                  </a:lnTo>
                  <a:lnTo>
                    <a:pt x="20" y="119"/>
                  </a:lnTo>
                  <a:lnTo>
                    <a:pt x="21" y="118"/>
                  </a:lnTo>
                  <a:lnTo>
                    <a:pt x="22" y="117"/>
                  </a:lnTo>
                  <a:lnTo>
                    <a:pt x="23" y="115"/>
                  </a:lnTo>
                  <a:lnTo>
                    <a:pt x="23" y="112"/>
                  </a:lnTo>
                  <a:lnTo>
                    <a:pt x="22" y="111"/>
                  </a:lnTo>
                  <a:lnTo>
                    <a:pt x="21" y="109"/>
                  </a:lnTo>
                  <a:lnTo>
                    <a:pt x="21" y="10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9" name="Freeform 185"/>
            <p:cNvSpPr/>
            <p:nvPr>
              <p:custDataLst>
                <p:tags r:id="rId25"/>
              </p:custDataLst>
            </p:nvPr>
          </p:nvSpPr>
          <p:spPr bwMode="auto">
            <a:xfrm>
              <a:off x="4519613" y="2336800"/>
              <a:ext cx="9525" cy="55563"/>
            </a:xfrm>
            <a:custGeom>
              <a:avLst/>
              <a:gdLst/>
              <a:ahLst/>
              <a:cxnLst>
                <a:cxn ang="0">
                  <a:pos x="9" y="3"/>
                </a:cxn>
                <a:cxn ang="0">
                  <a:pos x="9" y="3"/>
                </a:cxn>
                <a:cxn ang="0">
                  <a:pos x="7" y="15"/>
                </a:cxn>
                <a:cxn ang="0">
                  <a:pos x="4" y="27"/>
                </a:cxn>
                <a:cxn ang="0">
                  <a:pos x="2" y="50"/>
                </a:cxn>
                <a:cxn ang="0">
                  <a:pos x="0" y="75"/>
                </a:cxn>
                <a:cxn ang="0">
                  <a:pos x="0" y="99"/>
                </a:cxn>
                <a:cxn ang="0">
                  <a:pos x="0" y="99"/>
                </a:cxn>
                <a:cxn ang="0">
                  <a:pos x="0" y="101"/>
                </a:cxn>
                <a:cxn ang="0">
                  <a:pos x="1" y="102"/>
                </a:cxn>
                <a:cxn ang="0">
                  <a:pos x="3" y="103"/>
                </a:cxn>
                <a:cxn ang="0">
                  <a:pos x="5" y="104"/>
                </a:cxn>
                <a:cxn ang="0">
                  <a:pos x="6" y="103"/>
                </a:cxn>
                <a:cxn ang="0">
                  <a:pos x="8" y="102"/>
                </a:cxn>
                <a:cxn ang="0">
                  <a:pos x="9" y="101"/>
                </a:cxn>
                <a:cxn ang="0">
                  <a:pos x="9" y="99"/>
                </a:cxn>
                <a:cxn ang="0">
                  <a:pos x="9" y="99"/>
                </a:cxn>
                <a:cxn ang="0">
                  <a:pos x="10" y="75"/>
                </a:cxn>
                <a:cxn ang="0">
                  <a:pos x="11" y="52"/>
                </a:cxn>
                <a:cxn ang="0">
                  <a:pos x="13" y="29"/>
                </a:cxn>
                <a:cxn ang="0">
                  <a:pos x="16" y="17"/>
                </a:cxn>
                <a:cxn ang="0">
                  <a:pos x="18" y="6"/>
                </a:cxn>
                <a:cxn ang="0">
                  <a:pos x="18" y="6"/>
                </a:cxn>
                <a:cxn ang="0">
                  <a:pos x="18" y="4"/>
                </a:cxn>
                <a:cxn ang="0">
                  <a:pos x="18" y="2"/>
                </a:cxn>
                <a:cxn ang="0">
                  <a:pos x="17" y="1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0"/>
                </a:cxn>
                <a:cxn ang="0">
                  <a:pos x="10" y="1"/>
                </a:cxn>
                <a:cxn ang="0">
                  <a:pos x="9" y="3"/>
                </a:cxn>
                <a:cxn ang="0">
                  <a:pos x="9" y="3"/>
                </a:cxn>
              </a:cxnLst>
              <a:rect l="0" t="0" r="r" b="b"/>
              <a:pathLst>
                <a:path w="18" h="104">
                  <a:moveTo>
                    <a:pt x="9" y="3"/>
                  </a:moveTo>
                  <a:lnTo>
                    <a:pt x="9" y="3"/>
                  </a:lnTo>
                  <a:lnTo>
                    <a:pt x="7" y="15"/>
                  </a:lnTo>
                  <a:lnTo>
                    <a:pt x="4" y="27"/>
                  </a:lnTo>
                  <a:lnTo>
                    <a:pt x="2" y="50"/>
                  </a:lnTo>
                  <a:lnTo>
                    <a:pt x="0" y="75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101"/>
                  </a:lnTo>
                  <a:lnTo>
                    <a:pt x="1" y="102"/>
                  </a:lnTo>
                  <a:lnTo>
                    <a:pt x="3" y="103"/>
                  </a:lnTo>
                  <a:lnTo>
                    <a:pt x="5" y="104"/>
                  </a:lnTo>
                  <a:lnTo>
                    <a:pt x="6" y="103"/>
                  </a:lnTo>
                  <a:lnTo>
                    <a:pt x="8" y="102"/>
                  </a:lnTo>
                  <a:lnTo>
                    <a:pt x="9" y="101"/>
                  </a:lnTo>
                  <a:lnTo>
                    <a:pt x="9" y="99"/>
                  </a:lnTo>
                  <a:lnTo>
                    <a:pt x="9" y="99"/>
                  </a:lnTo>
                  <a:lnTo>
                    <a:pt x="10" y="75"/>
                  </a:lnTo>
                  <a:lnTo>
                    <a:pt x="11" y="52"/>
                  </a:lnTo>
                  <a:lnTo>
                    <a:pt x="13" y="29"/>
                  </a:lnTo>
                  <a:lnTo>
                    <a:pt x="16" y="17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18" y="4"/>
                  </a:lnTo>
                  <a:lnTo>
                    <a:pt x="18" y="2"/>
                  </a:lnTo>
                  <a:lnTo>
                    <a:pt x="17" y="1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9" y="3"/>
                  </a:lnTo>
                  <a:lnTo>
                    <a:pt x="9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0" name="Freeform 186"/>
            <p:cNvSpPr/>
            <p:nvPr>
              <p:custDataLst>
                <p:tags r:id="rId26"/>
              </p:custDataLst>
            </p:nvPr>
          </p:nvSpPr>
          <p:spPr bwMode="auto">
            <a:xfrm>
              <a:off x="4543425" y="2370138"/>
              <a:ext cx="7938" cy="71438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5" y="4"/>
                </a:cxn>
                <a:cxn ang="0">
                  <a:pos x="4" y="36"/>
                </a:cxn>
                <a:cxn ang="0">
                  <a:pos x="3" y="68"/>
                </a:cxn>
                <a:cxn ang="0">
                  <a:pos x="1" y="100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0" y="134"/>
                </a:cxn>
                <a:cxn ang="0">
                  <a:pos x="1" y="135"/>
                </a:cxn>
                <a:cxn ang="0">
                  <a:pos x="3" y="136"/>
                </a:cxn>
                <a:cxn ang="0">
                  <a:pos x="4" y="136"/>
                </a:cxn>
                <a:cxn ang="0">
                  <a:pos x="7" y="136"/>
                </a:cxn>
                <a:cxn ang="0">
                  <a:pos x="9" y="135"/>
                </a:cxn>
                <a:cxn ang="0">
                  <a:pos x="10" y="134"/>
                </a:cxn>
                <a:cxn ang="0">
                  <a:pos x="10" y="132"/>
                </a:cxn>
                <a:cxn ang="0">
                  <a:pos x="10" y="132"/>
                </a:cxn>
                <a:cxn ang="0">
                  <a:pos x="11" y="100"/>
                </a:cxn>
                <a:cxn ang="0">
                  <a:pos x="13" y="68"/>
                </a:cxn>
                <a:cxn ang="0">
                  <a:pos x="14" y="36"/>
                </a:cxn>
                <a:cxn ang="0">
                  <a:pos x="15" y="4"/>
                </a:cxn>
                <a:cxn ang="0">
                  <a:pos x="15" y="4"/>
                </a:cxn>
                <a:cxn ang="0">
                  <a:pos x="14" y="2"/>
                </a:cxn>
                <a:cxn ang="0">
                  <a:pos x="13" y="1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7" y="1"/>
                </a:cxn>
                <a:cxn ang="0">
                  <a:pos x="5" y="2"/>
                </a:cxn>
                <a:cxn ang="0">
                  <a:pos x="5" y="4"/>
                </a:cxn>
                <a:cxn ang="0">
                  <a:pos x="5" y="4"/>
                </a:cxn>
              </a:cxnLst>
              <a:rect l="0" t="0" r="r" b="b"/>
              <a:pathLst>
                <a:path w="15" h="136">
                  <a:moveTo>
                    <a:pt x="5" y="4"/>
                  </a:moveTo>
                  <a:lnTo>
                    <a:pt x="5" y="4"/>
                  </a:lnTo>
                  <a:lnTo>
                    <a:pt x="4" y="36"/>
                  </a:lnTo>
                  <a:lnTo>
                    <a:pt x="3" y="68"/>
                  </a:lnTo>
                  <a:lnTo>
                    <a:pt x="1" y="100"/>
                  </a:lnTo>
                  <a:lnTo>
                    <a:pt x="0" y="132"/>
                  </a:lnTo>
                  <a:lnTo>
                    <a:pt x="0" y="132"/>
                  </a:lnTo>
                  <a:lnTo>
                    <a:pt x="0" y="134"/>
                  </a:lnTo>
                  <a:lnTo>
                    <a:pt x="1" y="135"/>
                  </a:lnTo>
                  <a:lnTo>
                    <a:pt x="3" y="136"/>
                  </a:lnTo>
                  <a:lnTo>
                    <a:pt x="4" y="136"/>
                  </a:lnTo>
                  <a:lnTo>
                    <a:pt x="7" y="136"/>
                  </a:lnTo>
                  <a:lnTo>
                    <a:pt x="9" y="135"/>
                  </a:lnTo>
                  <a:lnTo>
                    <a:pt x="10" y="134"/>
                  </a:lnTo>
                  <a:lnTo>
                    <a:pt x="10" y="132"/>
                  </a:lnTo>
                  <a:lnTo>
                    <a:pt x="10" y="132"/>
                  </a:lnTo>
                  <a:lnTo>
                    <a:pt x="11" y="100"/>
                  </a:lnTo>
                  <a:lnTo>
                    <a:pt x="13" y="68"/>
                  </a:lnTo>
                  <a:lnTo>
                    <a:pt x="14" y="36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4" y="2"/>
                  </a:lnTo>
                  <a:lnTo>
                    <a:pt x="13" y="1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7" y="1"/>
                  </a:lnTo>
                  <a:lnTo>
                    <a:pt x="5" y="2"/>
                  </a:lnTo>
                  <a:lnTo>
                    <a:pt x="5" y="4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1" name="Freeform 187"/>
            <p:cNvSpPr/>
            <p:nvPr>
              <p:custDataLst>
                <p:tags r:id="rId27"/>
              </p:custDataLst>
            </p:nvPr>
          </p:nvSpPr>
          <p:spPr bwMode="auto">
            <a:xfrm>
              <a:off x="4573588" y="2406650"/>
              <a:ext cx="4763" cy="7143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28"/>
                </a:cxn>
                <a:cxn ang="0">
                  <a:pos x="0" y="128"/>
                </a:cxn>
                <a:cxn ang="0">
                  <a:pos x="0" y="130"/>
                </a:cxn>
                <a:cxn ang="0">
                  <a:pos x="1" y="131"/>
                </a:cxn>
                <a:cxn ang="0">
                  <a:pos x="3" y="132"/>
                </a:cxn>
                <a:cxn ang="0">
                  <a:pos x="5" y="133"/>
                </a:cxn>
                <a:cxn ang="0">
                  <a:pos x="6" y="132"/>
                </a:cxn>
                <a:cxn ang="0">
                  <a:pos x="8" y="131"/>
                </a:cxn>
                <a:cxn ang="0">
                  <a:pos x="9" y="130"/>
                </a:cxn>
                <a:cxn ang="0">
                  <a:pos x="9" y="128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33">
                  <a:moveTo>
                    <a:pt x="0" y="5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0" y="130"/>
                  </a:lnTo>
                  <a:lnTo>
                    <a:pt x="1" y="131"/>
                  </a:lnTo>
                  <a:lnTo>
                    <a:pt x="3" y="132"/>
                  </a:lnTo>
                  <a:lnTo>
                    <a:pt x="5" y="133"/>
                  </a:lnTo>
                  <a:lnTo>
                    <a:pt x="6" y="132"/>
                  </a:lnTo>
                  <a:lnTo>
                    <a:pt x="8" y="131"/>
                  </a:lnTo>
                  <a:lnTo>
                    <a:pt x="9" y="130"/>
                  </a:lnTo>
                  <a:lnTo>
                    <a:pt x="9" y="128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2" name="Freeform 188"/>
            <p:cNvSpPr/>
            <p:nvPr>
              <p:custDataLst>
                <p:tags r:id="rId28"/>
              </p:custDataLst>
            </p:nvPr>
          </p:nvSpPr>
          <p:spPr bwMode="auto">
            <a:xfrm>
              <a:off x="4602163" y="2432050"/>
              <a:ext cx="4763" cy="6508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18"/>
                </a:cxn>
                <a:cxn ang="0">
                  <a:pos x="0" y="118"/>
                </a:cxn>
                <a:cxn ang="0">
                  <a:pos x="0" y="120"/>
                </a:cxn>
                <a:cxn ang="0">
                  <a:pos x="1" y="121"/>
                </a:cxn>
                <a:cxn ang="0">
                  <a:pos x="2" y="123"/>
                </a:cxn>
                <a:cxn ang="0">
                  <a:pos x="4" y="123"/>
                </a:cxn>
                <a:cxn ang="0">
                  <a:pos x="6" y="123"/>
                </a:cxn>
                <a:cxn ang="0">
                  <a:pos x="7" y="121"/>
                </a:cxn>
                <a:cxn ang="0">
                  <a:pos x="8" y="120"/>
                </a:cxn>
                <a:cxn ang="0">
                  <a:pos x="9" y="118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1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23">
                  <a:moveTo>
                    <a:pt x="0" y="5"/>
                  </a:moveTo>
                  <a:lnTo>
                    <a:pt x="0" y="118"/>
                  </a:lnTo>
                  <a:lnTo>
                    <a:pt x="0" y="118"/>
                  </a:lnTo>
                  <a:lnTo>
                    <a:pt x="0" y="120"/>
                  </a:lnTo>
                  <a:lnTo>
                    <a:pt x="1" y="121"/>
                  </a:lnTo>
                  <a:lnTo>
                    <a:pt x="2" y="123"/>
                  </a:lnTo>
                  <a:lnTo>
                    <a:pt x="4" y="123"/>
                  </a:lnTo>
                  <a:lnTo>
                    <a:pt x="6" y="123"/>
                  </a:lnTo>
                  <a:lnTo>
                    <a:pt x="7" y="121"/>
                  </a:lnTo>
                  <a:lnTo>
                    <a:pt x="8" y="120"/>
                  </a:lnTo>
                  <a:lnTo>
                    <a:pt x="9" y="118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3"/>
                  </a:lnTo>
                  <a:lnTo>
                    <a:pt x="7" y="1"/>
                  </a:lnTo>
                  <a:lnTo>
                    <a:pt x="6" y="1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3" name="Freeform 189"/>
            <p:cNvSpPr/>
            <p:nvPr>
              <p:custDataLst>
                <p:tags r:id="rId29"/>
              </p:custDataLst>
            </p:nvPr>
          </p:nvSpPr>
          <p:spPr bwMode="auto">
            <a:xfrm>
              <a:off x="4624388" y="2457450"/>
              <a:ext cx="4763" cy="6508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19"/>
                </a:cxn>
                <a:cxn ang="0">
                  <a:pos x="0" y="119"/>
                </a:cxn>
                <a:cxn ang="0">
                  <a:pos x="0" y="121"/>
                </a:cxn>
                <a:cxn ang="0">
                  <a:pos x="1" y="122"/>
                </a:cxn>
                <a:cxn ang="0">
                  <a:pos x="3" y="123"/>
                </a:cxn>
                <a:cxn ang="0">
                  <a:pos x="4" y="123"/>
                </a:cxn>
                <a:cxn ang="0">
                  <a:pos x="6" y="123"/>
                </a:cxn>
                <a:cxn ang="0">
                  <a:pos x="8" y="122"/>
                </a:cxn>
                <a:cxn ang="0">
                  <a:pos x="9" y="121"/>
                </a:cxn>
                <a:cxn ang="0">
                  <a:pos x="9" y="119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23">
                  <a:moveTo>
                    <a:pt x="0" y="5"/>
                  </a:moveTo>
                  <a:lnTo>
                    <a:pt x="0" y="119"/>
                  </a:lnTo>
                  <a:lnTo>
                    <a:pt x="0" y="119"/>
                  </a:lnTo>
                  <a:lnTo>
                    <a:pt x="0" y="121"/>
                  </a:lnTo>
                  <a:lnTo>
                    <a:pt x="1" y="122"/>
                  </a:lnTo>
                  <a:lnTo>
                    <a:pt x="3" y="123"/>
                  </a:lnTo>
                  <a:lnTo>
                    <a:pt x="4" y="123"/>
                  </a:lnTo>
                  <a:lnTo>
                    <a:pt x="6" y="123"/>
                  </a:lnTo>
                  <a:lnTo>
                    <a:pt x="8" y="122"/>
                  </a:lnTo>
                  <a:lnTo>
                    <a:pt x="9" y="121"/>
                  </a:lnTo>
                  <a:lnTo>
                    <a:pt x="9" y="119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4" name="Freeform 190"/>
            <p:cNvSpPr/>
            <p:nvPr>
              <p:custDataLst>
                <p:tags r:id="rId30"/>
              </p:custDataLst>
            </p:nvPr>
          </p:nvSpPr>
          <p:spPr bwMode="auto">
            <a:xfrm>
              <a:off x="4651375" y="2482850"/>
              <a:ext cx="7938" cy="73025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5" y="5"/>
                </a:cxn>
                <a:cxn ang="0">
                  <a:pos x="2" y="30"/>
                </a:cxn>
                <a:cxn ang="0">
                  <a:pos x="1" y="42"/>
                </a:cxn>
                <a:cxn ang="0">
                  <a:pos x="0" y="55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1" y="134"/>
                </a:cxn>
                <a:cxn ang="0">
                  <a:pos x="2" y="136"/>
                </a:cxn>
                <a:cxn ang="0">
                  <a:pos x="3" y="137"/>
                </a:cxn>
                <a:cxn ang="0">
                  <a:pos x="5" y="137"/>
                </a:cxn>
                <a:cxn ang="0">
                  <a:pos x="7" y="137"/>
                </a:cxn>
                <a:cxn ang="0">
                  <a:pos x="8" y="136"/>
                </a:cxn>
                <a:cxn ang="0">
                  <a:pos x="9" y="134"/>
                </a:cxn>
                <a:cxn ang="0">
                  <a:pos x="10" y="132"/>
                </a:cxn>
                <a:cxn ang="0">
                  <a:pos x="10" y="62"/>
                </a:cxn>
                <a:cxn ang="0">
                  <a:pos x="10" y="62"/>
                </a:cxn>
                <a:cxn ang="0">
                  <a:pos x="10" y="47"/>
                </a:cxn>
                <a:cxn ang="0">
                  <a:pos x="11" y="33"/>
                </a:cxn>
                <a:cxn ang="0">
                  <a:pos x="14" y="5"/>
                </a:cxn>
                <a:cxn ang="0">
                  <a:pos x="14" y="5"/>
                </a:cxn>
                <a:cxn ang="0">
                  <a:pos x="14" y="3"/>
                </a:cxn>
                <a:cxn ang="0">
                  <a:pos x="13" y="1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14" h="137">
                  <a:moveTo>
                    <a:pt x="5" y="5"/>
                  </a:moveTo>
                  <a:lnTo>
                    <a:pt x="5" y="5"/>
                  </a:lnTo>
                  <a:lnTo>
                    <a:pt x="2" y="30"/>
                  </a:lnTo>
                  <a:lnTo>
                    <a:pt x="1" y="42"/>
                  </a:lnTo>
                  <a:lnTo>
                    <a:pt x="0" y="55"/>
                  </a:lnTo>
                  <a:lnTo>
                    <a:pt x="0" y="132"/>
                  </a:lnTo>
                  <a:lnTo>
                    <a:pt x="0" y="132"/>
                  </a:lnTo>
                  <a:lnTo>
                    <a:pt x="1" y="134"/>
                  </a:lnTo>
                  <a:lnTo>
                    <a:pt x="2" y="136"/>
                  </a:lnTo>
                  <a:lnTo>
                    <a:pt x="3" y="137"/>
                  </a:lnTo>
                  <a:lnTo>
                    <a:pt x="5" y="137"/>
                  </a:lnTo>
                  <a:lnTo>
                    <a:pt x="7" y="137"/>
                  </a:lnTo>
                  <a:lnTo>
                    <a:pt x="8" y="136"/>
                  </a:lnTo>
                  <a:lnTo>
                    <a:pt x="9" y="134"/>
                  </a:lnTo>
                  <a:lnTo>
                    <a:pt x="10" y="132"/>
                  </a:lnTo>
                  <a:lnTo>
                    <a:pt x="10" y="62"/>
                  </a:lnTo>
                  <a:lnTo>
                    <a:pt x="10" y="62"/>
                  </a:lnTo>
                  <a:lnTo>
                    <a:pt x="10" y="47"/>
                  </a:lnTo>
                  <a:lnTo>
                    <a:pt x="11" y="33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4" y="3"/>
                  </a:lnTo>
                  <a:lnTo>
                    <a:pt x="13" y="1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5" name="Freeform 191"/>
            <p:cNvSpPr/>
            <p:nvPr>
              <p:custDataLst>
                <p:tags r:id="rId31"/>
              </p:custDataLst>
            </p:nvPr>
          </p:nvSpPr>
          <p:spPr bwMode="auto">
            <a:xfrm>
              <a:off x="4684713" y="2500313"/>
              <a:ext cx="4763" cy="8731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61"/>
                </a:cxn>
                <a:cxn ang="0">
                  <a:pos x="0" y="161"/>
                </a:cxn>
                <a:cxn ang="0">
                  <a:pos x="0" y="163"/>
                </a:cxn>
                <a:cxn ang="0">
                  <a:pos x="1" y="164"/>
                </a:cxn>
                <a:cxn ang="0">
                  <a:pos x="3" y="165"/>
                </a:cxn>
                <a:cxn ang="0">
                  <a:pos x="5" y="166"/>
                </a:cxn>
                <a:cxn ang="0">
                  <a:pos x="6" y="165"/>
                </a:cxn>
                <a:cxn ang="0">
                  <a:pos x="8" y="164"/>
                </a:cxn>
                <a:cxn ang="0">
                  <a:pos x="9" y="163"/>
                </a:cxn>
                <a:cxn ang="0">
                  <a:pos x="9" y="161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66">
                  <a:moveTo>
                    <a:pt x="0" y="5"/>
                  </a:moveTo>
                  <a:lnTo>
                    <a:pt x="0" y="161"/>
                  </a:lnTo>
                  <a:lnTo>
                    <a:pt x="0" y="161"/>
                  </a:lnTo>
                  <a:lnTo>
                    <a:pt x="0" y="163"/>
                  </a:lnTo>
                  <a:lnTo>
                    <a:pt x="1" y="164"/>
                  </a:lnTo>
                  <a:lnTo>
                    <a:pt x="3" y="165"/>
                  </a:lnTo>
                  <a:lnTo>
                    <a:pt x="5" y="166"/>
                  </a:lnTo>
                  <a:lnTo>
                    <a:pt x="6" y="165"/>
                  </a:lnTo>
                  <a:lnTo>
                    <a:pt x="8" y="164"/>
                  </a:lnTo>
                  <a:lnTo>
                    <a:pt x="9" y="163"/>
                  </a:lnTo>
                  <a:lnTo>
                    <a:pt x="9" y="161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6" name="Freeform 192"/>
            <p:cNvSpPr/>
            <p:nvPr>
              <p:custDataLst>
                <p:tags r:id="rId32"/>
              </p:custDataLst>
            </p:nvPr>
          </p:nvSpPr>
          <p:spPr bwMode="auto">
            <a:xfrm>
              <a:off x="4702175" y="2540000"/>
              <a:ext cx="7938" cy="69850"/>
            </a:xfrm>
            <a:custGeom>
              <a:avLst/>
              <a:gdLst/>
              <a:ahLst/>
              <a:cxnLst>
                <a:cxn ang="0">
                  <a:pos x="6" y="3"/>
                </a:cxn>
                <a:cxn ang="0">
                  <a:pos x="6" y="3"/>
                </a:cxn>
                <a:cxn ang="0">
                  <a:pos x="3" y="19"/>
                </a:cxn>
                <a:cxn ang="0">
                  <a:pos x="1" y="34"/>
                </a:cxn>
                <a:cxn ang="0">
                  <a:pos x="0" y="50"/>
                </a:cxn>
                <a:cxn ang="0">
                  <a:pos x="0" y="65"/>
                </a:cxn>
                <a:cxn ang="0">
                  <a:pos x="1" y="96"/>
                </a:cxn>
                <a:cxn ang="0">
                  <a:pos x="1" y="127"/>
                </a:cxn>
                <a:cxn ang="0">
                  <a:pos x="1" y="127"/>
                </a:cxn>
                <a:cxn ang="0">
                  <a:pos x="2" y="129"/>
                </a:cxn>
                <a:cxn ang="0">
                  <a:pos x="3" y="131"/>
                </a:cxn>
                <a:cxn ang="0">
                  <a:pos x="4" y="132"/>
                </a:cxn>
                <a:cxn ang="0">
                  <a:pos x="6" y="132"/>
                </a:cxn>
                <a:cxn ang="0">
                  <a:pos x="7" y="132"/>
                </a:cxn>
                <a:cxn ang="0">
                  <a:pos x="9" y="131"/>
                </a:cxn>
                <a:cxn ang="0">
                  <a:pos x="10" y="129"/>
                </a:cxn>
                <a:cxn ang="0">
                  <a:pos x="10" y="127"/>
                </a:cxn>
                <a:cxn ang="0">
                  <a:pos x="10" y="127"/>
                </a:cxn>
                <a:cxn ang="0">
                  <a:pos x="10" y="97"/>
                </a:cxn>
                <a:cxn ang="0">
                  <a:pos x="9" y="66"/>
                </a:cxn>
                <a:cxn ang="0">
                  <a:pos x="9" y="51"/>
                </a:cxn>
                <a:cxn ang="0">
                  <a:pos x="10" y="36"/>
                </a:cxn>
                <a:cxn ang="0">
                  <a:pos x="12" y="21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2"/>
                </a:cxn>
                <a:cxn ang="0">
                  <a:pos x="13" y="0"/>
                </a:cxn>
                <a:cxn ang="0">
                  <a:pos x="11" y="0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6" y="3"/>
                </a:cxn>
              </a:cxnLst>
              <a:rect l="0" t="0" r="r" b="b"/>
              <a:pathLst>
                <a:path w="15" h="132">
                  <a:moveTo>
                    <a:pt x="6" y="3"/>
                  </a:moveTo>
                  <a:lnTo>
                    <a:pt x="6" y="3"/>
                  </a:lnTo>
                  <a:lnTo>
                    <a:pt x="3" y="19"/>
                  </a:lnTo>
                  <a:lnTo>
                    <a:pt x="1" y="34"/>
                  </a:lnTo>
                  <a:lnTo>
                    <a:pt x="0" y="50"/>
                  </a:lnTo>
                  <a:lnTo>
                    <a:pt x="0" y="65"/>
                  </a:lnTo>
                  <a:lnTo>
                    <a:pt x="1" y="96"/>
                  </a:lnTo>
                  <a:lnTo>
                    <a:pt x="1" y="127"/>
                  </a:lnTo>
                  <a:lnTo>
                    <a:pt x="1" y="127"/>
                  </a:lnTo>
                  <a:lnTo>
                    <a:pt x="2" y="129"/>
                  </a:lnTo>
                  <a:lnTo>
                    <a:pt x="3" y="131"/>
                  </a:lnTo>
                  <a:lnTo>
                    <a:pt x="4" y="132"/>
                  </a:lnTo>
                  <a:lnTo>
                    <a:pt x="6" y="132"/>
                  </a:lnTo>
                  <a:lnTo>
                    <a:pt x="7" y="132"/>
                  </a:lnTo>
                  <a:lnTo>
                    <a:pt x="9" y="131"/>
                  </a:lnTo>
                  <a:lnTo>
                    <a:pt x="10" y="129"/>
                  </a:lnTo>
                  <a:lnTo>
                    <a:pt x="10" y="127"/>
                  </a:lnTo>
                  <a:lnTo>
                    <a:pt x="10" y="127"/>
                  </a:lnTo>
                  <a:lnTo>
                    <a:pt x="10" y="97"/>
                  </a:lnTo>
                  <a:lnTo>
                    <a:pt x="9" y="66"/>
                  </a:lnTo>
                  <a:lnTo>
                    <a:pt x="9" y="51"/>
                  </a:lnTo>
                  <a:lnTo>
                    <a:pt x="10" y="36"/>
                  </a:lnTo>
                  <a:lnTo>
                    <a:pt x="12" y="21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2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7" name="Freeform 193"/>
            <p:cNvSpPr/>
            <p:nvPr>
              <p:custDataLst>
                <p:tags r:id="rId33"/>
              </p:custDataLst>
            </p:nvPr>
          </p:nvSpPr>
          <p:spPr bwMode="auto">
            <a:xfrm>
              <a:off x="4727575" y="2568575"/>
              <a:ext cx="9525" cy="52388"/>
            </a:xfrm>
            <a:custGeom>
              <a:avLst/>
              <a:gdLst/>
              <a:ahLst/>
              <a:cxnLst>
                <a:cxn ang="0">
                  <a:pos x="10" y="3"/>
                </a:cxn>
                <a:cxn ang="0">
                  <a:pos x="10" y="3"/>
                </a:cxn>
                <a:cxn ang="0">
                  <a:pos x="3" y="48"/>
                </a:cxn>
                <a:cxn ang="0">
                  <a:pos x="1" y="72"/>
                </a:cxn>
                <a:cxn ang="0">
                  <a:pos x="0" y="95"/>
                </a:cxn>
                <a:cxn ang="0">
                  <a:pos x="0" y="95"/>
                </a:cxn>
                <a:cxn ang="0">
                  <a:pos x="0" y="97"/>
                </a:cxn>
                <a:cxn ang="0">
                  <a:pos x="1" y="98"/>
                </a:cxn>
                <a:cxn ang="0">
                  <a:pos x="3" y="99"/>
                </a:cxn>
                <a:cxn ang="0">
                  <a:pos x="6" y="99"/>
                </a:cxn>
                <a:cxn ang="0">
                  <a:pos x="7" y="99"/>
                </a:cxn>
                <a:cxn ang="0">
                  <a:pos x="9" y="98"/>
                </a:cxn>
                <a:cxn ang="0">
                  <a:pos x="10" y="97"/>
                </a:cxn>
                <a:cxn ang="0">
                  <a:pos x="10" y="95"/>
                </a:cxn>
                <a:cxn ang="0">
                  <a:pos x="10" y="95"/>
                </a:cxn>
                <a:cxn ang="0">
                  <a:pos x="11" y="72"/>
                </a:cxn>
                <a:cxn ang="0">
                  <a:pos x="13" y="50"/>
                </a:cxn>
                <a:cxn ang="0">
                  <a:pos x="19" y="6"/>
                </a:cxn>
                <a:cxn ang="0">
                  <a:pos x="19" y="6"/>
                </a:cxn>
                <a:cxn ang="0">
                  <a:pos x="19" y="4"/>
                </a:cxn>
                <a:cxn ang="0">
                  <a:pos x="18" y="2"/>
                </a:cxn>
                <a:cxn ang="0">
                  <a:pos x="15" y="0"/>
                </a:cxn>
                <a:cxn ang="0">
                  <a:pos x="14" y="0"/>
                </a:cxn>
                <a:cxn ang="0">
                  <a:pos x="12" y="0"/>
                </a:cxn>
                <a:cxn ang="0">
                  <a:pos x="11" y="2"/>
                </a:cxn>
                <a:cxn ang="0">
                  <a:pos x="10" y="3"/>
                </a:cxn>
                <a:cxn ang="0">
                  <a:pos x="10" y="3"/>
                </a:cxn>
              </a:cxnLst>
              <a:rect l="0" t="0" r="r" b="b"/>
              <a:pathLst>
                <a:path w="19" h="99">
                  <a:moveTo>
                    <a:pt x="10" y="3"/>
                  </a:moveTo>
                  <a:lnTo>
                    <a:pt x="10" y="3"/>
                  </a:lnTo>
                  <a:lnTo>
                    <a:pt x="3" y="48"/>
                  </a:lnTo>
                  <a:lnTo>
                    <a:pt x="1" y="72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1" y="98"/>
                  </a:lnTo>
                  <a:lnTo>
                    <a:pt x="3" y="99"/>
                  </a:lnTo>
                  <a:lnTo>
                    <a:pt x="6" y="99"/>
                  </a:lnTo>
                  <a:lnTo>
                    <a:pt x="7" y="99"/>
                  </a:lnTo>
                  <a:lnTo>
                    <a:pt x="9" y="98"/>
                  </a:lnTo>
                  <a:lnTo>
                    <a:pt x="10" y="97"/>
                  </a:lnTo>
                  <a:lnTo>
                    <a:pt x="10" y="95"/>
                  </a:lnTo>
                  <a:lnTo>
                    <a:pt x="10" y="95"/>
                  </a:lnTo>
                  <a:lnTo>
                    <a:pt x="11" y="72"/>
                  </a:lnTo>
                  <a:lnTo>
                    <a:pt x="13" y="50"/>
                  </a:lnTo>
                  <a:lnTo>
                    <a:pt x="19" y="6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18" y="2"/>
                  </a:lnTo>
                  <a:lnTo>
                    <a:pt x="15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1" y="2"/>
                  </a:lnTo>
                  <a:lnTo>
                    <a:pt x="10" y="3"/>
                  </a:lnTo>
                  <a:lnTo>
                    <a:pt x="10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8" name="Freeform 194"/>
            <p:cNvSpPr/>
            <p:nvPr>
              <p:custDataLst>
                <p:tags r:id="rId34"/>
              </p:custDataLst>
            </p:nvPr>
          </p:nvSpPr>
          <p:spPr bwMode="auto">
            <a:xfrm>
              <a:off x="4748213" y="2590800"/>
              <a:ext cx="4763" cy="57150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04"/>
                </a:cxn>
                <a:cxn ang="0">
                  <a:pos x="0" y="104"/>
                </a:cxn>
                <a:cxn ang="0">
                  <a:pos x="0" y="107"/>
                </a:cxn>
                <a:cxn ang="0">
                  <a:pos x="1" y="109"/>
                </a:cxn>
                <a:cxn ang="0">
                  <a:pos x="3" y="109"/>
                </a:cxn>
                <a:cxn ang="0">
                  <a:pos x="4" y="110"/>
                </a:cxn>
                <a:cxn ang="0">
                  <a:pos x="6" y="109"/>
                </a:cxn>
                <a:cxn ang="0">
                  <a:pos x="7" y="109"/>
                </a:cxn>
                <a:cxn ang="0">
                  <a:pos x="9" y="107"/>
                </a:cxn>
                <a:cxn ang="0">
                  <a:pos x="9" y="104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7" y="2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10">
                  <a:moveTo>
                    <a:pt x="0" y="5"/>
                  </a:moveTo>
                  <a:lnTo>
                    <a:pt x="0" y="104"/>
                  </a:lnTo>
                  <a:lnTo>
                    <a:pt x="0" y="104"/>
                  </a:lnTo>
                  <a:lnTo>
                    <a:pt x="0" y="107"/>
                  </a:lnTo>
                  <a:lnTo>
                    <a:pt x="1" y="109"/>
                  </a:lnTo>
                  <a:lnTo>
                    <a:pt x="3" y="109"/>
                  </a:lnTo>
                  <a:lnTo>
                    <a:pt x="4" y="110"/>
                  </a:lnTo>
                  <a:lnTo>
                    <a:pt x="6" y="109"/>
                  </a:lnTo>
                  <a:lnTo>
                    <a:pt x="7" y="109"/>
                  </a:lnTo>
                  <a:lnTo>
                    <a:pt x="9" y="107"/>
                  </a:lnTo>
                  <a:lnTo>
                    <a:pt x="9" y="104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7" y="2"/>
                  </a:lnTo>
                  <a:lnTo>
                    <a:pt x="6" y="1"/>
                  </a:lnTo>
                  <a:lnTo>
                    <a:pt x="4" y="0"/>
                  </a:lnTo>
                  <a:lnTo>
                    <a:pt x="3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9" name="Freeform 195"/>
            <p:cNvSpPr/>
            <p:nvPr>
              <p:custDataLst>
                <p:tags r:id="rId35"/>
              </p:custDataLst>
            </p:nvPr>
          </p:nvSpPr>
          <p:spPr bwMode="auto">
            <a:xfrm>
              <a:off x="4641850" y="2751138"/>
              <a:ext cx="7938" cy="26988"/>
            </a:xfrm>
            <a:custGeom>
              <a:avLst/>
              <a:gdLst/>
              <a:ahLst/>
              <a:cxnLst>
                <a:cxn ang="0">
                  <a:pos x="15" y="46"/>
                </a:cxn>
                <a:cxn ang="0">
                  <a:pos x="15" y="46"/>
                </a:cxn>
                <a:cxn ang="0">
                  <a:pos x="12" y="36"/>
                </a:cxn>
                <a:cxn ang="0">
                  <a:pos x="11" y="26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3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1" y="27"/>
                </a:cxn>
                <a:cxn ang="0">
                  <a:pos x="2" y="38"/>
                </a:cxn>
                <a:cxn ang="0">
                  <a:pos x="5" y="48"/>
                </a:cxn>
                <a:cxn ang="0">
                  <a:pos x="5" y="48"/>
                </a:cxn>
                <a:cxn ang="0">
                  <a:pos x="6" y="50"/>
                </a:cxn>
                <a:cxn ang="0">
                  <a:pos x="7" y="51"/>
                </a:cxn>
                <a:cxn ang="0">
                  <a:pos x="10" y="51"/>
                </a:cxn>
                <a:cxn ang="0">
                  <a:pos x="11" y="51"/>
                </a:cxn>
                <a:cxn ang="0">
                  <a:pos x="13" y="51"/>
                </a:cxn>
                <a:cxn ang="0">
                  <a:pos x="14" y="49"/>
                </a:cxn>
                <a:cxn ang="0">
                  <a:pos x="15" y="48"/>
                </a:cxn>
                <a:cxn ang="0">
                  <a:pos x="15" y="46"/>
                </a:cxn>
                <a:cxn ang="0">
                  <a:pos x="15" y="46"/>
                </a:cxn>
              </a:cxnLst>
              <a:rect l="0" t="0" r="r" b="b"/>
              <a:pathLst>
                <a:path w="15" h="51">
                  <a:moveTo>
                    <a:pt x="15" y="46"/>
                  </a:moveTo>
                  <a:lnTo>
                    <a:pt x="15" y="46"/>
                  </a:lnTo>
                  <a:lnTo>
                    <a:pt x="12" y="36"/>
                  </a:lnTo>
                  <a:lnTo>
                    <a:pt x="11" y="26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8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27"/>
                  </a:lnTo>
                  <a:lnTo>
                    <a:pt x="2" y="38"/>
                  </a:lnTo>
                  <a:lnTo>
                    <a:pt x="5" y="48"/>
                  </a:lnTo>
                  <a:lnTo>
                    <a:pt x="5" y="48"/>
                  </a:lnTo>
                  <a:lnTo>
                    <a:pt x="6" y="50"/>
                  </a:lnTo>
                  <a:lnTo>
                    <a:pt x="7" y="51"/>
                  </a:lnTo>
                  <a:lnTo>
                    <a:pt x="10" y="51"/>
                  </a:lnTo>
                  <a:lnTo>
                    <a:pt x="11" y="51"/>
                  </a:lnTo>
                  <a:lnTo>
                    <a:pt x="13" y="51"/>
                  </a:lnTo>
                  <a:lnTo>
                    <a:pt x="14" y="49"/>
                  </a:lnTo>
                  <a:lnTo>
                    <a:pt x="15" y="48"/>
                  </a:lnTo>
                  <a:lnTo>
                    <a:pt x="15" y="46"/>
                  </a:lnTo>
                  <a:lnTo>
                    <a:pt x="15" y="4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0" name="Freeform 196"/>
            <p:cNvSpPr/>
            <p:nvPr>
              <p:custDataLst>
                <p:tags r:id="rId36"/>
              </p:custDataLst>
            </p:nvPr>
          </p:nvSpPr>
          <p:spPr bwMode="auto">
            <a:xfrm>
              <a:off x="4675188" y="2751138"/>
              <a:ext cx="12700" cy="34925"/>
            </a:xfrm>
            <a:custGeom>
              <a:avLst/>
              <a:gdLst/>
              <a:ahLst/>
              <a:cxnLst>
                <a:cxn ang="0">
                  <a:pos x="18" y="39"/>
                </a:cxn>
                <a:cxn ang="0">
                  <a:pos x="18" y="39"/>
                </a:cxn>
                <a:cxn ang="0">
                  <a:pos x="14" y="31"/>
                </a:cxn>
                <a:cxn ang="0">
                  <a:pos x="12" y="23"/>
                </a:cxn>
                <a:cxn ang="0">
                  <a:pos x="9" y="13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1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17"/>
                </a:cxn>
                <a:cxn ang="0">
                  <a:pos x="1" y="24"/>
                </a:cxn>
                <a:cxn ang="0">
                  <a:pos x="3" y="30"/>
                </a:cxn>
                <a:cxn ang="0">
                  <a:pos x="3" y="30"/>
                </a:cxn>
                <a:cxn ang="0">
                  <a:pos x="6" y="38"/>
                </a:cxn>
                <a:cxn ang="0">
                  <a:pos x="9" y="45"/>
                </a:cxn>
                <a:cxn ang="0">
                  <a:pos x="13" y="54"/>
                </a:cxn>
                <a:cxn ang="0">
                  <a:pos x="14" y="62"/>
                </a:cxn>
                <a:cxn ang="0">
                  <a:pos x="14" y="62"/>
                </a:cxn>
                <a:cxn ang="0">
                  <a:pos x="15" y="64"/>
                </a:cxn>
                <a:cxn ang="0">
                  <a:pos x="16" y="65"/>
                </a:cxn>
                <a:cxn ang="0">
                  <a:pos x="18" y="66"/>
                </a:cxn>
                <a:cxn ang="0">
                  <a:pos x="19" y="66"/>
                </a:cxn>
                <a:cxn ang="0">
                  <a:pos x="21" y="66"/>
                </a:cxn>
                <a:cxn ang="0">
                  <a:pos x="22" y="65"/>
                </a:cxn>
                <a:cxn ang="0">
                  <a:pos x="23" y="64"/>
                </a:cxn>
                <a:cxn ang="0">
                  <a:pos x="24" y="62"/>
                </a:cxn>
                <a:cxn ang="0">
                  <a:pos x="24" y="62"/>
                </a:cxn>
                <a:cxn ang="0">
                  <a:pos x="23" y="56"/>
                </a:cxn>
                <a:cxn ang="0">
                  <a:pos x="22" y="49"/>
                </a:cxn>
                <a:cxn ang="0">
                  <a:pos x="18" y="39"/>
                </a:cxn>
                <a:cxn ang="0">
                  <a:pos x="18" y="39"/>
                </a:cxn>
              </a:cxnLst>
              <a:rect l="0" t="0" r="r" b="b"/>
              <a:pathLst>
                <a:path w="24" h="66">
                  <a:moveTo>
                    <a:pt x="18" y="39"/>
                  </a:moveTo>
                  <a:lnTo>
                    <a:pt x="18" y="39"/>
                  </a:lnTo>
                  <a:lnTo>
                    <a:pt x="14" y="31"/>
                  </a:lnTo>
                  <a:lnTo>
                    <a:pt x="12" y="23"/>
                  </a:lnTo>
                  <a:lnTo>
                    <a:pt x="9" y="13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3"/>
                  </a:lnTo>
                  <a:lnTo>
                    <a:pt x="7" y="1"/>
                  </a:lnTo>
                  <a:lnTo>
                    <a:pt x="6" y="1"/>
                  </a:lnTo>
                  <a:lnTo>
                    <a:pt x="4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17"/>
                  </a:lnTo>
                  <a:lnTo>
                    <a:pt x="1" y="24"/>
                  </a:lnTo>
                  <a:lnTo>
                    <a:pt x="3" y="30"/>
                  </a:lnTo>
                  <a:lnTo>
                    <a:pt x="3" y="30"/>
                  </a:lnTo>
                  <a:lnTo>
                    <a:pt x="6" y="38"/>
                  </a:lnTo>
                  <a:lnTo>
                    <a:pt x="9" y="45"/>
                  </a:lnTo>
                  <a:lnTo>
                    <a:pt x="13" y="54"/>
                  </a:lnTo>
                  <a:lnTo>
                    <a:pt x="14" y="62"/>
                  </a:lnTo>
                  <a:lnTo>
                    <a:pt x="14" y="62"/>
                  </a:lnTo>
                  <a:lnTo>
                    <a:pt x="15" y="64"/>
                  </a:lnTo>
                  <a:lnTo>
                    <a:pt x="16" y="65"/>
                  </a:lnTo>
                  <a:lnTo>
                    <a:pt x="18" y="66"/>
                  </a:lnTo>
                  <a:lnTo>
                    <a:pt x="19" y="66"/>
                  </a:lnTo>
                  <a:lnTo>
                    <a:pt x="21" y="66"/>
                  </a:lnTo>
                  <a:lnTo>
                    <a:pt x="22" y="65"/>
                  </a:lnTo>
                  <a:lnTo>
                    <a:pt x="23" y="64"/>
                  </a:lnTo>
                  <a:lnTo>
                    <a:pt x="24" y="62"/>
                  </a:lnTo>
                  <a:lnTo>
                    <a:pt x="24" y="62"/>
                  </a:lnTo>
                  <a:lnTo>
                    <a:pt x="23" y="56"/>
                  </a:lnTo>
                  <a:lnTo>
                    <a:pt x="22" y="49"/>
                  </a:lnTo>
                  <a:lnTo>
                    <a:pt x="18" y="39"/>
                  </a:lnTo>
                  <a:lnTo>
                    <a:pt x="18" y="3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1" name="Freeform 197"/>
            <p:cNvSpPr/>
            <p:nvPr>
              <p:custDataLst>
                <p:tags r:id="rId37"/>
              </p:custDataLst>
            </p:nvPr>
          </p:nvSpPr>
          <p:spPr bwMode="auto">
            <a:xfrm>
              <a:off x="4710113" y="2759075"/>
              <a:ext cx="9525" cy="44450"/>
            </a:xfrm>
            <a:custGeom>
              <a:avLst/>
              <a:gdLst/>
              <a:ahLst/>
              <a:cxnLst>
                <a:cxn ang="0">
                  <a:pos x="10" y="4"/>
                </a:cxn>
                <a:cxn ang="0">
                  <a:pos x="10" y="4"/>
                </a:cxn>
                <a:cxn ang="0">
                  <a:pos x="10" y="2"/>
                </a:cxn>
                <a:cxn ang="0">
                  <a:pos x="9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24"/>
                </a:cxn>
                <a:cxn ang="0">
                  <a:pos x="3" y="44"/>
                </a:cxn>
                <a:cxn ang="0">
                  <a:pos x="6" y="63"/>
                </a:cxn>
                <a:cxn ang="0">
                  <a:pos x="10" y="82"/>
                </a:cxn>
                <a:cxn ang="0">
                  <a:pos x="10" y="82"/>
                </a:cxn>
                <a:cxn ang="0">
                  <a:pos x="11" y="84"/>
                </a:cxn>
                <a:cxn ang="0">
                  <a:pos x="12" y="85"/>
                </a:cxn>
                <a:cxn ang="0">
                  <a:pos x="14" y="85"/>
                </a:cxn>
                <a:cxn ang="0">
                  <a:pos x="16" y="85"/>
                </a:cxn>
                <a:cxn ang="0">
                  <a:pos x="17" y="84"/>
                </a:cxn>
                <a:cxn ang="0">
                  <a:pos x="18" y="83"/>
                </a:cxn>
                <a:cxn ang="0">
                  <a:pos x="19" y="82"/>
                </a:cxn>
                <a:cxn ang="0">
                  <a:pos x="19" y="80"/>
                </a:cxn>
                <a:cxn ang="0">
                  <a:pos x="19" y="80"/>
                </a:cxn>
                <a:cxn ang="0">
                  <a:pos x="16" y="61"/>
                </a:cxn>
                <a:cxn ang="0">
                  <a:pos x="13" y="43"/>
                </a:cxn>
                <a:cxn ang="0">
                  <a:pos x="11" y="24"/>
                </a:cxn>
                <a:cxn ang="0">
                  <a:pos x="10" y="4"/>
                </a:cxn>
                <a:cxn ang="0">
                  <a:pos x="10" y="4"/>
                </a:cxn>
              </a:cxnLst>
              <a:rect l="0" t="0" r="r" b="b"/>
              <a:pathLst>
                <a:path w="19" h="85">
                  <a:moveTo>
                    <a:pt x="10" y="4"/>
                  </a:moveTo>
                  <a:lnTo>
                    <a:pt x="10" y="4"/>
                  </a:lnTo>
                  <a:lnTo>
                    <a:pt x="10" y="2"/>
                  </a:lnTo>
                  <a:lnTo>
                    <a:pt x="9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24"/>
                  </a:lnTo>
                  <a:lnTo>
                    <a:pt x="3" y="44"/>
                  </a:lnTo>
                  <a:lnTo>
                    <a:pt x="6" y="63"/>
                  </a:lnTo>
                  <a:lnTo>
                    <a:pt x="10" y="82"/>
                  </a:lnTo>
                  <a:lnTo>
                    <a:pt x="10" y="82"/>
                  </a:lnTo>
                  <a:lnTo>
                    <a:pt x="11" y="84"/>
                  </a:lnTo>
                  <a:lnTo>
                    <a:pt x="12" y="85"/>
                  </a:lnTo>
                  <a:lnTo>
                    <a:pt x="14" y="85"/>
                  </a:lnTo>
                  <a:lnTo>
                    <a:pt x="16" y="85"/>
                  </a:lnTo>
                  <a:lnTo>
                    <a:pt x="17" y="84"/>
                  </a:lnTo>
                  <a:lnTo>
                    <a:pt x="18" y="83"/>
                  </a:lnTo>
                  <a:lnTo>
                    <a:pt x="19" y="82"/>
                  </a:lnTo>
                  <a:lnTo>
                    <a:pt x="19" y="80"/>
                  </a:lnTo>
                  <a:lnTo>
                    <a:pt x="19" y="80"/>
                  </a:lnTo>
                  <a:lnTo>
                    <a:pt x="16" y="61"/>
                  </a:lnTo>
                  <a:lnTo>
                    <a:pt x="13" y="43"/>
                  </a:lnTo>
                  <a:lnTo>
                    <a:pt x="11" y="24"/>
                  </a:lnTo>
                  <a:lnTo>
                    <a:pt x="10" y="4"/>
                  </a:lnTo>
                  <a:lnTo>
                    <a:pt x="1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2" name="Freeform 198"/>
            <p:cNvSpPr/>
            <p:nvPr>
              <p:custDataLst>
                <p:tags r:id="rId38"/>
              </p:custDataLst>
            </p:nvPr>
          </p:nvSpPr>
          <p:spPr bwMode="auto">
            <a:xfrm>
              <a:off x="4416425" y="2370138"/>
              <a:ext cx="15875" cy="106363"/>
            </a:xfrm>
            <a:custGeom>
              <a:avLst/>
              <a:gdLst/>
              <a:ahLst/>
              <a:cxnLst>
                <a:cxn ang="0">
                  <a:pos x="19" y="3"/>
                </a:cxn>
                <a:cxn ang="0">
                  <a:pos x="19" y="3"/>
                </a:cxn>
                <a:cxn ang="0">
                  <a:pos x="14" y="24"/>
                </a:cxn>
                <a:cxn ang="0">
                  <a:pos x="13" y="34"/>
                </a:cxn>
                <a:cxn ang="0">
                  <a:pos x="13" y="45"/>
                </a:cxn>
                <a:cxn ang="0">
                  <a:pos x="13" y="98"/>
                </a:cxn>
                <a:cxn ang="0">
                  <a:pos x="13" y="98"/>
                </a:cxn>
                <a:cxn ang="0">
                  <a:pos x="13" y="124"/>
                </a:cxn>
                <a:cxn ang="0">
                  <a:pos x="12" y="136"/>
                </a:cxn>
                <a:cxn ang="0">
                  <a:pos x="10" y="149"/>
                </a:cxn>
                <a:cxn ang="0">
                  <a:pos x="10" y="149"/>
                </a:cxn>
                <a:cxn ang="0">
                  <a:pos x="4" y="171"/>
                </a:cxn>
                <a:cxn ang="0">
                  <a:pos x="2" y="183"/>
                </a:cxn>
                <a:cxn ang="0">
                  <a:pos x="0" y="194"/>
                </a:cxn>
                <a:cxn ang="0">
                  <a:pos x="0" y="194"/>
                </a:cxn>
                <a:cxn ang="0">
                  <a:pos x="1" y="196"/>
                </a:cxn>
                <a:cxn ang="0">
                  <a:pos x="2" y="197"/>
                </a:cxn>
                <a:cxn ang="0">
                  <a:pos x="3" y="198"/>
                </a:cxn>
                <a:cxn ang="0">
                  <a:pos x="5" y="199"/>
                </a:cxn>
                <a:cxn ang="0">
                  <a:pos x="6" y="198"/>
                </a:cxn>
                <a:cxn ang="0">
                  <a:pos x="8" y="197"/>
                </a:cxn>
                <a:cxn ang="0">
                  <a:pos x="9" y="196"/>
                </a:cxn>
                <a:cxn ang="0">
                  <a:pos x="10" y="194"/>
                </a:cxn>
                <a:cxn ang="0">
                  <a:pos x="10" y="194"/>
                </a:cxn>
                <a:cxn ang="0">
                  <a:pos x="11" y="182"/>
                </a:cxn>
                <a:cxn ang="0">
                  <a:pos x="14" y="169"/>
                </a:cxn>
                <a:cxn ang="0">
                  <a:pos x="20" y="144"/>
                </a:cxn>
                <a:cxn ang="0">
                  <a:pos x="20" y="144"/>
                </a:cxn>
                <a:cxn ang="0">
                  <a:pos x="22" y="135"/>
                </a:cxn>
                <a:cxn ang="0">
                  <a:pos x="22" y="125"/>
                </a:cxn>
                <a:cxn ang="0">
                  <a:pos x="22" y="105"/>
                </a:cxn>
                <a:cxn ang="0">
                  <a:pos x="22" y="105"/>
                </a:cxn>
                <a:cxn ang="0">
                  <a:pos x="22" y="80"/>
                </a:cxn>
                <a:cxn ang="0">
                  <a:pos x="22" y="55"/>
                </a:cxn>
                <a:cxn ang="0">
                  <a:pos x="23" y="31"/>
                </a:cxn>
                <a:cxn ang="0">
                  <a:pos x="25" y="18"/>
                </a:cxn>
                <a:cxn ang="0">
                  <a:pos x="29" y="6"/>
                </a:cxn>
                <a:cxn ang="0">
                  <a:pos x="29" y="6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4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2"/>
                </a:cxn>
                <a:cxn ang="0">
                  <a:pos x="19" y="3"/>
                </a:cxn>
                <a:cxn ang="0">
                  <a:pos x="19" y="3"/>
                </a:cxn>
              </a:cxnLst>
              <a:rect l="0" t="0" r="r" b="b"/>
              <a:pathLst>
                <a:path w="29" h="199">
                  <a:moveTo>
                    <a:pt x="19" y="3"/>
                  </a:moveTo>
                  <a:lnTo>
                    <a:pt x="19" y="3"/>
                  </a:lnTo>
                  <a:lnTo>
                    <a:pt x="14" y="24"/>
                  </a:lnTo>
                  <a:lnTo>
                    <a:pt x="13" y="34"/>
                  </a:lnTo>
                  <a:lnTo>
                    <a:pt x="13" y="45"/>
                  </a:lnTo>
                  <a:lnTo>
                    <a:pt x="13" y="98"/>
                  </a:lnTo>
                  <a:lnTo>
                    <a:pt x="13" y="98"/>
                  </a:lnTo>
                  <a:lnTo>
                    <a:pt x="13" y="124"/>
                  </a:lnTo>
                  <a:lnTo>
                    <a:pt x="12" y="136"/>
                  </a:lnTo>
                  <a:lnTo>
                    <a:pt x="10" y="149"/>
                  </a:lnTo>
                  <a:lnTo>
                    <a:pt x="10" y="149"/>
                  </a:lnTo>
                  <a:lnTo>
                    <a:pt x="4" y="171"/>
                  </a:lnTo>
                  <a:lnTo>
                    <a:pt x="2" y="183"/>
                  </a:lnTo>
                  <a:lnTo>
                    <a:pt x="0" y="194"/>
                  </a:lnTo>
                  <a:lnTo>
                    <a:pt x="0" y="194"/>
                  </a:lnTo>
                  <a:lnTo>
                    <a:pt x="1" y="196"/>
                  </a:lnTo>
                  <a:lnTo>
                    <a:pt x="2" y="197"/>
                  </a:lnTo>
                  <a:lnTo>
                    <a:pt x="3" y="198"/>
                  </a:lnTo>
                  <a:lnTo>
                    <a:pt x="5" y="199"/>
                  </a:lnTo>
                  <a:lnTo>
                    <a:pt x="6" y="198"/>
                  </a:lnTo>
                  <a:lnTo>
                    <a:pt x="8" y="197"/>
                  </a:lnTo>
                  <a:lnTo>
                    <a:pt x="9" y="196"/>
                  </a:lnTo>
                  <a:lnTo>
                    <a:pt x="10" y="194"/>
                  </a:lnTo>
                  <a:lnTo>
                    <a:pt x="10" y="194"/>
                  </a:lnTo>
                  <a:lnTo>
                    <a:pt x="11" y="182"/>
                  </a:lnTo>
                  <a:lnTo>
                    <a:pt x="14" y="169"/>
                  </a:lnTo>
                  <a:lnTo>
                    <a:pt x="20" y="144"/>
                  </a:lnTo>
                  <a:lnTo>
                    <a:pt x="20" y="144"/>
                  </a:lnTo>
                  <a:lnTo>
                    <a:pt x="22" y="135"/>
                  </a:lnTo>
                  <a:lnTo>
                    <a:pt x="22" y="125"/>
                  </a:lnTo>
                  <a:lnTo>
                    <a:pt x="22" y="105"/>
                  </a:lnTo>
                  <a:lnTo>
                    <a:pt x="22" y="105"/>
                  </a:lnTo>
                  <a:lnTo>
                    <a:pt x="22" y="80"/>
                  </a:lnTo>
                  <a:lnTo>
                    <a:pt x="22" y="55"/>
                  </a:lnTo>
                  <a:lnTo>
                    <a:pt x="23" y="31"/>
                  </a:lnTo>
                  <a:lnTo>
                    <a:pt x="25" y="18"/>
                  </a:lnTo>
                  <a:lnTo>
                    <a:pt x="29" y="6"/>
                  </a:lnTo>
                  <a:lnTo>
                    <a:pt x="29" y="6"/>
                  </a:ln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2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3" name="Freeform 199"/>
            <p:cNvSpPr/>
            <p:nvPr>
              <p:custDataLst>
                <p:tags r:id="rId39"/>
              </p:custDataLst>
            </p:nvPr>
          </p:nvSpPr>
          <p:spPr bwMode="auto">
            <a:xfrm>
              <a:off x="4464050" y="2424113"/>
              <a:ext cx="19050" cy="88900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18" y="42"/>
                </a:cxn>
                <a:cxn ang="0">
                  <a:pos x="11" y="83"/>
                </a:cxn>
                <a:cxn ang="0">
                  <a:pos x="6" y="123"/>
                </a:cxn>
                <a:cxn ang="0">
                  <a:pos x="0" y="162"/>
                </a:cxn>
                <a:cxn ang="0">
                  <a:pos x="0" y="162"/>
                </a:cxn>
                <a:cxn ang="0">
                  <a:pos x="0" y="164"/>
                </a:cxn>
                <a:cxn ang="0">
                  <a:pos x="2" y="166"/>
                </a:cxn>
                <a:cxn ang="0">
                  <a:pos x="3" y="167"/>
                </a:cxn>
                <a:cxn ang="0">
                  <a:pos x="5" y="167"/>
                </a:cxn>
                <a:cxn ang="0">
                  <a:pos x="8" y="166"/>
                </a:cxn>
                <a:cxn ang="0">
                  <a:pos x="10" y="164"/>
                </a:cxn>
                <a:cxn ang="0">
                  <a:pos x="10" y="162"/>
                </a:cxn>
                <a:cxn ang="0">
                  <a:pos x="10" y="162"/>
                </a:cxn>
                <a:cxn ang="0">
                  <a:pos x="15" y="123"/>
                </a:cxn>
                <a:cxn ang="0">
                  <a:pos x="20" y="84"/>
                </a:cxn>
                <a:cxn ang="0">
                  <a:pos x="26" y="45"/>
                </a:cxn>
                <a:cxn ang="0">
                  <a:pos x="36" y="6"/>
                </a:cxn>
                <a:cxn ang="0">
                  <a:pos x="36" y="6"/>
                </a:cxn>
                <a:cxn ang="0">
                  <a:pos x="36" y="4"/>
                </a:cxn>
                <a:cxn ang="0">
                  <a:pos x="35" y="2"/>
                </a:cxn>
                <a:cxn ang="0">
                  <a:pos x="34" y="1"/>
                </a:cxn>
                <a:cxn ang="0">
                  <a:pos x="31" y="0"/>
                </a:cxn>
                <a:cxn ang="0">
                  <a:pos x="29" y="0"/>
                </a:cxn>
                <a:cxn ang="0">
                  <a:pos x="28" y="0"/>
                </a:cxn>
                <a:cxn ang="0">
                  <a:pos x="26" y="1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6" h="167">
                  <a:moveTo>
                    <a:pt x="26" y="3"/>
                  </a:moveTo>
                  <a:lnTo>
                    <a:pt x="26" y="3"/>
                  </a:lnTo>
                  <a:lnTo>
                    <a:pt x="18" y="42"/>
                  </a:lnTo>
                  <a:lnTo>
                    <a:pt x="11" y="83"/>
                  </a:lnTo>
                  <a:lnTo>
                    <a:pt x="6" y="123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0" y="164"/>
                  </a:lnTo>
                  <a:lnTo>
                    <a:pt x="2" y="166"/>
                  </a:lnTo>
                  <a:lnTo>
                    <a:pt x="3" y="167"/>
                  </a:lnTo>
                  <a:lnTo>
                    <a:pt x="5" y="167"/>
                  </a:lnTo>
                  <a:lnTo>
                    <a:pt x="8" y="166"/>
                  </a:lnTo>
                  <a:lnTo>
                    <a:pt x="10" y="164"/>
                  </a:lnTo>
                  <a:lnTo>
                    <a:pt x="10" y="162"/>
                  </a:lnTo>
                  <a:lnTo>
                    <a:pt x="10" y="162"/>
                  </a:lnTo>
                  <a:lnTo>
                    <a:pt x="15" y="123"/>
                  </a:lnTo>
                  <a:lnTo>
                    <a:pt x="20" y="84"/>
                  </a:lnTo>
                  <a:lnTo>
                    <a:pt x="26" y="45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36" y="4"/>
                  </a:lnTo>
                  <a:lnTo>
                    <a:pt x="35" y="2"/>
                  </a:lnTo>
                  <a:lnTo>
                    <a:pt x="34" y="1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8" y="0"/>
                  </a:lnTo>
                  <a:lnTo>
                    <a:pt x="26" y="1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4" name="Freeform 200"/>
            <p:cNvSpPr/>
            <p:nvPr>
              <p:custDataLst>
                <p:tags r:id="rId40"/>
              </p:custDataLst>
            </p:nvPr>
          </p:nvSpPr>
          <p:spPr bwMode="auto">
            <a:xfrm>
              <a:off x="4521200" y="2484438"/>
              <a:ext cx="17463" cy="95250"/>
            </a:xfrm>
            <a:custGeom>
              <a:avLst/>
              <a:gdLst/>
              <a:ahLst/>
              <a:cxnLst>
                <a:cxn ang="0">
                  <a:pos x="26" y="5"/>
                </a:cxn>
                <a:cxn ang="0">
                  <a:pos x="26" y="5"/>
                </a:cxn>
                <a:cxn ang="0">
                  <a:pos x="25" y="26"/>
                </a:cxn>
                <a:cxn ang="0">
                  <a:pos x="23" y="46"/>
                </a:cxn>
                <a:cxn ang="0">
                  <a:pos x="20" y="67"/>
                </a:cxn>
                <a:cxn ang="0">
                  <a:pos x="14" y="88"/>
                </a:cxn>
                <a:cxn ang="0">
                  <a:pos x="14" y="88"/>
                </a:cxn>
                <a:cxn ang="0">
                  <a:pos x="11" y="98"/>
                </a:cxn>
                <a:cxn ang="0">
                  <a:pos x="9" y="109"/>
                </a:cxn>
                <a:cxn ang="0">
                  <a:pos x="6" y="131"/>
                </a:cxn>
                <a:cxn ang="0">
                  <a:pos x="3" y="153"/>
                </a:cxn>
                <a:cxn ang="0">
                  <a:pos x="0" y="174"/>
                </a:cxn>
                <a:cxn ang="0">
                  <a:pos x="0" y="174"/>
                </a:cxn>
                <a:cxn ang="0">
                  <a:pos x="0" y="176"/>
                </a:cxn>
                <a:cxn ang="0">
                  <a:pos x="1" y="177"/>
                </a:cxn>
                <a:cxn ang="0">
                  <a:pos x="4" y="179"/>
                </a:cxn>
                <a:cxn ang="0">
                  <a:pos x="6" y="179"/>
                </a:cxn>
                <a:cxn ang="0">
                  <a:pos x="7" y="179"/>
                </a:cxn>
                <a:cxn ang="0">
                  <a:pos x="8" y="178"/>
                </a:cxn>
                <a:cxn ang="0">
                  <a:pos x="9" y="176"/>
                </a:cxn>
                <a:cxn ang="0">
                  <a:pos x="9" y="176"/>
                </a:cxn>
                <a:cxn ang="0">
                  <a:pos x="12" y="155"/>
                </a:cxn>
                <a:cxn ang="0">
                  <a:pos x="15" y="133"/>
                </a:cxn>
                <a:cxn ang="0">
                  <a:pos x="18" y="111"/>
                </a:cxn>
                <a:cxn ang="0">
                  <a:pos x="24" y="91"/>
                </a:cxn>
                <a:cxn ang="0">
                  <a:pos x="24" y="91"/>
                </a:cxn>
                <a:cxn ang="0">
                  <a:pos x="28" y="69"/>
                </a:cxn>
                <a:cxn ang="0">
                  <a:pos x="32" y="48"/>
                </a:cxn>
                <a:cxn ang="0">
                  <a:pos x="34" y="27"/>
                </a:cxn>
                <a:cxn ang="0">
                  <a:pos x="35" y="5"/>
                </a:cxn>
                <a:cxn ang="0">
                  <a:pos x="35" y="5"/>
                </a:cxn>
                <a:cxn ang="0">
                  <a:pos x="34" y="3"/>
                </a:cxn>
                <a:cxn ang="0">
                  <a:pos x="33" y="1"/>
                </a:cxn>
                <a:cxn ang="0">
                  <a:pos x="32" y="0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3"/>
                </a:cxn>
                <a:cxn ang="0">
                  <a:pos x="26" y="5"/>
                </a:cxn>
                <a:cxn ang="0">
                  <a:pos x="26" y="5"/>
                </a:cxn>
              </a:cxnLst>
              <a:rect l="0" t="0" r="r" b="b"/>
              <a:pathLst>
                <a:path w="35" h="179">
                  <a:moveTo>
                    <a:pt x="26" y="5"/>
                  </a:moveTo>
                  <a:lnTo>
                    <a:pt x="26" y="5"/>
                  </a:lnTo>
                  <a:lnTo>
                    <a:pt x="25" y="26"/>
                  </a:lnTo>
                  <a:lnTo>
                    <a:pt x="23" y="46"/>
                  </a:lnTo>
                  <a:lnTo>
                    <a:pt x="20" y="67"/>
                  </a:lnTo>
                  <a:lnTo>
                    <a:pt x="14" y="88"/>
                  </a:lnTo>
                  <a:lnTo>
                    <a:pt x="14" y="88"/>
                  </a:lnTo>
                  <a:lnTo>
                    <a:pt x="11" y="98"/>
                  </a:lnTo>
                  <a:lnTo>
                    <a:pt x="9" y="109"/>
                  </a:lnTo>
                  <a:lnTo>
                    <a:pt x="6" y="131"/>
                  </a:lnTo>
                  <a:lnTo>
                    <a:pt x="3" y="153"/>
                  </a:lnTo>
                  <a:lnTo>
                    <a:pt x="0" y="174"/>
                  </a:lnTo>
                  <a:lnTo>
                    <a:pt x="0" y="174"/>
                  </a:lnTo>
                  <a:lnTo>
                    <a:pt x="0" y="176"/>
                  </a:lnTo>
                  <a:lnTo>
                    <a:pt x="1" y="177"/>
                  </a:lnTo>
                  <a:lnTo>
                    <a:pt x="4" y="179"/>
                  </a:lnTo>
                  <a:lnTo>
                    <a:pt x="6" y="179"/>
                  </a:lnTo>
                  <a:lnTo>
                    <a:pt x="7" y="179"/>
                  </a:lnTo>
                  <a:lnTo>
                    <a:pt x="8" y="178"/>
                  </a:lnTo>
                  <a:lnTo>
                    <a:pt x="9" y="176"/>
                  </a:lnTo>
                  <a:lnTo>
                    <a:pt x="9" y="176"/>
                  </a:lnTo>
                  <a:lnTo>
                    <a:pt x="12" y="155"/>
                  </a:lnTo>
                  <a:lnTo>
                    <a:pt x="15" y="133"/>
                  </a:lnTo>
                  <a:lnTo>
                    <a:pt x="18" y="111"/>
                  </a:lnTo>
                  <a:lnTo>
                    <a:pt x="24" y="91"/>
                  </a:lnTo>
                  <a:lnTo>
                    <a:pt x="24" y="91"/>
                  </a:lnTo>
                  <a:lnTo>
                    <a:pt x="28" y="69"/>
                  </a:lnTo>
                  <a:lnTo>
                    <a:pt x="32" y="48"/>
                  </a:lnTo>
                  <a:lnTo>
                    <a:pt x="34" y="27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4" y="3"/>
                  </a:lnTo>
                  <a:lnTo>
                    <a:pt x="33" y="1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3"/>
                  </a:lnTo>
                  <a:lnTo>
                    <a:pt x="26" y="5"/>
                  </a:lnTo>
                  <a:lnTo>
                    <a:pt x="2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5" name="Freeform 201"/>
            <p:cNvSpPr/>
            <p:nvPr>
              <p:custDataLst>
                <p:tags r:id="rId41"/>
              </p:custDataLst>
            </p:nvPr>
          </p:nvSpPr>
          <p:spPr bwMode="auto">
            <a:xfrm>
              <a:off x="4570413" y="2508250"/>
              <a:ext cx="12700" cy="41275"/>
            </a:xfrm>
            <a:custGeom>
              <a:avLst/>
              <a:gdLst/>
              <a:ahLst/>
              <a:cxnLst>
                <a:cxn ang="0">
                  <a:pos x="12" y="3"/>
                </a:cxn>
                <a:cxn ang="0">
                  <a:pos x="12" y="3"/>
                </a:cxn>
                <a:cxn ang="0">
                  <a:pos x="8" y="21"/>
                </a:cxn>
                <a:cxn ang="0">
                  <a:pos x="6" y="38"/>
                </a:cxn>
                <a:cxn ang="0">
                  <a:pos x="3" y="56"/>
                </a:cxn>
                <a:cxn ang="0">
                  <a:pos x="0" y="73"/>
                </a:cxn>
                <a:cxn ang="0">
                  <a:pos x="0" y="73"/>
                </a:cxn>
                <a:cxn ang="0">
                  <a:pos x="0" y="76"/>
                </a:cxn>
                <a:cxn ang="0">
                  <a:pos x="1" y="77"/>
                </a:cxn>
                <a:cxn ang="0">
                  <a:pos x="2" y="78"/>
                </a:cxn>
                <a:cxn ang="0">
                  <a:pos x="3" y="79"/>
                </a:cxn>
                <a:cxn ang="0">
                  <a:pos x="5" y="79"/>
                </a:cxn>
                <a:cxn ang="0">
                  <a:pos x="7" y="79"/>
                </a:cxn>
                <a:cxn ang="0">
                  <a:pos x="8" y="78"/>
                </a:cxn>
                <a:cxn ang="0">
                  <a:pos x="9" y="76"/>
                </a:cxn>
                <a:cxn ang="0">
                  <a:pos x="9" y="76"/>
                </a:cxn>
                <a:cxn ang="0">
                  <a:pos x="12" y="58"/>
                </a:cxn>
                <a:cxn ang="0">
                  <a:pos x="14" y="40"/>
                </a:cxn>
                <a:cxn ang="0">
                  <a:pos x="17" y="23"/>
                </a:cxn>
                <a:cxn ang="0">
                  <a:pos x="22" y="6"/>
                </a:cxn>
                <a:cxn ang="0">
                  <a:pos x="22" y="6"/>
                </a:cxn>
                <a:cxn ang="0">
                  <a:pos x="22" y="4"/>
                </a:cxn>
                <a:cxn ang="0">
                  <a:pos x="22" y="2"/>
                </a:cxn>
                <a:cxn ang="0">
                  <a:pos x="21" y="1"/>
                </a:cxn>
                <a:cxn ang="0">
                  <a:pos x="19" y="0"/>
                </a:cxn>
                <a:cxn ang="0">
                  <a:pos x="16" y="0"/>
                </a:cxn>
                <a:cxn ang="0">
                  <a:pos x="15" y="0"/>
                </a:cxn>
                <a:cxn ang="0">
                  <a:pos x="13" y="1"/>
                </a:cxn>
                <a:cxn ang="0">
                  <a:pos x="12" y="3"/>
                </a:cxn>
                <a:cxn ang="0">
                  <a:pos x="12" y="3"/>
                </a:cxn>
              </a:cxnLst>
              <a:rect l="0" t="0" r="r" b="b"/>
              <a:pathLst>
                <a:path w="22" h="79">
                  <a:moveTo>
                    <a:pt x="12" y="3"/>
                  </a:moveTo>
                  <a:lnTo>
                    <a:pt x="12" y="3"/>
                  </a:lnTo>
                  <a:lnTo>
                    <a:pt x="8" y="21"/>
                  </a:lnTo>
                  <a:lnTo>
                    <a:pt x="6" y="38"/>
                  </a:lnTo>
                  <a:lnTo>
                    <a:pt x="3" y="56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0" y="76"/>
                  </a:lnTo>
                  <a:lnTo>
                    <a:pt x="1" y="77"/>
                  </a:lnTo>
                  <a:lnTo>
                    <a:pt x="2" y="78"/>
                  </a:lnTo>
                  <a:lnTo>
                    <a:pt x="3" y="79"/>
                  </a:lnTo>
                  <a:lnTo>
                    <a:pt x="5" y="79"/>
                  </a:lnTo>
                  <a:lnTo>
                    <a:pt x="7" y="79"/>
                  </a:lnTo>
                  <a:lnTo>
                    <a:pt x="8" y="78"/>
                  </a:lnTo>
                  <a:lnTo>
                    <a:pt x="9" y="76"/>
                  </a:lnTo>
                  <a:lnTo>
                    <a:pt x="9" y="76"/>
                  </a:lnTo>
                  <a:lnTo>
                    <a:pt x="12" y="58"/>
                  </a:lnTo>
                  <a:lnTo>
                    <a:pt x="14" y="40"/>
                  </a:lnTo>
                  <a:lnTo>
                    <a:pt x="17" y="23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2" y="4"/>
                  </a:lnTo>
                  <a:lnTo>
                    <a:pt x="22" y="2"/>
                  </a:lnTo>
                  <a:lnTo>
                    <a:pt x="21" y="1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5" y="0"/>
                  </a:lnTo>
                  <a:lnTo>
                    <a:pt x="13" y="1"/>
                  </a:lnTo>
                  <a:lnTo>
                    <a:pt x="12" y="3"/>
                  </a:lnTo>
                  <a:lnTo>
                    <a:pt x="12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6" name="Freeform 202"/>
            <p:cNvSpPr/>
            <p:nvPr>
              <p:custDataLst>
                <p:tags r:id="rId42"/>
              </p:custDataLst>
            </p:nvPr>
          </p:nvSpPr>
          <p:spPr bwMode="auto">
            <a:xfrm>
              <a:off x="4603750" y="2557463"/>
              <a:ext cx="15875" cy="46038"/>
            </a:xfrm>
            <a:custGeom>
              <a:avLst/>
              <a:gdLst/>
              <a:ahLst/>
              <a:cxnLst>
                <a:cxn ang="0">
                  <a:pos x="20" y="3"/>
                </a:cxn>
                <a:cxn ang="0">
                  <a:pos x="20" y="3"/>
                </a:cxn>
                <a:cxn ang="0">
                  <a:pos x="0" y="79"/>
                </a:cxn>
                <a:cxn ang="0">
                  <a:pos x="0" y="79"/>
                </a:cxn>
                <a:cxn ang="0">
                  <a:pos x="0" y="81"/>
                </a:cxn>
                <a:cxn ang="0">
                  <a:pos x="1" y="83"/>
                </a:cxn>
                <a:cxn ang="0">
                  <a:pos x="2" y="84"/>
                </a:cxn>
                <a:cxn ang="0">
                  <a:pos x="4" y="85"/>
                </a:cxn>
                <a:cxn ang="0">
                  <a:pos x="5" y="85"/>
                </a:cxn>
                <a:cxn ang="0">
                  <a:pos x="7" y="85"/>
                </a:cxn>
                <a:cxn ang="0">
                  <a:pos x="8" y="84"/>
                </a:cxn>
                <a:cxn ang="0">
                  <a:pos x="9" y="82"/>
                </a:cxn>
                <a:cxn ang="0">
                  <a:pos x="9" y="82"/>
                </a:cxn>
                <a:cxn ang="0">
                  <a:pos x="28" y="5"/>
                </a:cxn>
                <a:cxn ang="0">
                  <a:pos x="28" y="5"/>
                </a:cxn>
                <a:cxn ang="0">
                  <a:pos x="29" y="3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2" y="0"/>
                </a:cxn>
                <a:cxn ang="0">
                  <a:pos x="20" y="1"/>
                </a:cxn>
                <a:cxn ang="0">
                  <a:pos x="20" y="3"/>
                </a:cxn>
                <a:cxn ang="0">
                  <a:pos x="20" y="3"/>
                </a:cxn>
              </a:cxnLst>
              <a:rect l="0" t="0" r="r" b="b"/>
              <a:pathLst>
                <a:path w="29" h="85">
                  <a:moveTo>
                    <a:pt x="20" y="3"/>
                  </a:moveTo>
                  <a:lnTo>
                    <a:pt x="20" y="3"/>
                  </a:lnTo>
                  <a:lnTo>
                    <a:pt x="0" y="79"/>
                  </a:lnTo>
                  <a:lnTo>
                    <a:pt x="0" y="79"/>
                  </a:lnTo>
                  <a:lnTo>
                    <a:pt x="0" y="81"/>
                  </a:lnTo>
                  <a:lnTo>
                    <a:pt x="1" y="83"/>
                  </a:lnTo>
                  <a:lnTo>
                    <a:pt x="2" y="84"/>
                  </a:lnTo>
                  <a:lnTo>
                    <a:pt x="4" y="85"/>
                  </a:lnTo>
                  <a:lnTo>
                    <a:pt x="5" y="85"/>
                  </a:lnTo>
                  <a:lnTo>
                    <a:pt x="7" y="85"/>
                  </a:lnTo>
                  <a:lnTo>
                    <a:pt x="8" y="84"/>
                  </a:lnTo>
                  <a:lnTo>
                    <a:pt x="9" y="82"/>
                  </a:lnTo>
                  <a:lnTo>
                    <a:pt x="9" y="82"/>
                  </a:lnTo>
                  <a:lnTo>
                    <a:pt x="28" y="5"/>
                  </a:lnTo>
                  <a:lnTo>
                    <a:pt x="28" y="5"/>
                  </a:lnTo>
                  <a:lnTo>
                    <a:pt x="29" y="3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2" y="0"/>
                  </a:lnTo>
                  <a:lnTo>
                    <a:pt x="20" y="1"/>
                  </a:lnTo>
                  <a:lnTo>
                    <a:pt x="20" y="3"/>
                  </a:lnTo>
                  <a:lnTo>
                    <a:pt x="20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7" name="Freeform 203"/>
            <p:cNvSpPr/>
            <p:nvPr>
              <p:custDataLst>
                <p:tags r:id="rId43"/>
              </p:custDataLst>
            </p:nvPr>
          </p:nvSpPr>
          <p:spPr bwMode="auto">
            <a:xfrm>
              <a:off x="4687888" y="2668588"/>
              <a:ext cx="15875" cy="61913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19" y="4"/>
                </a:cxn>
                <a:cxn ang="0">
                  <a:pos x="19" y="12"/>
                </a:cxn>
                <a:cxn ang="0">
                  <a:pos x="17" y="19"/>
                </a:cxn>
                <a:cxn ang="0">
                  <a:pos x="12" y="35"/>
                </a:cxn>
                <a:cxn ang="0">
                  <a:pos x="8" y="50"/>
                </a:cxn>
                <a:cxn ang="0">
                  <a:pos x="7" y="58"/>
                </a:cxn>
                <a:cxn ang="0">
                  <a:pos x="6" y="65"/>
                </a:cxn>
                <a:cxn ang="0">
                  <a:pos x="6" y="65"/>
                </a:cxn>
                <a:cxn ang="0">
                  <a:pos x="6" y="76"/>
                </a:cxn>
                <a:cxn ang="0">
                  <a:pos x="5" y="89"/>
                </a:cxn>
                <a:cxn ang="0">
                  <a:pos x="4" y="99"/>
                </a:cxn>
                <a:cxn ang="0">
                  <a:pos x="0" y="110"/>
                </a:cxn>
                <a:cxn ang="0">
                  <a:pos x="0" y="110"/>
                </a:cxn>
                <a:cxn ang="0">
                  <a:pos x="0" y="112"/>
                </a:cxn>
                <a:cxn ang="0">
                  <a:pos x="0" y="113"/>
                </a:cxn>
                <a:cxn ang="0">
                  <a:pos x="1" y="116"/>
                </a:cxn>
                <a:cxn ang="0">
                  <a:pos x="3" y="116"/>
                </a:cxn>
                <a:cxn ang="0">
                  <a:pos x="6" y="116"/>
                </a:cxn>
                <a:cxn ang="0">
                  <a:pos x="8" y="114"/>
                </a:cxn>
                <a:cxn ang="0">
                  <a:pos x="9" y="112"/>
                </a:cxn>
                <a:cxn ang="0">
                  <a:pos x="9" y="112"/>
                </a:cxn>
                <a:cxn ang="0">
                  <a:pos x="12" y="102"/>
                </a:cxn>
                <a:cxn ang="0">
                  <a:pos x="14" y="92"/>
                </a:cxn>
                <a:cxn ang="0">
                  <a:pos x="15" y="80"/>
                </a:cxn>
                <a:cxn ang="0">
                  <a:pos x="15" y="70"/>
                </a:cxn>
                <a:cxn ang="0">
                  <a:pos x="15" y="70"/>
                </a:cxn>
                <a:cxn ang="0">
                  <a:pos x="17" y="62"/>
                </a:cxn>
                <a:cxn ang="0">
                  <a:pos x="18" y="54"/>
                </a:cxn>
                <a:cxn ang="0">
                  <a:pos x="22" y="37"/>
                </a:cxn>
                <a:cxn ang="0">
                  <a:pos x="26" y="20"/>
                </a:cxn>
                <a:cxn ang="0">
                  <a:pos x="28" y="12"/>
                </a:cxn>
                <a:cxn ang="0">
                  <a:pos x="29" y="4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21" y="1"/>
                </a:cxn>
                <a:cxn ang="0">
                  <a:pos x="20" y="2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29" h="116">
                  <a:moveTo>
                    <a:pt x="19" y="4"/>
                  </a:moveTo>
                  <a:lnTo>
                    <a:pt x="19" y="4"/>
                  </a:lnTo>
                  <a:lnTo>
                    <a:pt x="19" y="12"/>
                  </a:lnTo>
                  <a:lnTo>
                    <a:pt x="17" y="19"/>
                  </a:lnTo>
                  <a:lnTo>
                    <a:pt x="12" y="35"/>
                  </a:lnTo>
                  <a:lnTo>
                    <a:pt x="8" y="50"/>
                  </a:lnTo>
                  <a:lnTo>
                    <a:pt x="7" y="58"/>
                  </a:lnTo>
                  <a:lnTo>
                    <a:pt x="6" y="65"/>
                  </a:lnTo>
                  <a:lnTo>
                    <a:pt x="6" y="65"/>
                  </a:lnTo>
                  <a:lnTo>
                    <a:pt x="6" y="76"/>
                  </a:lnTo>
                  <a:lnTo>
                    <a:pt x="5" y="89"/>
                  </a:lnTo>
                  <a:lnTo>
                    <a:pt x="4" y="99"/>
                  </a:lnTo>
                  <a:lnTo>
                    <a:pt x="0" y="110"/>
                  </a:lnTo>
                  <a:lnTo>
                    <a:pt x="0" y="110"/>
                  </a:lnTo>
                  <a:lnTo>
                    <a:pt x="0" y="112"/>
                  </a:lnTo>
                  <a:lnTo>
                    <a:pt x="0" y="113"/>
                  </a:lnTo>
                  <a:lnTo>
                    <a:pt x="1" y="116"/>
                  </a:lnTo>
                  <a:lnTo>
                    <a:pt x="3" y="116"/>
                  </a:lnTo>
                  <a:lnTo>
                    <a:pt x="6" y="116"/>
                  </a:lnTo>
                  <a:lnTo>
                    <a:pt x="8" y="114"/>
                  </a:lnTo>
                  <a:lnTo>
                    <a:pt x="9" y="112"/>
                  </a:lnTo>
                  <a:lnTo>
                    <a:pt x="9" y="112"/>
                  </a:lnTo>
                  <a:lnTo>
                    <a:pt x="12" y="102"/>
                  </a:lnTo>
                  <a:lnTo>
                    <a:pt x="14" y="92"/>
                  </a:lnTo>
                  <a:lnTo>
                    <a:pt x="15" y="80"/>
                  </a:lnTo>
                  <a:lnTo>
                    <a:pt x="15" y="70"/>
                  </a:lnTo>
                  <a:lnTo>
                    <a:pt x="15" y="70"/>
                  </a:lnTo>
                  <a:lnTo>
                    <a:pt x="17" y="62"/>
                  </a:lnTo>
                  <a:lnTo>
                    <a:pt x="18" y="54"/>
                  </a:lnTo>
                  <a:lnTo>
                    <a:pt x="22" y="37"/>
                  </a:lnTo>
                  <a:lnTo>
                    <a:pt x="26" y="20"/>
                  </a:lnTo>
                  <a:lnTo>
                    <a:pt x="28" y="1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1"/>
                  </a:lnTo>
                  <a:lnTo>
                    <a:pt x="20" y="2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8" name="Freeform 204"/>
            <p:cNvSpPr/>
            <p:nvPr>
              <p:custDataLst>
                <p:tags r:id="rId44"/>
              </p:custDataLst>
            </p:nvPr>
          </p:nvSpPr>
          <p:spPr bwMode="auto">
            <a:xfrm>
              <a:off x="4714875" y="2657475"/>
              <a:ext cx="11113" cy="61913"/>
            </a:xfrm>
            <a:custGeom>
              <a:avLst/>
              <a:gdLst/>
              <a:ahLst/>
              <a:cxnLst>
                <a:cxn ang="0">
                  <a:pos x="12" y="5"/>
                </a:cxn>
                <a:cxn ang="0">
                  <a:pos x="12" y="5"/>
                </a:cxn>
                <a:cxn ang="0">
                  <a:pos x="10" y="32"/>
                </a:cxn>
                <a:cxn ang="0">
                  <a:pos x="6" y="59"/>
                </a:cxn>
                <a:cxn ang="0">
                  <a:pos x="2" y="86"/>
                </a:cxn>
                <a:cxn ang="0">
                  <a:pos x="0" y="113"/>
                </a:cxn>
                <a:cxn ang="0">
                  <a:pos x="0" y="113"/>
                </a:cxn>
                <a:cxn ang="0">
                  <a:pos x="0" y="115"/>
                </a:cxn>
                <a:cxn ang="0">
                  <a:pos x="1" y="116"/>
                </a:cxn>
                <a:cxn ang="0">
                  <a:pos x="3" y="117"/>
                </a:cxn>
                <a:cxn ang="0">
                  <a:pos x="4" y="117"/>
                </a:cxn>
                <a:cxn ang="0">
                  <a:pos x="6" y="117"/>
                </a:cxn>
                <a:cxn ang="0">
                  <a:pos x="8" y="116"/>
                </a:cxn>
                <a:cxn ang="0">
                  <a:pos x="9" y="115"/>
                </a:cxn>
                <a:cxn ang="0">
                  <a:pos x="9" y="113"/>
                </a:cxn>
                <a:cxn ang="0">
                  <a:pos x="9" y="113"/>
                </a:cxn>
                <a:cxn ang="0">
                  <a:pos x="11" y="86"/>
                </a:cxn>
                <a:cxn ang="0">
                  <a:pos x="15" y="59"/>
                </a:cxn>
                <a:cxn ang="0">
                  <a:pos x="19" y="32"/>
                </a:cxn>
                <a:cxn ang="0">
                  <a:pos x="21" y="5"/>
                </a:cxn>
                <a:cxn ang="0">
                  <a:pos x="21" y="5"/>
                </a:cxn>
                <a:cxn ang="0">
                  <a:pos x="21" y="3"/>
                </a:cxn>
                <a:cxn ang="0">
                  <a:pos x="20" y="2"/>
                </a:cxn>
                <a:cxn ang="0">
                  <a:pos x="19" y="1"/>
                </a:cxn>
                <a:cxn ang="0">
                  <a:pos x="17" y="0"/>
                </a:cxn>
                <a:cxn ang="0">
                  <a:pos x="15" y="1"/>
                </a:cxn>
                <a:cxn ang="0">
                  <a:pos x="14" y="2"/>
                </a:cxn>
                <a:cxn ang="0">
                  <a:pos x="13" y="3"/>
                </a:cxn>
                <a:cxn ang="0">
                  <a:pos x="12" y="5"/>
                </a:cxn>
                <a:cxn ang="0">
                  <a:pos x="12" y="5"/>
                </a:cxn>
              </a:cxnLst>
              <a:rect l="0" t="0" r="r" b="b"/>
              <a:pathLst>
                <a:path w="21" h="117">
                  <a:moveTo>
                    <a:pt x="12" y="5"/>
                  </a:moveTo>
                  <a:lnTo>
                    <a:pt x="12" y="5"/>
                  </a:lnTo>
                  <a:lnTo>
                    <a:pt x="10" y="32"/>
                  </a:lnTo>
                  <a:lnTo>
                    <a:pt x="6" y="59"/>
                  </a:lnTo>
                  <a:lnTo>
                    <a:pt x="2" y="86"/>
                  </a:lnTo>
                  <a:lnTo>
                    <a:pt x="0" y="113"/>
                  </a:lnTo>
                  <a:lnTo>
                    <a:pt x="0" y="113"/>
                  </a:lnTo>
                  <a:lnTo>
                    <a:pt x="0" y="115"/>
                  </a:lnTo>
                  <a:lnTo>
                    <a:pt x="1" y="116"/>
                  </a:lnTo>
                  <a:lnTo>
                    <a:pt x="3" y="117"/>
                  </a:lnTo>
                  <a:lnTo>
                    <a:pt x="4" y="117"/>
                  </a:lnTo>
                  <a:lnTo>
                    <a:pt x="6" y="117"/>
                  </a:lnTo>
                  <a:lnTo>
                    <a:pt x="8" y="116"/>
                  </a:lnTo>
                  <a:lnTo>
                    <a:pt x="9" y="115"/>
                  </a:lnTo>
                  <a:lnTo>
                    <a:pt x="9" y="113"/>
                  </a:lnTo>
                  <a:lnTo>
                    <a:pt x="9" y="113"/>
                  </a:lnTo>
                  <a:lnTo>
                    <a:pt x="11" y="86"/>
                  </a:lnTo>
                  <a:lnTo>
                    <a:pt x="15" y="59"/>
                  </a:lnTo>
                  <a:lnTo>
                    <a:pt x="19" y="32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20" y="2"/>
                  </a:lnTo>
                  <a:lnTo>
                    <a:pt x="19" y="1"/>
                  </a:lnTo>
                  <a:lnTo>
                    <a:pt x="17" y="0"/>
                  </a:lnTo>
                  <a:lnTo>
                    <a:pt x="15" y="1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2" y="5"/>
                  </a:lnTo>
                  <a:lnTo>
                    <a:pt x="12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0" name="Freeform 206"/>
            <p:cNvSpPr>
              <a:spLocks noEditPoints="1"/>
            </p:cNvSpPr>
            <p:nvPr>
              <p:custDataLst>
                <p:tags r:id="rId45"/>
              </p:custDataLst>
            </p:nvPr>
          </p:nvSpPr>
          <p:spPr bwMode="auto">
            <a:xfrm>
              <a:off x="4249738" y="2249488"/>
              <a:ext cx="555625" cy="574675"/>
            </a:xfrm>
            <a:custGeom>
              <a:avLst/>
              <a:gdLst/>
              <a:ahLst/>
              <a:cxnLst>
                <a:cxn ang="0">
                  <a:pos x="817" y="1056"/>
                </a:cxn>
                <a:cxn ang="0">
                  <a:pos x="716" y="1035"/>
                </a:cxn>
                <a:cxn ang="0">
                  <a:pos x="659" y="1016"/>
                </a:cxn>
                <a:cxn ang="0">
                  <a:pos x="645" y="1010"/>
                </a:cxn>
                <a:cxn ang="0">
                  <a:pos x="623" y="986"/>
                </a:cxn>
                <a:cxn ang="0">
                  <a:pos x="608" y="970"/>
                </a:cxn>
                <a:cxn ang="0">
                  <a:pos x="577" y="929"/>
                </a:cxn>
                <a:cxn ang="0">
                  <a:pos x="513" y="864"/>
                </a:cxn>
                <a:cxn ang="0">
                  <a:pos x="403" y="767"/>
                </a:cxn>
                <a:cxn ang="0">
                  <a:pos x="307" y="683"/>
                </a:cxn>
                <a:cxn ang="0">
                  <a:pos x="222" y="574"/>
                </a:cxn>
                <a:cxn ang="0">
                  <a:pos x="139" y="472"/>
                </a:cxn>
                <a:cxn ang="0">
                  <a:pos x="97" y="439"/>
                </a:cxn>
                <a:cxn ang="0">
                  <a:pos x="31" y="360"/>
                </a:cxn>
                <a:cxn ang="0">
                  <a:pos x="27" y="300"/>
                </a:cxn>
                <a:cxn ang="0">
                  <a:pos x="84" y="371"/>
                </a:cxn>
                <a:cxn ang="0">
                  <a:pos x="141" y="426"/>
                </a:cxn>
                <a:cxn ang="0">
                  <a:pos x="208" y="491"/>
                </a:cxn>
                <a:cxn ang="0">
                  <a:pos x="305" y="624"/>
                </a:cxn>
                <a:cxn ang="0">
                  <a:pos x="398" y="714"/>
                </a:cxn>
                <a:cxn ang="0">
                  <a:pos x="481" y="790"/>
                </a:cxn>
                <a:cxn ang="0">
                  <a:pos x="571" y="872"/>
                </a:cxn>
                <a:cxn ang="0">
                  <a:pos x="646" y="943"/>
                </a:cxn>
                <a:cxn ang="0">
                  <a:pos x="724" y="871"/>
                </a:cxn>
                <a:cxn ang="0">
                  <a:pos x="843" y="787"/>
                </a:cxn>
                <a:cxn ang="0">
                  <a:pos x="981" y="693"/>
                </a:cxn>
                <a:cxn ang="0">
                  <a:pos x="917" y="620"/>
                </a:cxn>
                <a:cxn ang="0">
                  <a:pos x="751" y="446"/>
                </a:cxn>
                <a:cxn ang="0">
                  <a:pos x="583" y="291"/>
                </a:cxn>
                <a:cxn ang="0">
                  <a:pos x="501" y="195"/>
                </a:cxn>
                <a:cxn ang="0">
                  <a:pos x="431" y="116"/>
                </a:cxn>
                <a:cxn ang="0">
                  <a:pos x="378" y="54"/>
                </a:cxn>
                <a:cxn ang="0">
                  <a:pos x="377" y="0"/>
                </a:cxn>
                <a:cxn ang="0">
                  <a:pos x="496" y="134"/>
                </a:cxn>
                <a:cxn ang="0">
                  <a:pos x="631" y="290"/>
                </a:cxn>
                <a:cxn ang="0">
                  <a:pos x="729" y="380"/>
                </a:cxn>
                <a:cxn ang="0">
                  <a:pos x="900" y="546"/>
                </a:cxn>
                <a:cxn ang="0">
                  <a:pos x="980" y="641"/>
                </a:cxn>
                <a:cxn ang="0">
                  <a:pos x="1020" y="678"/>
                </a:cxn>
                <a:cxn ang="0">
                  <a:pos x="1032" y="689"/>
                </a:cxn>
                <a:cxn ang="0">
                  <a:pos x="1037" y="700"/>
                </a:cxn>
                <a:cxn ang="0">
                  <a:pos x="1051" y="800"/>
                </a:cxn>
                <a:cxn ang="0">
                  <a:pos x="1037" y="911"/>
                </a:cxn>
                <a:cxn ang="0">
                  <a:pos x="1029" y="991"/>
                </a:cxn>
                <a:cxn ang="0">
                  <a:pos x="1023" y="1039"/>
                </a:cxn>
                <a:cxn ang="0">
                  <a:pos x="1016" y="1079"/>
                </a:cxn>
                <a:cxn ang="0">
                  <a:pos x="1002" y="1088"/>
                </a:cxn>
                <a:cxn ang="0">
                  <a:pos x="996" y="1087"/>
                </a:cxn>
                <a:cxn ang="0">
                  <a:pos x="954" y="761"/>
                </a:cxn>
                <a:cxn ang="0">
                  <a:pos x="842" y="830"/>
                </a:cxn>
                <a:cxn ang="0">
                  <a:pos x="729" y="917"/>
                </a:cxn>
                <a:cxn ang="0">
                  <a:pos x="672" y="967"/>
                </a:cxn>
                <a:cxn ang="0">
                  <a:pos x="699" y="991"/>
                </a:cxn>
                <a:cxn ang="0">
                  <a:pos x="772" y="1010"/>
                </a:cxn>
                <a:cxn ang="0">
                  <a:pos x="941" y="1046"/>
                </a:cxn>
                <a:cxn ang="0">
                  <a:pos x="989" y="1039"/>
                </a:cxn>
                <a:cxn ang="0">
                  <a:pos x="990" y="1018"/>
                </a:cxn>
                <a:cxn ang="0">
                  <a:pos x="995" y="957"/>
                </a:cxn>
                <a:cxn ang="0">
                  <a:pos x="1010" y="856"/>
                </a:cxn>
                <a:cxn ang="0">
                  <a:pos x="1010" y="734"/>
                </a:cxn>
              </a:cxnLst>
              <a:rect l="0" t="0" r="r" b="b"/>
              <a:pathLst>
                <a:path w="1051" h="1088">
                  <a:moveTo>
                    <a:pt x="991" y="1088"/>
                  </a:moveTo>
                  <a:lnTo>
                    <a:pt x="991" y="1088"/>
                  </a:lnTo>
                  <a:lnTo>
                    <a:pt x="952" y="1084"/>
                  </a:lnTo>
                  <a:lnTo>
                    <a:pt x="911" y="1078"/>
                  </a:lnTo>
                  <a:lnTo>
                    <a:pt x="866" y="1069"/>
                  </a:lnTo>
                  <a:lnTo>
                    <a:pt x="817" y="1056"/>
                  </a:lnTo>
                  <a:lnTo>
                    <a:pt x="817" y="1056"/>
                  </a:lnTo>
                  <a:lnTo>
                    <a:pt x="773" y="1046"/>
                  </a:lnTo>
                  <a:lnTo>
                    <a:pt x="751" y="1041"/>
                  </a:lnTo>
                  <a:lnTo>
                    <a:pt x="728" y="1037"/>
                  </a:lnTo>
                  <a:lnTo>
                    <a:pt x="728" y="1037"/>
                  </a:lnTo>
                  <a:lnTo>
                    <a:pt x="716" y="1035"/>
                  </a:lnTo>
                  <a:lnTo>
                    <a:pt x="706" y="1031"/>
                  </a:lnTo>
                  <a:lnTo>
                    <a:pt x="686" y="1025"/>
                  </a:lnTo>
                  <a:lnTo>
                    <a:pt x="686" y="1025"/>
                  </a:lnTo>
                  <a:lnTo>
                    <a:pt x="673" y="1020"/>
                  </a:lnTo>
                  <a:lnTo>
                    <a:pt x="659" y="1016"/>
                  </a:lnTo>
                  <a:lnTo>
                    <a:pt x="659" y="1016"/>
                  </a:lnTo>
                  <a:lnTo>
                    <a:pt x="654" y="1015"/>
                  </a:lnTo>
                  <a:lnTo>
                    <a:pt x="651" y="1013"/>
                  </a:lnTo>
                  <a:lnTo>
                    <a:pt x="650" y="1012"/>
                  </a:lnTo>
                  <a:lnTo>
                    <a:pt x="649" y="1011"/>
                  </a:lnTo>
                  <a:lnTo>
                    <a:pt x="649" y="1011"/>
                  </a:lnTo>
                  <a:lnTo>
                    <a:pt x="645" y="1010"/>
                  </a:lnTo>
                  <a:lnTo>
                    <a:pt x="645" y="1010"/>
                  </a:lnTo>
                  <a:lnTo>
                    <a:pt x="640" y="1006"/>
                  </a:lnTo>
                  <a:lnTo>
                    <a:pt x="635" y="1001"/>
                  </a:lnTo>
                  <a:lnTo>
                    <a:pt x="628" y="991"/>
                  </a:lnTo>
                  <a:lnTo>
                    <a:pt x="623" y="986"/>
                  </a:lnTo>
                  <a:lnTo>
                    <a:pt x="623" y="986"/>
                  </a:lnTo>
                  <a:lnTo>
                    <a:pt x="620" y="983"/>
                  </a:lnTo>
                  <a:lnTo>
                    <a:pt x="619" y="982"/>
                  </a:lnTo>
                  <a:lnTo>
                    <a:pt x="619" y="982"/>
                  </a:lnTo>
                  <a:lnTo>
                    <a:pt x="614" y="979"/>
                  </a:lnTo>
                  <a:lnTo>
                    <a:pt x="611" y="976"/>
                  </a:lnTo>
                  <a:lnTo>
                    <a:pt x="608" y="970"/>
                  </a:lnTo>
                  <a:lnTo>
                    <a:pt x="608" y="965"/>
                  </a:lnTo>
                  <a:lnTo>
                    <a:pt x="608" y="963"/>
                  </a:lnTo>
                  <a:lnTo>
                    <a:pt x="606" y="961"/>
                  </a:lnTo>
                  <a:lnTo>
                    <a:pt x="606" y="961"/>
                  </a:lnTo>
                  <a:lnTo>
                    <a:pt x="591" y="946"/>
                  </a:lnTo>
                  <a:lnTo>
                    <a:pt x="577" y="929"/>
                  </a:lnTo>
                  <a:lnTo>
                    <a:pt x="577" y="929"/>
                  </a:lnTo>
                  <a:lnTo>
                    <a:pt x="561" y="912"/>
                  </a:lnTo>
                  <a:lnTo>
                    <a:pt x="546" y="895"/>
                  </a:lnTo>
                  <a:lnTo>
                    <a:pt x="529" y="879"/>
                  </a:lnTo>
                  <a:lnTo>
                    <a:pt x="513" y="864"/>
                  </a:lnTo>
                  <a:lnTo>
                    <a:pt x="513" y="864"/>
                  </a:lnTo>
                  <a:lnTo>
                    <a:pt x="490" y="846"/>
                  </a:lnTo>
                  <a:lnTo>
                    <a:pt x="469" y="827"/>
                  </a:lnTo>
                  <a:lnTo>
                    <a:pt x="428" y="789"/>
                  </a:lnTo>
                  <a:lnTo>
                    <a:pt x="428" y="789"/>
                  </a:lnTo>
                  <a:lnTo>
                    <a:pt x="416" y="777"/>
                  </a:lnTo>
                  <a:lnTo>
                    <a:pt x="403" y="767"/>
                  </a:lnTo>
                  <a:lnTo>
                    <a:pt x="378" y="745"/>
                  </a:lnTo>
                  <a:lnTo>
                    <a:pt x="378" y="745"/>
                  </a:lnTo>
                  <a:lnTo>
                    <a:pt x="356" y="729"/>
                  </a:lnTo>
                  <a:lnTo>
                    <a:pt x="336" y="711"/>
                  </a:lnTo>
                  <a:lnTo>
                    <a:pt x="317" y="693"/>
                  </a:lnTo>
                  <a:lnTo>
                    <a:pt x="307" y="683"/>
                  </a:lnTo>
                  <a:lnTo>
                    <a:pt x="299" y="673"/>
                  </a:lnTo>
                  <a:lnTo>
                    <a:pt x="299" y="673"/>
                  </a:lnTo>
                  <a:lnTo>
                    <a:pt x="271" y="638"/>
                  </a:lnTo>
                  <a:lnTo>
                    <a:pt x="271" y="638"/>
                  </a:lnTo>
                  <a:lnTo>
                    <a:pt x="238" y="596"/>
                  </a:lnTo>
                  <a:lnTo>
                    <a:pt x="222" y="574"/>
                  </a:lnTo>
                  <a:lnTo>
                    <a:pt x="207" y="552"/>
                  </a:lnTo>
                  <a:lnTo>
                    <a:pt x="207" y="552"/>
                  </a:lnTo>
                  <a:lnTo>
                    <a:pt x="194" y="534"/>
                  </a:lnTo>
                  <a:lnTo>
                    <a:pt x="178" y="514"/>
                  </a:lnTo>
                  <a:lnTo>
                    <a:pt x="160" y="493"/>
                  </a:lnTo>
                  <a:lnTo>
                    <a:pt x="139" y="472"/>
                  </a:lnTo>
                  <a:lnTo>
                    <a:pt x="139" y="472"/>
                  </a:lnTo>
                  <a:lnTo>
                    <a:pt x="128" y="461"/>
                  </a:lnTo>
                  <a:lnTo>
                    <a:pt x="115" y="453"/>
                  </a:lnTo>
                  <a:lnTo>
                    <a:pt x="115" y="453"/>
                  </a:lnTo>
                  <a:lnTo>
                    <a:pt x="103" y="444"/>
                  </a:lnTo>
                  <a:lnTo>
                    <a:pt x="97" y="439"/>
                  </a:lnTo>
                  <a:lnTo>
                    <a:pt x="92" y="433"/>
                  </a:lnTo>
                  <a:lnTo>
                    <a:pt x="92" y="433"/>
                  </a:lnTo>
                  <a:lnTo>
                    <a:pt x="74" y="414"/>
                  </a:lnTo>
                  <a:lnTo>
                    <a:pt x="57" y="393"/>
                  </a:lnTo>
                  <a:lnTo>
                    <a:pt x="57" y="393"/>
                  </a:lnTo>
                  <a:lnTo>
                    <a:pt x="31" y="360"/>
                  </a:lnTo>
                  <a:lnTo>
                    <a:pt x="16" y="345"/>
                  </a:lnTo>
                  <a:lnTo>
                    <a:pt x="2" y="329"/>
                  </a:lnTo>
                  <a:lnTo>
                    <a:pt x="2" y="329"/>
                  </a:lnTo>
                  <a:lnTo>
                    <a:pt x="0" y="327"/>
                  </a:lnTo>
                  <a:lnTo>
                    <a:pt x="0" y="327"/>
                  </a:lnTo>
                  <a:lnTo>
                    <a:pt x="27" y="300"/>
                  </a:lnTo>
                  <a:lnTo>
                    <a:pt x="27" y="300"/>
                  </a:lnTo>
                  <a:lnTo>
                    <a:pt x="45" y="322"/>
                  </a:lnTo>
                  <a:lnTo>
                    <a:pt x="45" y="322"/>
                  </a:lnTo>
                  <a:lnTo>
                    <a:pt x="68" y="351"/>
                  </a:lnTo>
                  <a:lnTo>
                    <a:pt x="68" y="351"/>
                  </a:lnTo>
                  <a:lnTo>
                    <a:pt x="84" y="371"/>
                  </a:lnTo>
                  <a:lnTo>
                    <a:pt x="102" y="392"/>
                  </a:lnTo>
                  <a:lnTo>
                    <a:pt x="111" y="401"/>
                  </a:lnTo>
                  <a:lnTo>
                    <a:pt x="120" y="411"/>
                  </a:lnTo>
                  <a:lnTo>
                    <a:pt x="131" y="419"/>
                  </a:lnTo>
                  <a:lnTo>
                    <a:pt x="141" y="426"/>
                  </a:lnTo>
                  <a:lnTo>
                    <a:pt x="141" y="426"/>
                  </a:lnTo>
                  <a:lnTo>
                    <a:pt x="151" y="434"/>
                  </a:lnTo>
                  <a:lnTo>
                    <a:pt x="163" y="444"/>
                  </a:lnTo>
                  <a:lnTo>
                    <a:pt x="174" y="454"/>
                  </a:lnTo>
                  <a:lnTo>
                    <a:pt x="186" y="465"/>
                  </a:lnTo>
                  <a:lnTo>
                    <a:pt x="197" y="478"/>
                  </a:lnTo>
                  <a:lnTo>
                    <a:pt x="208" y="491"/>
                  </a:lnTo>
                  <a:lnTo>
                    <a:pt x="219" y="506"/>
                  </a:lnTo>
                  <a:lnTo>
                    <a:pt x="229" y="521"/>
                  </a:lnTo>
                  <a:lnTo>
                    <a:pt x="229" y="521"/>
                  </a:lnTo>
                  <a:lnTo>
                    <a:pt x="261" y="567"/>
                  </a:lnTo>
                  <a:lnTo>
                    <a:pt x="291" y="607"/>
                  </a:lnTo>
                  <a:lnTo>
                    <a:pt x="305" y="624"/>
                  </a:lnTo>
                  <a:lnTo>
                    <a:pt x="319" y="640"/>
                  </a:lnTo>
                  <a:lnTo>
                    <a:pt x="332" y="654"/>
                  </a:lnTo>
                  <a:lnTo>
                    <a:pt x="346" y="668"/>
                  </a:lnTo>
                  <a:lnTo>
                    <a:pt x="346" y="668"/>
                  </a:lnTo>
                  <a:lnTo>
                    <a:pt x="371" y="692"/>
                  </a:lnTo>
                  <a:lnTo>
                    <a:pt x="398" y="714"/>
                  </a:lnTo>
                  <a:lnTo>
                    <a:pt x="398" y="714"/>
                  </a:lnTo>
                  <a:lnTo>
                    <a:pt x="429" y="741"/>
                  </a:lnTo>
                  <a:lnTo>
                    <a:pt x="445" y="755"/>
                  </a:lnTo>
                  <a:lnTo>
                    <a:pt x="459" y="769"/>
                  </a:lnTo>
                  <a:lnTo>
                    <a:pt x="459" y="769"/>
                  </a:lnTo>
                  <a:lnTo>
                    <a:pt x="481" y="790"/>
                  </a:lnTo>
                  <a:lnTo>
                    <a:pt x="504" y="809"/>
                  </a:lnTo>
                  <a:lnTo>
                    <a:pt x="504" y="809"/>
                  </a:lnTo>
                  <a:lnTo>
                    <a:pt x="526" y="828"/>
                  </a:lnTo>
                  <a:lnTo>
                    <a:pt x="548" y="849"/>
                  </a:lnTo>
                  <a:lnTo>
                    <a:pt x="548" y="849"/>
                  </a:lnTo>
                  <a:lnTo>
                    <a:pt x="571" y="872"/>
                  </a:lnTo>
                  <a:lnTo>
                    <a:pt x="594" y="896"/>
                  </a:lnTo>
                  <a:lnTo>
                    <a:pt x="594" y="896"/>
                  </a:lnTo>
                  <a:lnTo>
                    <a:pt x="615" y="920"/>
                  </a:lnTo>
                  <a:lnTo>
                    <a:pt x="638" y="943"/>
                  </a:lnTo>
                  <a:lnTo>
                    <a:pt x="643" y="948"/>
                  </a:lnTo>
                  <a:lnTo>
                    <a:pt x="646" y="943"/>
                  </a:lnTo>
                  <a:lnTo>
                    <a:pt x="646" y="943"/>
                  </a:lnTo>
                  <a:lnTo>
                    <a:pt x="658" y="929"/>
                  </a:lnTo>
                  <a:lnTo>
                    <a:pt x="669" y="917"/>
                  </a:lnTo>
                  <a:lnTo>
                    <a:pt x="682" y="904"/>
                  </a:lnTo>
                  <a:lnTo>
                    <a:pt x="696" y="893"/>
                  </a:lnTo>
                  <a:lnTo>
                    <a:pt x="724" y="871"/>
                  </a:lnTo>
                  <a:lnTo>
                    <a:pt x="753" y="851"/>
                  </a:lnTo>
                  <a:lnTo>
                    <a:pt x="753" y="851"/>
                  </a:lnTo>
                  <a:lnTo>
                    <a:pt x="784" y="829"/>
                  </a:lnTo>
                  <a:lnTo>
                    <a:pt x="784" y="829"/>
                  </a:lnTo>
                  <a:lnTo>
                    <a:pt x="812" y="807"/>
                  </a:lnTo>
                  <a:lnTo>
                    <a:pt x="843" y="787"/>
                  </a:lnTo>
                  <a:lnTo>
                    <a:pt x="906" y="748"/>
                  </a:lnTo>
                  <a:lnTo>
                    <a:pt x="906" y="748"/>
                  </a:lnTo>
                  <a:lnTo>
                    <a:pt x="944" y="725"/>
                  </a:lnTo>
                  <a:lnTo>
                    <a:pt x="980" y="702"/>
                  </a:lnTo>
                  <a:lnTo>
                    <a:pt x="986" y="698"/>
                  </a:lnTo>
                  <a:lnTo>
                    <a:pt x="981" y="693"/>
                  </a:lnTo>
                  <a:lnTo>
                    <a:pt x="981" y="693"/>
                  </a:lnTo>
                  <a:lnTo>
                    <a:pt x="964" y="676"/>
                  </a:lnTo>
                  <a:lnTo>
                    <a:pt x="949" y="660"/>
                  </a:lnTo>
                  <a:lnTo>
                    <a:pt x="920" y="624"/>
                  </a:lnTo>
                  <a:lnTo>
                    <a:pt x="917" y="620"/>
                  </a:lnTo>
                  <a:lnTo>
                    <a:pt x="917" y="620"/>
                  </a:lnTo>
                  <a:lnTo>
                    <a:pt x="882" y="579"/>
                  </a:lnTo>
                  <a:lnTo>
                    <a:pt x="850" y="543"/>
                  </a:lnTo>
                  <a:lnTo>
                    <a:pt x="819" y="510"/>
                  </a:lnTo>
                  <a:lnTo>
                    <a:pt x="789" y="480"/>
                  </a:lnTo>
                  <a:lnTo>
                    <a:pt x="789" y="480"/>
                  </a:lnTo>
                  <a:lnTo>
                    <a:pt x="751" y="446"/>
                  </a:lnTo>
                  <a:lnTo>
                    <a:pt x="712" y="412"/>
                  </a:lnTo>
                  <a:lnTo>
                    <a:pt x="712" y="412"/>
                  </a:lnTo>
                  <a:lnTo>
                    <a:pt x="668" y="372"/>
                  </a:lnTo>
                  <a:lnTo>
                    <a:pt x="624" y="332"/>
                  </a:lnTo>
                  <a:lnTo>
                    <a:pt x="604" y="313"/>
                  </a:lnTo>
                  <a:lnTo>
                    <a:pt x="583" y="291"/>
                  </a:lnTo>
                  <a:lnTo>
                    <a:pt x="564" y="269"/>
                  </a:lnTo>
                  <a:lnTo>
                    <a:pt x="544" y="246"/>
                  </a:lnTo>
                  <a:lnTo>
                    <a:pt x="544" y="246"/>
                  </a:lnTo>
                  <a:lnTo>
                    <a:pt x="522" y="221"/>
                  </a:lnTo>
                  <a:lnTo>
                    <a:pt x="501" y="195"/>
                  </a:lnTo>
                  <a:lnTo>
                    <a:pt x="501" y="195"/>
                  </a:lnTo>
                  <a:lnTo>
                    <a:pt x="475" y="165"/>
                  </a:lnTo>
                  <a:lnTo>
                    <a:pt x="450" y="135"/>
                  </a:lnTo>
                  <a:lnTo>
                    <a:pt x="450" y="135"/>
                  </a:lnTo>
                  <a:lnTo>
                    <a:pt x="441" y="125"/>
                  </a:lnTo>
                  <a:lnTo>
                    <a:pt x="431" y="116"/>
                  </a:lnTo>
                  <a:lnTo>
                    <a:pt x="431" y="116"/>
                  </a:lnTo>
                  <a:lnTo>
                    <a:pt x="422" y="107"/>
                  </a:lnTo>
                  <a:lnTo>
                    <a:pt x="413" y="98"/>
                  </a:lnTo>
                  <a:lnTo>
                    <a:pt x="413" y="98"/>
                  </a:lnTo>
                  <a:lnTo>
                    <a:pt x="400" y="81"/>
                  </a:lnTo>
                  <a:lnTo>
                    <a:pt x="389" y="67"/>
                  </a:lnTo>
                  <a:lnTo>
                    <a:pt x="378" y="54"/>
                  </a:lnTo>
                  <a:lnTo>
                    <a:pt x="366" y="44"/>
                  </a:lnTo>
                  <a:lnTo>
                    <a:pt x="366" y="44"/>
                  </a:lnTo>
                  <a:lnTo>
                    <a:pt x="355" y="33"/>
                  </a:lnTo>
                  <a:lnTo>
                    <a:pt x="346" y="21"/>
                  </a:lnTo>
                  <a:lnTo>
                    <a:pt x="346" y="21"/>
                  </a:lnTo>
                  <a:lnTo>
                    <a:pt x="377" y="0"/>
                  </a:lnTo>
                  <a:lnTo>
                    <a:pt x="377" y="0"/>
                  </a:lnTo>
                  <a:lnTo>
                    <a:pt x="382" y="6"/>
                  </a:lnTo>
                  <a:lnTo>
                    <a:pt x="382" y="6"/>
                  </a:lnTo>
                  <a:lnTo>
                    <a:pt x="433" y="64"/>
                  </a:lnTo>
                  <a:lnTo>
                    <a:pt x="433" y="64"/>
                  </a:lnTo>
                  <a:lnTo>
                    <a:pt x="496" y="134"/>
                  </a:lnTo>
                  <a:lnTo>
                    <a:pt x="527" y="170"/>
                  </a:lnTo>
                  <a:lnTo>
                    <a:pt x="558" y="207"/>
                  </a:lnTo>
                  <a:lnTo>
                    <a:pt x="558" y="207"/>
                  </a:lnTo>
                  <a:lnTo>
                    <a:pt x="585" y="239"/>
                  </a:lnTo>
                  <a:lnTo>
                    <a:pt x="614" y="273"/>
                  </a:lnTo>
                  <a:lnTo>
                    <a:pt x="631" y="290"/>
                  </a:lnTo>
                  <a:lnTo>
                    <a:pt x="647" y="307"/>
                  </a:lnTo>
                  <a:lnTo>
                    <a:pt x="665" y="324"/>
                  </a:lnTo>
                  <a:lnTo>
                    <a:pt x="683" y="341"/>
                  </a:lnTo>
                  <a:lnTo>
                    <a:pt x="683" y="341"/>
                  </a:lnTo>
                  <a:lnTo>
                    <a:pt x="729" y="380"/>
                  </a:lnTo>
                  <a:lnTo>
                    <a:pt x="729" y="380"/>
                  </a:lnTo>
                  <a:lnTo>
                    <a:pt x="765" y="411"/>
                  </a:lnTo>
                  <a:lnTo>
                    <a:pt x="801" y="444"/>
                  </a:lnTo>
                  <a:lnTo>
                    <a:pt x="801" y="444"/>
                  </a:lnTo>
                  <a:lnTo>
                    <a:pt x="836" y="477"/>
                  </a:lnTo>
                  <a:lnTo>
                    <a:pt x="869" y="511"/>
                  </a:lnTo>
                  <a:lnTo>
                    <a:pt x="900" y="546"/>
                  </a:lnTo>
                  <a:lnTo>
                    <a:pt x="930" y="581"/>
                  </a:lnTo>
                  <a:lnTo>
                    <a:pt x="930" y="581"/>
                  </a:lnTo>
                  <a:lnTo>
                    <a:pt x="946" y="600"/>
                  </a:lnTo>
                  <a:lnTo>
                    <a:pt x="946" y="600"/>
                  </a:lnTo>
                  <a:lnTo>
                    <a:pt x="962" y="620"/>
                  </a:lnTo>
                  <a:lnTo>
                    <a:pt x="980" y="641"/>
                  </a:lnTo>
                  <a:lnTo>
                    <a:pt x="998" y="661"/>
                  </a:lnTo>
                  <a:lnTo>
                    <a:pt x="1008" y="669"/>
                  </a:lnTo>
                  <a:lnTo>
                    <a:pt x="1018" y="677"/>
                  </a:lnTo>
                  <a:lnTo>
                    <a:pt x="1019" y="678"/>
                  </a:lnTo>
                  <a:lnTo>
                    <a:pt x="1020" y="678"/>
                  </a:lnTo>
                  <a:lnTo>
                    <a:pt x="1020" y="678"/>
                  </a:lnTo>
                  <a:lnTo>
                    <a:pt x="1025" y="680"/>
                  </a:lnTo>
                  <a:lnTo>
                    <a:pt x="1029" y="684"/>
                  </a:lnTo>
                  <a:lnTo>
                    <a:pt x="1029" y="685"/>
                  </a:lnTo>
                  <a:lnTo>
                    <a:pt x="1030" y="686"/>
                  </a:lnTo>
                  <a:lnTo>
                    <a:pt x="1030" y="686"/>
                  </a:lnTo>
                  <a:lnTo>
                    <a:pt x="1032" y="689"/>
                  </a:lnTo>
                  <a:lnTo>
                    <a:pt x="1035" y="692"/>
                  </a:lnTo>
                  <a:lnTo>
                    <a:pt x="1036" y="695"/>
                  </a:lnTo>
                  <a:lnTo>
                    <a:pt x="1037" y="698"/>
                  </a:lnTo>
                  <a:lnTo>
                    <a:pt x="1037" y="699"/>
                  </a:lnTo>
                  <a:lnTo>
                    <a:pt x="1037" y="700"/>
                  </a:lnTo>
                  <a:lnTo>
                    <a:pt x="1037" y="700"/>
                  </a:lnTo>
                  <a:lnTo>
                    <a:pt x="1041" y="711"/>
                  </a:lnTo>
                  <a:lnTo>
                    <a:pt x="1045" y="723"/>
                  </a:lnTo>
                  <a:lnTo>
                    <a:pt x="1047" y="735"/>
                  </a:lnTo>
                  <a:lnTo>
                    <a:pt x="1049" y="748"/>
                  </a:lnTo>
                  <a:lnTo>
                    <a:pt x="1051" y="774"/>
                  </a:lnTo>
                  <a:lnTo>
                    <a:pt x="1051" y="800"/>
                  </a:lnTo>
                  <a:lnTo>
                    <a:pt x="1050" y="826"/>
                  </a:lnTo>
                  <a:lnTo>
                    <a:pt x="1047" y="851"/>
                  </a:lnTo>
                  <a:lnTo>
                    <a:pt x="1044" y="872"/>
                  </a:lnTo>
                  <a:lnTo>
                    <a:pt x="1040" y="892"/>
                  </a:lnTo>
                  <a:lnTo>
                    <a:pt x="1040" y="892"/>
                  </a:lnTo>
                  <a:lnTo>
                    <a:pt x="1037" y="911"/>
                  </a:lnTo>
                  <a:lnTo>
                    <a:pt x="1035" y="929"/>
                  </a:lnTo>
                  <a:lnTo>
                    <a:pt x="1030" y="967"/>
                  </a:lnTo>
                  <a:lnTo>
                    <a:pt x="1030" y="973"/>
                  </a:lnTo>
                  <a:lnTo>
                    <a:pt x="1030" y="973"/>
                  </a:lnTo>
                  <a:lnTo>
                    <a:pt x="1029" y="991"/>
                  </a:lnTo>
                  <a:lnTo>
                    <a:pt x="1029" y="991"/>
                  </a:lnTo>
                  <a:lnTo>
                    <a:pt x="1029" y="1009"/>
                  </a:lnTo>
                  <a:lnTo>
                    <a:pt x="1028" y="1017"/>
                  </a:lnTo>
                  <a:lnTo>
                    <a:pt x="1026" y="1024"/>
                  </a:lnTo>
                  <a:lnTo>
                    <a:pt x="1026" y="1024"/>
                  </a:lnTo>
                  <a:lnTo>
                    <a:pt x="1024" y="1031"/>
                  </a:lnTo>
                  <a:lnTo>
                    <a:pt x="1023" y="1039"/>
                  </a:lnTo>
                  <a:lnTo>
                    <a:pt x="1023" y="1051"/>
                  </a:lnTo>
                  <a:lnTo>
                    <a:pt x="1023" y="1051"/>
                  </a:lnTo>
                  <a:lnTo>
                    <a:pt x="1023" y="1059"/>
                  </a:lnTo>
                  <a:lnTo>
                    <a:pt x="1021" y="1068"/>
                  </a:lnTo>
                  <a:lnTo>
                    <a:pt x="1019" y="1075"/>
                  </a:lnTo>
                  <a:lnTo>
                    <a:pt x="1016" y="1079"/>
                  </a:lnTo>
                  <a:lnTo>
                    <a:pt x="1013" y="1083"/>
                  </a:lnTo>
                  <a:lnTo>
                    <a:pt x="1013" y="1083"/>
                  </a:lnTo>
                  <a:lnTo>
                    <a:pt x="1010" y="1085"/>
                  </a:lnTo>
                  <a:lnTo>
                    <a:pt x="1008" y="1086"/>
                  </a:lnTo>
                  <a:lnTo>
                    <a:pt x="1005" y="1087"/>
                  </a:lnTo>
                  <a:lnTo>
                    <a:pt x="1002" y="1088"/>
                  </a:lnTo>
                  <a:lnTo>
                    <a:pt x="1002" y="1088"/>
                  </a:lnTo>
                  <a:lnTo>
                    <a:pt x="1002" y="1088"/>
                  </a:lnTo>
                  <a:lnTo>
                    <a:pt x="998" y="1087"/>
                  </a:lnTo>
                  <a:lnTo>
                    <a:pt x="997" y="1087"/>
                  </a:lnTo>
                  <a:lnTo>
                    <a:pt x="996" y="1087"/>
                  </a:lnTo>
                  <a:lnTo>
                    <a:pt x="996" y="1087"/>
                  </a:lnTo>
                  <a:lnTo>
                    <a:pt x="992" y="1088"/>
                  </a:lnTo>
                  <a:lnTo>
                    <a:pt x="991" y="1088"/>
                  </a:lnTo>
                  <a:close/>
                  <a:moveTo>
                    <a:pt x="1002" y="731"/>
                  </a:moveTo>
                  <a:lnTo>
                    <a:pt x="1002" y="731"/>
                  </a:lnTo>
                  <a:lnTo>
                    <a:pt x="954" y="761"/>
                  </a:lnTo>
                  <a:lnTo>
                    <a:pt x="954" y="761"/>
                  </a:lnTo>
                  <a:lnTo>
                    <a:pt x="918" y="784"/>
                  </a:lnTo>
                  <a:lnTo>
                    <a:pt x="918" y="784"/>
                  </a:lnTo>
                  <a:lnTo>
                    <a:pt x="885" y="803"/>
                  </a:lnTo>
                  <a:lnTo>
                    <a:pt x="885" y="803"/>
                  </a:lnTo>
                  <a:lnTo>
                    <a:pt x="856" y="821"/>
                  </a:lnTo>
                  <a:lnTo>
                    <a:pt x="842" y="830"/>
                  </a:lnTo>
                  <a:lnTo>
                    <a:pt x="829" y="839"/>
                  </a:lnTo>
                  <a:lnTo>
                    <a:pt x="819" y="847"/>
                  </a:lnTo>
                  <a:lnTo>
                    <a:pt x="819" y="847"/>
                  </a:lnTo>
                  <a:lnTo>
                    <a:pt x="773" y="881"/>
                  </a:lnTo>
                  <a:lnTo>
                    <a:pt x="729" y="917"/>
                  </a:lnTo>
                  <a:lnTo>
                    <a:pt x="729" y="917"/>
                  </a:lnTo>
                  <a:lnTo>
                    <a:pt x="717" y="925"/>
                  </a:lnTo>
                  <a:lnTo>
                    <a:pt x="717" y="925"/>
                  </a:lnTo>
                  <a:lnTo>
                    <a:pt x="704" y="936"/>
                  </a:lnTo>
                  <a:lnTo>
                    <a:pt x="691" y="948"/>
                  </a:lnTo>
                  <a:lnTo>
                    <a:pt x="678" y="960"/>
                  </a:lnTo>
                  <a:lnTo>
                    <a:pt x="672" y="967"/>
                  </a:lnTo>
                  <a:lnTo>
                    <a:pt x="668" y="974"/>
                  </a:lnTo>
                  <a:lnTo>
                    <a:pt x="664" y="980"/>
                  </a:lnTo>
                  <a:lnTo>
                    <a:pt x="671" y="982"/>
                  </a:lnTo>
                  <a:lnTo>
                    <a:pt x="671" y="982"/>
                  </a:lnTo>
                  <a:lnTo>
                    <a:pt x="699" y="991"/>
                  </a:lnTo>
                  <a:lnTo>
                    <a:pt x="699" y="991"/>
                  </a:lnTo>
                  <a:lnTo>
                    <a:pt x="718" y="996"/>
                  </a:lnTo>
                  <a:lnTo>
                    <a:pt x="738" y="1003"/>
                  </a:lnTo>
                  <a:lnTo>
                    <a:pt x="738" y="1003"/>
                  </a:lnTo>
                  <a:lnTo>
                    <a:pt x="756" y="1007"/>
                  </a:lnTo>
                  <a:lnTo>
                    <a:pt x="772" y="1010"/>
                  </a:lnTo>
                  <a:lnTo>
                    <a:pt x="772" y="1010"/>
                  </a:lnTo>
                  <a:lnTo>
                    <a:pt x="792" y="1014"/>
                  </a:lnTo>
                  <a:lnTo>
                    <a:pt x="811" y="1018"/>
                  </a:lnTo>
                  <a:lnTo>
                    <a:pt x="811" y="1018"/>
                  </a:lnTo>
                  <a:lnTo>
                    <a:pt x="854" y="1028"/>
                  </a:lnTo>
                  <a:lnTo>
                    <a:pt x="897" y="1039"/>
                  </a:lnTo>
                  <a:lnTo>
                    <a:pt x="941" y="1046"/>
                  </a:lnTo>
                  <a:lnTo>
                    <a:pt x="962" y="1049"/>
                  </a:lnTo>
                  <a:lnTo>
                    <a:pt x="984" y="1051"/>
                  </a:lnTo>
                  <a:lnTo>
                    <a:pt x="991" y="1052"/>
                  </a:lnTo>
                  <a:lnTo>
                    <a:pt x="990" y="1045"/>
                  </a:lnTo>
                  <a:lnTo>
                    <a:pt x="990" y="1045"/>
                  </a:lnTo>
                  <a:lnTo>
                    <a:pt x="989" y="1039"/>
                  </a:lnTo>
                  <a:lnTo>
                    <a:pt x="989" y="1039"/>
                  </a:lnTo>
                  <a:lnTo>
                    <a:pt x="987" y="1032"/>
                  </a:lnTo>
                  <a:lnTo>
                    <a:pt x="987" y="1029"/>
                  </a:lnTo>
                  <a:lnTo>
                    <a:pt x="987" y="1027"/>
                  </a:lnTo>
                  <a:lnTo>
                    <a:pt x="987" y="1027"/>
                  </a:lnTo>
                  <a:lnTo>
                    <a:pt x="990" y="1018"/>
                  </a:lnTo>
                  <a:lnTo>
                    <a:pt x="992" y="1008"/>
                  </a:lnTo>
                  <a:lnTo>
                    <a:pt x="993" y="988"/>
                  </a:lnTo>
                  <a:lnTo>
                    <a:pt x="993" y="988"/>
                  </a:lnTo>
                  <a:lnTo>
                    <a:pt x="994" y="974"/>
                  </a:lnTo>
                  <a:lnTo>
                    <a:pt x="994" y="974"/>
                  </a:lnTo>
                  <a:lnTo>
                    <a:pt x="995" y="957"/>
                  </a:lnTo>
                  <a:lnTo>
                    <a:pt x="995" y="957"/>
                  </a:lnTo>
                  <a:lnTo>
                    <a:pt x="998" y="925"/>
                  </a:lnTo>
                  <a:lnTo>
                    <a:pt x="1000" y="910"/>
                  </a:lnTo>
                  <a:lnTo>
                    <a:pt x="1004" y="893"/>
                  </a:lnTo>
                  <a:lnTo>
                    <a:pt x="1004" y="893"/>
                  </a:lnTo>
                  <a:lnTo>
                    <a:pt x="1010" y="856"/>
                  </a:lnTo>
                  <a:lnTo>
                    <a:pt x="1013" y="835"/>
                  </a:lnTo>
                  <a:lnTo>
                    <a:pt x="1015" y="813"/>
                  </a:lnTo>
                  <a:lnTo>
                    <a:pt x="1016" y="793"/>
                  </a:lnTo>
                  <a:lnTo>
                    <a:pt x="1015" y="772"/>
                  </a:lnTo>
                  <a:lnTo>
                    <a:pt x="1014" y="753"/>
                  </a:lnTo>
                  <a:lnTo>
                    <a:pt x="1010" y="734"/>
                  </a:lnTo>
                  <a:lnTo>
                    <a:pt x="1008" y="726"/>
                  </a:lnTo>
                  <a:lnTo>
                    <a:pt x="1002" y="73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1" name="Freeform 207"/>
            <p:cNvSpPr/>
            <p:nvPr>
              <p:custDataLst>
                <p:tags r:id="rId46"/>
              </p:custDataLst>
            </p:nvPr>
          </p:nvSpPr>
          <p:spPr bwMode="auto">
            <a:xfrm>
              <a:off x="4251325" y="2251075"/>
              <a:ext cx="195263" cy="161925"/>
            </a:xfrm>
            <a:custGeom>
              <a:avLst/>
              <a:gdLst/>
              <a:ahLst/>
              <a:cxnLst>
                <a:cxn ang="0">
                  <a:pos x="15" y="307"/>
                </a:cxn>
                <a:cxn ang="0">
                  <a:pos x="9" y="306"/>
                </a:cxn>
                <a:cxn ang="0">
                  <a:pos x="2" y="298"/>
                </a:cxn>
                <a:cxn ang="0">
                  <a:pos x="0" y="293"/>
                </a:cxn>
                <a:cxn ang="0">
                  <a:pos x="2" y="281"/>
                </a:cxn>
                <a:cxn ang="0">
                  <a:pos x="6" y="275"/>
                </a:cxn>
                <a:cxn ang="0">
                  <a:pos x="12" y="272"/>
                </a:cxn>
                <a:cxn ang="0">
                  <a:pos x="18" y="269"/>
                </a:cxn>
                <a:cxn ang="0">
                  <a:pos x="30" y="259"/>
                </a:cxn>
                <a:cxn ang="0">
                  <a:pos x="48" y="238"/>
                </a:cxn>
                <a:cxn ang="0">
                  <a:pos x="59" y="222"/>
                </a:cxn>
                <a:cxn ang="0">
                  <a:pos x="75" y="201"/>
                </a:cxn>
                <a:cxn ang="0">
                  <a:pos x="94" y="180"/>
                </a:cxn>
                <a:cxn ang="0">
                  <a:pos x="136" y="143"/>
                </a:cxn>
                <a:cxn ang="0">
                  <a:pos x="160" y="124"/>
                </a:cxn>
                <a:cxn ang="0">
                  <a:pos x="174" y="112"/>
                </a:cxn>
                <a:cxn ang="0">
                  <a:pos x="224" y="83"/>
                </a:cxn>
                <a:cxn ang="0">
                  <a:pos x="241" y="73"/>
                </a:cxn>
                <a:cxn ang="0">
                  <a:pos x="259" y="63"/>
                </a:cxn>
                <a:cxn ang="0">
                  <a:pos x="305" y="32"/>
                </a:cxn>
                <a:cxn ang="0">
                  <a:pos x="345" y="3"/>
                </a:cxn>
                <a:cxn ang="0">
                  <a:pos x="354" y="0"/>
                </a:cxn>
                <a:cxn ang="0">
                  <a:pos x="359" y="1"/>
                </a:cxn>
                <a:cxn ang="0">
                  <a:pos x="366" y="8"/>
                </a:cxn>
                <a:cxn ang="0">
                  <a:pos x="368" y="12"/>
                </a:cxn>
                <a:cxn ang="0">
                  <a:pos x="369" y="22"/>
                </a:cxn>
                <a:cxn ang="0">
                  <a:pos x="367" y="29"/>
                </a:cxn>
                <a:cxn ang="0">
                  <a:pos x="362" y="35"/>
                </a:cxn>
                <a:cxn ang="0">
                  <a:pos x="339" y="51"/>
                </a:cxn>
                <a:cxn ang="0">
                  <a:pos x="270" y="96"/>
                </a:cxn>
                <a:cxn ang="0">
                  <a:pos x="240" y="115"/>
                </a:cxn>
                <a:cxn ang="0">
                  <a:pos x="180" y="157"/>
                </a:cxn>
                <a:cxn ang="0">
                  <a:pos x="151" y="179"/>
                </a:cxn>
                <a:cxn ang="0">
                  <a:pos x="109" y="218"/>
                </a:cxn>
                <a:cxn ang="0">
                  <a:pos x="78" y="252"/>
                </a:cxn>
                <a:cxn ang="0">
                  <a:pos x="69" y="264"/>
                </a:cxn>
                <a:cxn ang="0">
                  <a:pos x="47" y="290"/>
                </a:cxn>
                <a:cxn ang="0">
                  <a:pos x="35" y="300"/>
                </a:cxn>
                <a:cxn ang="0">
                  <a:pos x="21" y="306"/>
                </a:cxn>
                <a:cxn ang="0">
                  <a:pos x="15" y="307"/>
                </a:cxn>
              </a:cxnLst>
              <a:rect l="0" t="0" r="r" b="b"/>
              <a:pathLst>
                <a:path w="369" h="307">
                  <a:moveTo>
                    <a:pt x="15" y="307"/>
                  </a:moveTo>
                  <a:lnTo>
                    <a:pt x="15" y="307"/>
                  </a:lnTo>
                  <a:lnTo>
                    <a:pt x="12" y="307"/>
                  </a:lnTo>
                  <a:lnTo>
                    <a:pt x="9" y="306"/>
                  </a:lnTo>
                  <a:lnTo>
                    <a:pt x="5" y="303"/>
                  </a:lnTo>
                  <a:lnTo>
                    <a:pt x="2" y="298"/>
                  </a:lnTo>
                  <a:lnTo>
                    <a:pt x="0" y="293"/>
                  </a:lnTo>
                  <a:lnTo>
                    <a:pt x="0" y="293"/>
                  </a:lnTo>
                  <a:lnTo>
                    <a:pt x="0" y="287"/>
                  </a:lnTo>
                  <a:lnTo>
                    <a:pt x="2" y="281"/>
                  </a:lnTo>
                  <a:lnTo>
                    <a:pt x="4" y="277"/>
                  </a:lnTo>
                  <a:lnTo>
                    <a:pt x="6" y="275"/>
                  </a:lnTo>
                  <a:lnTo>
                    <a:pt x="9" y="273"/>
                  </a:lnTo>
                  <a:lnTo>
                    <a:pt x="12" y="272"/>
                  </a:lnTo>
                  <a:lnTo>
                    <a:pt x="12" y="272"/>
                  </a:lnTo>
                  <a:lnTo>
                    <a:pt x="18" y="269"/>
                  </a:lnTo>
                  <a:lnTo>
                    <a:pt x="24" y="265"/>
                  </a:lnTo>
                  <a:lnTo>
                    <a:pt x="30" y="259"/>
                  </a:lnTo>
                  <a:lnTo>
                    <a:pt x="36" y="253"/>
                  </a:lnTo>
                  <a:lnTo>
                    <a:pt x="48" y="238"/>
                  </a:lnTo>
                  <a:lnTo>
                    <a:pt x="59" y="222"/>
                  </a:lnTo>
                  <a:lnTo>
                    <a:pt x="59" y="222"/>
                  </a:lnTo>
                  <a:lnTo>
                    <a:pt x="68" y="210"/>
                  </a:lnTo>
                  <a:lnTo>
                    <a:pt x="75" y="201"/>
                  </a:lnTo>
                  <a:lnTo>
                    <a:pt x="75" y="201"/>
                  </a:lnTo>
                  <a:lnTo>
                    <a:pt x="94" y="180"/>
                  </a:lnTo>
                  <a:lnTo>
                    <a:pt x="114" y="162"/>
                  </a:lnTo>
                  <a:lnTo>
                    <a:pt x="136" y="143"/>
                  </a:lnTo>
                  <a:lnTo>
                    <a:pt x="157" y="126"/>
                  </a:lnTo>
                  <a:lnTo>
                    <a:pt x="160" y="124"/>
                  </a:lnTo>
                  <a:lnTo>
                    <a:pt x="160" y="124"/>
                  </a:lnTo>
                  <a:lnTo>
                    <a:pt x="174" y="112"/>
                  </a:lnTo>
                  <a:lnTo>
                    <a:pt x="190" y="102"/>
                  </a:lnTo>
                  <a:lnTo>
                    <a:pt x="224" y="83"/>
                  </a:lnTo>
                  <a:lnTo>
                    <a:pt x="224" y="83"/>
                  </a:lnTo>
                  <a:lnTo>
                    <a:pt x="241" y="73"/>
                  </a:lnTo>
                  <a:lnTo>
                    <a:pt x="259" y="63"/>
                  </a:lnTo>
                  <a:lnTo>
                    <a:pt x="259" y="63"/>
                  </a:lnTo>
                  <a:lnTo>
                    <a:pt x="283" y="47"/>
                  </a:lnTo>
                  <a:lnTo>
                    <a:pt x="305" y="32"/>
                  </a:lnTo>
                  <a:lnTo>
                    <a:pt x="345" y="3"/>
                  </a:lnTo>
                  <a:lnTo>
                    <a:pt x="345" y="3"/>
                  </a:lnTo>
                  <a:lnTo>
                    <a:pt x="350" y="1"/>
                  </a:lnTo>
                  <a:lnTo>
                    <a:pt x="354" y="0"/>
                  </a:lnTo>
                  <a:lnTo>
                    <a:pt x="354" y="0"/>
                  </a:lnTo>
                  <a:lnTo>
                    <a:pt x="359" y="1"/>
                  </a:lnTo>
                  <a:lnTo>
                    <a:pt x="363" y="4"/>
                  </a:lnTo>
                  <a:lnTo>
                    <a:pt x="366" y="8"/>
                  </a:lnTo>
                  <a:lnTo>
                    <a:pt x="368" y="12"/>
                  </a:lnTo>
                  <a:lnTo>
                    <a:pt x="368" y="12"/>
                  </a:lnTo>
                  <a:lnTo>
                    <a:pt x="369" y="16"/>
                  </a:lnTo>
                  <a:lnTo>
                    <a:pt x="369" y="22"/>
                  </a:lnTo>
                  <a:lnTo>
                    <a:pt x="369" y="25"/>
                  </a:lnTo>
                  <a:lnTo>
                    <a:pt x="367" y="29"/>
                  </a:lnTo>
                  <a:lnTo>
                    <a:pt x="365" y="32"/>
                  </a:lnTo>
                  <a:lnTo>
                    <a:pt x="362" y="35"/>
                  </a:lnTo>
                  <a:lnTo>
                    <a:pt x="362" y="35"/>
                  </a:lnTo>
                  <a:lnTo>
                    <a:pt x="339" y="51"/>
                  </a:lnTo>
                  <a:lnTo>
                    <a:pt x="317" y="67"/>
                  </a:lnTo>
                  <a:lnTo>
                    <a:pt x="270" y="96"/>
                  </a:lnTo>
                  <a:lnTo>
                    <a:pt x="270" y="96"/>
                  </a:lnTo>
                  <a:lnTo>
                    <a:pt x="240" y="115"/>
                  </a:lnTo>
                  <a:lnTo>
                    <a:pt x="210" y="135"/>
                  </a:lnTo>
                  <a:lnTo>
                    <a:pt x="180" y="157"/>
                  </a:lnTo>
                  <a:lnTo>
                    <a:pt x="151" y="179"/>
                  </a:lnTo>
                  <a:lnTo>
                    <a:pt x="151" y="179"/>
                  </a:lnTo>
                  <a:lnTo>
                    <a:pt x="131" y="198"/>
                  </a:lnTo>
                  <a:lnTo>
                    <a:pt x="109" y="218"/>
                  </a:lnTo>
                  <a:lnTo>
                    <a:pt x="88" y="239"/>
                  </a:lnTo>
                  <a:lnTo>
                    <a:pt x="78" y="252"/>
                  </a:lnTo>
                  <a:lnTo>
                    <a:pt x="69" y="264"/>
                  </a:lnTo>
                  <a:lnTo>
                    <a:pt x="69" y="264"/>
                  </a:lnTo>
                  <a:lnTo>
                    <a:pt x="59" y="277"/>
                  </a:lnTo>
                  <a:lnTo>
                    <a:pt x="47" y="290"/>
                  </a:lnTo>
                  <a:lnTo>
                    <a:pt x="42" y="295"/>
                  </a:lnTo>
                  <a:lnTo>
                    <a:pt x="35" y="300"/>
                  </a:lnTo>
                  <a:lnTo>
                    <a:pt x="29" y="304"/>
                  </a:lnTo>
                  <a:lnTo>
                    <a:pt x="21" y="306"/>
                  </a:lnTo>
                  <a:lnTo>
                    <a:pt x="21" y="306"/>
                  </a:lnTo>
                  <a:lnTo>
                    <a:pt x="15" y="307"/>
                  </a:lnTo>
                  <a:lnTo>
                    <a:pt x="15" y="30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2" name="Freeform 208"/>
            <p:cNvSpPr/>
            <p:nvPr>
              <p:custDataLst>
                <p:tags r:id="rId47"/>
              </p:custDataLst>
            </p:nvPr>
          </p:nvSpPr>
          <p:spPr bwMode="auto">
            <a:xfrm>
              <a:off x="4284663" y="2282825"/>
              <a:ext cx="195263" cy="171450"/>
            </a:xfrm>
            <a:custGeom>
              <a:avLst/>
              <a:gdLst/>
              <a:ahLst/>
              <a:cxnLst>
                <a:cxn ang="0">
                  <a:pos x="15" y="323"/>
                </a:cxn>
                <a:cxn ang="0">
                  <a:pos x="6" y="319"/>
                </a:cxn>
                <a:cxn ang="0">
                  <a:pos x="1" y="309"/>
                </a:cxn>
                <a:cxn ang="0">
                  <a:pos x="0" y="306"/>
                </a:cxn>
                <a:cxn ang="0">
                  <a:pos x="0" y="297"/>
                </a:cxn>
                <a:cxn ang="0">
                  <a:pos x="4" y="290"/>
                </a:cxn>
                <a:cxn ang="0">
                  <a:pos x="7" y="287"/>
                </a:cxn>
                <a:cxn ang="0">
                  <a:pos x="15" y="277"/>
                </a:cxn>
                <a:cxn ang="0">
                  <a:pos x="20" y="266"/>
                </a:cxn>
                <a:cxn ang="0">
                  <a:pos x="29" y="253"/>
                </a:cxn>
                <a:cxn ang="0">
                  <a:pos x="48" y="230"/>
                </a:cxn>
                <a:cxn ang="0">
                  <a:pos x="68" y="211"/>
                </a:cxn>
                <a:cxn ang="0">
                  <a:pos x="94" y="190"/>
                </a:cxn>
                <a:cxn ang="0">
                  <a:pos x="126" y="162"/>
                </a:cxn>
                <a:cxn ang="0">
                  <a:pos x="159" y="135"/>
                </a:cxn>
                <a:cxn ang="0">
                  <a:pos x="187" y="111"/>
                </a:cxn>
                <a:cxn ang="0">
                  <a:pos x="236" y="73"/>
                </a:cxn>
                <a:cxn ang="0">
                  <a:pos x="254" y="61"/>
                </a:cxn>
                <a:cxn ang="0">
                  <a:pos x="311" y="23"/>
                </a:cxn>
                <a:cxn ang="0">
                  <a:pos x="344" y="3"/>
                </a:cxn>
                <a:cxn ang="0">
                  <a:pos x="348" y="1"/>
                </a:cxn>
                <a:cxn ang="0">
                  <a:pos x="352" y="0"/>
                </a:cxn>
                <a:cxn ang="0">
                  <a:pos x="358" y="2"/>
                </a:cxn>
                <a:cxn ang="0">
                  <a:pos x="366" y="9"/>
                </a:cxn>
                <a:cxn ang="0">
                  <a:pos x="368" y="14"/>
                </a:cxn>
                <a:cxn ang="0">
                  <a:pos x="369" y="22"/>
                </a:cxn>
                <a:cxn ang="0">
                  <a:pos x="366" y="29"/>
                </a:cxn>
                <a:cxn ang="0">
                  <a:pos x="361" y="35"/>
                </a:cxn>
                <a:cxn ang="0">
                  <a:pos x="325" y="57"/>
                </a:cxn>
                <a:cxn ang="0">
                  <a:pos x="271" y="92"/>
                </a:cxn>
                <a:cxn ang="0">
                  <a:pos x="250" y="107"/>
                </a:cxn>
                <a:cxn ang="0">
                  <a:pos x="190" y="157"/>
                </a:cxn>
                <a:cxn ang="0">
                  <a:pos x="164" y="179"/>
                </a:cxn>
                <a:cxn ang="0">
                  <a:pos x="134" y="203"/>
                </a:cxn>
                <a:cxn ang="0">
                  <a:pos x="102" y="229"/>
                </a:cxn>
                <a:cxn ang="0">
                  <a:pos x="72" y="258"/>
                </a:cxn>
                <a:cxn ang="0">
                  <a:pos x="66" y="264"/>
                </a:cxn>
                <a:cxn ang="0">
                  <a:pos x="51" y="286"/>
                </a:cxn>
                <a:cxn ang="0">
                  <a:pos x="46" y="295"/>
                </a:cxn>
                <a:cxn ang="0">
                  <a:pos x="33" y="312"/>
                </a:cxn>
                <a:cxn ang="0">
                  <a:pos x="24" y="319"/>
                </a:cxn>
                <a:cxn ang="0">
                  <a:pos x="15" y="323"/>
                </a:cxn>
              </a:cxnLst>
              <a:rect l="0" t="0" r="r" b="b"/>
              <a:pathLst>
                <a:path w="369" h="323">
                  <a:moveTo>
                    <a:pt x="15" y="323"/>
                  </a:moveTo>
                  <a:lnTo>
                    <a:pt x="15" y="323"/>
                  </a:lnTo>
                  <a:lnTo>
                    <a:pt x="10" y="322"/>
                  </a:lnTo>
                  <a:lnTo>
                    <a:pt x="6" y="319"/>
                  </a:lnTo>
                  <a:lnTo>
                    <a:pt x="3" y="315"/>
                  </a:lnTo>
                  <a:lnTo>
                    <a:pt x="1" y="309"/>
                  </a:lnTo>
                  <a:lnTo>
                    <a:pt x="1" y="309"/>
                  </a:lnTo>
                  <a:lnTo>
                    <a:pt x="0" y="306"/>
                  </a:lnTo>
                  <a:lnTo>
                    <a:pt x="0" y="300"/>
                  </a:lnTo>
                  <a:lnTo>
                    <a:pt x="0" y="297"/>
                  </a:lnTo>
                  <a:lnTo>
                    <a:pt x="2" y="294"/>
                  </a:lnTo>
                  <a:lnTo>
                    <a:pt x="4" y="290"/>
                  </a:lnTo>
                  <a:lnTo>
                    <a:pt x="7" y="287"/>
                  </a:lnTo>
                  <a:lnTo>
                    <a:pt x="7" y="287"/>
                  </a:lnTo>
                  <a:lnTo>
                    <a:pt x="11" y="283"/>
                  </a:lnTo>
                  <a:lnTo>
                    <a:pt x="15" y="277"/>
                  </a:lnTo>
                  <a:lnTo>
                    <a:pt x="20" y="266"/>
                  </a:lnTo>
                  <a:lnTo>
                    <a:pt x="20" y="266"/>
                  </a:lnTo>
                  <a:lnTo>
                    <a:pt x="24" y="259"/>
                  </a:lnTo>
                  <a:lnTo>
                    <a:pt x="29" y="253"/>
                  </a:lnTo>
                  <a:lnTo>
                    <a:pt x="29" y="253"/>
                  </a:lnTo>
                  <a:lnTo>
                    <a:pt x="48" y="230"/>
                  </a:lnTo>
                  <a:lnTo>
                    <a:pt x="59" y="221"/>
                  </a:lnTo>
                  <a:lnTo>
                    <a:pt x="68" y="211"/>
                  </a:lnTo>
                  <a:lnTo>
                    <a:pt x="68" y="211"/>
                  </a:lnTo>
                  <a:lnTo>
                    <a:pt x="94" y="190"/>
                  </a:lnTo>
                  <a:lnTo>
                    <a:pt x="94" y="190"/>
                  </a:lnTo>
                  <a:lnTo>
                    <a:pt x="126" y="162"/>
                  </a:lnTo>
                  <a:lnTo>
                    <a:pt x="159" y="135"/>
                  </a:lnTo>
                  <a:lnTo>
                    <a:pt x="159" y="135"/>
                  </a:lnTo>
                  <a:lnTo>
                    <a:pt x="187" y="111"/>
                  </a:lnTo>
                  <a:lnTo>
                    <a:pt x="187" y="111"/>
                  </a:lnTo>
                  <a:lnTo>
                    <a:pt x="220" y="85"/>
                  </a:lnTo>
                  <a:lnTo>
                    <a:pt x="236" y="73"/>
                  </a:lnTo>
                  <a:lnTo>
                    <a:pt x="254" y="61"/>
                  </a:lnTo>
                  <a:lnTo>
                    <a:pt x="254" y="61"/>
                  </a:lnTo>
                  <a:lnTo>
                    <a:pt x="282" y="41"/>
                  </a:lnTo>
                  <a:lnTo>
                    <a:pt x="311" y="23"/>
                  </a:lnTo>
                  <a:lnTo>
                    <a:pt x="311" y="23"/>
                  </a:lnTo>
                  <a:lnTo>
                    <a:pt x="344" y="3"/>
                  </a:lnTo>
                  <a:lnTo>
                    <a:pt x="344" y="3"/>
                  </a:lnTo>
                  <a:lnTo>
                    <a:pt x="348" y="1"/>
                  </a:lnTo>
                  <a:lnTo>
                    <a:pt x="352" y="0"/>
                  </a:lnTo>
                  <a:lnTo>
                    <a:pt x="352" y="0"/>
                  </a:lnTo>
                  <a:lnTo>
                    <a:pt x="355" y="1"/>
                  </a:lnTo>
                  <a:lnTo>
                    <a:pt x="358" y="2"/>
                  </a:lnTo>
                  <a:lnTo>
                    <a:pt x="363" y="5"/>
                  </a:lnTo>
                  <a:lnTo>
                    <a:pt x="366" y="9"/>
                  </a:lnTo>
                  <a:lnTo>
                    <a:pt x="368" y="14"/>
                  </a:lnTo>
                  <a:lnTo>
                    <a:pt x="368" y="14"/>
                  </a:lnTo>
                  <a:lnTo>
                    <a:pt x="369" y="17"/>
                  </a:lnTo>
                  <a:lnTo>
                    <a:pt x="369" y="22"/>
                  </a:lnTo>
                  <a:lnTo>
                    <a:pt x="368" y="25"/>
                  </a:lnTo>
                  <a:lnTo>
                    <a:pt x="366" y="29"/>
                  </a:lnTo>
                  <a:lnTo>
                    <a:pt x="364" y="32"/>
                  </a:lnTo>
                  <a:lnTo>
                    <a:pt x="361" y="35"/>
                  </a:lnTo>
                  <a:lnTo>
                    <a:pt x="361" y="35"/>
                  </a:lnTo>
                  <a:lnTo>
                    <a:pt x="325" y="57"/>
                  </a:lnTo>
                  <a:lnTo>
                    <a:pt x="325" y="57"/>
                  </a:lnTo>
                  <a:lnTo>
                    <a:pt x="271" y="92"/>
                  </a:lnTo>
                  <a:lnTo>
                    <a:pt x="271" y="92"/>
                  </a:lnTo>
                  <a:lnTo>
                    <a:pt x="250" y="107"/>
                  </a:lnTo>
                  <a:lnTo>
                    <a:pt x="229" y="123"/>
                  </a:lnTo>
                  <a:lnTo>
                    <a:pt x="190" y="157"/>
                  </a:lnTo>
                  <a:lnTo>
                    <a:pt x="190" y="157"/>
                  </a:lnTo>
                  <a:lnTo>
                    <a:pt x="164" y="179"/>
                  </a:lnTo>
                  <a:lnTo>
                    <a:pt x="164" y="179"/>
                  </a:lnTo>
                  <a:lnTo>
                    <a:pt x="134" y="203"/>
                  </a:lnTo>
                  <a:lnTo>
                    <a:pt x="134" y="203"/>
                  </a:lnTo>
                  <a:lnTo>
                    <a:pt x="102" y="229"/>
                  </a:lnTo>
                  <a:lnTo>
                    <a:pt x="86" y="242"/>
                  </a:lnTo>
                  <a:lnTo>
                    <a:pt x="72" y="258"/>
                  </a:lnTo>
                  <a:lnTo>
                    <a:pt x="72" y="258"/>
                  </a:lnTo>
                  <a:lnTo>
                    <a:pt x="66" y="264"/>
                  </a:lnTo>
                  <a:lnTo>
                    <a:pt x="61" y="271"/>
                  </a:lnTo>
                  <a:lnTo>
                    <a:pt x="51" y="286"/>
                  </a:lnTo>
                  <a:lnTo>
                    <a:pt x="51" y="286"/>
                  </a:lnTo>
                  <a:lnTo>
                    <a:pt x="46" y="295"/>
                  </a:lnTo>
                  <a:lnTo>
                    <a:pt x="40" y="303"/>
                  </a:lnTo>
                  <a:lnTo>
                    <a:pt x="33" y="312"/>
                  </a:lnTo>
                  <a:lnTo>
                    <a:pt x="24" y="319"/>
                  </a:lnTo>
                  <a:lnTo>
                    <a:pt x="24" y="319"/>
                  </a:lnTo>
                  <a:lnTo>
                    <a:pt x="19" y="322"/>
                  </a:lnTo>
                  <a:lnTo>
                    <a:pt x="15" y="323"/>
                  </a:lnTo>
                  <a:lnTo>
                    <a:pt x="15" y="32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3" name="Freeform 209"/>
            <p:cNvSpPr/>
            <p:nvPr>
              <p:custDataLst>
                <p:tags r:id="rId48"/>
              </p:custDataLst>
            </p:nvPr>
          </p:nvSpPr>
          <p:spPr bwMode="auto">
            <a:xfrm>
              <a:off x="4446588" y="2346325"/>
              <a:ext cx="285750" cy="307975"/>
            </a:xfrm>
            <a:custGeom>
              <a:avLst/>
              <a:gdLst/>
              <a:ahLst/>
              <a:cxnLst>
                <a:cxn ang="0">
                  <a:pos x="524" y="583"/>
                </a:cxn>
                <a:cxn ang="0">
                  <a:pos x="515" y="580"/>
                </a:cxn>
                <a:cxn ang="0">
                  <a:pos x="501" y="571"/>
                </a:cxn>
                <a:cxn ang="0">
                  <a:pos x="476" y="549"/>
                </a:cxn>
                <a:cxn ang="0">
                  <a:pos x="437" y="513"/>
                </a:cxn>
                <a:cxn ang="0">
                  <a:pos x="414" y="488"/>
                </a:cxn>
                <a:cxn ang="0">
                  <a:pos x="388" y="460"/>
                </a:cxn>
                <a:cxn ang="0">
                  <a:pos x="339" y="409"/>
                </a:cxn>
                <a:cxn ang="0">
                  <a:pos x="300" y="361"/>
                </a:cxn>
                <a:cxn ang="0">
                  <a:pos x="288" y="344"/>
                </a:cxn>
                <a:cxn ang="0">
                  <a:pos x="246" y="293"/>
                </a:cxn>
                <a:cxn ang="0">
                  <a:pos x="202" y="245"/>
                </a:cxn>
                <a:cxn ang="0">
                  <a:pos x="167" y="208"/>
                </a:cxn>
                <a:cxn ang="0">
                  <a:pos x="134" y="170"/>
                </a:cxn>
                <a:cxn ang="0">
                  <a:pos x="121" y="153"/>
                </a:cxn>
                <a:cxn ang="0">
                  <a:pos x="95" y="121"/>
                </a:cxn>
                <a:cxn ang="0">
                  <a:pos x="54" y="76"/>
                </a:cxn>
                <a:cxn ang="0">
                  <a:pos x="24" y="48"/>
                </a:cxn>
                <a:cxn ang="0">
                  <a:pos x="8" y="36"/>
                </a:cxn>
                <a:cxn ang="0">
                  <a:pos x="3" y="29"/>
                </a:cxn>
                <a:cxn ang="0">
                  <a:pos x="0" y="22"/>
                </a:cxn>
                <a:cxn ang="0">
                  <a:pos x="1" y="13"/>
                </a:cxn>
                <a:cxn ang="0">
                  <a:pos x="4" y="8"/>
                </a:cxn>
                <a:cxn ang="0">
                  <a:pos x="12" y="1"/>
                </a:cxn>
                <a:cxn ang="0">
                  <a:pos x="16" y="0"/>
                </a:cxn>
                <a:cxn ang="0">
                  <a:pos x="25" y="3"/>
                </a:cxn>
                <a:cxn ang="0">
                  <a:pos x="41" y="15"/>
                </a:cxn>
                <a:cxn ang="0">
                  <a:pos x="70" y="41"/>
                </a:cxn>
                <a:cxn ang="0">
                  <a:pos x="110" y="84"/>
                </a:cxn>
                <a:cxn ang="0">
                  <a:pos x="136" y="115"/>
                </a:cxn>
                <a:cxn ang="0">
                  <a:pos x="206" y="198"/>
                </a:cxn>
                <a:cxn ang="0">
                  <a:pos x="290" y="291"/>
                </a:cxn>
                <a:cxn ang="0">
                  <a:pos x="303" y="306"/>
                </a:cxn>
                <a:cxn ang="0">
                  <a:pos x="341" y="353"/>
                </a:cxn>
                <a:cxn ang="0">
                  <a:pos x="371" y="390"/>
                </a:cxn>
                <a:cxn ang="0">
                  <a:pos x="403" y="425"/>
                </a:cxn>
                <a:cxn ang="0">
                  <a:pos x="433" y="457"/>
                </a:cxn>
                <a:cxn ang="0">
                  <a:pos x="457" y="482"/>
                </a:cxn>
                <a:cxn ang="0">
                  <a:pos x="493" y="518"/>
                </a:cxn>
                <a:cxn ang="0">
                  <a:pos x="519" y="540"/>
                </a:cxn>
                <a:cxn ang="0">
                  <a:pos x="532" y="549"/>
                </a:cxn>
                <a:cxn ang="0">
                  <a:pos x="539" y="554"/>
                </a:cxn>
                <a:cxn ang="0">
                  <a:pos x="541" y="560"/>
                </a:cxn>
                <a:cxn ang="0">
                  <a:pos x="541" y="570"/>
                </a:cxn>
                <a:cxn ang="0">
                  <a:pos x="539" y="575"/>
                </a:cxn>
                <a:cxn ang="0">
                  <a:pos x="530" y="582"/>
                </a:cxn>
                <a:cxn ang="0">
                  <a:pos x="524" y="583"/>
                </a:cxn>
              </a:cxnLst>
              <a:rect l="0" t="0" r="r" b="b"/>
              <a:pathLst>
                <a:path w="541" h="583">
                  <a:moveTo>
                    <a:pt x="524" y="583"/>
                  </a:moveTo>
                  <a:lnTo>
                    <a:pt x="524" y="583"/>
                  </a:lnTo>
                  <a:lnTo>
                    <a:pt x="520" y="582"/>
                  </a:lnTo>
                  <a:lnTo>
                    <a:pt x="515" y="580"/>
                  </a:lnTo>
                  <a:lnTo>
                    <a:pt x="515" y="580"/>
                  </a:lnTo>
                  <a:lnTo>
                    <a:pt x="501" y="571"/>
                  </a:lnTo>
                  <a:lnTo>
                    <a:pt x="488" y="560"/>
                  </a:lnTo>
                  <a:lnTo>
                    <a:pt x="476" y="549"/>
                  </a:lnTo>
                  <a:lnTo>
                    <a:pt x="462" y="538"/>
                  </a:lnTo>
                  <a:lnTo>
                    <a:pt x="437" y="513"/>
                  </a:lnTo>
                  <a:lnTo>
                    <a:pt x="414" y="488"/>
                  </a:lnTo>
                  <a:lnTo>
                    <a:pt x="414" y="488"/>
                  </a:lnTo>
                  <a:lnTo>
                    <a:pt x="388" y="460"/>
                  </a:lnTo>
                  <a:lnTo>
                    <a:pt x="388" y="460"/>
                  </a:lnTo>
                  <a:lnTo>
                    <a:pt x="365" y="437"/>
                  </a:lnTo>
                  <a:lnTo>
                    <a:pt x="339" y="409"/>
                  </a:lnTo>
                  <a:lnTo>
                    <a:pt x="313" y="377"/>
                  </a:lnTo>
                  <a:lnTo>
                    <a:pt x="300" y="361"/>
                  </a:lnTo>
                  <a:lnTo>
                    <a:pt x="288" y="344"/>
                  </a:lnTo>
                  <a:lnTo>
                    <a:pt x="288" y="344"/>
                  </a:lnTo>
                  <a:lnTo>
                    <a:pt x="268" y="319"/>
                  </a:lnTo>
                  <a:lnTo>
                    <a:pt x="246" y="293"/>
                  </a:lnTo>
                  <a:lnTo>
                    <a:pt x="224" y="269"/>
                  </a:lnTo>
                  <a:lnTo>
                    <a:pt x="202" y="245"/>
                  </a:lnTo>
                  <a:lnTo>
                    <a:pt x="202" y="245"/>
                  </a:lnTo>
                  <a:lnTo>
                    <a:pt x="167" y="208"/>
                  </a:lnTo>
                  <a:lnTo>
                    <a:pt x="150" y="189"/>
                  </a:lnTo>
                  <a:lnTo>
                    <a:pt x="134" y="170"/>
                  </a:lnTo>
                  <a:lnTo>
                    <a:pt x="134" y="170"/>
                  </a:lnTo>
                  <a:lnTo>
                    <a:pt x="121" y="153"/>
                  </a:lnTo>
                  <a:lnTo>
                    <a:pt x="121" y="153"/>
                  </a:lnTo>
                  <a:lnTo>
                    <a:pt x="95" y="121"/>
                  </a:lnTo>
                  <a:lnTo>
                    <a:pt x="69" y="90"/>
                  </a:lnTo>
                  <a:lnTo>
                    <a:pt x="54" y="76"/>
                  </a:lnTo>
                  <a:lnTo>
                    <a:pt x="40" y="61"/>
                  </a:lnTo>
                  <a:lnTo>
                    <a:pt x="24" y="48"/>
                  </a:lnTo>
                  <a:lnTo>
                    <a:pt x="8" y="36"/>
                  </a:lnTo>
                  <a:lnTo>
                    <a:pt x="8" y="36"/>
                  </a:lnTo>
                  <a:lnTo>
                    <a:pt x="5" y="32"/>
                  </a:lnTo>
                  <a:lnTo>
                    <a:pt x="3" y="29"/>
                  </a:lnTo>
                  <a:lnTo>
                    <a:pt x="0" y="25"/>
                  </a:lnTo>
                  <a:lnTo>
                    <a:pt x="0" y="22"/>
                  </a:lnTo>
                  <a:lnTo>
                    <a:pt x="0" y="17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4" y="8"/>
                  </a:lnTo>
                  <a:lnTo>
                    <a:pt x="7" y="3"/>
                  </a:lnTo>
                  <a:lnTo>
                    <a:pt x="12" y="1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21" y="0"/>
                  </a:lnTo>
                  <a:lnTo>
                    <a:pt x="25" y="3"/>
                  </a:lnTo>
                  <a:lnTo>
                    <a:pt x="25" y="3"/>
                  </a:lnTo>
                  <a:lnTo>
                    <a:pt x="41" y="15"/>
                  </a:lnTo>
                  <a:lnTo>
                    <a:pt x="55" y="28"/>
                  </a:lnTo>
                  <a:lnTo>
                    <a:pt x="70" y="41"/>
                  </a:lnTo>
                  <a:lnTo>
                    <a:pt x="83" y="55"/>
                  </a:lnTo>
                  <a:lnTo>
                    <a:pt x="110" y="84"/>
                  </a:lnTo>
                  <a:lnTo>
                    <a:pt x="136" y="115"/>
                  </a:lnTo>
                  <a:lnTo>
                    <a:pt x="136" y="115"/>
                  </a:lnTo>
                  <a:lnTo>
                    <a:pt x="170" y="156"/>
                  </a:lnTo>
                  <a:lnTo>
                    <a:pt x="206" y="198"/>
                  </a:lnTo>
                  <a:lnTo>
                    <a:pt x="246" y="242"/>
                  </a:lnTo>
                  <a:lnTo>
                    <a:pt x="290" y="291"/>
                  </a:lnTo>
                  <a:lnTo>
                    <a:pt x="290" y="291"/>
                  </a:lnTo>
                  <a:lnTo>
                    <a:pt x="303" y="306"/>
                  </a:lnTo>
                  <a:lnTo>
                    <a:pt x="317" y="322"/>
                  </a:lnTo>
                  <a:lnTo>
                    <a:pt x="341" y="353"/>
                  </a:lnTo>
                  <a:lnTo>
                    <a:pt x="341" y="353"/>
                  </a:lnTo>
                  <a:lnTo>
                    <a:pt x="371" y="390"/>
                  </a:lnTo>
                  <a:lnTo>
                    <a:pt x="387" y="407"/>
                  </a:lnTo>
                  <a:lnTo>
                    <a:pt x="403" y="425"/>
                  </a:lnTo>
                  <a:lnTo>
                    <a:pt x="403" y="425"/>
                  </a:lnTo>
                  <a:lnTo>
                    <a:pt x="433" y="457"/>
                  </a:lnTo>
                  <a:lnTo>
                    <a:pt x="433" y="457"/>
                  </a:lnTo>
                  <a:lnTo>
                    <a:pt x="457" y="482"/>
                  </a:lnTo>
                  <a:lnTo>
                    <a:pt x="481" y="507"/>
                  </a:lnTo>
                  <a:lnTo>
                    <a:pt x="493" y="518"/>
                  </a:lnTo>
                  <a:lnTo>
                    <a:pt x="507" y="529"/>
                  </a:lnTo>
                  <a:lnTo>
                    <a:pt x="519" y="540"/>
                  </a:lnTo>
                  <a:lnTo>
                    <a:pt x="532" y="549"/>
                  </a:lnTo>
                  <a:lnTo>
                    <a:pt x="532" y="549"/>
                  </a:lnTo>
                  <a:lnTo>
                    <a:pt x="537" y="552"/>
                  </a:lnTo>
                  <a:lnTo>
                    <a:pt x="539" y="554"/>
                  </a:lnTo>
                  <a:lnTo>
                    <a:pt x="540" y="557"/>
                  </a:lnTo>
                  <a:lnTo>
                    <a:pt x="541" y="560"/>
                  </a:lnTo>
                  <a:lnTo>
                    <a:pt x="541" y="565"/>
                  </a:lnTo>
                  <a:lnTo>
                    <a:pt x="541" y="570"/>
                  </a:lnTo>
                  <a:lnTo>
                    <a:pt x="541" y="570"/>
                  </a:lnTo>
                  <a:lnTo>
                    <a:pt x="539" y="575"/>
                  </a:lnTo>
                  <a:lnTo>
                    <a:pt x="534" y="579"/>
                  </a:lnTo>
                  <a:lnTo>
                    <a:pt x="530" y="582"/>
                  </a:lnTo>
                  <a:lnTo>
                    <a:pt x="527" y="583"/>
                  </a:lnTo>
                  <a:lnTo>
                    <a:pt x="524" y="583"/>
                  </a:lnTo>
                  <a:lnTo>
                    <a:pt x="524" y="58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4" name="Freeform 210"/>
            <p:cNvSpPr/>
            <p:nvPr>
              <p:custDataLst>
                <p:tags r:id="rId49"/>
              </p:custDataLst>
            </p:nvPr>
          </p:nvSpPr>
          <p:spPr bwMode="auto">
            <a:xfrm>
              <a:off x="4349750" y="2435225"/>
              <a:ext cx="273050" cy="288925"/>
            </a:xfrm>
            <a:custGeom>
              <a:avLst/>
              <a:gdLst/>
              <a:ahLst/>
              <a:cxnLst>
                <a:cxn ang="0">
                  <a:pos x="493" y="546"/>
                </a:cxn>
                <a:cxn ang="0">
                  <a:pos x="481" y="537"/>
                </a:cxn>
                <a:cxn ang="0">
                  <a:pos x="475" y="524"/>
                </a:cxn>
                <a:cxn ang="0">
                  <a:pos x="457" y="505"/>
                </a:cxn>
                <a:cxn ang="0">
                  <a:pos x="444" y="490"/>
                </a:cxn>
                <a:cxn ang="0">
                  <a:pos x="436" y="479"/>
                </a:cxn>
                <a:cxn ang="0">
                  <a:pos x="411" y="452"/>
                </a:cxn>
                <a:cxn ang="0">
                  <a:pos x="402" y="443"/>
                </a:cxn>
                <a:cxn ang="0">
                  <a:pos x="387" y="420"/>
                </a:cxn>
                <a:cxn ang="0">
                  <a:pos x="376" y="410"/>
                </a:cxn>
                <a:cxn ang="0">
                  <a:pos x="345" y="378"/>
                </a:cxn>
                <a:cxn ang="0">
                  <a:pos x="321" y="352"/>
                </a:cxn>
                <a:cxn ang="0">
                  <a:pos x="280" y="313"/>
                </a:cxn>
                <a:cxn ang="0">
                  <a:pos x="252" y="285"/>
                </a:cxn>
                <a:cxn ang="0">
                  <a:pos x="151" y="183"/>
                </a:cxn>
                <a:cxn ang="0">
                  <a:pos x="106" y="136"/>
                </a:cxn>
                <a:cxn ang="0">
                  <a:pos x="64" y="92"/>
                </a:cxn>
                <a:cxn ang="0">
                  <a:pos x="33" y="58"/>
                </a:cxn>
                <a:cxn ang="0">
                  <a:pos x="13" y="39"/>
                </a:cxn>
                <a:cxn ang="0">
                  <a:pos x="3" y="26"/>
                </a:cxn>
                <a:cxn ang="0">
                  <a:pos x="0" y="14"/>
                </a:cxn>
                <a:cxn ang="0">
                  <a:pos x="5" y="6"/>
                </a:cxn>
                <a:cxn ang="0">
                  <a:pos x="19" y="0"/>
                </a:cxn>
                <a:cxn ang="0">
                  <a:pos x="26" y="2"/>
                </a:cxn>
                <a:cxn ang="0">
                  <a:pos x="34" y="8"/>
                </a:cxn>
                <a:cxn ang="0">
                  <a:pos x="72" y="47"/>
                </a:cxn>
                <a:cxn ang="0">
                  <a:pos x="94" y="67"/>
                </a:cxn>
                <a:cxn ang="0">
                  <a:pos x="151" y="133"/>
                </a:cxn>
                <a:cxn ang="0">
                  <a:pos x="191" y="176"/>
                </a:cxn>
                <a:cxn ang="0">
                  <a:pos x="275" y="260"/>
                </a:cxn>
                <a:cxn ang="0">
                  <a:pos x="311" y="293"/>
                </a:cxn>
                <a:cxn ang="0">
                  <a:pos x="364" y="343"/>
                </a:cxn>
                <a:cxn ang="0">
                  <a:pos x="407" y="387"/>
                </a:cxn>
                <a:cxn ang="0">
                  <a:pos x="423" y="411"/>
                </a:cxn>
                <a:cxn ang="0">
                  <a:pos x="440" y="429"/>
                </a:cxn>
                <a:cxn ang="0">
                  <a:pos x="452" y="440"/>
                </a:cxn>
                <a:cxn ang="0">
                  <a:pos x="460" y="452"/>
                </a:cxn>
                <a:cxn ang="0">
                  <a:pos x="481" y="478"/>
                </a:cxn>
                <a:cxn ang="0">
                  <a:pos x="496" y="493"/>
                </a:cxn>
                <a:cxn ang="0">
                  <a:pos x="508" y="510"/>
                </a:cxn>
                <a:cxn ang="0">
                  <a:pos x="512" y="513"/>
                </a:cxn>
                <a:cxn ang="0">
                  <a:pos x="515" y="524"/>
                </a:cxn>
                <a:cxn ang="0">
                  <a:pos x="515" y="533"/>
                </a:cxn>
                <a:cxn ang="0">
                  <a:pos x="510" y="542"/>
                </a:cxn>
                <a:cxn ang="0">
                  <a:pos x="499" y="546"/>
                </a:cxn>
              </a:cxnLst>
              <a:rect l="0" t="0" r="r" b="b"/>
              <a:pathLst>
                <a:path w="515" h="546">
                  <a:moveTo>
                    <a:pt x="499" y="546"/>
                  </a:moveTo>
                  <a:lnTo>
                    <a:pt x="499" y="546"/>
                  </a:lnTo>
                  <a:lnTo>
                    <a:pt x="493" y="546"/>
                  </a:lnTo>
                  <a:lnTo>
                    <a:pt x="488" y="543"/>
                  </a:lnTo>
                  <a:lnTo>
                    <a:pt x="483" y="540"/>
                  </a:lnTo>
                  <a:lnTo>
                    <a:pt x="481" y="537"/>
                  </a:lnTo>
                  <a:lnTo>
                    <a:pt x="480" y="534"/>
                  </a:lnTo>
                  <a:lnTo>
                    <a:pt x="480" y="534"/>
                  </a:lnTo>
                  <a:lnTo>
                    <a:pt x="475" y="524"/>
                  </a:lnTo>
                  <a:lnTo>
                    <a:pt x="470" y="517"/>
                  </a:lnTo>
                  <a:lnTo>
                    <a:pt x="463" y="511"/>
                  </a:lnTo>
                  <a:lnTo>
                    <a:pt x="457" y="505"/>
                  </a:lnTo>
                  <a:lnTo>
                    <a:pt x="457" y="505"/>
                  </a:lnTo>
                  <a:lnTo>
                    <a:pt x="450" y="498"/>
                  </a:lnTo>
                  <a:lnTo>
                    <a:pt x="444" y="490"/>
                  </a:lnTo>
                  <a:lnTo>
                    <a:pt x="444" y="490"/>
                  </a:lnTo>
                  <a:lnTo>
                    <a:pt x="436" y="479"/>
                  </a:lnTo>
                  <a:lnTo>
                    <a:pt x="436" y="479"/>
                  </a:lnTo>
                  <a:lnTo>
                    <a:pt x="425" y="466"/>
                  </a:lnTo>
                  <a:lnTo>
                    <a:pt x="419" y="458"/>
                  </a:lnTo>
                  <a:lnTo>
                    <a:pt x="411" y="452"/>
                  </a:lnTo>
                  <a:lnTo>
                    <a:pt x="411" y="452"/>
                  </a:lnTo>
                  <a:lnTo>
                    <a:pt x="407" y="448"/>
                  </a:lnTo>
                  <a:lnTo>
                    <a:pt x="402" y="443"/>
                  </a:lnTo>
                  <a:lnTo>
                    <a:pt x="395" y="433"/>
                  </a:lnTo>
                  <a:lnTo>
                    <a:pt x="395" y="433"/>
                  </a:lnTo>
                  <a:lnTo>
                    <a:pt x="387" y="420"/>
                  </a:lnTo>
                  <a:lnTo>
                    <a:pt x="382" y="415"/>
                  </a:lnTo>
                  <a:lnTo>
                    <a:pt x="376" y="410"/>
                  </a:lnTo>
                  <a:lnTo>
                    <a:pt x="376" y="410"/>
                  </a:lnTo>
                  <a:lnTo>
                    <a:pt x="367" y="404"/>
                  </a:lnTo>
                  <a:lnTo>
                    <a:pt x="360" y="395"/>
                  </a:lnTo>
                  <a:lnTo>
                    <a:pt x="345" y="378"/>
                  </a:lnTo>
                  <a:lnTo>
                    <a:pt x="345" y="378"/>
                  </a:lnTo>
                  <a:lnTo>
                    <a:pt x="333" y="364"/>
                  </a:lnTo>
                  <a:lnTo>
                    <a:pt x="321" y="352"/>
                  </a:lnTo>
                  <a:lnTo>
                    <a:pt x="321" y="352"/>
                  </a:lnTo>
                  <a:lnTo>
                    <a:pt x="299" y="332"/>
                  </a:lnTo>
                  <a:lnTo>
                    <a:pt x="280" y="313"/>
                  </a:lnTo>
                  <a:lnTo>
                    <a:pt x="280" y="313"/>
                  </a:lnTo>
                  <a:lnTo>
                    <a:pt x="252" y="285"/>
                  </a:lnTo>
                  <a:lnTo>
                    <a:pt x="252" y="285"/>
                  </a:lnTo>
                  <a:lnTo>
                    <a:pt x="225" y="260"/>
                  </a:lnTo>
                  <a:lnTo>
                    <a:pt x="200" y="234"/>
                  </a:lnTo>
                  <a:lnTo>
                    <a:pt x="151" y="183"/>
                  </a:lnTo>
                  <a:lnTo>
                    <a:pt x="151" y="183"/>
                  </a:lnTo>
                  <a:lnTo>
                    <a:pt x="106" y="136"/>
                  </a:lnTo>
                  <a:lnTo>
                    <a:pt x="106" y="136"/>
                  </a:lnTo>
                  <a:lnTo>
                    <a:pt x="87" y="116"/>
                  </a:lnTo>
                  <a:lnTo>
                    <a:pt x="87" y="116"/>
                  </a:lnTo>
                  <a:lnTo>
                    <a:pt x="64" y="92"/>
                  </a:lnTo>
                  <a:lnTo>
                    <a:pt x="40" y="66"/>
                  </a:lnTo>
                  <a:lnTo>
                    <a:pt x="40" y="66"/>
                  </a:lnTo>
                  <a:lnTo>
                    <a:pt x="33" y="58"/>
                  </a:lnTo>
                  <a:lnTo>
                    <a:pt x="24" y="50"/>
                  </a:lnTo>
                  <a:lnTo>
                    <a:pt x="24" y="50"/>
                  </a:lnTo>
                  <a:lnTo>
                    <a:pt x="13" y="39"/>
                  </a:lnTo>
                  <a:lnTo>
                    <a:pt x="8" y="33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1" y="22"/>
                  </a:lnTo>
                  <a:lnTo>
                    <a:pt x="0" y="18"/>
                  </a:lnTo>
                  <a:lnTo>
                    <a:pt x="0" y="14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5" y="6"/>
                  </a:lnTo>
                  <a:lnTo>
                    <a:pt x="9" y="3"/>
                  </a:lnTo>
                  <a:lnTo>
                    <a:pt x="14" y="1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22" y="1"/>
                  </a:lnTo>
                  <a:lnTo>
                    <a:pt x="26" y="2"/>
                  </a:lnTo>
                  <a:lnTo>
                    <a:pt x="31" y="4"/>
                  </a:lnTo>
                  <a:lnTo>
                    <a:pt x="34" y="8"/>
                  </a:lnTo>
                  <a:lnTo>
                    <a:pt x="34" y="8"/>
                  </a:lnTo>
                  <a:lnTo>
                    <a:pt x="42" y="18"/>
                  </a:lnTo>
                  <a:lnTo>
                    <a:pt x="51" y="29"/>
                  </a:lnTo>
                  <a:lnTo>
                    <a:pt x="72" y="47"/>
                  </a:lnTo>
                  <a:lnTo>
                    <a:pt x="72" y="47"/>
                  </a:lnTo>
                  <a:lnTo>
                    <a:pt x="83" y="57"/>
                  </a:lnTo>
                  <a:lnTo>
                    <a:pt x="94" y="67"/>
                  </a:lnTo>
                  <a:lnTo>
                    <a:pt x="94" y="67"/>
                  </a:lnTo>
                  <a:lnTo>
                    <a:pt x="124" y="100"/>
                  </a:lnTo>
                  <a:lnTo>
                    <a:pt x="151" y="133"/>
                  </a:lnTo>
                  <a:lnTo>
                    <a:pt x="164" y="146"/>
                  </a:lnTo>
                  <a:lnTo>
                    <a:pt x="164" y="146"/>
                  </a:lnTo>
                  <a:lnTo>
                    <a:pt x="191" y="176"/>
                  </a:lnTo>
                  <a:lnTo>
                    <a:pt x="219" y="205"/>
                  </a:lnTo>
                  <a:lnTo>
                    <a:pt x="247" y="232"/>
                  </a:lnTo>
                  <a:lnTo>
                    <a:pt x="275" y="260"/>
                  </a:lnTo>
                  <a:lnTo>
                    <a:pt x="275" y="260"/>
                  </a:lnTo>
                  <a:lnTo>
                    <a:pt x="311" y="293"/>
                  </a:lnTo>
                  <a:lnTo>
                    <a:pt x="311" y="293"/>
                  </a:lnTo>
                  <a:lnTo>
                    <a:pt x="342" y="321"/>
                  </a:lnTo>
                  <a:lnTo>
                    <a:pt x="342" y="321"/>
                  </a:lnTo>
                  <a:lnTo>
                    <a:pt x="364" y="343"/>
                  </a:lnTo>
                  <a:lnTo>
                    <a:pt x="386" y="363"/>
                  </a:lnTo>
                  <a:lnTo>
                    <a:pt x="396" y="375"/>
                  </a:lnTo>
                  <a:lnTo>
                    <a:pt x="407" y="387"/>
                  </a:lnTo>
                  <a:lnTo>
                    <a:pt x="415" y="398"/>
                  </a:lnTo>
                  <a:lnTo>
                    <a:pt x="423" y="411"/>
                  </a:lnTo>
                  <a:lnTo>
                    <a:pt x="423" y="411"/>
                  </a:lnTo>
                  <a:lnTo>
                    <a:pt x="426" y="416"/>
                  </a:lnTo>
                  <a:lnTo>
                    <a:pt x="430" y="421"/>
                  </a:lnTo>
                  <a:lnTo>
                    <a:pt x="440" y="429"/>
                  </a:lnTo>
                  <a:lnTo>
                    <a:pt x="440" y="429"/>
                  </a:lnTo>
                  <a:lnTo>
                    <a:pt x="446" y="435"/>
                  </a:lnTo>
                  <a:lnTo>
                    <a:pt x="452" y="440"/>
                  </a:lnTo>
                  <a:lnTo>
                    <a:pt x="452" y="440"/>
                  </a:lnTo>
                  <a:lnTo>
                    <a:pt x="460" y="452"/>
                  </a:lnTo>
                  <a:lnTo>
                    <a:pt x="460" y="452"/>
                  </a:lnTo>
                  <a:lnTo>
                    <a:pt x="470" y="466"/>
                  </a:lnTo>
                  <a:lnTo>
                    <a:pt x="475" y="472"/>
                  </a:lnTo>
                  <a:lnTo>
                    <a:pt x="481" y="478"/>
                  </a:lnTo>
                  <a:lnTo>
                    <a:pt x="481" y="478"/>
                  </a:lnTo>
                  <a:lnTo>
                    <a:pt x="489" y="486"/>
                  </a:lnTo>
                  <a:lnTo>
                    <a:pt x="496" y="493"/>
                  </a:lnTo>
                  <a:lnTo>
                    <a:pt x="502" y="501"/>
                  </a:lnTo>
                  <a:lnTo>
                    <a:pt x="507" y="509"/>
                  </a:lnTo>
                  <a:lnTo>
                    <a:pt x="508" y="510"/>
                  </a:lnTo>
                  <a:lnTo>
                    <a:pt x="509" y="511"/>
                  </a:lnTo>
                  <a:lnTo>
                    <a:pt x="509" y="511"/>
                  </a:lnTo>
                  <a:lnTo>
                    <a:pt x="512" y="513"/>
                  </a:lnTo>
                  <a:lnTo>
                    <a:pt x="514" y="516"/>
                  </a:lnTo>
                  <a:lnTo>
                    <a:pt x="515" y="520"/>
                  </a:lnTo>
                  <a:lnTo>
                    <a:pt x="515" y="524"/>
                  </a:lnTo>
                  <a:lnTo>
                    <a:pt x="515" y="530"/>
                  </a:lnTo>
                  <a:lnTo>
                    <a:pt x="515" y="530"/>
                  </a:lnTo>
                  <a:lnTo>
                    <a:pt x="515" y="533"/>
                  </a:lnTo>
                  <a:lnTo>
                    <a:pt x="514" y="537"/>
                  </a:lnTo>
                  <a:lnTo>
                    <a:pt x="513" y="540"/>
                  </a:lnTo>
                  <a:lnTo>
                    <a:pt x="510" y="542"/>
                  </a:lnTo>
                  <a:lnTo>
                    <a:pt x="510" y="542"/>
                  </a:lnTo>
                  <a:lnTo>
                    <a:pt x="506" y="545"/>
                  </a:lnTo>
                  <a:lnTo>
                    <a:pt x="499" y="546"/>
                  </a:lnTo>
                  <a:lnTo>
                    <a:pt x="499" y="54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5" name="Freeform 211"/>
            <p:cNvSpPr/>
            <p:nvPr>
              <p:custDataLst>
                <p:tags r:id="rId50"/>
              </p:custDataLst>
            </p:nvPr>
          </p:nvSpPr>
          <p:spPr bwMode="auto">
            <a:xfrm>
              <a:off x="4708525" y="2740025"/>
              <a:ext cx="77788" cy="74613"/>
            </a:xfrm>
            <a:custGeom>
              <a:avLst/>
              <a:gdLst/>
              <a:ahLst/>
              <a:cxnLst>
                <a:cxn ang="0">
                  <a:pos x="116" y="142"/>
                </a:cxn>
                <a:cxn ang="0">
                  <a:pos x="111" y="142"/>
                </a:cxn>
                <a:cxn ang="0">
                  <a:pos x="101" y="140"/>
                </a:cxn>
                <a:cxn ang="0">
                  <a:pos x="90" y="136"/>
                </a:cxn>
                <a:cxn ang="0">
                  <a:pos x="88" y="139"/>
                </a:cxn>
                <a:cxn ang="0">
                  <a:pos x="79" y="141"/>
                </a:cxn>
                <a:cxn ang="0">
                  <a:pos x="77" y="141"/>
                </a:cxn>
                <a:cxn ang="0">
                  <a:pos x="63" y="139"/>
                </a:cxn>
                <a:cxn ang="0">
                  <a:pos x="49" y="136"/>
                </a:cxn>
                <a:cxn ang="0">
                  <a:pos x="42" y="134"/>
                </a:cxn>
                <a:cxn ang="0">
                  <a:pos x="33" y="127"/>
                </a:cxn>
                <a:cxn ang="0">
                  <a:pos x="30" y="129"/>
                </a:cxn>
                <a:cxn ang="0">
                  <a:pos x="21" y="131"/>
                </a:cxn>
                <a:cxn ang="0">
                  <a:pos x="18" y="130"/>
                </a:cxn>
                <a:cxn ang="0">
                  <a:pos x="12" y="127"/>
                </a:cxn>
                <a:cxn ang="0">
                  <a:pos x="7" y="122"/>
                </a:cxn>
                <a:cxn ang="0">
                  <a:pos x="6" y="117"/>
                </a:cxn>
                <a:cxn ang="0">
                  <a:pos x="5" y="115"/>
                </a:cxn>
                <a:cxn ang="0">
                  <a:pos x="1" y="108"/>
                </a:cxn>
                <a:cxn ang="0">
                  <a:pos x="1" y="101"/>
                </a:cxn>
                <a:cxn ang="0">
                  <a:pos x="3" y="95"/>
                </a:cxn>
                <a:cxn ang="0">
                  <a:pos x="13" y="83"/>
                </a:cxn>
                <a:cxn ang="0">
                  <a:pos x="31" y="62"/>
                </a:cxn>
                <a:cxn ang="0">
                  <a:pos x="63" y="34"/>
                </a:cxn>
                <a:cxn ang="0">
                  <a:pos x="92" y="13"/>
                </a:cxn>
                <a:cxn ang="0">
                  <a:pos x="98" y="8"/>
                </a:cxn>
                <a:cxn ang="0">
                  <a:pos x="113" y="1"/>
                </a:cxn>
                <a:cxn ang="0">
                  <a:pos x="121" y="0"/>
                </a:cxn>
                <a:cxn ang="0">
                  <a:pos x="131" y="2"/>
                </a:cxn>
                <a:cxn ang="0">
                  <a:pos x="137" y="5"/>
                </a:cxn>
                <a:cxn ang="0">
                  <a:pos x="143" y="15"/>
                </a:cxn>
                <a:cxn ang="0">
                  <a:pos x="147" y="29"/>
                </a:cxn>
                <a:cxn ang="0">
                  <a:pos x="148" y="35"/>
                </a:cxn>
                <a:cxn ang="0">
                  <a:pos x="147" y="53"/>
                </a:cxn>
                <a:cxn ang="0">
                  <a:pos x="148" y="84"/>
                </a:cxn>
                <a:cxn ang="0">
                  <a:pos x="148" y="100"/>
                </a:cxn>
                <a:cxn ang="0">
                  <a:pos x="146" y="116"/>
                </a:cxn>
                <a:cxn ang="0">
                  <a:pos x="145" y="125"/>
                </a:cxn>
                <a:cxn ang="0">
                  <a:pos x="141" y="132"/>
                </a:cxn>
                <a:cxn ang="0">
                  <a:pos x="136" y="136"/>
                </a:cxn>
                <a:cxn ang="0">
                  <a:pos x="128" y="141"/>
                </a:cxn>
                <a:cxn ang="0">
                  <a:pos x="126" y="141"/>
                </a:cxn>
                <a:cxn ang="0">
                  <a:pos x="121" y="142"/>
                </a:cxn>
                <a:cxn ang="0">
                  <a:pos x="116" y="142"/>
                </a:cxn>
              </a:cxnLst>
              <a:rect l="0" t="0" r="r" b="b"/>
              <a:pathLst>
                <a:path w="148" h="142">
                  <a:moveTo>
                    <a:pt x="116" y="142"/>
                  </a:moveTo>
                  <a:lnTo>
                    <a:pt x="116" y="142"/>
                  </a:lnTo>
                  <a:lnTo>
                    <a:pt x="111" y="142"/>
                  </a:lnTo>
                  <a:lnTo>
                    <a:pt x="111" y="142"/>
                  </a:lnTo>
                  <a:lnTo>
                    <a:pt x="101" y="140"/>
                  </a:lnTo>
                  <a:lnTo>
                    <a:pt x="101" y="140"/>
                  </a:lnTo>
                  <a:lnTo>
                    <a:pt x="93" y="136"/>
                  </a:lnTo>
                  <a:lnTo>
                    <a:pt x="90" y="136"/>
                  </a:lnTo>
                  <a:lnTo>
                    <a:pt x="88" y="139"/>
                  </a:lnTo>
                  <a:lnTo>
                    <a:pt x="88" y="139"/>
                  </a:lnTo>
                  <a:lnTo>
                    <a:pt x="84" y="141"/>
                  </a:lnTo>
                  <a:lnTo>
                    <a:pt x="79" y="141"/>
                  </a:lnTo>
                  <a:lnTo>
                    <a:pt x="79" y="141"/>
                  </a:lnTo>
                  <a:lnTo>
                    <a:pt x="77" y="141"/>
                  </a:lnTo>
                  <a:lnTo>
                    <a:pt x="77" y="141"/>
                  </a:lnTo>
                  <a:lnTo>
                    <a:pt x="63" y="139"/>
                  </a:lnTo>
                  <a:lnTo>
                    <a:pt x="63" y="139"/>
                  </a:lnTo>
                  <a:lnTo>
                    <a:pt x="49" y="136"/>
                  </a:lnTo>
                  <a:lnTo>
                    <a:pt x="49" y="136"/>
                  </a:lnTo>
                  <a:lnTo>
                    <a:pt x="42" y="134"/>
                  </a:lnTo>
                  <a:lnTo>
                    <a:pt x="36" y="130"/>
                  </a:lnTo>
                  <a:lnTo>
                    <a:pt x="33" y="127"/>
                  </a:lnTo>
                  <a:lnTo>
                    <a:pt x="30" y="129"/>
                  </a:lnTo>
                  <a:lnTo>
                    <a:pt x="30" y="129"/>
                  </a:lnTo>
                  <a:lnTo>
                    <a:pt x="25" y="130"/>
                  </a:lnTo>
                  <a:lnTo>
                    <a:pt x="21" y="131"/>
                  </a:lnTo>
                  <a:lnTo>
                    <a:pt x="21" y="131"/>
                  </a:lnTo>
                  <a:lnTo>
                    <a:pt x="18" y="130"/>
                  </a:lnTo>
                  <a:lnTo>
                    <a:pt x="13" y="129"/>
                  </a:lnTo>
                  <a:lnTo>
                    <a:pt x="12" y="127"/>
                  </a:lnTo>
                  <a:lnTo>
                    <a:pt x="10" y="125"/>
                  </a:lnTo>
                  <a:lnTo>
                    <a:pt x="7" y="122"/>
                  </a:lnTo>
                  <a:lnTo>
                    <a:pt x="6" y="119"/>
                  </a:lnTo>
                  <a:lnTo>
                    <a:pt x="6" y="117"/>
                  </a:lnTo>
                  <a:lnTo>
                    <a:pt x="5" y="115"/>
                  </a:lnTo>
                  <a:lnTo>
                    <a:pt x="5" y="115"/>
                  </a:lnTo>
                  <a:lnTo>
                    <a:pt x="2" y="112"/>
                  </a:lnTo>
                  <a:lnTo>
                    <a:pt x="1" y="108"/>
                  </a:lnTo>
                  <a:lnTo>
                    <a:pt x="0" y="104"/>
                  </a:lnTo>
                  <a:lnTo>
                    <a:pt x="1" y="101"/>
                  </a:lnTo>
                  <a:lnTo>
                    <a:pt x="2" y="98"/>
                  </a:lnTo>
                  <a:lnTo>
                    <a:pt x="3" y="95"/>
                  </a:lnTo>
                  <a:lnTo>
                    <a:pt x="3" y="95"/>
                  </a:lnTo>
                  <a:lnTo>
                    <a:pt x="13" y="83"/>
                  </a:lnTo>
                  <a:lnTo>
                    <a:pt x="22" y="72"/>
                  </a:lnTo>
                  <a:lnTo>
                    <a:pt x="31" y="62"/>
                  </a:lnTo>
                  <a:lnTo>
                    <a:pt x="42" y="52"/>
                  </a:lnTo>
                  <a:lnTo>
                    <a:pt x="63" y="34"/>
                  </a:lnTo>
                  <a:lnTo>
                    <a:pt x="87" y="17"/>
                  </a:lnTo>
                  <a:lnTo>
                    <a:pt x="92" y="13"/>
                  </a:lnTo>
                  <a:lnTo>
                    <a:pt x="92" y="13"/>
                  </a:lnTo>
                  <a:lnTo>
                    <a:pt x="98" y="8"/>
                  </a:lnTo>
                  <a:lnTo>
                    <a:pt x="105" y="4"/>
                  </a:lnTo>
                  <a:lnTo>
                    <a:pt x="113" y="1"/>
                  </a:lnTo>
                  <a:lnTo>
                    <a:pt x="121" y="0"/>
                  </a:lnTo>
                  <a:lnTo>
                    <a:pt x="121" y="0"/>
                  </a:lnTo>
                  <a:lnTo>
                    <a:pt x="126" y="1"/>
                  </a:lnTo>
                  <a:lnTo>
                    <a:pt x="131" y="2"/>
                  </a:lnTo>
                  <a:lnTo>
                    <a:pt x="131" y="2"/>
                  </a:lnTo>
                  <a:lnTo>
                    <a:pt x="137" y="5"/>
                  </a:lnTo>
                  <a:lnTo>
                    <a:pt x="141" y="9"/>
                  </a:lnTo>
                  <a:lnTo>
                    <a:pt x="143" y="15"/>
                  </a:lnTo>
                  <a:lnTo>
                    <a:pt x="145" y="20"/>
                  </a:lnTo>
                  <a:lnTo>
                    <a:pt x="147" y="29"/>
                  </a:lnTo>
                  <a:lnTo>
                    <a:pt x="148" y="35"/>
                  </a:lnTo>
                  <a:lnTo>
                    <a:pt x="148" y="35"/>
                  </a:lnTo>
                  <a:lnTo>
                    <a:pt x="147" y="53"/>
                  </a:lnTo>
                  <a:lnTo>
                    <a:pt x="147" y="53"/>
                  </a:lnTo>
                  <a:lnTo>
                    <a:pt x="147" y="81"/>
                  </a:lnTo>
                  <a:lnTo>
                    <a:pt x="148" y="84"/>
                  </a:lnTo>
                  <a:lnTo>
                    <a:pt x="148" y="84"/>
                  </a:lnTo>
                  <a:lnTo>
                    <a:pt x="148" y="100"/>
                  </a:lnTo>
                  <a:lnTo>
                    <a:pt x="147" y="108"/>
                  </a:lnTo>
                  <a:lnTo>
                    <a:pt x="146" y="116"/>
                  </a:lnTo>
                  <a:lnTo>
                    <a:pt x="146" y="116"/>
                  </a:lnTo>
                  <a:lnTo>
                    <a:pt x="145" y="125"/>
                  </a:lnTo>
                  <a:lnTo>
                    <a:pt x="143" y="128"/>
                  </a:lnTo>
                  <a:lnTo>
                    <a:pt x="141" y="132"/>
                  </a:lnTo>
                  <a:lnTo>
                    <a:pt x="139" y="134"/>
                  </a:lnTo>
                  <a:lnTo>
                    <a:pt x="136" y="136"/>
                  </a:lnTo>
                  <a:lnTo>
                    <a:pt x="128" y="141"/>
                  </a:lnTo>
                  <a:lnTo>
                    <a:pt x="128" y="141"/>
                  </a:lnTo>
                  <a:lnTo>
                    <a:pt x="127" y="141"/>
                  </a:lnTo>
                  <a:lnTo>
                    <a:pt x="126" y="141"/>
                  </a:lnTo>
                  <a:lnTo>
                    <a:pt x="126" y="141"/>
                  </a:lnTo>
                  <a:lnTo>
                    <a:pt x="121" y="142"/>
                  </a:lnTo>
                  <a:lnTo>
                    <a:pt x="116" y="142"/>
                  </a:lnTo>
                  <a:lnTo>
                    <a:pt x="116" y="14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6" name="Freeform 212"/>
            <p:cNvSpPr/>
            <p:nvPr>
              <p:custDataLst>
                <p:tags r:id="rId51"/>
              </p:custDataLst>
            </p:nvPr>
          </p:nvSpPr>
          <p:spPr bwMode="auto">
            <a:xfrm>
              <a:off x="4197350" y="2182813"/>
              <a:ext cx="260350" cy="244475"/>
            </a:xfrm>
            <a:custGeom>
              <a:avLst/>
              <a:gdLst/>
              <a:ahLst/>
              <a:cxnLst>
                <a:cxn ang="0">
                  <a:pos x="106" y="462"/>
                </a:cxn>
                <a:cxn ang="0">
                  <a:pos x="96" y="455"/>
                </a:cxn>
                <a:cxn ang="0">
                  <a:pos x="94" y="452"/>
                </a:cxn>
                <a:cxn ang="0">
                  <a:pos x="85" y="442"/>
                </a:cxn>
                <a:cxn ang="0">
                  <a:pos x="76" y="430"/>
                </a:cxn>
                <a:cxn ang="0">
                  <a:pos x="53" y="411"/>
                </a:cxn>
                <a:cxn ang="0">
                  <a:pos x="35" y="386"/>
                </a:cxn>
                <a:cxn ang="0">
                  <a:pos x="15" y="339"/>
                </a:cxn>
                <a:cxn ang="0">
                  <a:pos x="5" y="299"/>
                </a:cxn>
                <a:cxn ang="0">
                  <a:pos x="0" y="253"/>
                </a:cxn>
                <a:cxn ang="0">
                  <a:pos x="3" y="202"/>
                </a:cxn>
                <a:cxn ang="0">
                  <a:pos x="8" y="172"/>
                </a:cxn>
                <a:cxn ang="0">
                  <a:pos x="24" y="124"/>
                </a:cxn>
                <a:cxn ang="0">
                  <a:pos x="48" y="85"/>
                </a:cxn>
                <a:cxn ang="0">
                  <a:pos x="68" y="64"/>
                </a:cxn>
                <a:cxn ang="0">
                  <a:pos x="124" y="25"/>
                </a:cxn>
                <a:cxn ang="0">
                  <a:pos x="193" y="4"/>
                </a:cxn>
                <a:cxn ang="0">
                  <a:pos x="241" y="0"/>
                </a:cxn>
                <a:cxn ang="0">
                  <a:pos x="298" y="5"/>
                </a:cxn>
                <a:cxn ang="0">
                  <a:pos x="352" y="20"/>
                </a:cxn>
                <a:cxn ang="0">
                  <a:pos x="401" y="44"/>
                </a:cxn>
                <a:cxn ang="0">
                  <a:pos x="445" y="76"/>
                </a:cxn>
                <a:cxn ang="0">
                  <a:pos x="480" y="115"/>
                </a:cxn>
                <a:cxn ang="0">
                  <a:pos x="492" y="135"/>
                </a:cxn>
                <a:cxn ang="0">
                  <a:pos x="491" y="146"/>
                </a:cxn>
                <a:cxn ang="0">
                  <a:pos x="483" y="153"/>
                </a:cxn>
                <a:cxn ang="0">
                  <a:pos x="473" y="157"/>
                </a:cxn>
                <a:cxn ang="0">
                  <a:pos x="465" y="154"/>
                </a:cxn>
                <a:cxn ang="0">
                  <a:pos x="458" y="147"/>
                </a:cxn>
                <a:cxn ang="0">
                  <a:pos x="429" y="112"/>
                </a:cxn>
                <a:cxn ang="0">
                  <a:pos x="395" y="85"/>
                </a:cxn>
                <a:cxn ang="0">
                  <a:pos x="356" y="65"/>
                </a:cxn>
                <a:cxn ang="0">
                  <a:pos x="289" y="42"/>
                </a:cxn>
                <a:cxn ang="0">
                  <a:pos x="247" y="34"/>
                </a:cxn>
                <a:cxn ang="0">
                  <a:pos x="219" y="34"/>
                </a:cxn>
                <a:cxn ang="0">
                  <a:pos x="182" y="40"/>
                </a:cxn>
                <a:cxn ang="0">
                  <a:pos x="144" y="53"/>
                </a:cxn>
                <a:cxn ang="0">
                  <a:pos x="109" y="74"/>
                </a:cxn>
                <a:cxn ang="0">
                  <a:pos x="80" y="100"/>
                </a:cxn>
                <a:cxn ang="0">
                  <a:pos x="59" y="133"/>
                </a:cxn>
                <a:cxn ang="0">
                  <a:pos x="48" y="163"/>
                </a:cxn>
                <a:cxn ang="0">
                  <a:pos x="39" y="210"/>
                </a:cxn>
                <a:cxn ang="0">
                  <a:pos x="38" y="259"/>
                </a:cxn>
                <a:cxn ang="0">
                  <a:pos x="45" y="304"/>
                </a:cxn>
                <a:cxn ang="0">
                  <a:pos x="60" y="348"/>
                </a:cxn>
                <a:cxn ang="0">
                  <a:pos x="76" y="373"/>
                </a:cxn>
                <a:cxn ang="0">
                  <a:pos x="101" y="402"/>
                </a:cxn>
                <a:cxn ang="0">
                  <a:pos x="122" y="429"/>
                </a:cxn>
                <a:cxn ang="0">
                  <a:pos x="125" y="431"/>
                </a:cxn>
                <a:cxn ang="0">
                  <a:pos x="131" y="446"/>
                </a:cxn>
                <a:cxn ang="0">
                  <a:pos x="129" y="455"/>
                </a:cxn>
                <a:cxn ang="0">
                  <a:pos x="121" y="462"/>
                </a:cxn>
                <a:cxn ang="0">
                  <a:pos x="110" y="463"/>
                </a:cxn>
              </a:cxnLst>
              <a:rect l="0" t="0" r="r" b="b"/>
              <a:pathLst>
                <a:path w="492" h="463">
                  <a:moveTo>
                    <a:pt x="110" y="463"/>
                  </a:moveTo>
                  <a:lnTo>
                    <a:pt x="110" y="463"/>
                  </a:lnTo>
                  <a:lnTo>
                    <a:pt x="106" y="462"/>
                  </a:lnTo>
                  <a:lnTo>
                    <a:pt x="102" y="461"/>
                  </a:lnTo>
                  <a:lnTo>
                    <a:pt x="98" y="458"/>
                  </a:lnTo>
                  <a:lnTo>
                    <a:pt x="96" y="455"/>
                  </a:lnTo>
                  <a:lnTo>
                    <a:pt x="96" y="455"/>
                  </a:lnTo>
                  <a:lnTo>
                    <a:pt x="94" y="453"/>
                  </a:lnTo>
                  <a:lnTo>
                    <a:pt x="94" y="452"/>
                  </a:lnTo>
                  <a:lnTo>
                    <a:pt x="91" y="450"/>
                  </a:lnTo>
                  <a:lnTo>
                    <a:pt x="91" y="450"/>
                  </a:lnTo>
                  <a:lnTo>
                    <a:pt x="85" y="442"/>
                  </a:lnTo>
                  <a:lnTo>
                    <a:pt x="85" y="442"/>
                  </a:lnTo>
                  <a:lnTo>
                    <a:pt x="80" y="435"/>
                  </a:lnTo>
                  <a:lnTo>
                    <a:pt x="76" y="430"/>
                  </a:lnTo>
                  <a:lnTo>
                    <a:pt x="65" y="421"/>
                  </a:lnTo>
                  <a:lnTo>
                    <a:pt x="65" y="421"/>
                  </a:lnTo>
                  <a:lnTo>
                    <a:pt x="53" y="411"/>
                  </a:lnTo>
                  <a:lnTo>
                    <a:pt x="53" y="411"/>
                  </a:lnTo>
                  <a:lnTo>
                    <a:pt x="44" y="399"/>
                  </a:lnTo>
                  <a:lnTo>
                    <a:pt x="35" y="386"/>
                  </a:lnTo>
                  <a:lnTo>
                    <a:pt x="27" y="370"/>
                  </a:lnTo>
                  <a:lnTo>
                    <a:pt x="21" y="355"/>
                  </a:lnTo>
                  <a:lnTo>
                    <a:pt x="15" y="339"/>
                  </a:lnTo>
                  <a:lnTo>
                    <a:pt x="11" y="325"/>
                  </a:lnTo>
                  <a:lnTo>
                    <a:pt x="5" y="299"/>
                  </a:lnTo>
                  <a:lnTo>
                    <a:pt x="5" y="299"/>
                  </a:lnTo>
                  <a:lnTo>
                    <a:pt x="3" y="285"/>
                  </a:lnTo>
                  <a:lnTo>
                    <a:pt x="0" y="269"/>
                  </a:lnTo>
                  <a:lnTo>
                    <a:pt x="0" y="253"/>
                  </a:lnTo>
                  <a:lnTo>
                    <a:pt x="0" y="235"/>
                  </a:lnTo>
                  <a:lnTo>
                    <a:pt x="0" y="218"/>
                  </a:lnTo>
                  <a:lnTo>
                    <a:pt x="3" y="202"/>
                  </a:lnTo>
                  <a:lnTo>
                    <a:pt x="5" y="186"/>
                  </a:lnTo>
                  <a:lnTo>
                    <a:pt x="8" y="172"/>
                  </a:lnTo>
                  <a:lnTo>
                    <a:pt x="8" y="172"/>
                  </a:lnTo>
                  <a:lnTo>
                    <a:pt x="13" y="154"/>
                  </a:lnTo>
                  <a:lnTo>
                    <a:pt x="18" y="139"/>
                  </a:lnTo>
                  <a:lnTo>
                    <a:pt x="24" y="124"/>
                  </a:lnTo>
                  <a:lnTo>
                    <a:pt x="31" y="110"/>
                  </a:lnTo>
                  <a:lnTo>
                    <a:pt x="39" y="98"/>
                  </a:lnTo>
                  <a:lnTo>
                    <a:pt x="48" y="85"/>
                  </a:lnTo>
                  <a:lnTo>
                    <a:pt x="57" y="74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85" y="49"/>
                  </a:lnTo>
                  <a:lnTo>
                    <a:pt x="105" y="36"/>
                  </a:lnTo>
                  <a:lnTo>
                    <a:pt x="124" y="25"/>
                  </a:lnTo>
                  <a:lnTo>
                    <a:pt x="146" y="16"/>
                  </a:lnTo>
                  <a:lnTo>
                    <a:pt x="169" y="9"/>
                  </a:lnTo>
                  <a:lnTo>
                    <a:pt x="193" y="4"/>
                  </a:lnTo>
                  <a:lnTo>
                    <a:pt x="216" y="1"/>
                  </a:lnTo>
                  <a:lnTo>
                    <a:pt x="241" y="0"/>
                  </a:lnTo>
                  <a:lnTo>
                    <a:pt x="241" y="0"/>
                  </a:lnTo>
                  <a:lnTo>
                    <a:pt x="260" y="1"/>
                  </a:lnTo>
                  <a:lnTo>
                    <a:pt x="279" y="2"/>
                  </a:lnTo>
                  <a:lnTo>
                    <a:pt x="298" y="5"/>
                  </a:lnTo>
                  <a:lnTo>
                    <a:pt x="316" y="9"/>
                  </a:lnTo>
                  <a:lnTo>
                    <a:pt x="334" y="14"/>
                  </a:lnTo>
                  <a:lnTo>
                    <a:pt x="352" y="20"/>
                  </a:lnTo>
                  <a:lnTo>
                    <a:pt x="368" y="27"/>
                  </a:lnTo>
                  <a:lnTo>
                    <a:pt x="385" y="35"/>
                  </a:lnTo>
                  <a:lnTo>
                    <a:pt x="401" y="44"/>
                  </a:lnTo>
                  <a:lnTo>
                    <a:pt x="416" y="54"/>
                  </a:lnTo>
                  <a:lnTo>
                    <a:pt x="430" y="65"/>
                  </a:lnTo>
                  <a:lnTo>
                    <a:pt x="445" y="76"/>
                  </a:lnTo>
                  <a:lnTo>
                    <a:pt x="457" y="88"/>
                  </a:lnTo>
                  <a:lnTo>
                    <a:pt x="469" y="102"/>
                  </a:lnTo>
                  <a:lnTo>
                    <a:pt x="480" y="115"/>
                  </a:lnTo>
                  <a:lnTo>
                    <a:pt x="490" y="130"/>
                  </a:lnTo>
                  <a:lnTo>
                    <a:pt x="490" y="130"/>
                  </a:lnTo>
                  <a:lnTo>
                    <a:pt x="492" y="135"/>
                  </a:lnTo>
                  <a:lnTo>
                    <a:pt x="492" y="139"/>
                  </a:lnTo>
                  <a:lnTo>
                    <a:pt x="492" y="143"/>
                  </a:lnTo>
                  <a:lnTo>
                    <a:pt x="491" y="146"/>
                  </a:lnTo>
                  <a:lnTo>
                    <a:pt x="491" y="146"/>
                  </a:lnTo>
                  <a:lnTo>
                    <a:pt x="487" y="150"/>
                  </a:lnTo>
                  <a:lnTo>
                    <a:pt x="483" y="153"/>
                  </a:lnTo>
                  <a:lnTo>
                    <a:pt x="478" y="155"/>
                  </a:lnTo>
                  <a:lnTo>
                    <a:pt x="473" y="157"/>
                  </a:lnTo>
                  <a:lnTo>
                    <a:pt x="473" y="157"/>
                  </a:lnTo>
                  <a:lnTo>
                    <a:pt x="473" y="157"/>
                  </a:lnTo>
                  <a:lnTo>
                    <a:pt x="469" y="155"/>
                  </a:lnTo>
                  <a:lnTo>
                    <a:pt x="465" y="154"/>
                  </a:lnTo>
                  <a:lnTo>
                    <a:pt x="462" y="151"/>
                  </a:lnTo>
                  <a:lnTo>
                    <a:pt x="458" y="147"/>
                  </a:lnTo>
                  <a:lnTo>
                    <a:pt x="458" y="147"/>
                  </a:lnTo>
                  <a:lnTo>
                    <a:pt x="450" y="135"/>
                  </a:lnTo>
                  <a:lnTo>
                    <a:pt x="439" y="123"/>
                  </a:lnTo>
                  <a:lnTo>
                    <a:pt x="429" y="112"/>
                  </a:lnTo>
                  <a:lnTo>
                    <a:pt x="419" y="102"/>
                  </a:lnTo>
                  <a:lnTo>
                    <a:pt x="407" y="94"/>
                  </a:lnTo>
                  <a:lnTo>
                    <a:pt x="395" y="85"/>
                  </a:lnTo>
                  <a:lnTo>
                    <a:pt x="383" y="77"/>
                  </a:lnTo>
                  <a:lnTo>
                    <a:pt x="369" y="71"/>
                  </a:lnTo>
                  <a:lnTo>
                    <a:pt x="356" y="65"/>
                  </a:lnTo>
                  <a:lnTo>
                    <a:pt x="342" y="59"/>
                  </a:lnTo>
                  <a:lnTo>
                    <a:pt x="316" y="50"/>
                  </a:lnTo>
                  <a:lnTo>
                    <a:pt x="289" y="42"/>
                  </a:lnTo>
                  <a:lnTo>
                    <a:pt x="263" y="36"/>
                  </a:lnTo>
                  <a:lnTo>
                    <a:pt x="263" y="36"/>
                  </a:lnTo>
                  <a:lnTo>
                    <a:pt x="247" y="34"/>
                  </a:lnTo>
                  <a:lnTo>
                    <a:pt x="232" y="33"/>
                  </a:lnTo>
                  <a:lnTo>
                    <a:pt x="232" y="33"/>
                  </a:lnTo>
                  <a:lnTo>
                    <a:pt x="219" y="34"/>
                  </a:lnTo>
                  <a:lnTo>
                    <a:pt x="207" y="35"/>
                  </a:lnTo>
                  <a:lnTo>
                    <a:pt x="195" y="37"/>
                  </a:lnTo>
                  <a:lnTo>
                    <a:pt x="182" y="40"/>
                  </a:lnTo>
                  <a:lnTo>
                    <a:pt x="169" y="44"/>
                  </a:lnTo>
                  <a:lnTo>
                    <a:pt x="156" y="48"/>
                  </a:lnTo>
                  <a:lnTo>
                    <a:pt x="144" y="53"/>
                  </a:lnTo>
                  <a:lnTo>
                    <a:pt x="133" y="59"/>
                  </a:lnTo>
                  <a:lnTo>
                    <a:pt x="120" y="66"/>
                  </a:lnTo>
                  <a:lnTo>
                    <a:pt x="109" y="74"/>
                  </a:lnTo>
                  <a:lnTo>
                    <a:pt x="99" y="82"/>
                  </a:lnTo>
                  <a:lnTo>
                    <a:pt x="89" y="90"/>
                  </a:lnTo>
                  <a:lnTo>
                    <a:pt x="80" y="100"/>
                  </a:lnTo>
                  <a:lnTo>
                    <a:pt x="72" y="110"/>
                  </a:lnTo>
                  <a:lnTo>
                    <a:pt x="66" y="121"/>
                  </a:lnTo>
                  <a:lnTo>
                    <a:pt x="59" y="133"/>
                  </a:lnTo>
                  <a:lnTo>
                    <a:pt x="59" y="133"/>
                  </a:lnTo>
                  <a:lnTo>
                    <a:pt x="53" y="147"/>
                  </a:lnTo>
                  <a:lnTo>
                    <a:pt x="48" y="163"/>
                  </a:lnTo>
                  <a:lnTo>
                    <a:pt x="44" y="178"/>
                  </a:lnTo>
                  <a:lnTo>
                    <a:pt x="41" y="195"/>
                  </a:lnTo>
                  <a:lnTo>
                    <a:pt x="39" y="210"/>
                  </a:lnTo>
                  <a:lnTo>
                    <a:pt x="38" y="227"/>
                  </a:lnTo>
                  <a:lnTo>
                    <a:pt x="37" y="242"/>
                  </a:lnTo>
                  <a:lnTo>
                    <a:pt x="38" y="259"/>
                  </a:lnTo>
                  <a:lnTo>
                    <a:pt x="39" y="274"/>
                  </a:lnTo>
                  <a:lnTo>
                    <a:pt x="42" y="290"/>
                  </a:lnTo>
                  <a:lnTo>
                    <a:pt x="45" y="304"/>
                  </a:lnTo>
                  <a:lnTo>
                    <a:pt x="49" y="320"/>
                  </a:lnTo>
                  <a:lnTo>
                    <a:pt x="54" y="334"/>
                  </a:lnTo>
                  <a:lnTo>
                    <a:pt x="60" y="348"/>
                  </a:lnTo>
                  <a:lnTo>
                    <a:pt x="68" y="361"/>
                  </a:lnTo>
                  <a:lnTo>
                    <a:pt x="76" y="373"/>
                  </a:lnTo>
                  <a:lnTo>
                    <a:pt x="76" y="373"/>
                  </a:lnTo>
                  <a:lnTo>
                    <a:pt x="87" y="389"/>
                  </a:lnTo>
                  <a:lnTo>
                    <a:pt x="101" y="402"/>
                  </a:lnTo>
                  <a:lnTo>
                    <a:pt x="101" y="402"/>
                  </a:lnTo>
                  <a:lnTo>
                    <a:pt x="112" y="416"/>
                  </a:lnTo>
                  <a:lnTo>
                    <a:pt x="121" y="428"/>
                  </a:lnTo>
                  <a:lnTo>
                    <a:pt x="122" y="429"/>
                  </a:lnTo>
                  <a:lnTo>
                    <a:pt x="123" y="430"/>
                  </a:lnTo>
                  <a:lnTo>
                    <a:pt x="123" y="430"/>
                  </a:lnTo>
                  <a:lnTo>
                    <a:pt x="125" y="431"/>
                  </a:lnTo>
                  <a:lnTo>
                    <a:pt x="128" y="434"/>
                  </a:lnTo>
                  <a:lnTo>
                    <a:pt x="130" y="440"/>
                  </a:lnTo>
                  <a:lnTo>
                    <a:pt x="131" y="446"/>
                  </a:lnTo>
                  <a:lnTo>
                    <a:pt x="130" y="451"/>
                  </a:lnTo>
                  <a:lnTo>
                    <a:pt x="130" y="451"/>
                  </a:lnTo>
                  <a:lnTo>
                    <a:pt x="129" y="455"/>
                  </a:lnTo>
                  <a:lnTo>
                    <a:pt x="125" y="458"/>
                  </a:lnTo>
                  <a:lnTo>
                    <a:pt x="123" y="460"/>
                  </a:lnTo>
                  <a:lnTo>
                    <a:pt x="121" y="462"/>
                  </a:lnTo>
                  <a:lnTo>
                    <a:pt x="117" y="463"/>
                  </a:lnTo>
                  <a:lnTo>
                    <a:pt x="114" y="463"/>
                  </a:lnTo>
                  <a:lnTo>
                    <a:pt x="110" y="46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150939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08390" cy="11620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5088255" cy="721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Paths</a:t>
            </a:r>
          </a:p>
        </p:txBody>
      </p:sp>
      <p:pic>
        <p:nvPicPr>
          <p:cNvPr id="9" name="图片 8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0" name="日期占位符 3"/>
          <p:cNvSpPr>
            <a:spLocks noGrp="1"/>
          </p:cNvSpPr>
          <p:nvPr>
            <p:ph type="dt" sz="quarter" idx="10"/>
            <p:custDataLst>
              <p:tags r:id="rId5"/>
            </p:custDataLst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23/09/11</a:t>
            </a:r>
          </a:p>
        </p:txBody>
      </p:sp>
      <p:sp>
        <p:nvSpPr>
          <p:cNvPr id="1126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Trees and Binary trees – Lecture 4-1</a:t>
            </a:r>
          </a:p>
        </p:txBody>
      </p:sp>
      <p:sp>
        <p:nvSpPr>
          <p:cNvPr id="1126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5127497-8FEF-4448-A552-F10B27ECFFC5}" type="slidenum">
              <a:rPr lang="en-US" altLang="zh-CN" sz="790"/>
              <a:pPr/>
              <a:t>7</a:t>
            </a:fld>
            <a:endParaRPr lang="en-US" altLang="zh-CN" sz="790"/>
          </a:p>
        </p:txBody>
      </p:sp>
      <p:sp>
        <p:nvSpPr>
          <p:cNvPr id="11270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561975" y="1183005"/>
            <a:ext cx="7886700" cy="1430655"/>
          </a:xfrm>
        </p:spPr>
        <p:txBody>
          <a:bodyPr/>
          <a:lstStyle/>
          <a:p>
            <a:pPr lvl="1">
              <a:lnSpc>
                <a:spcPct val="90000"/>
              </a:lnSpc>
            </a:pPr>
            <a:endParaRPr lang="en-US" altLang="zh-CN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2800">
                <a:ea typeface="宋体" panose="02010600030101010101" pitchFamily="2" charset="-122"/>
              </a:rPr>
              <a:t>A tree with N nodes always has N-1 edges (prove it by induction)</a:t>
            </a:r>
          </a:p>
        </p:txBody>
      </p:sp>
      <p:sp>
        <p:nvSpPr>
          <p:cNvPr id="11271" name="Text Box 1028"/>
          <p:cNvSpPr txBox="1">
            <a:spLocks noChangeArrowheads="1"/>
          </p:cNvSpPr>
          <p:nvPr/>
        </p:nvSpPr>
        <p:spPr bwMode="auto">
          <a:xfrm>
            <a:off x="534670" y="2784475"/>
            <a:ext cx="8200390" cy="341503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Base Case</a:t>
            </a:r>
            <a:r>
              <a:rPr lang="en-US" altLang="zh-CN" sz="2400" dirty="0">
                <a:ea typeface="宋体" panose="02010600030101010101" pitchFamily="2" charset="-122"/>
              </a:rPr>
              <a:t>: N=1    one node, zero edges</a:t>
            </a:r>
          </a:p>
          <a:p>
            <a:endParaRPr lang="en-US" altLang="zh-CN" sz="2400" dirty="0">
              <a:ea typeface="宋体" panose="02010600030101010101" pitchFamily="2" charset="-122"/>
            </a:endParaRPr>
          </a:p>
          <a:p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Inductive Hypothesis</a:t>
            </a:r>
            <a:r>
              <a:rPr lang="en-US" altLang="zh-CN" sz="2400" dirty="0">
                <a:ea typeface="宋体" panose="02010600030101010101" pitchFamily="2" charset="-122"/>
              </a:rPr>
              <a:t>:  Suppose that a tree with N=k nodes always has k-1 edges.</a:t>
            </a:r>
          </a:p>
          <a:p>
            <a:endParaRPr lang="en-US" altLang="zh-CN" sz="2400" dirty="0">
              <a:ea typeface="宋体" panose="02010600030101010101" pitchFamily="2" charset="-122"/>
            </a:endParaRPr>
          </a:p>
          <a:p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Induction</a:t>
            </a:r>
            <a:r>
              <a:rPr lang="en-US" altLang="zh-CN" sz="2400" dirty="0">
                <a:ea typeface="宋体" panose="02010600030101010101" pitchFamily="2" charset="-122"/>
              </a:rPr>
              <a:t>:  Suppose N=k+1…</a:t>
            </a:r>
          </a:p>
          <a:p>
            <a:r>
              <a:rPr lang="en-US" altLang="zh-CN" sz="2400" dirty="0">
                <a:ea typeface="宋体" panose="02010600030101010101" pitchFamily="2" charset="-122"/>
              </a:rPr>
              <a:t>The k+1st node must connect</a:t>
            </a:r>
          </a:p>
          <a:p>
            <a:r>
              <a:rPr lang="en-US" altLang="zh-CN" sz="2400" dirty="0">
                <a:ea typeface="宋体" panose="02010600030101010101" pitchFamily="2" charset="-122"/>
              </a:rPr>
              <a:t>to the rest by 1 or more edges.</a:t>
            </a:r>
          </a:p>
          <a:p>
            <a:r>
              <a:rPr lang="en-US" altLang="zh-CN" sz="2400" dirty="0">
                <a:ea typeface="宋体" panose="02010600030101010101" pitchFamily="2" charset="-122"/>
              </a:rPr>
              <a:t>If more, we get a cycle. So it connects by just 1 more edge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4757420" y="4149090"/>
            <a:ext cx="3633470" cy="1390650"/>
            <a:chOff x="7785" y="6548"/>
            <a:chExt cx="2647" cy="1013"/>
          </a:xfrm>
        </p:grpSpPr>
        <p:sp>
          <p:nvSpPr>
            <p:cNvPr id="11272" name="Oval 1029"/>
            <p:cNvSpPr>
              <a:spLocks noChangeArrowheads="1"/>
            </p:cNvSpPr>
            <p:nvPr/>
          </p:nvSpPr>
          <p:spPr bwMode="auto">
            <a:xfrm>
              <a:off x="9217" y="6548"/>
              <a:ext cx="203" cy="20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11273" name="Oval 1030"/>
            <p:cNvSpPr>
              <a:spLocks noChangeArrowheads="1"/>
            </p:cNvSpPr>
            <p:nvPr/>
          </p:nvSpPr>
          <p:spPr bwMode="auto">
            <a:xfrm>
              <a:off x="8879" y="6885"/>
              <a:ext cx="203" cy="20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11274" name="Oval 1031"/>
            <p:cNvSpPr>
              <a:spLocks noChangeArrowheads="1"/>
            </p:cNvSpPr>
            <p:nvPr/>
          </p:nvSpPr>
          <p:spPr bwMode="auto">
            <a:xfrm>
              <a:off x="8677" y="7223"/>
              <a:ext cx="203" cy="20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11275" name="Oval 1032"/>
            <p:cNvSpPr>
              <a:spLocks noChangeArrowheads="1"/>
            </p:cNvSpPr>
            <p:nvPr/>
          </p:nvSpPr>
          <p:spPr bwMode="auto">
            <a:xfrm>
              <a:off x="9082" y="7223"/>
              <a:ext cx="203" cy="20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11276" name="Oval 1033"/>
            <p:cNvSpPr>
              <a:spLocks noChangeArrowheads="1"/>
            </p:cNvSpPr>
            <p:nvPr/>
          </p:nvSpPr>
          <p:spPr bwMode="auto">
            <a:xfrm>
              <a:off x="9487" y="7223"/>
              <a:ext cx="203" cy="20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11277" name="Oval 1034"/>
            <p:cNvSpPr>
              <a:spLocks noChangeArrowheads="1"/>
            </p:cNvSpPr>
            <p:nvPr/>
          </p:nvSpPr>
          <p:spPr bwMode="auto">
            <a:xfrm>
              <a:off x="9892" y="7223"/>
              <a:ext cx="203" cy="20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11278" name="Oval 1035"/>
            <p:cNvSpPr>
              <a:spLocks noChangeArrowheads="1"/>
            </p:cNvSpPr>
            <p:nvPr/>
          </p:nvSpPr>
          <p:spPr bwMode="auto">
            <a:xfrm>
              <a:off x="9622" y="6885"/>
              <a:ext cx="203" cy="20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11279" name="Line 1038"/>
            <p:cNvSpPr>
              <a:spLocks noChangeShapeType="1"/>
            </p:cNvSpPr>
            <p:nvPr/>
          </p:nvSpPr>
          <p:spPr bwMode="auto">
            <a:xfrm flipH="1">
              <a:off x="9014" y="6683"/>
              <a:ext cx="203" cy="203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11280" name="Line 1044"/>
            <p:cNvSpPr>
              <a:spLocks noChangeShapeType="1"/>
            </p:cNvSpPr>
            <p:nvPr/>
          </p:nvSpPr>
          <p:spPr bwMode="auto">
            <a:xfrm flipH="1">
              <a:off x="8812" y="7088"/>
              <a:ext cx="135" cy="135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11281" name="Line 1045"/>
            <p:cNvSpPr>
              <a:spLocks noChangeShapeType="1"/>
            </p:cNvSpPr>
            <p:nvPr/>
          </p:nvSpPr>
          <p:spPr bwMode="auto">
            <a:xfrm>
              <a:off x="9082" y="7020"/>
              <a:ext cx="135" cy="2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11282" name="Line 1046"/>
            <p:cNvSpPr>
              <a:spLocks noChangeShapeType="1"/>
            </p:cNvSpPr>
            <p:nvPr/>
          </p:nvSpPr>
          <p:spPr bwMode="auto">
            <a:xfrm>
              <a:off x="9419" y="6683"/>
              <a:ext cx="270" cy="203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11283" name="Line 1047"/>
            <p:cNvSpPr>
              <a:spLocks noChangeShapeType="1"/>
            </p:cNvSpPr>
            <p:nvPr/>
          </p:nvSpPr>
          <p:spPr bwMode="auto">
            <a:xfrm flipH="1">
              <a:off x="9622" y="7088"/>
              <a:ext cx="135" cy="135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11284" name="Line 1049"/>
            <p:cNvSpPr>
              <a:spLocks noChangeShapeType="1"/>
            </p:cNvSpPr>
            <p:nvPr/>
          </p:nvSpPr>
          <p:spPr bwMode="auto">
            <a:xfrm>
              <a:off x="9757" y="7088"/>
              <a:ext cx="203" cy="135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11285" name="Oval 1050"/>
            <p:cNvSpPr>
              <a:spLocks noChangeArrowheads="1"/>
            </p:cNvSpPr>
            <p:nvPr/>
          </p:nvSpPr>
          <p:spPr bwMode="auto">
            <a:xfrm>
              <a:off x="8272" y="6548"/>
              <a:ext cx="2160" cy="1013"/>
            </a:xfrm>
            <a:prstGeom prst="ellipse">
              <a:avLst/>
            </a:prstGeom>
            <a:noFill/>
            <a:ln w="9525">
              <a:solidFill>
                <a:srgbClr val="008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11286" name="Oval 1051"/>
            <p:cNvSpPr>
              <a:spLocks noChangeArrowheads="1"/>
            </p:cNvSpPr>
            <p:nvPr/>
          </p:nvSpPr>
          <p:spPr bwMode="auto">
            <a:xfrm>
              <a:off x="7867" y="7155"/>
              <a:ext cx="203" cy="20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11287" name="Line 1052"/>
            <p:cNvSpPr>
              <a:spLocks noChangeShapeType="1"/>
            </p:cNvSpPr>
            <p:nvPr/>
          </p:nvSpPr>
          <p:spPr bwMode="auto">
            <a:xfrm flipV="1">
              <a:off x="7934" y="6953"/>
              <a:ext cx="338" cy="2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11288" name="Text Box 1053"/>
            <p:cNvSpPr txBox="1">
              <a:spLocks noChangeArrowheads="1"/>
            </p:cNvSpPr>
            <p:nvPr/>
          </p:nvSpPr>
          <p:spPr bwMode="auto">
            <a:xfrm>
              <a:off x="9945" y="6625"/>
              <a:ext cx="401" cy="3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>
                  <a:solidFill>
                    <a:srgbClr val="008000"/>
                  </a:solidFill>
                  <a:ea typeface="宋体" panose="02010600030101010101" pitchFamily="2" charset="-122"/>
                </a:rPr>
                <a:t>k</a:t>
              </a:r>
            </a:p>
          </p:txBody>
        </p:sp>
        <p:sp>
          <p:nvSpPr>
            <p:cNvPr id="11289" name="Text Box 1054"/>
            <p:cNvSpPr txBox="1">
              <a:spLocks noChangeArrowheads="1"/>
            </p:cNvSpPr>
            <p:nvPr/>
          </p:nvSpPr>
          <p:spPr bwMode="auto">
            <a:xfrm>
              <a:off x="7785" y="6827"/>
              <a:ext cx="546" cy="3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>
                  <a:solidFill>
                    <a:srgbClr val="008000"/>
                  </a:solidFill>
                  <a:ea typeface="宋体" panose="02010600030101010101" pitchFamily="2" charset="-122"/>
                </a:rPr>
                <a:t>+1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05650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08390" cy="48590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5088255" cy="721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Implementation of Trees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quarter" idx="10"/>
            <p:custDataLst>
              <p:tags r:id="rId4"/>
            </p:custDataLst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23/09/11</a:t>
            </a:r>
          </a:p>
        </p:txBody>
      </p:sp>
      <p:sp>
        <p:nvSpPr>
          <p:cNvPr id="1229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Trees and Binary trees – Lecture 4-1</a:t>
            </a:r>
          </a:p>
        </p:txBody>
      </p:sp>
      <p:sp>
        <p:nvSpPr>
          <p:cNvPr id="1229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7ECC09E-3F2B-4D60-AE45-396B36C803CF}" type="slidenum">
              <a:rPr lang="en-US" altLang="zh-CN" sz="790"/>
              <a:pPr/>
              <a:t>8</a:t>
            </a:fld>
            <a:endParaRPr lang="en-US" altLang="zh-CN" sz="790"/>
          </a:p>
        </p:txBody>
      </p:sp>
      <p:sp>
        <p:nvSpPr>
          <p:cNvPr id="122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844675"/>
            <a:ext cx="8133715" cy="4314825"/>
          </a:xfrm>
        </p:spPr>
        <p:txBody>
          <a:bodyPr>
            <a:noAutofit/>
          </a:bodyPr>
          <a:lstStyle/>
          <a:p>
            <a:r>
              <a:rPr lang="en-US" altLang="zh-CN" sz="2800" dirty="0">
                <a:ea typeface="宋体" panose="02010600030101010101" pitchFamily="2" charset="-122"/>
              </a:rPr>
              <a:t>One possible pointer-based Implementation</a:t>
            </a:r>
          </a:p>
          <a:p>
            <a:pPr lvl="1"/>
            <a:r>
              <a:rPr lang="en-US" altLang="zh-CN" sz="2000" dirty="0">
                <a:ea typeface="宋体" panose="02010600030101010101" pitchFamily="2" charset="-122"/>
              </a:rPr>
              <a:t>tree nodes with value and a pointer to each child</a:t>
            </a:r>
          </a:p>
          <a:p>
            <a:pPr lvl="1"/>
            <a:r>
              <a:rPr lang="en-US" altLang="zh-CN" sz="2000" dirty="0">
                <a:solidFill>
                  <a:srgbClr val="CC0000"/>
                </a:solidFill>
                <a:ea typeface="宋体" panose="02010600030101010101" pitchFamily="2" charset="-122"/>
              </a:rPr>
              <a:t>but how many pointers should we allocate space for?</a:t>
            </a:r>
            <a:endParaRPr lang="en-US" altLang="zh-CN" sz="2000" dirty="0">
              <a:ea typeface="宋体" panose="02010600030101010101" pitchFamily="2" charset="-122"/>
            </a:endParaRPr>
          </a:p>
          <a:p>
            <a:r>
              <a:rPr lang="en-US" altLang="zh-CN" sz="2800" dirty="0">
                <a:ea typeface="宋体" panose="02010600030101010101" pitchFamily="2" charset="-122"/>
              </a:rPr>
              <a:t>A more flexible pointer-based implementation</a:t>
            </a:r>
          </a:p>
          <a:p>
            <a:pPr lvl="1"/>
            <a:r>
              <a:rPr lang="en-US" altLang="zh-CN" sz="2000" dirty="0">
                <a:ea typeface="宋体" panose="02010600030101010101" pitchFamily="2" charset="-122"/>
              </a:rPr>
              <a:t>1</a:t>
            </a:r>
            <a:r>
              <a:rPr lang="en-US" altLang="zh-CN" sz="2000" baseline="30000" dirty="0">
                <a:ea typeface="宋体" panose="02010600030101010101" pitchFamily="2" charset="-122"/>
              </a:rPr>
              <a:t>st</a:t>
            </a:r>
            <a:r>
              <a:rPr lang="en-US" altLang="zh-CN" sz="2000" dirty="0">
                <a:ea typeface="宋体" panose="02010600030101010101" pitchFamily="2" charset="-122"/>
              </a:rPr>
              <a:t> Child / Next Sibling List Representation</a:t>
            </a:r>
          </a:p>
          <a:p>
            <a:pPr lvl="1"/>
            <a:r>
              <a:rPr lang="en-US" altLang="zh-CN" sz="2000" dirty="0">
                <a:ea typeface="宋体" panose="02010600030101010101" pitchFamily="2" charset="-122"/>
              </a:rPr>
              <a:t>Each node has 2 pointers: one to its first child and one to next sibling</a:t>
            </a:r>
          </a:p>
          <a:p>
            <a:pPr lvl="1"/>
            <a:r>
              <a:rPr lang="en-US" altLang="zh-CN" sz="2000" dirty="0">
                <a:ea typeface="宋体" panose="02010600030101010101" pitchFamily="2" charset="-122"/>
              </a:rPr>
              <a:t>Can handle arbitrary number of children</a:t>
            </a:r>
          </a:p>
        </p:txBody>
      </p:sp>
      <p:pic>
        <p:nvPicPr>
          <p:cNvPr id="9" name="图片 8" descr="华工标志（透明版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0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grpSp>
        <p:nvGrpSpPr>
          <p:cNvPr id="122" name="Group 115"/>
          <p:cNvGrpSpPr/>
          <p:nvPr/>
        </p:nvGrpSpPr>
        <p:grpSpPr>
          <a:xfrm>
            <a:off x="7691120" y="5348605"/>
            <a:ext cx="963295" cy="805815"/>
            <a:chOff x="2951142" y="2589225"/>
            <a:chExt cx="468313" cy="392113"/>
          </a:xfrm>
          <a:solidFill>
            <a:srgbClr val="1E7AB6">
              <a:alpha val="39000"/>
            </a:srgbClr>
          </a:solidFill>
        </p:grpSpPr>
        <p:sp>
          <p:nvSpPr>
            <p:cNvPr id="123" name="Freeform 13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2951142" y="2646375"/>
              <a:ext cx="284163" cy="284163"/>
            </a:xfrm>
            <a:custGeom>
              <a:avLst/>
              <a:gdLst/>
              <a:ahLst/>
              <a:cxnLst>
                <a:cxn ang="0">
                  <a:pos x="208" y="331"/>
                </a:cxn>
                <a:cxn ang="0">
                  <a:pos x="239" y="322"/>
                </a:cxn>
                <a:cxn ang="0">
                  <a:pos x="286" y="326"/>
                </a:cxn>
                <a:cxn ang="0">
                  <a:pos x="307" y="267"/>
                </a:cxn>
                <a:cxn ang="0">
                  <a:pos x="328" y="223"/>
                </a:cxn>
                <a:cxn ang="0">
                  <a:pos x="359" y="150"/>
                </a:cxn>
                <a:cxn ang="0">
                  <a:pos x="328" y="136"/>
                </a:cxn>
                <a:cxn ang="0">
                  <a:pos x="307" y="91"/>
                </a:cxn>
                <a:cxn ang="0">
                  <a:pos x="267" y="51"/>
                </a:cxn>
                <a:cxn ang="0">
                  <a:pos x="239" y="37"/>
                </a:cxn>
                <a:cxn ang="0">
                  <a:pos x="208" y="0"/>
                </a:cxn>
                <a:cxn ang="0">
                  <a:pos x="179" y="65"/>
                </a:cxn>
                <a:cxn ang="0">
                  <a:pos x="213" y="70"/>
                </a:cxn>
                <a:cxn ang="0">
                  <a:pos x="244" y="85"/>
                </a:cxn>
                <a:cxn ang="0">
                  <a:pos x="267" y="106"/>
                </a:cxn>
                <a:cxn ang="0">
                  <a:pos x="284" y="134"/>
                </a:cxn>
                <a:cxn ang="0">
                  <a:pos x="293" y="168"/>
                </a:cxn>
                <a:cxn ang="0">
                  <a:pos x="293" y="191"/>
                </a:cxn>
                <a:cxn ang="0">
                  <a:pos x="284" y="223"/>
                </a:cxn>
                <a:cxn ang="0">
                  <a:pos x="267" y="252"/>
                </a:cxn>
                <a:cxn ang="0">
                  <a:pos x="244" y="274"/>
                </a:cxn>
                <a:cxn ang="0">
                  <a:pos x="213" y="289"/>
                </a:cxn>
                <a:cxn ang="0">
                  <a:pos x="179" y="294"/>
                </a:cxn>
                <a:cxn ang="0">
                  <a:pos x="32" y="286"/>
                </a:cxn>
                <a:cxn ang="0">
                  <a:pos x="92" y="307"/>
                </a:cxn>
                <a:cxn ang="0">
                  <a:pos x="135" y="327"/>
                </a:cxn>
                <a:cxn ang="0">
                  <a:pos x="179" y="358"/>
                </a:cxn>
                <a:cxn ang="0">
                  <a:pos x="179" y="294"/>
                </a:cxn>
                <a:cxn ang="0">
                  <a:pos x="145" y="289"/>
                </a:cxn>
                <a:cxn ang="0">
                  <a:pos x="115" y="274"/>
                </a:cxn>
                <a:cxn ang="0">
                  <a:pos x="92" y="252"/>
                </a:cxn>
                <a:cxn ang="0">
                  <a:pos x="74" y="223"/>
                </a:cxn>
                <a:cxn ang="0">
                  <a:pos x="66" y="191"/>
                </a:cxn>
                <a:cxn ang="0">
                  <a:pos x="66" y="168"/>
                </a:cxn>
                <a:cxn ang="0">
                  <a:pos x="74" y="134"/>
                </a:cxn>
                <a:cxn ang="0">
                  <a:pos x="92" y="106"/>
                </a:cxn>
                <a:cxn ang="0">
                  <a:pos x="115" y="85"/>
                </a:cxn>
                <a:cxn ang="0">
                  <a:pos x="145" y="70"/>
                </a:cxn>
                <a:cxn ang="0">
                  <a:pos x="179" y="65"/>
                </a:cxn>
                <a:cxn ang="0">
                  <a:pos x="179" y="0"/>
                </a:cxn>
                <a:cxn ang="0">
                  <a:pos x="151" y="27"/>
                </a:cxn>
                <a:cxn ang="0">
                  <a:pos x="105" y="43"/>
                </a:cxn>
                <a:cxn ang="0">
                  <a:pos x="32" y="72"/>
                </a:cxn>
                <a:cxn ang="0">
                  <a:pos x="43" y="105"/>
                </a:cxn>
                <a:cxn ang="0">
                  <a:pos x="27" y="150"/>
                </a:cxn>
                <a:cxn ang="0">
                  <a:pos x="27" y="207"/>
                </a:cxn>
                <a:cxn ang="0">
                  <a:pos x="36" y="238"/>
                </a:cxn>
                <a:cxn ang="0">
                  <a:pos x="52" y="267"/>
                </a:cxn>
              </a:cxnLst>
              <a:rect l="0" t="0" r="r" b="b"/>
              <a:pathLst>
                <a:path w="359" h="358">
                  <a:moveTo>
                    <a:pt x="179" y="358"/>
                  </a:moveTo>
                  <a:lnTo>
                    <a:pt x="208" y="358"/>
                  </a:lnTo>
                  <a:lnTo>
                    <a:pt x="208" y="331"/>
                  </a:lnTo>
                  <a:lnTo>
                    <a:pt x="208" y="331"/>
                  </a:lnTo>
                  <a:lnTo>
                    <a:pt x="224" y="327"/>
                  </a:lnTo>
                  <a:lnTo>
                    <a:pt x="239" y="322"/>
                  </a:lnTo>
                  <a:lnTo>
                    <a:pt x="254" y="315"/>
                  </a:lnTo>
                  <a:lnTo>
                    <a:pt x="267" y="307"/>
                  </a:lnTo>
                  <a:lnTo>
                    <a:pt x="286" y="326"/>
                  </a:lnTo>
                  <a:lnTo>
                    <a:pt x="326" y="286"/>
                  </a:lnTo>
                  <a:lnTo>
                    <a:pt x="307" y="267"/>
                  </a:lnTo>
                  <a:lnTo>
                    <a:pt x="307" y="267"/>
                  </a:lnTo>
                  <a:lnTo>
                    <a:pt x="315" y="253"/>
                  </a:lnTo>
                  <a:lnTo>
                    <a:pt x="323" y="238"/>
                  </a:lnTo>
                  <a:lnTo>
                    <a:pt x="328" y="223"/>
                  </a:lnTo>
                  <a:lnTo>
                    <a:pt x="331" y="207"/>
                  </a:lnTo>
                  <a:lnTo>
                    <a:pt x="359" y="207"/>
                  </a:lnTo>
                  <a:lnTo>
                    <a:pt x="359" y="150"/>
                  </a:lnTo>
                  <a:lnTo>
                    <a:pt x="331" y="150"/>
                  </a:lnTo>
                  <a:lnTo>
                    <a:pt x="331" y="150"/>
                  </a:lnTo>
                  <a:lnTo>
                    <a:pt x="328" y="136"/>
                  </a:lnTo>
                  <a:lnTo>
                    <a:pt x="323" y="119"/>
                  </a:lnTo>
                  <a:lnTo>
                    <a:pt x="315" y="105"/>
                  </a:lnTo>
                  <a:lnTo>
                    <a:pt x="307" y="91"/>
                  </a:lnTo>
                  <a:lnTo>
                    <a:pt x="326" y="72"/>
                  </a:lnTo>
                  <a:lnTo>
                    <a:pt x="286" y="33"/>
                  </a:lnTo>
                  <a:lnTo>
                    <a:pt x="267" y="51"/>
                  </a:lnTo>
                  <a:lnTo>
                    <a:pt x="267" y="51"/>
                  </a:lnTo>
                  <a:lnTo>
                    <a:pt x="254" y="43"/>
                  </a:lnTo>
                  <a:lnTo>
                    <a:pt x="239" y="37"/>
                  </a:lnTo>
                  <a:lnTo>
                    <a:pt x="224" y="30"/>
                  </a:lnTo>
                  <a:lnTo>
                    <a:pt x="208" y="27"/>
                  </a:lnTo>
                  <a:lnTo>
                    <a:pt x="208" y="0"/>
                  </a:lnTo>
                  <a:lnTo>
                    <a:pt x="179" y="0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90" y="65"/>
                  </a:lnTo>
                  <a:lnTo>
                    <a:pt x="203" y="68"/>
                  </a:lnTo>
                  <a:lnTo>
                    <a:pt x="213" y="70"/>
                  </a:lnTo>
                  <a:lnTo>
                    <a:pt x="224" y="74"/>
                  </a:lnTo>
                  <a:lnTo>
                    <a:pt x="234" y="79"/>
                  </a:lnTo>
                  <a:lnTo>
                    <a:pt x="244" y="85"/>
                  </a:lnTo>
                  <a:lnTo>
                    <a:pt x="252" y="91"/>
                  </a:lnTo>
                  <a:lnTo>
                    <a:pt x="260" y="98"/>
                  </a:lnTo>
                  <a:lnTo>
                    <a:pt x="267" y="106"/>
                  </a:lnTo>
                  <a:lnTo>
                    <a:pt x="275" y="116"/>
                  </a:lnTo>
                  <a:lnTo>
                    <a:pt x="279" y="124"/>
                  </a:lnTo>
                  <a:lnTo>
                    <a:pt x="284" y="134"/>
                  </a:lnTo>
                  <a:lnTo>
                    <a:pt x="288" y="145"/>
                  </a:lnTo>
                  <a:lnTo>
                    <a:pt x="292" y="157"/>
                  </a:lnTo>
                  <a:lnTo>
                    <a:pt x="293" y="168"/>
                  </a:lnTo>
                  <a:lnTo>
                    <a:pt x="293" y="179"/>
                  </a:lnTo>
                  <a:lnTo>
                    <a:pt x="293" y="179"/>
                  </a:lnTo>
                  <a:lnTo>
                    <a:pt x="293" y="191"/>
                  </a:lnTo>
                  <a:lnTo>
                    <a:pt x="292" y="202"/>
                  </a:lnTo>
                  <a:lnTo>
                    <a:pt x="288" y="213"/>
                  </a:lnTo>
                  <a:lnTo>
                    <a:pt x="284" y="223"/>
                  </a:lnTo>
                  <a:lnTo>
                    <a:pt x="279" y="233"/>
                  </a:lnTo>
                  <a:lnTo>
                    <a:pt x="275" y="243"/>
                  </a:lnTo>
                  <a:lnTo>
                    <a:pt x="267" y="252"/>
                  </a:lnTo>
                  <a:lnTo>
                    <a:pt x="260" y="260"/>
                  </a:lnTo>
                  <a:lnTo>
                    <a:pt x="252" y="268"/>
                  </a:lnTo>
                  <a:lnTo>
                    <a:pt x="244" y="274"/>
                  </a:lnTo>
                  <a:lnTo>
                    <a:pt x="234" y="280"/>
                  </a:lnTo>
                  <a:lnTo>
                    <a:pt x="224" y="285"/>
                  </a:lnTo>
                  <a:lnTo>
                    <a:pt x="213" y="289"/>
                  </a:lnTo>
                  <a:lnTo>
                    <a:pt x="203" y="291"/>
                  </a:lnTo>
                  <a:lnTo>
                    <a:pt x="190" y="293"/>
                  </a:lnTo>
                  <a:lnTo>
                    <a:pt x="179" y="294"/>
                  </a:lnTo>
                  <a:lnTo>
                    <a:pt x="179" y="358"/>
                  </a:lnTo>
                  <a:close/>
                  <a:moveTo>
                    <a:pt x="52" y="267"/>
                  </a:moveTo>
                  <a:lnTo>
                    <a:pt x="32" y="286"/>
                  </a:lnTo>
                  <a:lnTo>
                    <a:pt x="73" y="326"/>
                  </a:lnTo>
                  <a:lnTo>
                    <a:pt x="92" y="307"/>
                  </a:lnTo>
                  <a:lnTo>
                    <a:pt x="92" y="307"/>
                  </a:lnTo>
                  <a:lnTo>
                    <a:pt x="105" y="315"/>
                  </a:lnTo>
                  <a:lnTo>
                    <a:pt x="120" y="322"/>
                  </a:lnTo>
                  <a:lnTo>
                    <a:pt x="135" y="327"/>
                  </a:lnTo>
                  <a:lnTo>
                    <a:pt x="151" y="331"/>
                  </a:lnTo>
                  <a:lnTo>
                    <a:pt x="151" y="358"/>
                  </a:lnTo>
                  <a:lnTo>
                    <a:pt x="179" y="358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68" y="293"/>
                  </a:lnTo>
                  <a:lnTo>
                    <a:pt x="156" y="291"/>
                  </a:lnTo>
                  <a:lnTo>
                    <a:pt x="145" y="289"/>
                  </a:lnTo>
                  <a:lnTo>
                    <a:pt x="135" y="285"/>
                  </a:lnTo>
                  <a:lnTo>
                    <a:pt x="125" y="280"/>
                  </a:lnTo>
                  <a:lnTo>
                    <a:pt x="115" y="274"/>
                  </a:lnTo>
                  <a:lnTo>
                    <a:pt x="106" y="268"/>
                  </a:lnTo>
                  <a:lnTo>
                    <a:pt x="99" y="260"/>
                  </a:lnTo>
                  <a:lnTo>
                    <a:pt x="92" y="252"/>
                  </a:lnTo>
                  <a:lnTo>
                    <a:pt x="84" y="243"/>
                  </a:lnTo>
                  <a:lnTo>
                    <a:pt x="79" y="233"/>
                  </a:lnTo>
                  <a:lnTo>
                    <a:pt x="74" y="223"/>
                  </a:lnTo>
                  <a:lnTo>
                    <a:pt x="71" y="213"/>
                  </a:lnTo>
                  <a:lnTo>
                    <a:pt x="67" y="202"/>
                  </a:lnTo>
                  <a:lnTo>
                    <a:pt x="66" y="191"/>
                  </a:lnTo>
                  <a:lnTo>
                    <a:pt x="64" y="179"/>
                  </a:lnTo>
                  <a:lnTo>
                    <a:pt x="64" y="179"/>
                  </a:lnTo>
                  <a:lnTo>
                    <a:pt x="66" y="168"/>
                  </a:lnTo>
                  <a:lnTo>
                    <a:pt x="67" y="157"/>
                  </a:lnTo>
                  <a:lnTo>
                    <a:pt x="71" y="145"/>
                  </a:lnTo>
                  <a:lnTo>
                    <a:pt x="74" y="134"/>
                  </a:lnTo>
                  <a:lnTo>
                    <a:pt x="79" y="124"/>
                  </a:lnTo>
                  <a:lnTo>
                    <a:pt x="84" y="116"/>
                  </a:lnTo>
                  <a:lnTo>
                    <a:pt x="92" y="106"/>
                  </a:lnTo>
                  <a:lnTo>
                    <a:pt x="99" y="98"/>
                  </a:lnTo>
                  <a:lnTo>
                    <a:pt x="106" y="91"/>
                  </a:lnTo>
                  <a:lnTo>
                    <a:pt x="115" y="85"/>
                  </a:lnTo>
                  <a:lnTo>
                    <a:pt x="125" y="79"/>
                  </a:lnTo>
                  <a:lnTo>
                    <a:pt x="135" y="74"/>
                  </a:lnTo>
                  <a:lnTo>
                    <a:pt x="145" y="70"/>
                  </a:lnTo>
                  <a:lnTo>
                    <a:pt x="156" y="68"/>
                  </a:lnTo>
                  <a:lnTo>
                    <a:pt x="168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0"/>
                  </a:lnTo>
                  <a:lnTo>
                    <a:pt x="151" y="0"/>
                  </a:lnTo>
                  <a:lnTo>
                    <a:pt x="151" y="27"/>
                  </a:lnTo>
                  <a:lnTo>
                    <a:pt x="151" y="27"/>
                  </a:lnTo>
                  <a:lnTo>
                    <a:pt x="135" y="30"/>
                  </a:lnTo>
                  <a:lnTo>
                    <a:pt x="120" y="37"/>
                  </a:lnTo>
                  <a:lnTo>
                    <a:pt x="105" y="43"/>
                  </a:lnTo>
                  <a:lnTo>
                    <a:pt x="92" y="51"/>
                  </a:lnTo>
                  <a:lnTo>
                    <a:pt x="73" y="33"/>
                  </a:lnTo>
                  <a:lnTo>
                    <a:pt x="32" y="72"/>
                  </a:lnTo>
                  <a:lnTo>
                    <a:pt x="52" y="91"/>
                  </a:lnTo>
                  <a:lnTo>
                    <a:pt x="52" y="91"/>
                  </a:lnTo>
                  <a:lnTo>
                    <a:pt x="43" y="105"/>
                  </a:lnTo>
                  <a:lnTo>
                    <a:pt x="36" y="119"/>
                  </a:lnTo>
                  <a:lnTo>
                    <a:pt x="31" y="136"/>
                  </a:lnTo>
                  <a:lnTo>
                    <a:pt x="27" y="150"/>
                  </a:lnTo>
                  <a:lnTo>
                    <a:pt x="0" y="150"/>
                  </a:lnTo>
                  <a:lnTo>
                    <a:pt x="0" y="207"/>
                  </a:lnTo>
                  <a:lnTo>
                    <a:pt x="27" y="207"/>
                  </a:lnTo>
                  <a:lnTo>
                    <a:pt x="27" y="207"/>
                  </a:lnTo>
                  <a:lnTo>
                    <a:pt x="31" y="223"/>
                  </a:lnTo>
                  <a:lnTo>
                    <a:pt x="36" y="238"/>
                  </a:lnTo>
                  <a:lnTo>
                    <a:pt x="43" y="253"/>
                  </a:lnTo>
                  <a:lnTo>
                    <a:pt x="52" y="267"/>
                  </a:lnTo>
                  <a:lnTo>
                    <a:pt x="52" y="267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24" name="Freeform 14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3233717" y="2798775"/>
              <a:ext cx="182563" cy="182563"/>
            </a:xfrm>
            <a:custGeom>
              <a:avLst/>
              <a:gdLst/>
              <a:ahLst/>
              <a:cxnLst>
                <a:cxn ang="0">
                  <a:pos x="131" y="20"/>
                </a:cxn>
                <a:cxn ang="0">
                  <a:pos x="152" y="6"/>
                </a:cxn>
                <a:cxn ang="0">
                  <a:pos x="183" y="21"/>
                </a:cxn>
                <a:cxn ang="0">
                  <a:pos x="179" y="42"/>
                </a:cxn>
                <a:cxn ang="0">
                  <a:pos x="198" y="64"/>
                </a:cxn>
                <a:cxn ang="0">
                  <a:pos x="219" y="64"/>
                </a:cxn>
                <a:cxn ang="0">
                  <a:pos x="230" y="97"/>
                </a:cxn>
                <a:cxn ang="0">
                  <a:pos x="213" y="109"/>
                </a:cxn>
                <a:cxn ang="0">
                  <a:pos x="210" y="137"/>
                </a:cxn>
                <a:cxn ang="0">
                  <a:pos x="225" y="152"/>
                </a:cxn>
                <a:cxn ang="0">
                  <a:pos x="210" y="183"/>
                </a:cxn>
                <a:cxn ang="0">
                  <a:pos x="189" y="179"/>
                </a:cxn>
                <a:cxn ang="0">
                  <a:pos x="167" y="198"/>
                </a:cxn>
                <a:cxn ang="0">
                  <a:pos x="167" y="220"/>
                </a:cxn>
                <a:cxn ang="0">
                  <a:pos x="135" y="230"/>
                </a:cxn>
                <a:cxn ang="0">
                  <a:pos x="123" y="213"/>
                </a:cxn>
                <a:cxn ang="0">
                  <a:pos x="115" y="163"/>
                </a:cxn>
                <a:cxn ang="0">
                  <a:pos x="136" y="158"/>
                </a:cxn>
                <a:cxn ang="0">
                  <a:pos x="153" y="144"/>
                </a:cxn>
                <a:cxn ang="0">
                  <a:pos x="161" y="131"/>
                </a:cxn>
                <a:cxn ang="0">
                  <a:pos x="161" y="103"/>
                </a:cxn>
                <a:cxn ang="0">
                  <a:pos x="147" y="80"/>
                </a:cxn>
                <a:cxn ang="0">
                  <a:pos x="130" y="71"/>
                </a:cxn>
                <a:cxn ang="0">
                  <a:pos x="115" y="19"/>
                </a:cxn>
                <a:cxn ang="0">
                  <a:pos x="11" y="167"/>
                </a:cxn>
                <a:cxn ang="0">
                  <a:pos x="1" y="135"/>
                </a:cxn>
                <a:cxn ang="0">
                  <a:pos x="19" y="123"/>
                </a:cxn>
                <a:cxn ang="0">
                  <a:pos x="20" y="94"/>
                </a:cxn>
                <a:cxn ang="0">
                  <a:pos x="5" y="79"/>
                </a:cxn>
                <a:cxn ang="0">
                  <a:pos x="21" y="48"/>
                </a:cxn>
                <a:cxn ang="0">
                  <a:pos x="42" y="52"/>
                </a:cxn>
                <a:cxn ang="0">
                  <a:pos x="63" y="34"/>
                </a:cxn>
                <a:cxn ang="0">
                  <a:pos x="63" y="12"/>
                </a:cxn>
                <a:cxn ang="0">
                  <a:pos x="97" y="1"/>
                </a:cxn>
                <a:cxn ang="0">
                  <a:pos x="109" y="19"/>
                </a:cxn>
                <a:cxn ang="0">
                  <a:pos x="115" y="68"/>
                </a:cxn>
                <a:cxn ang="0">
                  <a:pos x="94" y="73"/>
                </a:cxn>
                <a:cxn ang="0">
                  <a:pos x="78" y="88"/>
                </a:cxn>
                <a:cxn ang="0">
                  <a:pos x="71" y="100"/>
                </a:cxn>
                <a:cxn ang="0">
                  <a:pos x="71" y="129"/>
                </a:cxn>
                <a:cxn ang="0">
                  <a:pos x="84" y="151"/>
                </a:cxn>
                <a:cxn ang="0">
                  <a:pos x="100" y="161"/>
                </a:cxn>
                <a:cxn ang="0">
                  <a:pos x="115" y="213"/>
                </a:cxn>
                <a:cxn ang="0">
                  <a:pos x="84" y="208"/>
                </a:cxn>
                <a:cxn ang="0">
                  <a:pos x="68" y="221"/>
                </a:cxn>
                <a:cxn ang="0">
                  <a:pos x="40" y="203"/>
                </a:cxn>
                <a:cxn ang="0">
                  <a:pos x="45" y="183"/>
                </a:cxn>
                <a:cxn ang="0">
                  <a:pos x="29" y="160"/>
                </a:cxn>
              </a:cxnLst>
              <a:rect l="0" t="0" r="r" b="b"/>
              <a:pathLst>
                <a:path w="231" h="231">
                  <a:moveTo>
                    <a:pt x="115" y="19"/>
                  </a:moveTo>
                  <a:lnTo>
                    <a:pt x="115" y="19"/>
                  </a:lnTo>
                  <a:lnTo>
                    <a:pt x="131" y="20"/>
                  </a:lnTo>
                  <a:lnTo>
                    <a:pt x="146" y="24"/>
                  </a:lnTo>
                  <a:lnTo>
                    <a:pt x="152" y="6"/>
                  </a:lnTo>
                  <a:lnTo>
                    <a:pt x="152" y="6"/>
                  </a:lnTo>
                  <a:lnTo>
                    <a:pt x="163" y="10"/>
                  </a:lnTo>
                  <a:lnTo>
                    <a:pt x="173" y="15"/>
                  </a:lnTo>
                  <a:lnTo>
                    <a:pt x="183" y="21"/>
                  </a:lnTo>
                  <a:lnTo>
                    <a:pt x="192" y="29"/>
                  </a:lnTo>
                  <a:lnTo>
                    <a:pt x="179" y="42"/>
                  </a:lnTo>
                  <a:lnTo>
                    <a:pt x="179" y="42"/>
                  </a:lnTo>
                  <a:lnTo>
                    <a:pt x="187" y="48"/>
                  </a:lnTo>
                  <a:lnTo>
                    <a:pt x="193" y="56"/>
                  </a:lnTo>
                  <a:lnTo>
                    <a:pt x="198" y="64"/>
                  </a:lnTo>
                  <a:lnTo>
                    <a:pt x="203" y="72"/>
                  </a:lnTo>
                  <a:lnTo>
                    <a:pt x="219" y="64"/>
                  </a:lnTo>
                  <a:lnTo>
                    <a:pt x="219" y="64"/>
                  </a:lnTo>
                  <a:lnTo>
                    <a:pt x="224" y="74"/>
                  </a:lnTo>
                  <a:lnTo>
                    <a:pt x="228" y="85"/>
                  </a:lnTo>
                  <a:lnTo>
                    <a:pt x="230" y="97"/>
                  </a:lnTo>
                  <a:lnTo>
                    <a:pt x="231" y="108"/>
                  </a:lnTo>
                  <a:lnTo>
                    <a:pt x="213" y="109"/>
                  </a:lnTo>
                  <a:lnTo>
                    <a:pt x="213" y="109"/>
                  </a:lnTo>
                  <a:lnTo>
                    <a:pt x="213" y="119"/>
                  </a:lnTo>
                  <a:lnTo>
                    <a:pt x="213" y="127"/>
                  </a:lnTo>
                  <a:lnTo>
                    <a:pt x="210" y="137"/>
                  </a:lnTo>
                  <a:lnTo>
                    <a:pt x="208" y="147"/>
                  </a:lnTo>
                  <a:lnTo>
                    <a:pt x="225" y="152"/>
                  </a:lnTo>
                  <a:lnTo>
                    <a:pt x="225" y="152"/>
                  </a:lnTo>
                  <a:lnTo>
                    <a:pt x="221" y="163"/>
                  </a:lnTo>
                  <a:lnTo>
                    <a:pt x="217" y="173"/>
                  </a:lnTo>
                  <a:lnTo>
                    <a:pt x="210" y="183"/>
                  </a:lnTo>
                  <a:lnTo>
                    <a:pt x="203" y="192"/>
                  </a:lnTo>
                  <a:lnTo>
                    <a:pt x="189" y="179"/>
                  </a:lnTo>
                  <a:lnTo>
                    <a:pt x="189" y="179"/>
                  </a:lnTo>
                  <a:lnTo>
                    <a:pt x="183" y="187"/>
                  </a:lnTo>
                  <a:lnTo>
                    <a:pt x="176" y="193"/>
                  </a:lnTo>
                  <a:lnTo>
                    <a:pt x="167" y="198"/>
                  </a:lnTo>
                  <a:lnTo>
                    <a:pt x="160" y="203"/>
                  </a:lnTo>
                  <a:lnTo>
                    <a:pt x="167" y="220"/>
                  </a:lnTo>
                  <a:lnTo>
                    <a:pt x="167" y="220"/>
                  </a:lnTo>
                  <a:lnTo>
                    <a:pt x="157" y="224"/>
                  </a:lnTo>
                  <a:lnTo>
                    <a:pt x="146" y="228"/>
                  </a:lnTo>
                  <a:lnTo>
                    <a:pt x="135" y="230"/>
                  </a:lnTo>
                  <a:lnTo>
                    <a:pt x="124" y="231"/>
                  </a:lnTo>
                  <a:lnTo>
                    <a:pt x="123" y="213"/>
                  </a:lnTo>
                  <a:lnTo>
                    <a:pt x="123" y="213"/>
                  </a:lnTo>
                  <a:lnTo>
                    <a:pt x="115" y="213"/>
                  </a:lnTo>
                  <a:lnTo>
                    <a:pt x="115" y="163"/>
                  </a:lnTo>
                  <a:lnTo>
                    <a:pt x="115" y="163"/>
                  </a:lnTo>
                  <a:lnTo>
                    <a:pt x="123" y="162"/>
                  </a:lnTo>
                  <a:lnTo>
                    <a:pt x="130" y="161"/>
                  </a:lnTo>
                  <a:lnTo>
                    <a:pt x="136" y="158"/>
                  </a:lnTo>
                  <a:lnTo>
                    <a:pt x="144" y="155"/>
                  </a:lnTo>
                  <a:lnTo>
                    <a:pt x="149" y="150"/>
                  </a:lnTo>
                  <a:lnTo>
                    <a:pt x="153" y="144"/>
                  </a:lnTo>
                  <a:lnTo>
                    <a:pt x="157" y="137"/>
                  </a:lnTo>
                  <a:lnTo>
                    <a:pt x="161" y="131"/>
                  </a:lnTo>
                  <a:lnTo>
                    <a:pt x="161" y="131"/>
                  </a:lnTo>
                  <a:lnTo>
                    <a:pt x="162" y="121"/>
                  </a:lnTo>
                  <a:lnTo>
                    <a:pt x="162" y="113"/>
                  </a:lnTo>
                  <a:lnTo>
                    <a:pt x="161" y="103"/>
                  </a:lnTo>
                  <a:lnTo>
                    <a:pt x="158" y="94"/>
                  </a:lnTo>
                  <a:lnTo>
                    <a:pt x="153" y="87"/>
                  </a:lnTo>
                  <a:lnTo>
                    <a:pt x="147" y="80"/>
                  </a:lnTo>
                  <a:lnTo>
                    <a:pt x="140" y="74"/>
                  </a:lnTo>
                  <a:lnTo>
                    <a:pt x="130" y="71"/>
                  </a:lnTo>
                  <a:lnTo>
                    <a:pt x="130" y="71"/>
                  </a:lnTo>
                  <a:lnTo>
                    <a:pt x="123" y="69"/>
                  </a:lnTo>
                  <a:lnTo>
                    <a:pt x="115" y="68"/>
                  </a:lnTo>
                  <a:lnTo>
                    <a:pt x="115" y="19"/>
                  </a:lnTo>
                  <a:close/>
                  <a:moveTo>
                    <a:pt x="29" y="160"/>
                  </a:moveTo>
                  <a:lnTo>
                    <a:pt x="11" y="167"/>
                  </a:lnTo>
                  <a:lnTo>
                    <a:pt x="11" y="167"/>
                  </a:lnTo>
                  <a:lnTo>
                    <a:pt x="8" y="157"/>
                  </a:lnTo>
                  <a:lnTo>
                    <a:pt x="4" y="146"/>
                  </a:lnTo>
                  <a:lnTo>
                    <a:pt x="1" y="135"/>
                  </a:lnTo>
                  <a:lnTo>
                    <a:pt x="0" y="124"/>
                  </a:lnTo>
                  <a:lnTo>
                    <a:pt x="19" y="123"/>
                  </a:lnTo>
                  <a:lnTo>
                    <a:pt x="19" y="123"/>
                  </a:lnTo>
                  <a:lnTo>
                    <a:pt x="17" y="114"/>
                  </a:lnTo>
                  <a:lnTo>
                    <a:pt x="19" y="104"/>
                  </a:lnTo>
                  <a:lnTo>
                    <a:pt x="20" y="94"/>
                  </a:lnTo>
                  <a:lnTo>
                    <a:pt x="24" y="85"/>
                  </a:lnTo>
                  <a:lnTo>
                    <a:pt x="5" y="79"/>
                  </a:lnTo>
                  <a:lnTo>
                    <a:pt x="5" y="79"/>
                  </a:lnTo>
                  <a:lnTo>
                    <a:pt x="10" y="68"/>
                  </a:lnTo>
                  <a:lnTo>
                    <a:pt x="15" y="58"/>
                  </a:lnTo>
                  <a:lnTo>
                    <a:pt x="21" y="48"/>
                  </a:lnTo>
                  <a:lnTo>
                    <a:pt x="29" y="40"/>
                  </a:lnTo>
                  <a:lnTo>
                    <a:pt x="42" y="52"/>
                  </a:lnTo>
                  <a:lnTo>
                    <a:pt x="42" y="52"/>
                  </a:lnTo>
                  <a:lnTo>
                    <a:pt x="48" y="45"/>
                  </a:lnTo>
                  <a:lnTo>
                    <a:pt x="56" y="38"/>
                  </a:lnTo>
                  <a:lnTo>
                    <a:pt x="63" y="34"/>
                  </a:lnTo>
                  <a:lnTo>
                    <a:pt x="72" y="29"/>
                  </a:lnTo>
                  <a:lnTo>
                    <a:pt x="63" y="12"/>
                  </a:lnTo>
                  <a:lnTo>
                    <a:pt x="63" y="12"/>
                  </a:lnTo>
                  <a:lnTo>
                    <a:pt x="74" y="8"/>
                  </a:lnTo>
                  <a:lnTo>
                    <a:pt x="85" y="4"/>
                  </a:lnTo>
                  <a:lnTo>
                    <a:pt x="97" y="1"/>
                  </a:lnTo>
                  <a:lnTo>
                    <a:pt x="108" y="0"/>
                  </a:lnTo>
                  <a:lnTo>
                    <a:pt x="109" y="19"/>
                  </a:lnTo>
                  <a:lnTo>
                    <a:pt x="109" y="19"/>
                  </a:lnTo>
                  <a:lnTo>
                    <a:pt x="115" y="19"/>
                  </a:lnTo>
                  <a:lnTo>
                    <a:pt x="115" y="68"/>
                  </a:lnTo>
                  <a:lnTo>
                    <a:pt x="115" y="68"/>
                  </a:lnTo>
                  <a:lnTo>
                    <a:pt x="108" y="69"/>
                  </a:lnTo>
                  <a:lnTo>
                    <a:pt x="102" y="71"/>
                  </a:lnTo>
                  <a:lnTo>
                    <a:pt x="94" y="73"/>
                  </a:lnTo>
                  <a:lnTo>
                    <a:pt x="88" y="77"/>
                  </a:lnTo>
                  <a:lnTo>
                    <a:pt x="83" y="82"/>
                  </a:lnTo>
                  <a:lnTo>
                    <a:pt x="78" y="88"/>
                  </a:lnTo>
                  <a:lnTo>
                    <a:pt x="74" y="94"/>
                  </a:lnTo>
                  <a:lnTo>
                    <a:pt x="71" y="100"/>
                  </a:lnTo>
                  <a:lnTo>
                    <a:pt x="71" y="100"/>
                  </a:lnTo>
                  <a:lnTo>
                    <a:pt x="68" y="110"/>
                  </a:lnTo>
                  <a:lnTo>
                    <a:pt x="68" y="120"/>
                  </a:lnTo>
                  <a:lnTo>
                    <a:pt x="71" y="129"/>
                  </a:lnTo>
                  <a:lnTo>
                    <a:pt x="73" y="137"/>
                  </a:lnTo>
                  <a:lnTo>
                    <a:pt x="78" y="145"/>
                  </a:lnTo>
                  <a:lnTo>
                    <a:pt x="84" y="151"/>
                  </a:lnTo>
                  <a:lnTo>
                    <a:pt x="92" y="157"/>
                  </a:lnTo>
                  <a:lnTo>
                    <a:pt x="100" y="161"/>
                  </a:lnTo>
                  <a:lnTo>
                    <a:pt x="100" y="161"/>
                  </a:lnTo>
                  <a:lnTo>
                    <a:pt x="108" y="162"/>
                  </a:lnTo>
                  <a:lnTo>
                    <a:pt x="115" y="163"/>
                  </a:lnTo>
                  <a:lnTo>
                    <a:pt x="115" y="213"/>
                  </a:lnTo>
                  <a:lnTo>
                    <a:pt x="115" y="213"/>
                  </a:lnTo>
                  <a:lnTo>
                    <a:pt x="100" y="212"/>
                  </a:lnTo>
                  <a:lnTo>
                    <a:pt x="84" y="208"/>
                  </a:lnTo>
                  <a:lnTo>
                    <a:pt x="79" y="226"/>
                  </a:lnTo>
                  <a:lnTo>
                    <a:pt x="79" y="226"/>
                  </a:lnTo>
                  <a:lnTo>
                    <a:pt x="68" y="221"/>
                  </a:lnTo>
                  <a:lnTo>
                    <a:pt x="58" y="216"/>
                  </a:lnTo>
                  <a:lnTo>
                    <a:pt x="48" y="210"/>
                  </a:lnTo>
                  <a:lnTo>
                    <a:pt x="40" y="203"/>
                  </a:lnTo>
                  <a:lnTo>
                    <a:pt x="52" y="189"/>
                  </a:lnTo>
                  <a:lnTo>
                    <a:pt x="52" y="189"/>
                  </a:lnTo>
                  <a:lnTo>
                    <a:pt x="45" y="183"/>
                  </a:lnTo>
                  <a:lnTo>
                    <a:pt x="38" y="176"/>
                  </a:lnTo>
                  <a:lnTo>
                    <a:pt x="34" y="168"/>
                  </a:lnTo>
                  <a:lnTo>
                    <a:pt x="29" y="160"/>
                  </a:lnTo>
                  <a:lnTo>
                    <a:pt x="29" y="160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25" name="Freeform 15"/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3228955" y="2589225"/>
              <a:ext cx="190500" cy="190500"/>
            </a:xfrm>
            <a:custGeom>
              <a:avLst/>
              <a:gdLst/>
              <a:ahLst/>
              <a:cxnLst>
                <a:cxn ang="0">
                  <a:pos x="131" y="0"/>
                </a:cxn>
                <a:cxn ang="0">
                  <a:pos x="170" y="10"/>
                </a:cxn>
                <a:cxn ang="0">
                  <a:pos x="163" y="47"/>
                </a:cxn>
                <a:cxn ang="0">
                  <a:pos x="186" y="65"/>
                </a:cxn>
                <a:cxn ang="0">
                  <a:pos x="222" y="53"/>
                </a:cxn>
                <a:cxn ang="0">
                  <a:pos x="234" y="76"/>
                </a:cxn>
                <a:cxn ang="0">
                  <a:pos x="204" y="107"/>
                </a:cxn>
                <a:cxn ang="0">
                  <a:pos x="205" y="127"/>
                </a:cxn>
                <a:cxn ang="0">
                  <a:pos x="236" y="157"/>
                </a:cxn>
                <a:cxn ang="0">
                  <a:pos x="225" y="180"/>
                </a:cxn>
                <a:cxn ang="0">
                  <a:pos x="182" y="178"/>
                </a:cxn>
                <a:cxn ang="0">
                  <a:pos x="168" y="190"/>
                </a:cxn>
                <a:cxn ang="0">
                  <a:pos x="151" y="199"/>
                </a:cxn>
                <a:cxn ang="0">
                  <a:pos x="154" y="236"/>
                </a:cxn>
                <a:cxn ang="0">
                  <a:pos x="121" y="240"/>
                </a:cxn>
                <a:cxn ang="0">
                  <a:pos x="134" y="189"/>
                </a:cxn>
                <a:cxn ang="0">
                  <a:pos x="158" y="179"/>
                </a:cxn>
                <a:cxn ang="0">
                  <a:pos x="184" y="148"/>
                </a:cxn>
                <a:cxn ang="0">
                  <a:pos x="191" y="109"/>
                </a:cxn>
                <a:cxn ang="0">
                  <a:pos x="182" y="85"/>
                </a:cxn>
                <a:cxn ang="0">
                  <a:pos x="160" y="62"/>
                </a:cxn>
                <a:cxn ang="0">
                  <a:pos x="131" y="50"/>
                </a:cxn>
                <a:cxn ang="0">
                  <a:pos x="121" y="34"/>
                </a:cxn>
                <a:cxn ang="0">
                  <a:pos x="121" y="240"/>
                </a:cxn>
                <a:cxn ang="0">
                  <a:pos x="114" y="204"/>
                </a:cxn>
                <a:cxn ang="0">
                  <a:pos x="95" y="200"/>
                </a:cxn>
                <a:cxn ang="0">
                  <a:pos x="60" y="224"/>
                </a:cxn>
                <a:cxn ang="0">
                  <a:pos x="39" y="208"/>
                </a:cxn>
                <a:cxn ang="0">
                  <a:pos x="51" y="167"/>
                </a:cxn>
                <a:cxn ang="0">
                  <a:pos x="42" y="149"/>
                </a:cxn>
                <a:cxn ang="0">
                  <a:pos x="37" y="131"/>
                </a:cxn>
                <a:cxn ang="0">
                  <a:pos x="0" y="122"/>
                </a:cxn>
                <a:cxn ang="0">
                  <a:pos x="6" y="83"/>
                </a:cxn>
                <a:cxn ang="0">
                  <a:pos x="43" y="85"/>
                </a:cxn>
                <a:cxn ang="0">
                  <a:pos x="60" y="62"/>
                </a:cxn>
                <a:cxn ang="0">
                  <a:pos x="42" y="27"/>
                </a:cxn>
                <a:cxn ang="0">
                  <a:pos x="78" y="7"/>
                </a:cxn>
                <a:cxn ang="0">
                  <a:pos x="105" y="37"/>
                </a:cxn>
                <a:cxn ang="0">
                  <a:pos x="121" y="49"/>
                </a:cxn>
                <a:cxn ang="0">
                  <a:pos x="95" y="54"/>
                </a:cxn>
                <a:cxn ang="0">
                  <a:pos x="63" y="79"/>
                </a:cxn>
                <a:cxn ang="0">
                  <a:pos x="51" y="117"/>
                </a:cxn>
                <a:cxn ang="0">
                  <a:pos x="55" y="144"/>
                </a:cxn>
                <a:cxn ang="0">
                  <a:pos x="73" y="172"/>
                </a:cxn>
                <a:cxn ang="0">
                  <a:pos x="100" y="186"/>
                </a:cxn>
                <a:cxn ang="0">
                  <a:pos x="121" y="240"/>
                </a:cxn>
              </a:cxnLst>
              <a:rect l="0" t="0" r="r" b="b"/>
              <a:pathLst>
                <a:path w="240" h="240">
                  <a:moveTo>
                    <a:pt x="128" y="36"/>
                  </a:moveTo>
                  <a:lnTo>
                    <a:pt x="131" y="0"/>
                  </a:lnTo>
                  <a:lnTo>
                    <a:pt x="131" y="0"/>
                  </a:lnTo>
                  <a:lnTo>
                    <a:pt x="145" y="1"/>
                  </a:lnTo>
                  <a:lnTo>
                    <a:pt x="157" y="5"/>
                  </a:lnTo>
                  <a:lnTo>
                    <a:pt x="170" y="10"/>
                  </a:lnTo>
                  <a:lnTo>
                    <a:pt x="182" y="16"/>
                  </a:lnTo>
                  <a:lnTo>
                    <a:pt x="163" y="47"/>
                  </a:lnTo>
                  <a:lnTo>
                    <a:pt x="163" y="47"/>
                  </a:lnTo>
                  <a:lnTo>
                    <a:pt x="172" y="52"/>
                  </a:lnTo>
                  <a:lnTo>
                    <a:pt x="178" y="58"/>
                  </a:lnTo>
                  <a:lnTo>
                    <a:pt x="186" y="65"/>
                  </a:lnTo>
                  <a:lnTo>
                    <a:pt x="191" y="73"/>
                  </a:lnTo>
                  <a:lnTo>
                    <a:pt x="222" y="53"/>
                  </a:lnTo>
                  <a:lnTo>
                    <a:pt x="222" y="53"/>
                  </a:lnTo>
                  <a:lnTo>
                    <a:pt x="228" y="64"/>
                  </a:lnTo>
                  <a:lnTo>
                    <a:pt x="234" y="76"/>
                  </a:lnTo>
                  <a:lnTo>
                    <a:pt x="234" y="76"/>
                  </a:lnTo>
                  <a:lnTo>
                    <a:pt x="238" y="90"/>
                  </a:lnTo>
                  <a:lnTo>
                    <a:pt x="240" y="102"/>
                  </a:lnTo>
                  <a:lnTo>
                    <a:pt x="204" y="107"/>
                  </a:lnTo>
                  <a:lnTo>
                    <a:pt x="204" y="107"/>
                  </a:lnTo>
                  <a:lnTo>
                    <a:pt x="205" y="117"/>
                  </a:lnTo>
                  <a:lnTo>
                    <a:pt x="205" y="127"/>
                  </a:lnTo>
                  <a:lnTo>
                    <a:pt x="204" y="136"/>
                  </a:lnTo>
                  <a:lnTo>
                    <a:pt x="202" y="146"/>
                  </a:lnTo>
                  <a:lnTo>
                    <a:pt x="236" y="157"/>
                  </a:lnTo>
                  <a:lnTo>
                    <a:pt x="236" y="157"/>
                  </a:lnTo>
                  <a:lnTo>
                    <a:pt x="231" y="169"/>
                  </a:lnTo>
                  <a:lnTo>
                    <a:pt x="225" y="180"/>
                  </a:lnTo>
                  <a:lnTo>
                    <a:pt x="218" y="193"/>
                  </a:lnTo>
                  <a:lnTo>
                    <a:pt x="208" y="203"/>
                  </a:lnTo>
                  <a:lnTo>
                    <a:pt x="182" y="178"/>
                  </a:lnTo>
                  <a:lnTo>
                    <a:pt x="182" y="178"/>
                  </a:lnTo>
                  <a:lnTo>
                    <a:pt x="176" y="184"/>
                  </a:lnTo>
                  <a:lnTo>
                    <a:pt x="168" y="190"/>
                  </a:lnTo>
                  <a:lnTo>
                    <a:pt x="160" y="195"/>
                  </a:lnTo>
                  <a:lnTo>
                    <a:pt x="151" y="199"/>
                  </a:lnTo>
                  <a:lnTo>
                    <a:pt x="151" y="199"/>
                  </a:lnTo>
                  <a:lnTo>
                    <a:pt x="163" y="232"/>
                  </a:lnTo>
                  <a:lnTo>
                    <a:pt x="163" y="232"/>
                  </a:lnTo>
                  <a:lnTo>
                    <a:pt x="154" y="236"/>
                  </a:lnTo>
                  <a:lnTo>
                    <a:pt x="142" y="238"/>
                  </a:lnTo>
                  <a:lnTo>
                    <a:pt x="131" y="240"/>
                  </a:lnTo>
                  <a:lnTo>
                    <a:pt x="121" y="240"/>
                  </a:lnTo>
                  <a:lnTo>
                    <a:pt x="121" y="190"/>
                  </a:lnTo>
                  <a:lnTo>
                    <a:pt x="121" y="190"/>
                  </a:lnTo>
                  <a:lnTo>
                    <a:pt x="134" y="189"/>
                  </a:lnTo>
                  <a:lnTo>
                    <a:pt x="146" y="185"/>
                  </a:lnTo>
                  <a:lnTo>
                    <a:pt x="146" y="185"/>
                  </a:lnTo>
                  <a:lnTo>
                    <a:pt x="158" y="179"/>
                  </a:lnTo>
                  <a:lnTo>
                    <a:pt x="170" y="170"/>
                  </a:lnTo>
                  <a:lnTo>
                    <a:pt x="178" y="161"/>
                  </a:lnTo>
                  <a:lnTo>
                    <a:pt x="184" y="148"/>
                  </a:lnTo>
                  <a:lnTo>
                    <a:pt x="189" y="136"/>
                  </a:lnTo>
                  <a:lnTo>
                    <a:pt x="191" y="122"/>
                  </a:lnTo>
                  <a:lnTo>
                    <a:pt x="191" y="109"/>
                  </a:lnTo>
                  <a:lnTo>
                    <a:pt x="187" y="95"/>
                  </a:lnTo>
                  <a:lnTo>
                    <a:pt x="187" y="95"/>
                  </a:lnTo>
                  <a:lnTo>
                    <a:pt x="182" y="85"/>
                  </a:lnTo>
                  <a:lnTo>
                    <a:pt x="176" y="75"/>
                  </a:lnTo>
                  <a:lnTo>
                    <a:pt x="168" y="68"/>
                  </a:lnTo>
                  <a:lnTo>
                    <a:pt x="160" y="62"/>
                  </a:lnTo>
                  <a:lnTo>
                    <a:pt x="151" y="57"/>
                  </a:lnTo>
                  <a:lnTo>
                    <a:pt x="141" y="53"/>
                  </a:lnTo>
                  <a:lnTo>
                    <a:pt x="131" y="50"/>
                  </a:lnTo>
                  <a:lnTo>
                    <a:pt x="121" y="49"/>
                  </a:lnTo>
                  <a:lnTo>
                    <a:pt x="121" y="34"/>
                  </a:lnTo>
                  <a:lnTo>
                    <a:pt x="121" y="34"/>
                  </a:lnTo>
                  <a:lnTo>
                    <a:pt x="128" y="36"/>
                  </a:lnTo>
                  <a:lnTo>
                    <a:pt x="128" y="36"/>
                  </a:lnTo>
                  <a:close/>
                  <a:moveTo>
                    <a:pt x="121" y="240"/>
                  </a:moveTo>
                  <a:lnTo>
                    <a:pt x="121" y="240"/>
                  </a:lnTo>
                  <a:lnTo>
                    <a:pt x="110" y="240"/>
                  </a:lnTo>
                  <a:lnTo>
                    <a:pt x="114" y="204"/>
                  </a:lnTo>
                  <a:lnTo>
                    <a:pt x="114" y="204"/>
                  </a:lnTo>
                  <a:lnTo>
                    <a:pt x="104" y="203"/>
                  </a:lnTo>
                  <a:lnTo>
                    <a:pt x="95" y="200"/>
                  </a:lnTo>
                  <a:lnTo>
                    <a:pt x="87" y="196"/>
                  </a:lnTo>
                  <a:lnTo>
                    <a:pt x="78" y="193"/>
                  </a:lnTo>
                  <a:lnTo>
                    <a:pt x="60" y="224"/>
                  </a:lnTo>
                  <a:lnTo>
                    <a:pt x="60" y="224"/>
                  </a:lnTo>
                  <a:lnTo>
                    <a:pt x="48" y="216"/>
                  </a:lnTo>
                  <a:lnTo>
                    <a:pt x="39" y="208"/>
                  </a:lnTo>
                  <a:lnTo>
                    <a:pt x="29" y="198"/>
                  </a:lnTo>
                  <a:lnTo>
                    <a:pt x="20" y="186"/>
                  </a:lnTo>
                  <a:lnTo>
                    <a:pt x="51" y="167"/>
                  </a:lnTo>
                  <a:lnTo>
                    <a:pt x="51" y="167"/>
                  </a:lnTo>
                  <a:lnTo>
                    <a:pt x="46" y="158"/>
                  </a:lnTo>
                  <a:lnTo>
                    <a:pt x="42" y="149"/>
                  </a:lnTo>
                  <a:lnTo>
                    <a:pt x="42" y="149"/>
                  </a:lnTo>
                  <a:lnTo>
                    <a:pt x="39" y="141"/>
                  </a:lnTo>
                  <a:lnTo>
                    <a:pt x="37" y="131"/>
                  </a:lnTo>
                  <a:lnTo>
                    <a:pt x="1" y="137"/>
                  </a:lnTo>
                  <a:lnTo>
                    <a:pt x="1" y="137"/>
                  </a:lnTo>
                  <a:lnTo>
                    <a:pt x="0" y="122"/>
                  </a:lnTo>
                  <a:lnTo>
                    <a:pt x="0" y="109"/>
                  </a:lnTo>
                  <a:lnTo>
                    <a:pt x="3" y="96"/>
                  </a:lnTo>
                  <a:lnTo>
                    <a:pt x="6" y="83"/>
                  </a:lnTo>
                  <a:lnTo>
                    <a:pt x="40" y="94"/>
                  </a:lnTo>
                  <a:lnTo>
                    <a:pt x="40" y="94"/>
                  </a:lnTo>
                  <a:lnTo>
                    <a:pt x="43" y="85"/>
                  </a:lnTo>
                  <a:lnTo>
                    <a:pt x="48" y="76"/>
                  </a:lnTo>
                  <a:lnTo>
                    <a:pt x="53" y="69"/>
                  </a:lnTo>
                  <a:lnTo>
                    <a:pt x="60" y="62"/>
                  </a:lnTo>
                  <a:lnTo>
                    <a:pt x="34" y="37"/>
                  </a:lnTo>
                  <a:lnTo>
                    <a:pt x="34" y="37"/>
                  </a:lnTo>
                  <a:lnTo>
                    <a:pt x="42" y="27"/>
                  </a:lnTo>
                  <a:lnTo>
                    <a:pt x="53" y="20"/>
                  </a:lnTo>
                  <a:lnTo>
                    <a:pt x="64" y="12"/>
                  </a:lnTo>
                  <a:lnTo>
                    <a:pt x="78" y="7"/>
                  </a:lnTo>
                  <a:lnTo>
                    <a:pt x="90" y="41"/>
                  </a:lnTo>
                  <a:lnTo>
                    <a:pt x="90" y="41"/>
                  </a:lnTo>
                  <a:lnTo>
                    <a:pt x="105" y="37"/>
                  </a:lnTo>
                  <a:lnTo>
                    <a:pt x="121" y="34"/>
                  </a:lnTo>
                  <a:lnTo>
                    <a:pt x="121" y="49"/>
                  </a:lnTo>
                  <a:lnTo>
                    <a:pt x="121" y="49"/>
                  </a:lnTo>
                  <a:lnTo>
                    <a:pt x="108" y="50"/>
                  </a:lnTo>
                  <a:lnTo>
                    <a:pt x="95" y="54"/>
                  </a:lnTo>
                  <a:lnTo>
                    <a:pt x="95" y="54"/>
                  </a:lnTo>
                  <a:lnTo>
                    <a:pt x="83" y="60"/>
                  </a:lnTo>
                  <a:lnTo>
                    <a:pt x="72" y="69"/>
                  </a:lnTo>
                  <a:lnTo>
                    <a:pt x="63" y="79"/>
                  </a:lnTo>
                  <a:lnTo>
                    <a:pt x="57" y="91"/>
                  </a:lnTo>
                  <a:lnTo>
                    <a:pt x="52" y="104"/>
                  </a:lnTo>
                  <a:lnTo>
                    <a:pt x="51" y="117"/>
                  </a:lnTo>
                  <a:lnTo>
                    <a:pt x="51" y="131"/>
                  </a:lnTo>
                  <a:lnTo>
                    <a:pt x="55" y="144"/>
                  </a:lnTo>
                  <a:lnTo>
                    <a:pt x="55" y="144"/>
                  </a:lnTo>
                  <a:lnTo>
                    <a:pt x="60" y="154"/>
                  </a:lnTo>
                  <a:lnTo>
                    <a:pt x="66" y="163"/>
                  </a:lnTo>
                  <a:lnTo>
                    <a:pt x="73" y="172"/>
                  </a:lnTo>
                  <a:lnTo>
                    <a:pt x="82" y="178"/>
                  </a:lnTo>
                  <a:lnTo>
                    <a:pt x="90" y="183"/>
                  </a:lnTo>
                  <a:lnTo>
                    <a:pt x="100" y="186"/>
                  </a:lnTo>
                  <a:lnTo>
                    <a:pt x="110" y="189"/>
                  </a:lnTo>
                  <a:lnTo>
                    <a:pt x="121" y="190"/>
                  </a:lnTo>
                  <a:lnTo>
                    <a:pt x="121" y="240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311015" cy="902335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08390" cy="48590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5088255" cy="721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Arbitrary Branching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quarter" idx="10"/>
            <p:custDataLst>
              <p:tags r:id="rId4"/>
            </p:custDataLst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23/09/11</a:t>
            </a:r>
          </a:p>
        </p:txBody>
      </p:sp>
      <p:pic>
        <p:nvPicPr>
          <p:cNvPr id="12" name="图片 11" descr="华工标志（透明版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3315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Trees and Binary trees – Lecture 4-1</a:t>
            </a:r>
          </a:p>
        </p:txBody>
      </p:sp>
      <p:sp>
        <p:nvSpPr>
          <p:cNvPr id="13316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5EAF9DB-95EE-441B-BF79-C2372C3401E3}" type="slidenum">
              <a:rPr lang="en-US" altLang="zh-CN" sz="790"/>
              <a:pPr/>
              <a:t>9</a:t>
            </a:fld>
            <a:endParaRPr lang="en-US" altLang="zh-CN" sz="790"/>
          </a:p>
        </p:txBody>
      </p:sp>
      <p:grpSp>
        <p:nvGrpSpPr>
          <p:cNvPr id="2" name="组合 1"/>
          <p:cNvGrpSpPr/>
          <p:nvPr/>
        </p:nvGrpSpPr>
        <p:grpSpPr>
          <a:xfrm>
            <a:off x="541020" y="1608455"/>
            <a:ext cx="2393950" cy="2715530"/>
            <a:chOff x="1157883" y="2581577"/>
            <a:chExt cx="1714500" cy="1944291"/>
          </a:xfrm>
        </p:grpSpPr>
        <p:sp>
          <p:nvSpPr>
            <p:cNvPr id="13318" name="Oval 3"/>
            <p:cNvSpPr>
              <a:spLocks noChangeArrowheads="1"/>
            </p:cNvSpPr>
            <p:nvPr/>
          </p:nvSpPr>
          <p:spPr bwMode="auto">
            <a:xfrm>
              <a:off x="1843683" y="2582768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20000"/>
                </a:lnSpc>
              </a:pP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13319" name="Oval 4"/>
            <p:cNvSpPr>
              <a:spLocks noChangeArrowheads="1"/>
            </p:cNvSpPr>
            <p:nvPr/>
          </p:nvSpPr>
          <p:spPr bwMode="auto">
            <a:xfrm>
              <a:off x="1157883" y="3325718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20000"/>
                </a:lnSpc>
              </a:pP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13320" name="Oval 5"/>
            <p:cNvSpPr>
              <a:spLocks noChangeArrowheads="1"/>
            </p:cNvSpPr>
            <p:nvPr/>
          </p:nvSpPr>
          <p:spPr bwMode="auto">
            <a:xfrm>
              <a:off x="1843683" y="3325718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20000"/>
                </a:lnSpc>
              </a:pP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13321" name="Oval 6"/>
            <p:cNvSpPr>
              <a:spLocks noChangeArrowheads="1"/>
            </p:cNvSpPr>
            <p:nvPr/>
          </p:nvSpPr>
          <p:spPr bwMode="auto">
            <a:xfrm>
              <a:off x="2529483" y="3325718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20000"/>
                </a:lnSpc>
              </a:pP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13322" name="Oval 7"/>
            <p:cNvSpPr>
              <a:spLocks noChangeArrowheads="1"/>
            </p:cNvSpPr>
            <p:nvPr/>
          </p:nvSpPr>
          <p:spPr bwMode="auto">
            <a:xfrm>
              <a:off x="1500783" y="4182968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20000"/>
                </a:lnSpc>
              </a:pP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13323" name="Oval 8"/>
            <p:cNvSpPr>
              <a:spLocks noChangeArrowheads="1"/>
            </p:cNvSpPr>
            <p:nvPr/>
          </p:nvSpPr>
          <p:spPr bwMode="auto">
            <a:xfrm>
              <a:off x="2186583" y="4182968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20000"/>
                </a:lnSpc>
              </a:pP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13324" name="Line 9"/>
            <p:cNvSpPr>
              <a:spLocks noChangeShapeType="1"/>
            </p:cNvSpPr>
            <p:nvPr/>
          </p:nvSpPr>
          <p:spPr bwMode="auto">
            <a:xfrm flipH="1">
              <a:off x="1443633" y="2925668"/>
              <a:ext cx="5715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13325" name="Line 10"/>
            <p:cNvSpPr>
              <a:spLocks noChangeShapeType="1"/>
            </p:cNvSpPr>
            <p:nvPr/>
          </p:nvSpPr>
          <p:spPr bwMode="auto">
            <a:xfrm>
              <a:off x="2015133" y="2925668"/>
              <a:ext cx="0" cy="4000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13326" name="Line 11"/>
            <p:cNvSpPr>
              <a:spLocks noChangeShapeType="1"/>
            </p:cNvSpPr>
            <p:nvPr/>
          </p:nvSpPr>
          <p:spPr bwMode="auto">
            <a:xfrm flipH="1">
              <a:off x="1672233" y="3668618"/>
              <a:ext cx="34290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13327" name="Line 12"/>
            <p:cNvSpPr>
              <a:spLocks noChangeShapeType="1"/>
            </p:cNvSpPr>
            <p:nvPr/>
          </p:nvSpPr>
          <p:spPr bwMode="auto">
            <a:xfrm>
              <a:off x="2015133" y="3668618"/>
              <a:ext cx="28575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13328" name="Line 13"/>
            <p:cNvSpPr>
              <a:spLocks noChangeShapeType="1"/>
            </p:cNvSpPr>
            <p:nvPr/>
          </p:nvSpPr>
          <p:spPr bwMode="auto">
            <a:xfrm>
              <a:off x="2015133" y="2925668"/>
              <a:ext cx="628650" cy="4000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13329" name="Text Box 14"/>
            <p:cNvSpPr txBox="1">
              <a:spLocks noChangeArrowheads="1"/>
            </p:cNvSpPr>
            <p:nvPr/>
          </p:nvSpPr>
          <p:spPr bwMode="auto">
            <a:xfrm>
              <a:off x="1848445" y="2581577"/>
              <a:ext cx="303610" cy="3296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en-US" altLang="zh-CN"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3330" name="Text Box 15"/>
            <p:cNvSpPr txBox="1">
              <a:spLocks noChangeArrowheads="1"/>
            </p:cNvSpPr>
            <p:nvPr/>
          </p:nvSpPr>
          <p:spPr bwMode="auto">
            <a:xfrm>
              <a:off x="1186458" y="3313812"/>
              <a:ext cx="303610" cy="3296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en-US" altLang="zh-CN"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13331" name="Text Box 16"/>
            <p:cNvSpPr txBox="1">
              <a:spLocks noChangeArrowheads="1"/>
            </p:cNvSpPr>
            <p:nvPr/>
          </p:nvSpPr>
          <p:spPr bwMode="auto">
            <a:xfrm>
              <a:off x="1862733" y="3304287"/>
              <a:ext cx="303610" cy="3296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en-US" altLang="zh-CN" dirty="0"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13332" name="Text Box 17"/>
            <p:cNvSpPr txBox="1">
              <a:spLocks noChangeArrowheads="1"/>
            </p:cNvSpPr>
            <p:nvPr/>
          </p:nvSpPr>
          <p:spPr bwMode="auto">
            <a:xfrm>
              <a:off x="2549724" y="3304287"/>
              <a:ext cx="303609" cy="3296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en-US" altLang="zh-CN">
                  <a:ea typeface="宋体" panose="02010600030101010101" pitchFamily="2" charset="-122"/>
                </a:rPr>
                <a:t>D</a:t>
              </a:r>
            </a:p>
          </p:txBody>
        </p:sp>
        <p:sp>
          <p:nvSpPr>
            <p:cNvPr id="13333" name="Text Box 18"/>
            <p:cNvSpPr txBox="1">
              <a:spLocks noChangeArrowheads="1"/>
            </p:cNvSpPr>
            <p:nvPr/>
          </p:nvSpPr>
          <p:spPr bwMode="auto">
            <a:xfrm>
              <a:off x="1523405" y="4174633"/>
              <a:ext cx="303609" cy="3296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en-US" altLang="zh-CN"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13334" name="Text Box 19"/>
            <p:cNvSpPr txBox="1">
              <a:spLocks noChangeArrowheads="1"/>
            </p:cNvSpPr>
            <p:nvPr/>
          </p:nvSpPr>
          <p:spPr bwMode="auto">
            <a:xfrm>
              <a:off x="2216349" y="4168681"/>
              <a:ext cx="303609" cy="3296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en-US" altLang="zh-CN">
                  <a:ea typeface="宋体" panose="02010600030101010101" pitchFamily="2" charset="-122"/>
                </a:rPr>
                <a:t>F</a:t>
              </a: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5475201" y="1844773"/>
            <a:ext cx="3580765" cy="1144811"/>
            <a:chOff x="7596" y="3914"/>
            <a:chExt cx="2614" cy="836"/>
          </a:xfrm>
        </p:grpSpPr>
        <p:sp>
          <p:nvSpPr>
            <p:cNvPr id="13358" name="Rectangle 45"/>
            <p:cNvSpPr>
              <a:spLocks noChangeArrowheads="1"/>
            </p:cNvSpPr>
            <p:nvPr/>
          </p:nvSpPr>
          <p:spPr bwMode="auto">
            <a:xfrm>
              <a:off x="8432" y="4480"/>
              <a:ext cx="270" cy="2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sp>
          <p:nvSpPr>
            <p:cNvPr id="13359" name="Rectangle 46"/>
            <p:cNvSpPr>
              <a:spLocks noChangeArrowheads="1"/>
            </p:cNvSpPr>
            <p:nvPr/>
          </p:nvSpPr>
          <p:spPr bwMode="auto">
            <a:xfrm>
              <a:off x="8702" y="4480"/>
              <a:ext cx="270" cy="2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sp>
          <p:nvSpPr>
            <p:cNvPr id="13360" name="Rectangle 47"/>
            <p:cNvSpPr>
              <a:spLocks noChangeArrowheads="1"/>
            </p:cNvSpPr>
            <p:nvPr/>
          </p:nvSpPr>
          <p:spPr bwMode="auto">
            <a:xfrm>
              <a:off x="8432" y="4210"/>
              <a:ext cx="540" cy="2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endParaRPr lang="zh-CN" altLang="zh-CN" sz="1125">
                <a:ea typeface="宋体" panose="02010600030101010101" pitchFamily="2" charset="-122"/>
              </a:endParaRPr>
            </a:p>
          </p:txBody>
        </p:sp>
        <p:sp>
          <p:nvSpPr>
            <p:cNvPr id="13361" name="Text Box 48"/>
            <p:cNvSpPr txBox="1">
              <a:spLocks noChangeArrowheads="1"/>
            </p:cNvSpPr>
            <p:nvPr/>
          </p:nvSpPr>
          <p:spPr bwMode="auto">
            <a:xfrm>
              <a:off x="8460" y="3914"/>
              <a:ext cx="766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 dirty="0">
                  <a:ea typeface="宋体" panose="02010600030101010101" pitchFamily="2" charset="-122"/>
                </a:rPr>
                <a:t>Data</a:t>
              </a:r>
            </a:p>
          </p:txBody>
        </p:sp>
        <p:sp>
          <p:nvSpPr>
            <p:cNvPr id="13362" name="Text Box 49"/>
            <p:cNvSpPr txBox="1">
              <a:spLocks noChangeArrowheads="1"/>
            </p:cNvSpPr>
            <p:nvPr/>
          </p:nvSpPr>
          <p:spPr bwMode="auto">
            <a:xfrm>
              <a:off x="7596" y="4480"/>
              <a:ext cx="2614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 dirty="0" err="1">
                  <a:ea typeface="宋体" panose="02010600030101010101" pitchFamily="2" charset="-122"/>
                </a:rPr>
                <a:t>FirstChild</a:t>
              </a:r>
              <a:r>
                <a:rPr lang="en-US" altLang="zh-CN" sz="1800" dirty="0">
                  <a:ea typeface="宋体" panose="02010600030101010101" pitchFamily="2" charset="-122"/>
                </a:rPr>
                <a:t>               Sibling</a:t>
              </a: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3434080" y="3357245"/>
            <a:ext cx="4500901" cy="2693035"/>
            <a:chOff x="5561" y="6221"/>
            <a:chExt cx="4173" cy="2497"/>
          </a:xfrm>
        </p:grpSpPr>
        <p:sp>
          <p:nvSpPr>
            <p:cNvPr id="13335" name="Rectangle 22"/>
            <p:cNvSpPr>
              <a:spLocks noChangeArrowheads="1"/>
            </p:cNvSpPr>
            <p:nvPr/>
          </p:nvSpPr>
          <p:spPr bwMode="auto">
            <a:xfrm>
              <a:off x="6506" y="6491"/>
              <a:ext cx="270" cy="2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13336" name="Rectangle 23"/>
            <p:cNvSpPr>
              <a:spLocks noChangeArrowheads="1"/>
            </p:cNvSpPr>
            <p:nvPr/>
          </p:nvSpPr>
          <p:spPr bwMode="auto">
            <a:xfrm>
              <a:off x="6776" y="6491"/>
              <a:ext cx="270" cy="2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13337" name="Rectangle 24"/>
            <p:cNvSpPr>
              <a:spLocks noChangeArrowheads="1"/>
            </p:cNvSpPr>
            <p:nvPr/>
          </p:nvSpPr>
          <p:spPr bwMode="auto">
            <a:xfrm>
              <a:off x="6506" y="6221"/>
              <a:ext cx="540" cy="2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3338" name="Rectangle 25"/>
            <p:cNvSpPr>
              <a:spLocks noChangeArrowheads="1"/>
            </p:cNvSpPr>
            <p:nvPr/>
          </p:nvSpPr>
          <p:spPr bwMode="auto">
            <a:xfrm>
              <a:off x="6101" y="7369"/>
              <a:ext cx="270" cy="2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13339" name="Rectangle 26"/>
            <p:cNvSpPr>
              <a:spLocks noChangeArrowheads="1"/>
            </p:cNvSpPr>
            <p:nvPr/>
          </p:nvSpPr>
          <p:spPr bwMode="auto">
            <a:xfrm>
              <a:off x="6371" y="7369"/>
              <a:ext cx="270" cy="2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13340" name="Rectangle 27"/>
            <p:cNvSpPr>
              <a:spLocks noChangeArrowheads="1"/>
            </p:cNvSpPr>
            <p:nvPr/>
          </p:nvSpPr>
          <p:spPr bwMode="auto">
            <a:xfrm>
              <a:off x="6101" y="7099"/>
              <a:ext cx="540" cy="2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13341" name="Rectangle 28"/>
            <p:cNvSpPr>
              <a:spLocks noChangeArrowheads="1"/>
            </p:cNvSpPr>
            <p:nvPr/>
          </p:nvSpPr>
          <p:spPr bwMode="auto">
            <a:xfrm>
              <a:off x="6911" y="7369"/>
              <a:ext cx="270" cy="2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13342" name="Rectangle 29"/>
            <p:cNvSpPr>
              <a:spLocks noChangeArrowheads="1"/>
            </p:cNvSpPr>
            <p:nvPr/>
          </p:nvSpPr>
          <p:spPr bwMode="auto">
            <a:xfrm>
              <a:off x="7181" y="7369"/>
              <a:ext cx="270" cy="2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13343" name="Rectangle 30"/>
            <p:cNvSpPr>
              <a:spLocks noChangeArrowheads="1"/>
            </p:cNvSpPr>
            <p:nvPr/>
          </p:nvSpPr>
          <p:spPr bwMode="auto">
            <a:xfrm>
              <a:off x="6911" y="7099"/>
              <a:ext cx="540" cy="2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13344" name="Rectangle 31"/>
            <p:cNvSpPr>
              <a:spLocks noChangeArrowheads="1"/>
            </p:cNvSpPr>
            <p:nvPr/>
          </p:nvSpPr>
          <p:spPr bwMode="auto">
            <a:xfrm>
              <a:off x="7721" y="7369"/>
              <a:ext cx="270" cy="2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13345" name="Rectangle 32"/>
            <p:cNvSpPr>
              <a:spLocks noChangeArrowheads="1"/>
            </p:cNvSpPr>
            <p:nvPr/>
          </p:nvSpPr>
          <p:spPr bwMode="auto">
            <a:xfrm>
              <a:off x="7991" y="7369"/>
              <a:ext cx="270" cy="2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13346" name="Rectangle 33"/>
            <p:cNvSpPr>
              <a:spLocks noChangeArrowheads="1"/>
            </p:cNvSpPr>
            <p:nvPr/>
          </p:nvSpPr>
          <p:spPr bwMode="auto">
            <a:xfrm>
              <a:off x="7721" y="7099"/>
              <a:ext cx="540" cy="2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>
                  <a:ea typeface="宋体" panose="02010600030101010101" pitchFamily="2" charset="-122"/>
                </a:rPr>
                <a:t>D</a:t>
              </a:r>
            </a:p>
          </p:txBody>
        </p:sp>
        <p:sp>
          <p:nvSpPr>
            <p:cNvPr id="13347" name="Rectangle 34"/>
            <p:cNvSpPr>
              <a:spLocks noChangeArrowheads="1"/>
            </p:cNvSpPr>
            <p:nvPr/>
          </p:nvSpPr>
          <p:spPr bwMode="auto">
            <a:xfrm>
              <a:off x="6709" y="8449"/>
              <a:ext cx="270" cy="2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13348" name="Rectangle 35"/>
            <p:cNvSpPr>
              <a:spLocks noChangeArrowheads="1"/>
            </p:cNvSpPr>
            <p:nvPr/>
          </p:nvSpPr>
          <p:spPr bwMode="auto">
            <a:xfrm>
              <a:off x="6979" y="8449"/>
              <a:ext cx="270" cy="2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13349" name="Rectangle 36"/>
            <p:cNvSpPr>
              <a:spLocks noChangeArrowheads="1"/>
            </p:cNvSpPr>
            <p:nvPr/>
          </p:nvSpPr>
          <p:spPr bwMode="auto">
            <a:xfrm>
              <a:off x="6709" y="8179"/>
              <a:ext cx="540" cy="2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13350" name="Rectangle 37"/>
            <p:cNvSpPr>
              <a:spLocks noChangeArrowheads="1"/>
            </p:cNvSpPr>
            <p:nvPr/>
          </p:nvSpPr>
          <p:spPr bwMode="auto">
            <a:xfrm>
              <a:off x="7519" y="8449"/>
              <a:ext cx="270" cy="2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13351" name="Rectangle 38"/>
            <p:cNvSpPr>
              <a:spLocks noChangeArrowheads="1"/>
            </p:cNvSpPr>
            <p:nvPr/>
          </p:nvSpPr>
          <p:spPr bwMode="auto">
            <a:xfrm>
              <a:off x="7789" y="8449"/>
              <a:ext cx="270" cy="2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13352" name="Rectangle 39"/>
            <p:cNvSpPr>
              <a:spLocks noChangeArrowheads="1"/>
            </p:cNvSpPr>
            <p:nvPr/>
          </p:nvSpPr>
          <p:spPr bwMode="auto">
            <a:xfrm>
              <a:off x="7519" y="8179"/>
              <a:ext cx="540" cy="2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>
                  <a:ea typeface="宋体" panose="02010600030101010101" pitchFamily="2" charset="-122"/>
                </a:rPr>
                <a:t>F</a:t>
              </a:r>
            </a:p>
          </p:txBody>
        </p:sp>
        <p:sp>
          <p:nvSpPr>
            <p:cNvPr id="13353" name="Line 40"/>
            <p:cNvSpPr>
              <a:spLocks noChangeShapeType="1"/>
            </p:cNvSpPr>
            <p:nvPr/>
          </p:nvSpPr>
          <p:spPr bwMode="auto">
            <a:xfrm flipH="1">
              <a:off x="6304" y="6626"/>
              <a:ext cx="338" cy="4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13354" name="Line 41"/>
            <p:cNvSpPr>
              <a:spLocks noChangeShapeType="1"/>
            </p:cNvSpPr>
            <p:nvPr/>
          </p:nvSpPr>
          <p:spPr bwMode="auto">
            <a:xfrm>
              <a:off x="6506" y="7504"/>
              <a:ext cx="40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13355" name="Line 42"/>
            <p:cNvSpPr>
              <a:spLocks noChangeShapeType="1"/>
            </p:cNvSpPr>
            <p:nvPr/>
          </p:nvSpPr>
          <p:spPr bwMode="auto">
            <a:xfrm>
              <a:off x="7249" y="7504"/>
              <a:ext cx="4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13356" name="Line 43"/>
            <p:cNvSpPr>
              <a:spLocks noChangeShapeType="1"/>
            </p:cNvSpPr>
            <p:nvPr/>
          </p:nvSpPr>
          <p:spPr bwMode="auto">
            <a:xfrm flipH="1">
              <a:off x="6979" y="7504"/>
              <a:ext cx="135" cy="6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13357" name="Line 44"/>
            <p:cNvSpPr>
              <a:spLocks noChangeShapeType="1"/>
            </p:cNvSpPr>
            <p:nvPr/>
          </p:nvSpPr>
          <p:spPr bwMode="auto">
            <a:xfrm>
              <a:off x="7114" y="8584"/>
              <a:ext cx="40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13363" name="Rectangle 50"/>
            <p:cNvSpPr>
              <a:spLocks noChangeArrowheads="1"/>
            </p:cNvSpPr>
            <p:nvPr/>
          </p:nvSpPr>
          <p:spPr bwMode="auto">
            <a:xfrm>
              <a:off x="5561" y="6221"/>
              <a:ext cx="135" cy="13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13364" name="Line 51"/>
            <p:cNvSpPr>
              <a:spLocks noChangeShapeType="1"/>
            </p:cNvSpPr>
            <p:nvPr/>
          </p:nvSpPr>
          <p:spPr bwMode="auto">
            <a:xfrm>
              <a:off x="5629" y="6289"/>
              <a:ext cx="87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13365" name="Text Box 52"/>
            <p:cNvSpPr txBox="1">
              <a:spLocks noChangeArrowheads="1"/>
            </p:cNvSpPr>
            <p:nvPr/>
          </p:nvSpPr>
          <p:spPr bwMode="auto">
            <a:xfrm>
              <a:off x="8376" y="7061"/>
              <a:ext cx="1358" cy="5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 dirty="0">
                  <a:ea typeface="宋体" panose="02010600030101010101" pitchFamily="2" charset="-122"/>
                </a:rPr>
                <a:t>Nodes of same depth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077460" cy="902335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08390" cy="48590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5088255" cy="721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Implementation of Trees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quarter" idx="10"/>
            <p:custDataLst>
              <p:tags r:id="rId4"/>
            </p:custDataLst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23/09/11</a:t>
            </a:r>
          </a:p>
        </p:txBody>
      </p:sp>
      <p:pic>
        <p:nvPicPr>
          <p:cNvPr id="12" name="图片 11" descr="华工标志（透明版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0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3315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Trees - Lecture 7 </a:t>
            </a:r>
          </a:p>
        </p:txBody>
      </p:sp>
      <p:sp>
        <p:nvSpPr>
          <p:cNvPr id="13316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5EAF9DB-95EE-441B-BF79-C2372C3401E3}" type="slidenum">
              <a:rPr lang="en-US" altLang="zh-CN" sz="790"/>
              <a:pPr/>
              <a:t>10</a:t>
            </a:fld>
            <a:endParaRPr lang="en-US" altLang="zh-CN" sz="790"/>
          </a:p>
        </p:txBody>
      </p:sp>
      <p:sp>
        <p:nvSpPr>
          <p:cNvPr id="3" name="矩形 2"/>
          <p:cNvSpPr/>
          <p:nvPr/>
        </p:nvSpPr>
        <p:spPr>
          <a:xfrm>
            <a:off x="725805" y="2061845"/>
            <a:ext cx="5792470" cy="3415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//Node declarations for trees</a:t>
            </a:r>
          </a:p>
          <a:p>
            <a:r>
              <a:rPr lang="en-US" altLang="zh-C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TreeNode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Object element;</a:t>
            </a:r>
          </a:p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TreeNode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</a:t>
            </a:r>
            <a:r>
              <a:rPr lang="en-US" altLang="zh-C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firstChild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TreeNode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</a:t>
            </a:r>
            <a:r>
              <a:rPr lang="en-US" altLang="zh-C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nextSibling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</p:txBody>
      </p:sp>
      <p:grpSp>
        <p:nvGrpSpPr>
          <p:cNvPr id="122" name="Group 115"/>
          <p:cNvGrpSpPr/>
          <p:nvPr/>
        </p:nvGrpSpPr>
        <p:grpSpPr>
          <a:xfrm>
            <a:off x="7691120" y="5348605"/>
            <a:ext cx="963295" cy="805815"/>
            <a:chOff x="2951142" y="2589225"/>
            <a:chExt cx="468313" cy="392113"/>
          </a:xfrm>
          <a:solidFill>
            <a:srgbClr val="1E7AB6">
              <a:alpha val="39000"/>
            </a:srgbClr>
          </a:solidFill>
        </p:grpSpPr>
        <p:sp>
          <p:nvSpPr>
            <p:cNvPr id="123" name="Freeform 13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2951142" y="2646375"/>
              <a:ext cx="284163" cy="284163"/>
            </a:xfrm>
            <a:custGeom>
              <a:avLst/>
              <a:gdLst/>
              <a:ahLst/>
              <a:cxnLst>
                <a:cxn ang="0">
                  <a:pos x="208" y="331"/>
                </a:cxn>
                <a:cxn ang="0">
                  <a:pos x="239" y="322"/>
                </a:cxn>
                <a:cxn ang="0">
                  <a:pos x="286" y="326"/>
                </a:cxn>
                <a:cxn ang="0">
                  <a:pos x="307" y="267"/>
                </a:cxn>
                <a:cxn ang="0">
                  <a:pos x="328" y="223"/>
                </a:cxn>
                <a:cxn ang="0">
                  <a:pos x="359" y="150"/>
                </a:cxn>
                <a:cxn ang="0">
                  <a:pos x="328" y="136"/>
                </a:cxn>
                <a:cxn ang="0">
                  <a:pos x="307" y="91"/>
                </a:cxn>
                <a:cxn ang="0">
                  <a:pos x="267" y="51"/>
                </a:cxn>
                <a:cxn ang="0">
                  <a:pos x="239" y="37"/>
                </a:cxn>
                <a:cxn ang="0">
                  <a:pos x="208" y="0"/>
                </a:cxn>
                <a:cxn ang="0">
                  <a:pos x="179" y="65"/>
                </a:cxn>
                <a:cxn ang="0">
                  <a:pos x="213" y="70"/>
                </a:cxn>
                <a:cxn ang="0">
                  <a:pos x="244" y="85"/>
                </a:cxn>
                <a:cxn ang="0">
                  <a:pos x="267" y="106"/>
                </a:cxn>
                <a:cxn ang="0">
                  <a:pos x="284" y="134"/>
                </a:cxn>
                <a:cxn ang="0">
                  <a:pos x="293" y="168"/>
                </a:cxn>
                <a:cxn ang="0">
                  <a:pos x="293" y="191"/>
                </a:cxn>
                <a:cxn ang="0">
                  <a:pos x="284" y="223"/>
                </a:cxn>
                <a:cxn ang="0">
                  <a:pos x="267" y="252"/>
                </a:cxn>
                <a:cxn ang="0">
                  <a:pos x="244" y="274"/>
                </a:cxn>
                <a:cxn ang="0">
                  <a:pos x="213" y="289"/>
                </a:cxn>
                <a:cxn ang="0">
                  <a:pos x="179" y="294"/>
                </a:cxn>
                <a:cxn ang="0">
                  <a:pos x="32" y="286"/>
                </a:cxn>
                <a:cxn ang="0">
                  <a:pos x="92" y="307"/>
                </a:cxn>
                <a:cxn ang="0">
                  <a:pos x="135" y="327"/>
                </a:cxn>
                <a:cxn ang="0">
                  <a:pos x="179" y="358"/>
                </a:cxn>
                <a:cxn ang="0">
                  <a:pos x="179" y="294"/>
                </a:cxn>
                <a:cxn ang="0">
                  <a:pos x="145" y="289"/>
                </a:cxn>
                <a:cxn ang="0">
                  <a:pos x="115" y="274"/>
                </a:cxn>
                <a:cxn ang="0">
                  <a:pos x="92" y="252"/>
                </a:cxn>
                <a:cxn ang="0">
                  <a:pos x="74" y="223"/>
                </a:cxn>
                <a:cxn ang="0">
                  <a:pos x="66" y="191"/>
                </a:cxn>
                <a:cxn ang="0">
                  <a:pos x="66" y="168"/>
                </a:cxn>
                <a:cxn ang="0">
                  <a:pos x="74" y="134"/>
                </a:cxn>
                <a:cxn ang="0">
                  <a:pos x="92" y="106"/>
                </a:cxn>
                <a:cxn ang="0">
                  <a:pos x="115" y="85"/>
                </a:cxn>
                <a:cxn ang="0">
                  <a:pos x="145" y="70"/>
                </a:cxn>
                <a:cxn ang="0">
                  <a:pos x="179" y="65"/>
                </a:cxn>
                <a:cxn ang="0">
                  <a:pos x="179" y="0"/>
                </a:cxn>
                <a:cxn ang="0">
                  <a:pos x="151" y="27"/>
                </a:cxn>
                <a:cxn ang="0">
                  <a:pos x="105" y="43"/>
                </a:cxn>
                <a:cxn ang="0">
                  <a:pos x="32" y="72"/>
                </a:cxn>
                <a:cxn ang="0">
                  <a:pos x="43" y="105"/>
                </a:cxn>
                <a:cxn ang="0">
                  <a:pos x="27" y="150"/>
                </a:cxn>
                <a:cxn ang="0">
                  <a:pos x="27" y="207"/>
                </a:cxn>
                <a:cxn ang="0">
                  <a:pos x="36" y="238"/>
                </a:cxn>
                <a:cxn ang="0">
                  <a:pos x="52" y="267"/>
                </a:cxn>
              </a:cxnLst>
              <a:rect l="0" t="0" r="r" b="b"/>
              <a:pathLst>
                <a:path w="359" h="358">
                  <a:moveTo>
                    <a:pt x="179" y="358"/>
                  </a:moveTo>
                  <a:lnTo>
                    <a:pt x="208" y="358"/>
                  </a:lnTo>
                  <a:lnTo>
                    <a:pt x="208" y="331"/>
                  </a:lnTo>
                  <a:lnTo>
                    <a:pt x="208" y="331"/>
                  </a:lnTo>
                  <a:lnTo>
                    <a:pt x="224" y="327"/>
                  </a:lnTo>
                  <a:lnTo>
                    <a:pt x="239" y="322"/>
                  </a:lnTo>
                  <a:lnTo>
                    <a:pt x="254" y="315"/>
                  </a:lnTo>
                  <a:lnTo>
                    <a:pt x="267" y="307"/>
                  </a:lnTo>
                  <a:lnTo>
                    <a:pt x="286" y="326"/>
                  </a:lnTo>
                  <a:lnTo>
                    <a:pt x="326" y="286"/>
                  </a:lnTo>
                  <a:lnTo>
                    <a:pt x="307" y="267"/>
                  </a:lnTo>
                  <a:lnTo>
                    <a:pt x="307" y="267"/>
                  </a:lnTo>
                  <a:lnTo>
                    <a:pt x="315" y="253"/>
                  </a:lnTo>
                  <a:lnTo>
                    <a:pt x="323" y="238"/>
                  </a:lnTo>
                  <a:lnTo>
                    <a:pt x="328" y="223"/>
                  </a:lnTo>
                  <a:lnTo>
                    <a:pt x="331" y="207"/>
                  </a:lnTo>
                  <a:lnTo>
                    <a:pt x="359" y="207"/>
                  </a:lnTo>
                  <a:lnTo>
                    <a:pt x="359" y="150"/>
                  </a:lnTo>
                  <a:lnTo>
                    <a:pt x="331" y="150"/>
                  </a:lnTo>
                  <a:lnTo>
                    <a:pt x="331" y="150"/>
                  </a:lnTo>
                  <a:lnTo>
                    <a:pt x="328" y="136"/>
                  </a:lnTo>
                  <a:lnTo>
                    <a:pt x="323" y="119"/>
                  </a:lnTo>
                  <a:lnTo>
                    <a:pt x="315" y="105"/>
                  </a:lnTo>
                  <a:lnTo>
                    <a:pt x="307" y="91"/>
                  </a:lnTo>
                  <a:lnTo>
                    <a:pt x="326" y="72"/>
                  </a:lnTo>
                  <a:lnTo>
                    <a:pt x="286" y="33"/>
                  </a:lnTo>
                  <a:lnTo>
                    <a:pt x="267" y="51"/>
                  </a:lnTo>
                  <a:lnTo>
                    <a:pt x="267" y="51"/>
                  </a:lnTo>
                  <a:lnTo>
                    <a:pt x="254" y="43"/>
                  </a:lnTo>
                  <a:lnTo>
                    <a:pt x="239" y="37"/>
                  </a:lnTo>
                  <a:lnTo>
                    <a:pt x="224" y="30"/>
                  </a:lnTo>
                  <a:lnTo>
                    <a:pt x="208" y="27"/>
                  </a:lnTo>
                  <a:lnTo>
                    <a:pt x="208" y="0"/>
                  </a:lnTo>
                  <a:lnTo>
                    <a:pt x="179" y="0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90" y="65"/>
                  </a:lnTo>
                  <a:lnTo>
                    <a:pt x="203" y="68"/>
                  </a:lnTo>
                  <a:lnTo>
                    <a:pt x="213" y="70"/>
                  </a:lnTo>
                  <a:lnTo>
                    <a:pt x="224" y="74"/>
                  </a:lnTo>
                  <a:lnTo>
                    <a:pt x="234" y="79"/>
                  </a:lnTo>
                  <a:lnTo>
                    <a:pt x="244" y="85"/>
                  </a:lnTo>
                  <a:lnTo>
                    <a:pt x="252" y="91"/>
                  </a:lnTo>
                  <a:lnTo>
                    <a:pt x="260" y="98"/>
                  </a:lnTo>
                  <a:lnTo>
                    <a:pt x="267" y="106"/>
                  </a:lnTo>
                  <a:lnTo>
                    <a:pt x="275" y="116"/>
                  </a:lnTo>
                  <a:lnTo>
                    <a:pt x="279" y="124"/>
                  </a:lnTo>
                  <a:lnTo>
                    <a:pt x="284" y="134"/>
                  </a:lnTo>
                  <a:lnTo>
                    <a:pt x="288" y="145"/>
                  </a:lnTo>
                  <a:lnTo>
                    <a:pt x="292" y="157"/>
                  </a:lnTo>
                  <a:lnTo>
                    <a:pt x="293" y="168"/>
                  </a:lnTo>
                  <a:lnTo>
                    <a:pt x="293" y="179"/>
                  </a:lnTo>
                  <a:lnTo>
                    <a:pt x="293" y="179"/>
                  </a:lnTo>
                  <a:lnTo>
                    <a:pt x="293" y="191"/>
                  </a:lnTo>
                  <a:lnTo>
                    <a:pt x="292" y="202"/>
                  </a:lnTo>
                  <a:lnTo>
                    <a:pt x="288" y="213"/>
                  </a:lnTo>
                  <a:lnTo>
                    <a:pt x="284" y="223"/>
                  </a:lnTo>
                  <a:lnTo>
                    <a:pt x="279" y="233"/>
                  </a:lnTo>
                  <a:lnTo>
                    <a:pt x="275" y="243"/>
                  </a:lnTo>
                  <a:lnTo>
                    <a:pt x="267" y="252"/>
                  </a:lnTo>
                  <a:lnTo>
                    <a:pt x="260" y="260"/>
                  </a:lnTo>
                  <a:lnTo>
                    <a:pt x="252" y="268"/>
                  </a:lnTo>
                  <a:lnTo>
                    <a:pt x="244" y="274"/>
                  </a:lnTo>
                  <a:lnTo>
                    <a:pt x="234" y="280"/>
                  </a:lnTo>
                  <a:lnTo>
                    <a:pt x="224" y="285"/>
                  </a:lnTo>
                  <a:lnTo>
                    <a:pt x="213" y="289"/>
                  </a:lnTo>
                  <a:lnTo>
                    <a:pt x="203" y="291"/>
                  </a:lnTo>
                  <a:lnTo>
                    <a:pt x="190" y="293"/>
                  </a:lnTo>
                  <a:lnTo>
                    <a:pt x="179" y="294"/>
                  </a:lnTo>
                  <a:lnTo>
                    <a:pt x="179" y="358"/>
                  </a:lnTo>
                  <a:close/>
                  <a:moveTo>
                    <a:pt x="52" y="267"/>
                  </a:moveTo>
                  <a:lnTo>
                    <a:pt x="32" y="286"/>
                  </a:lnTo>
                  <a:lnTo>
                    <a:pt x="73" y="326"/>
                  </a:lnTo>
                  <a:lnTo>
                    <a:pt x="92" y="307"/>
                  </a:lnTo>
                  <a:lnTo>
                    <a:pt x="92" y="307"/>
                  </a:lnTo>
                  <a:lnTo>
                    <a:pt x="105" y="315"/>
                  </a:lnTo>
                  <a:lnTo>
                    <a:pt x="120" y="322"/>
                  </a:lnTo>
                  <a:lnTo>
                    <a:pt x="135" y="327"/>
                  </a:lnTo>
                  <a:lnTo>
                    <a:pt x="151" y="331"/>
                  </a:lnTo>
                  <a:lnTo>
                    <a:pt x="151" y="358"/>
                  </a:lnTo>
                  <a:lnTo>
                    <a:pt x="179" y="358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68" y="293"/>
                  </a:lnTo>
                  <a:lnTo>
                    <a:pt x="156" y="291"/>
                  </a:lnTo>
                  <a:lnTo>
                    <a:pt x="145" y="289"/>
                  </a:lnTo>
                  <a:lnTo>
                    <a:pt x="135" y="285"/>
                  </a:lnTo>
                  <a:lnTo>
                    <a:pt x="125" y="280"/>
                  </a:lnTo>
                  <a:lnTo>
                    <a:pt x="115" y="274"/>
                  </a:lnTo>
                  <a:lnTo>
                    <a:pt x="106" y="268"/>
                  </a:lnTo>
                  <a:lnTo>
                    <a:pt x="99" y="260"/>
                  </a:lnTo>
                  <a:lnTo>
                    <a:pt x="92" y="252"/>
                  </a:lnTo>
                  <a:lnTo>
                    <a:pt x="84" y="243"/>
                  </a:lnTo>
                  <a:lnTo>
                    <a:pt x="79" y="233"/>
                  </a:lnTo>
                  <a:lnTo>
                    <a:pt x="74" y="223"/>
                  </a:lnTo>
                  <a:lnTo>
                    <a:pt x="71" y="213"/>
                  </a:lnTo>
                  <a:lnTo>
                    <a:pt x="67" y="202"/>
                  </a:lnTo>
                  <a:lnTo>
                    <a:pt x="66" y="191"/>
                  </a:lnTo>
                  <a:lnTo>
                    <a:pt x="64" y="179"/>
                  </a:lnTo>
                  <a:lnTo>
                    <a:pt x="64" y="179"/>
                  </a:lnTo>
                  <a:lnTo>
                    <a:pt x="66" y="168"/>
                  </a:lnTo>
                  <a:lnTo>
                    <a:pt x="67" y="157"/>
                  </a:lnTo>
                  <a:lnTo>
                    <a:pt x="71" y="145"/>
                  </a:lnTo>
                  <a:lnTo>
                    <a:pt x="74" y="134"/>
                  </a:lnTo>
                  <a:lnTo>
                    <a:pt x="79" y="124"/>
                  </a:lnTo>
                  <a:lnTo>
                    <a:pt x="84" y="116"/>
                  </a:lnTo>
                  <a:lnTo>
                    <a:pt x="92" y="106"/>
                  </a:lnTo>
                  <a:lnTo>
                    <a:pt x="99" y="98"/>
                  </a:lnTo>
                  <a:lnTo>
                    <a:pt x="106" y="91"/>
                  </a:lnTo>
                  <a:lnTo>
                    <a:pt x="115" y="85"/>
                  </a:lnTo>
                  <a:lnTo>
                    <a:pt x="125" y="79"/>
                  </a:lnTo>
                  <a:lnTo>
                    <a:pt x="135" y="74"/>
                  </a:lnTo>
                  <a:lnTo>
                    <a:pt x="145" y="70"/>
                  </a:lnTo>
                  <a:lnTo>
                    <a:pt x="156" y="68"/>
                  </a:lnTo>
                  <a:lnTo>
                    <a:pt x="168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0"/>
                  </a:lnTo>
                  <a:lnTo>
                    <a:pt x="151" y="0"/>
                  </a:lnTo>
                  <a:lnTo>
                    <a:pt x="151" y="27"/>
                  </a:lnTo>
                  <a:lnTo>
                    <a:pt x="151" y="27"/>
                  </a:lnTo>
                  <a:lnTo>
                    <a:pt x="135" y="30"/>
                  </a:lnTo>
                  <a:lnTo>
                    <a:pt x="120" y="37"/>
                  </a:lnTo>
                  <a:lnTo>
                    <a:pt x="105" y="43"/>
                  </a:lnTo>
                  <a:lnTo>
                    <a:pt x="92" y="51"/>
                  </a:lnTo>
                  <a:lnTo>
                    <a:pt x="73" y="33"/>
                  </a:lnTo>
                  <a:lnTo>
                    <a:pt x="32" y="72"/>
                  </a:lnTo>
                  <a:lnTo>
                    <a:pt x="52" y="91"/>
                  </a:lnTo>
                  <a:lnTo>
                    <a:pt x="52" y="91"/>
                  </a:lnTo>
                  <a:lnTo>
                    <a:pt x="43" y="105"/>
                  </a:lnTo>
                  <a:lnTo>
                    <a:pt x="36" y="119"/>
                  </a:lnTo>
                  <a:lnTo>
                    <a:pt x="31" y="136"/>
                  </a:lnTo>
                  <a:lnTo>
                    <a:pt x="27" y="150"/>
                  </a:lnTo>
                  <a:lnTo>
                    <a:pt x="0" y="150"/>
                  </a:lnTo>
                  <a:lnTo>
                    <a:pt x="0" y="207"/>
                  </a:lnTo>
                  <a:lnTo>
                    <a:pt x="27" y="207"/>
                  </a:lnTo>
                  <a:lnTo>
                    <a:pt x="27" y="207"/>
                  </a:lnTo>
                  <a:lnTo>
                    <a:pt x="31" y="223"/>
                  </a:lnTo>
                  <a:lnTo>
                    <a:pt x="36" y="238"/>
                  </a:lnTo>
                  <a:lnTo>
                    <a:pt x="43" y="253"/>
                  </a:lnTo>
                  <a:lnTo>
                    <a:pt x="52" y="267"/>
                  </a:lnTo>
                  <a:lnTo>
                    <a:pt x="52" y="267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24" name="Freeform 14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3233717" y="2798775"/>
              <a:ext cx="182563" cy="182563"/>
            </a:xfrm>
            <a:custGeom>
              <a:avLst/>
              <a:gdLst/>
              <a:ahLst/>
              <a:cxnLst>
                <a:cxn ang="0">
                  <a:pos x="131" y="20"/>
                </a:cxn>
                <a:cxn ang="0">
                  <a:pos x="152" y="6"/>
                </a:cxn>
                <a:cxn ang="0">
                  <a:pos x="183" y="21"/>
                </a:cxn>
                <a:cxn ang="0">
                  <a:pos x="179" y="42"/>
                </a:cxn>
                <a:cxn ang="0">
                  <a:pos x="198" y="64"/>
                </a:cxn>
                <a:cxn ang="0">
                  <a:pos x="219" y="64"/>
                </a:cxn>
                <a:cxn ang="0">
                  <a:pos x="230" y="97"/>
                </a:cxn>
                <a:cxn ang="0">
                  <a:pos x="213" y="109"/>
                </a:cxn>
                <a:cxn ang="0">
                  <a:pos x="210" y="137"/>
                </a:cxn>
                <a:cxn ang="0">
                  <a:pos x="225" y="152"/>
                </a:cxn>
                <a:cxn ang="0">
                  <a:pos x="210" y="183"/>
                </a:cxn>
                <a:cxn ang="0">
                  <a:pos x="189" y="179"/>
                </a:cxn>
                <a:cxn ang="0">
                  <a:pos x="167" y="198"/>
                </a:cxn>
                <a:cxn ang="0">
                  <a:pos x="167" y="220"/>
                </a:cxn>
                <a:cxn ang="0">
                  <a:pos x="135" y="230"/>
                </a:cxn>
                <a:cxn ang="0">
                  <a:pos x="123" y="213"/>
                </a:cxn>
                <a:cxn ang="0">
                  <a:pos x="115" y="163"/>
                </a:cxn>
                <a:cxn ang="0">
                  <a:pos x="136" y="158"/>
                </a:cxn>
                <a:cxn ang="0">
                  <a:pos x="153" y="144"/>
                </a:cxn>
                <a:cxn ang="0">
                  <a:pos x="161" y="131"/>
                </a:cxn>
                <a:cxn ang="0">
                  <a:pos x="161" y="103"/>
                </a:cxn>
                <a:cxn ang="0">
                  <a:pos x="147" y="80"/>
                </a:cxn>
                <a:cxn ang="0">
                  <a:pos x="130" y="71"/>
                </a:cxn>
                <a:cxn ang="0">
                  <a:pos x="115" y="19"/>
                </a:cxn>
                <a:cxn ang="0">
                  <a:pos x="11" y="167"/>
                </a:cxn>
                <a:cxn ang="0">
                  <a:pos x="1" y="135"/>
                </a:cxn>
                <a:cxn ang="0">
                  <a:pos x="19" y="123"/>
                </a:cxn>
                <a:cxn ang="0">
                  <a:pos x="20" y="94"/>
                </a:cxn>
                <a:cxn ang="0">
                  <a:pos x="5" y="79"/>
                </a:cxn>
                <a:cxn ang="0">
                  <a:pos x="21" y="48"/>
                </a:cxn>
                <a:cxn ang="0">
                  <a:pos x="42" y="52"/>
                </a:cxn>
                <a:cxn ang="0">
                  <a:pos x="63" y="34"/>
                </a:cxn>
                <a:cxn ang="0">
                  <a:pos x="63" y="12"/>
                </a:cxn>
                <a:cxn ang="0">
                  <a:pos x="97" y="1"/>
                </a:cxn>
                <a:cxn ang="0">
                  <a:pos x="109" y="19"/>
                </a:cxn>
                <a:cxn ang="0">
                  <a:pos x="115" y="68"/>
                </a:cxn>
                <a:cxn ang="0">
                  <a:pos x="94" y="73"/>
                </a:cxn>
                <a:cxn ang="0">
                  <a:pos x="78" y="88"/>
                </a:cxn>
                <a:cxn ang="0">
                  <a:pos x="71" y="100"/>
                </a:cxn>
                <a:cxn ang="0">
                  <a:pos x="71" y="129"/>
                </a:cxn>
                <a:cxn ang="0">
                  <a:pos x="84" y="151"/>
                </a:cxn>
                <a:cxn ang="0">
                  <a:pos x="100" y="161"/>
                </a:cxn>
                <a:cxn ang="0">
                  <a:pos x="115" y="213"/>
                </a:cxn>
                <a:cxn ang="0">
                  <a:pos x="84" y="208"/>
                </a:cxn>
                <a:cxn ang="0">
                  <a:pos x="68" y="221"/>
                </a:cxn>
                <a:cxn ang="0">
                  <a:pos x="40" y="203"/>
                </a:cxn>
                <a:cxn ang="0">
                  <a:pos x="45" y="183"/>
                </a:cxn>
                <a:cxn ang="0">
                  <a:pos x="29" y="160"/>
                </a:cxn>
              </a:cxnLst>
              <a:rect l="0" t="0" r="r" b="b"/>
              <a:pathLst>
                <a:path w="231" h="231">
                  <a:moveTo>
                    <a:pt x="115" y="19"/>
                  </a:moveTo>
                  <a:lnTo>
                    <a:pt x="115" y="19"/>
                  </a:lnTo>
                  <a:lnTo>
                    <a:pt x="131" y="20"/>
                  </a:lnTo>
                  <a:lnTo>
                    <a:pt x="146" y="24"/>
                  </a:lnTo>
                  <a:lnTo>
                    <a:pt x="152" y="6"/>
                  </a:lnTo>
                  <a:lnTo>
                    <a:pt x="152" y="6"/>
                  </a:lnTo>
                  <a:lnTo>
                    <a:pt x="163" y="10"/>
                  </a:lnTo>
                  <a:lnTo>
                    <a:pt x="173" y="15"/>
                  </a:lnTo>
                  <a:lnTo>
                    <a:pt x="183" y="21"/>
                  </a:lnTo>
                  <a:lnTo>
                    <a:pt x="192" y="29"/>
                  </a:lnTo>
                  <a:lnTo>
                    <a:pt x="179" y="42"/>
                  </a:lnTo>
                  <a:lnTo>
                    <a:pt x="179" y="42"/>
                  </a:lnTo>
                  <a:lnTo>
                    <a:pt x="187" y="48"/>
                  </a:lnTo>
                  <a:lnTo>
                    <a:pt x="193" y="56"/>
                  </a:lnTo>
                  <a:lnTo>
                    <a:pt x="198" y="64"/>
                  </a:lnTo>
                  <a:lnTo>
                    <a:pt x="203" y="72"/>
                  </a:lnTo>
                  <a:lnTo>
                    <a:pt x="219" y="64"/>
                  </a:lnTo>
                  <a:lnTo>
                    <a:pt x="219" y="64"/>
                  </a:lnTo>
                  <a:lnTo>
                    <a:pt x="224" y="74"/>
                  </a:lnTo>
                  <a:lnTo>
                    <a:pt x="228" y="85"/>
                  </a:lnTo>
                  <a:lnTo>
                    <a:pt x="230" y="97"/>
                  </a:lnTo>
                  <a:lnTo>
                    <a:pt x="231" y="108"/>
                  </a:lnTo>
                  <a:lnTo>
                    <a:pt x="213" y="109"/>
                  </a:lnTo>
                  <a:lnTo>
                    <a:pt x="213" y="109"/>
                  </a:lnTo>
                  <a:lnTo>
                    <a:pt x="213" y="119"/>
                  </a:lnTo>
                  <a:lnTo>
                    <a:pt x="213" y="127"/>
                  </a:lnTo>
                  <a:lnTo>
                    <a:pt x="210" y="137"/>
                  </a:lnTo>
                  <a:lnTo>
                    <a:pt x="208" y="147"/>
                  </a:lnTo>
                  <a:lnTo>
                    <a:pt x="225" y="152"/>
                  </a:lnTo>
                  <a:lnTo>
                    <a:pt x="225" y="152"/>
                  </a:lnTo>
                  <a:lnTo>
                    <a:pt x="221" y="163"/>
                  </a:lnTo>
                  <a:lnTo>
                    <a:pt x="217" y="173"/>
                  </a:lnTo>
                  <a:lnTo>
                    <a:pt x="210" y="183"/>
                  </a:lnTo>
                  <a:lnTo>
                    <a:pt x="203" y="192"/>
                  </a:lnTo>
                  <a:lnTo>
                    <a:pt x="189" y="179"/>
                  </a:lnTo>
                  <a:lnTo>
                    <a:pt x="189" y="179"/>
                  </a:lnTo>
                  <a:lnTo>
                    <a:pt x="183" y="187"/>
                  </a:lnTo>
                  <a:lnTo>
                    <a:pt x="176" y="193"/>
                  </a:lnTo>
                  <a:lnTo>
                    <a:pt x="167" y="198"/>
                  </a:lnTo>
                  <a:lnTo>
                    <a:pt x="160" y="203"/>
                  </a:lnTo>
                  <a:lnTo>
                    <a:pt x="167" y="220"/>
                  </a:lnTo>
                  <a:lnTo>
                    <a:pt x="167" y="220"/>
                  </a:lnTo>
                  <a:lnTo>
                    <a:pt x="157" y="224"/>
                  </a:lnTo>
                  <a:lnTo>
                    <a:pt x="146" y="228"/>
                  </a:lnTo>
                  <a:lnTo>
                    <a:pt x="135" y="230"/>
                  </a:lnTo>
                  <a:lnTo>
                    <a:pt x="124" y="231"/>
                  </a:lnTo>
                  <a:lnTo>
                    <a:pt x="123" y="213"/>
                  </a:lnTo>
                  <a:lnTo>
                    <a:pt x="123" y="213"/>
                  </a:lnTo>
                  <a:lnTo>
                    <a:pt x="115" y="213"/>
                  </a:lnTo>
                  <a:lnTo>
                    <a:pt x="115" y="163"/>
                  </a:lnTo>
                  <a:lnTo>
                    <a:pt x="115" y="163"/>
                  </a:lnTo>
                  <a:lnTo>
                    <a:pt x="123" y="162"/>
                  </a:lnTo>
                  <a:lnTo>
                    <a:pt x="130" y="161"/>
                  </a:lnTo>
                  <a:lnTo>
                    <a:pt x="136" y="158"/>
                  </a:lnTo>
                  <a:lnTo>
                    <a:pt x="144" y="155"/>
                  </a:lnTo>
                  <a:lnTo>
                    <a:pt x="149" y="150"/>
                  </a:lnTo>
                  <a:lnTo>
                    <a:pt x="153" y="144"/>
                  </a:lnTo>
                  <a:lnTo>
                    <a:pt x="157" y="137"/>
                  </a:lnTo>
                  <a:lnTo>
                    <a:pt x="161" y="131"/>
                  </a:lnTo>
                  <a:lnTo>
                    <a:pt x="161" y="131"/>
                  </a:lnTo>
                  <a:lnTo>
                    <a:pt x="162" y="121"/>
                  </a:lnTo>
                  <a:lnTo>
                    <a:pt x="162" y="113"/>
                  </a:lnTo>
                  <a:lnTo>
                    <a:pt x="161" y="103"/>
                  </a:lnTo>
                  <a:lnTo>
                    <a:pt x="158" y="94"/>
                  </a:lnTo>
                  <a:lnTo>
                    <a:pt x="153" y="87"/>
                  </a:lnTo>
                  <a:lnTo>
                    <a:pt x="147" y="80"/>
                  </a:lnTo>
                  <a:lnTo>
                    <a:pt x="140" y="74"/>
                  </a:lnTo>
                  <a:lnTo>
                    <a:pt x="130" y="71"/>
                  </a:lnTo>
                  <a:lnTo>
                    <a:pt x="130" y="71"/>
                  </a:lnTo>
                  <a:lnTo>
                    <a:pt x="123" y="69"/>
                  </a:lnTo>
                  <a:lnTo>
                    <a:pt x="115" y="68"/>
                  </a:lnTo>
                  <a:lnTo>
                    <a:pt x="115" y="19"/>
                  </a:lnTo>
                  <a:close/>
                  <a:moveTo>
                    <a:pt x="29" y="160"/>
                  </a:moveTo>
                  <a:lnTo>
                    <a:pt x="11" y="167"/>
                  </a:lnTo>
                  <a:lnTo>
                    <a:pt x="11" y="167"/>
                  </a:lnTo>
                  <a:lnTo>
                    <a:pt x="8" y="157"/>
                  </a:lnTo>
                  <a:lnTo>
                    <a:pt x="4" y="146"/>
                  </a:lnTo>
                  <a:lnTo>
                    <a:pt x="1" y="135"/>
                  </a:lnTo>
                  <a:lnTo>
                    <a:pt x="0" y="124"/>
                  </a:lnTo>
                  <a:lnTo>
                    <a:pt x="19" y="123"/>
                  </a:lnTo>
                  <a:lnTo>
                    <a:pt x="19" y="123"/>
                  </a:lnTo>
                  <a:lnTo>
                    <a:pt x="17" y="114"/>
                  </a:lnTo>
                  <a:lnTo>
                    <a:pt x="19" y="104"/>
                  </a:lnTo>
                  <a:lnTo>
                    <a:pt x="20" y="94"/>
                  </a:lnTo>
                  <a:lnTo>
                    <a:pt x="24" y="85"/>
                  </a:lnTo>
                  <a:lnTo>
                    <a:pt x="5" y="79"/>
                  </a:lnTo>
                  <a:lnTo>
                    <a:pt x="5" y="79"/>
                  </a:lnTo>
                  <a:lnTo>
                    <a:pt x="10" y="68"/>
                  </a:lnTo>
                  <a:lnTo>
                    <a:pt x="15" y="58"/>
                  </a:lnTo>
                  <a:lnTo>
                    <a:pt x="21" y="48"/>
                  </a:lnTo>
                  <a:lnTo>
                    <a:pt x="29" y="40"/>
                  </a:lnTo>
                  <a:lnTo>
                    <a:pt x="42" y="52"/>
                  </a:lnTo>
                  <a:lnTo>
                    <a:pt x="42" y="52"/>
                  </a:lnTo>
                  <a:lnTo>
                    <a:pt x="48" y="45"/>
                  </a:lnTo>
                  <a:lnTo>
                    <a:pt x="56" y="38"/>
                  </a:lnTo>
                  <a:lnTo>
                    <a:pt x="63" y="34"/>
                  </a:lnTo>
                  <a:lnTo>
                    <a:pt x="72" y="29"/>
                  </a:lnTo>
                  <a:lnTo>
                    <a:pt x="63" y="12"/>
                  </a:lnTo>
                  <a:lnTo>
                    <a:pt x="63" y="12"/>
                  </a:lnTo>
                  <a:lnTo>
                    <a:pt x="74" y="8"/>
                  </a:lnTo>
                  <a:lnTo>
                    <a:pt x="85" y="4"/>
                  </a:lnTo>
                  <a:lnTo>
                    <a:pt x="97" y="1"/>
                  </a:lnTo>
                  <a:lnTo>
                    <a:pt x="108" y="0"/>
                  </a:lnTo>
                  <a:lnTo>
                    <a:pt x="109" y="19"/>
                  </a:lnTo>
                  <a:lnTo>
                    <a:pt x="109" y="19"/>
                  </a:lnTo>
                  <a:lnTo>
                    <a:pt x="115" y="19"/>
                  </a:lnTo>
                  <a:lnTo>
                    <a:pt x="115" y="68"/>
                  </a:lnTo>
                  <a:lnTo>
                    <a:pt x="115" y="68"/>
                  </a:lnTo>
                  <a:lnTo>
                    <a:pt x="108" y="69"/>
                  </a:lnTo>
                  <a:lnTo>
                    <a:pt x="102" y="71"/>
                  </a:lnTo>
                  <a:lnTo>
                    <a:pt x="94" y="73"/>
                  </a:lnTo>
                  <a:lnTo>
                    <a:pt x="88" y="77"/>
                  </a:lnTo>
                  <a:lnTo>
                    <a:pt x="83" y="82"/>
                  </a:lnTo>
                  <a:lnTo>
                    <a:pt x="78" y="88"/>
                  </a:lnTo>
                  <a:lnTo>
                    <a:pt x="74" y="94"/>
                  </a:lnTo>
                  <a:lnTo>
                    <a:pt x="71" y="100"/>
                  </a:lnTo>
                  <a:lnTo>
                    <a:pt x="71" y="100"/>
                  </a:lnTo>
                  <a:lnTo>
                    <a:pt x="68" y="110"/>
                  </a:lnTo>
                  <a:lnTo>
                    <a:pt x="68" y="120"/>
                  </a:lnTo>
                  <a:lnTo>
                    <a:pt x="71" y="129"/>
                  </a:lnTo>
                  <a:lnTo>
                    <a:pt x="73" y="137"/>
                  </a:lnTo>
                  <a:lnTo>
                    <a:pt x="78" y="145"/>
                  </a:lnTo>
                  <a:lnTo>
                    <a:pt x="84" y="151"/>
                  </a:lnTo>
                  <a:lnTo>
                    <a:pt x="92" y="157"/>
                  </a:lnTo>
                  <a:lnTo>
                    <a:pt x="100" y="161"/>
                  </a:lnTo>
                  <a:lnTo>
                    <a:pt x="100" y="161"/>
                  </a:lnTo>
                  <a:lnTo>
                    <a:pt x="108" y="162"/>
                  </a:lnTo>
                  <a:lnTo>
                    <a:pt x="115" y="163"/>
                  </a:lnTo>
                  <a:lnTo>
                    <a:pt x="115" y="213"/>
                  </a:lnTo>
                  <a:lnTo>
                    <a:pt x="115" y="213"/>
                  </a:lnTo>
                  <a:lnTo>
                    <a:pt x="100" y="212"/>
                  </a:lnTo>
                  <a:lnTo>
                    <a:pt x="84" y="208"/>
                  </a:lnTo>
                  <a:lnTo>
                    <a:pt x="79" y="226"/>
                  </a:lnTo>
                  <a:lnTo>
                    <a:pt x="79" y="226"/>
                  </a:lnTo>
                  <a:lnTo>
                    <a:pt x="68" y="221"/>
                  </a:lnTo>
                  <a:lnTo>
                    <a:pt x="58" y="216"/>
                  </a:lnTo>
                  <a:lnTo>
                    <a:pt x="48" y="210"/>
                  </a:lnTo>
                  <a:lnTo>
                    <a:pt x="40" y="203"/>
                  </a:lnTo>
                  <a:lnTo>
                    <a:pt x="52" y="189"/>
                  </a:lnTo>
                  <a:lnTo>
                    <a:pt x="52" y="189"/>
                  </a:lnTo>
                  <a:lnTo>
                    <a:pt x="45" y="183"/>
                  </a:lnTo>
                  <a:lnTo>
                    <a:pt x="38" y="176"/>
                  </a:lnTo>
                  <a:lnTo>
                    <a:pt x="34" y="168"/>
                  </a:lnTo>
                  <a:lnTo>
                    <a:pt x="29" y="160"/>
                  </a:lnTo>
                  <a:lnTo>
                    <a:pt x="29" y="160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25" name="Freeform 15"/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3228955" y="2589225"/>
              <a:ext cx="190500" cy="190500"/>
            </a:xfrm>
            <a:custGeom>
              <a:avLst/>
              <a:gdLst/>
              <a:ahLst/>
              <a:cxnLst>
                <a:cxn ang="0">
                  <a:pos x="131" y="0"/>
                </a:cxn>
                <a:cxn ang="0">
                  <a:pos x="170" y="10"/>
                </a:cxn>
                <a:cxn ang="0">
                  <a:pos x="163" y="47"/>
                </a:cxn>
                <a:cxn ang="0">
                  <a:pos x="186" y="65"/>
                </a:cxn>
                <a:cxn ang="0">
                  <a:pos x="222" y="53"/>
                </a:cxn>
                <a:cxn ang="0">
                  <a:pos x="234" y="76"/>
                </a:cxn>
                <a:cxn ang="0">
                  <a:pos x="204" y="107"/>
                </a:cxn>
                <a:cxn ang="0">
                  <a:pos x="205" y="127"/>
                </a:cxn>
                <a:cxn ang="0">
                  <a:pos x="236" y="157"/>
                </a:cxn>
                <a:cxn ang="0">
                  <a:pos x="225" y="180"/>
                </a:cxn>
                <a:cxn ang="0">
                  <a:pos x="182" y="178"/>
                </a:cxn>
                <a:cxn ang="0">
                  <a:pos x="168" y="190"/>
                </a:cxn>
                <a:cxn ang="0">
                  <a:pos x="151" y="199"/>
                </a:cxn>
                <a:cxn ang="0">
                  <a:pos x="154" y="236"/>
                </a:cxn>
                <a:cxn ang="0">
                  <a:pos x="121" y="240"/>
                </a:cxn>
                <a:cxn ang="0">
                  <a:pos x="134" y="189"/>
                </a:cxn>
                <a:cxn ang="0">
                  <a:pos x="158" y="179"/>
                </a:cxn>
                <a:cxn ang="0">
                  <a:pos x="184" y="148"/>
                </a:cxn>
                <a:cxn ang="0">
                  <a:pos x="191" y="109"/>
                </a:cxn>
                <a:cxn ang="0">
                  <a:pos x="182" y="85"/>
                </a:cxn>
                <a:cxn ang="0">
                  <a:pos x="160" y="62"/>
                </a:cxn>
                <a:cxn ang="0">
                  <a:pos x="131" y="50"/>
                </a:cxn>
                <a:cxn ang="0">
                  <a:pos x="121" y="34"/>
                </a:cxn>
                <a:cxn ang="0">
                  <a:pos x="121" y="240"/>
                </a:cxn>
                <a:cxn ang="0">
                  <a:pos x="114" y="204"/>
                </a:cxn>
                <a:cxn ang="0">
                  <a:pos x="95" y="200"/>
                </a:cxn>
                <a:cxn ang="0">
                  <a:pos x="60" y="224"/>
                </a:cxn>
                <a:cxn ang="0">
                  <a:pos x="39" y="208"/>
                </a:cxn>
                <a:cxn ang="0">
                  <a:pos x="51" y="167"/>
                </a:cxn>
                <a:cxn ang="0">
                  <a:pos x="42" y="149"/>
                </a:cxn>
                <a:cxn ang="0">
                  <a:pos x="37" y="131"/>
                </a:cxn>
                <a:cxn ang="0">
                  <a:pos x="0" y="122"/>
                </a:cxn>
                <a:cxn ang="0">
                  <a:pos x="6" y="83"/>
                </a:cxn>
                <a:cxn ang="0">
                  <a:pos x="43" y="85"/>
                </a:cxn>
                <a:cxn ang="0">
                  <a:pos x="60" y="62"/>
                </a:cxn>
                <a:cxn ang="0">
                  <a:pos x="42" y="27"/>
                </a:cxn>
                <a:cxn ang="0">
                  <a:pos x="78" y="7"/>
                </a:cxn>
                <a:cxn ang="0">
                  <a:pos x="105" y="37"/>
                </a:cxn>
                <a:cxn ang="0">
                  <a:pos x="121" y="49"/>
                </a:cxn>
                <a:cxn ang="0">
                  <a:pos x="95" y="54"/>
                </a:cxn>
                <a:cxn ang="0">
                  <a:pos x="63" y="79"/>
                </a:cxn>
                <a:cxn ang="0">
                  <a:pos x="51" y="117"/>
                </a:cxn>
                <a:cxn ang="0">
                  <a:pos x="55" y="144"/>
                </a:cxn>
                <a:cxn ang="0">
                  <a:pos x="73" y="172"/>
                </a:cxn>
                <a:cxn ang="0">
                  <a:pos x="100" y="186"/>
                </a:cxn>
                <a:cxn ang="0">
                  <a:pos x="121" y="240"/>
                </a:cxn>
              </a:cxnLst>
              <a:rect l="0" t="0" r="r" b="b"/>
              <a:pathLst>
                <a:path w="240" h="240">
                  <a:moveTo>
                    <a:pt x="128" y="36"/>
                  </a:moveTo>
                  <a:lnTo>
                    <a:pt x="131" y="0"/>
                  </a:lnTo>
                  <a:lnTo>
                    <a:pt x="131" y="0"/>
                  </a:lnTo>
                  <a:lnTo>
                    <a:pt x="145" y="1"/>
                  </a:lnTo>
                  <a:lnTo>
                    <a:pt x="157" y="5"/>
                  </a:lnTo>
                  <a:lnTo>
                    <a:pt x="170" y="10"/>
                  </a:lnTo>
                  <a:lnTo>
                    <a:pt x="182" y="16"/>
                  </a:lnTo>
                  <a:lnTo>
                    <a:pt x="163" y="47"/>
                  </a:lnTo>
                  <a:lnTo>
                    <a:pt x="163" y="47"/>
                  </a:lnTo>
                  <a:lnTo>
                    <a:pt x="172" y="52"/>
                  </a:lnTo>
                  <a:lnTo>
                    <a:pt x="178" y="58"/>
                  </a:lnTo>
                  <a:lnTo>
                    <a:pt x="186" y="65"/>
                  </a:lnTo>
                  <a:lnTo>
                    <a:pt x="191" y="73"/>
                  </a:lnTo>
                  <a:lnTo>
                    <a:pt x="222" y="53"/>
                  </a:lnTo>
                  <a:lnTo>
                    <a:pt x="222" y="53"/>
                  </a:lnTo>
                  <a:lnTo>
                    <a:pt x="228" y="64"/>
                  </a:lnTo>
                  <a:lnTo>
                    <a:pt x="234" y="76"/>
                  </a:lnTo>
                  <a:lnTo>
                    <a:pt x="234" y="76"/>
                  </a:lnTo>
                  <a:lnTo>
                    <a:pt x="238" y="90"/>
                  </a:lnTo>
                  <a:lnTo>
                    <a:pt x="240" y="102"/>
                  </a:lnTo>
                  <a:lnTo>
                    <a:pt x="204" y="107"/>
                  </a:lnTo>
                  <a:lnTo>
                    <a:pt x="204" y="107"/>
                  </a:lnTo>
                  <a:lnTo>
                    <a:pt x="205" y="117"/>
                  </a:lnTo>
                  <a:lnTo>
                    <a:pt x="205" y="127"/>
                  </a:lnTo>
                  <a:lnTo>
                    <a:pt x="204" y="136"/>
                  </a:lnTo>
                  <a:lnTo>
                    <a:pt x="202" y="146"/>
                  </a:lnTo>
                  <a:lnTo>
                    <a:pt x="236" y="157"/>
                  </a:lnTo>
                  <a:lnTo>
                    <a:pt x="236" y="157"/>
                  </a:lnTo>
                  <a:lnTo>
                    <a:pt x="231" y="169"/>
                  </a:lnTo>
                  <a:lnTo>
                    <a:pt x="225" y="180"/>
                  </a:lnTo>
                  <a:lnTo>
                    <a:pt x="218" y="193"/>
                  </a:lnTo>
                  <a:lnTo>
                    <a:pt x="208" y="203"/>
                  </a:lnTo>
                  <a:lnTo>
                    <a:pt x="182" y="178"/>
                  </a:lnTo>
                  <a:lnTo>
                    <a:pt x="182" y="178"/>
                  </a:lnTo>
                  <a:lnTo>
                    <a:pt x="176" y="184"/>
                  </a:lnTo>
                  <a:lnTo>
                    <a:pt x="168" y="190"/>
                  </a:lnTo>
                  <a:lnTo>
                    <a:pt x="160" y="195"/>
                  </a:lnTo>
                  <a:lnTo>
                    <a:pt x="151" y="199"/>
                  </a:lnTo>
                  <a:lnTo>
                    <a:pt x="151" y="199"/>
                  </a:lnTo>
                  <a:lnTo>
                    <a:pt x="163" y="232"/>
                  </a:lnTo>
                  <a:lnTo>
                    <a:pt x="163" y="232"/>
                  </a:lnTo>
                  <a:lnTo>
                    <a:pt x="154" y="236"/>
                  </a:lnTo>
                  <a:lnTo>
                    <a:pt x="142" y="238"/>
                  </a:lnTo>
                  <a:lnTo>
                    <a:pt x="131" y="240"/>
                  </a:lnTo>
                  <a:lnTo>
                    <a:pt x="121" y="240"/>
                  </a:lnTo>
                  <a:lnTo>
                    <a:pt x="121" y="190"/>
                  </a:lnTo>
                  <a:lnTo>
                    <a:pt x="121" y="190"/>
                  </a:lnTo>
                  <a:lnTo>
                    <a:pt x="134" y="189"/>
                  </a:lnTo>
                  <a:lnTo>
                    <a:pt x="146" y="185"/>
                  </a:lnTo>
                  <a:lnTo>
                    <a:pt x="146" y="185"/>
                  </a:lnTo>
                  <a:lnTo>
                    <a:pt x="158" y="179"/>
                  </a:lnTo>
                  <a:lnTo>
                    <a:pt x="170" y="170"/>
                  </a:lnTo>
                  <a:lnTo>
                    <a:pt x="178" y="161"/>
                  </a:lnTo>
                  <a:lnTo>
                    <a:pt x="184" y="148"/>
                  </a:lnTo>
                  <a:lnTo>
                    <a:pt x="189" y="136"/>
                  </a:lnTo>
                  <a:lnTo>
                    <a:pt x="191" y="122"/>
                  </a:lnTo>
                  <a:lnTo>
                    <a:pt x="191" y="109"/>
                  </a:lnTo>
                  <a:lnTo>
                    <a:pt x="187" y="95"/>
                  </a:lnTo>
                  <a:lnTo>
                    <a:pt x="187" y="95"/>
                  </a:lnTo>
                  <a:lnTo>
                    <a:pt x="182" y="85"/>
                  </a:lnTo>
                  <a:lnTo>
                    <a:pt x="176" y="75"/>
                  </a:lnTo>
                  <a:lnTo>
                    <a:pt x="168" y="68"/>
                  </a:lnTo>
                  <a:lnTo>
                    <a:pt x="160" y="62"/>
                  </a:lnTo>
                  <a:lnTo>
                    <a:pt x="151" y="57"/>
                  </a:lnTo>
                  <a:lnTo>
                    <a:pt x="141" y="53"/>
                  </a:lnTo>
                  <a:lnTo>
                    <a:pt x="131" y="50"/>
                  </a:lnTo>
                  <a:lnTo>
                    <a:pt x="121" y="49"/>
                  </a:lnTo>
                  <a:lnTo>
                    <a:pt x="121" y="34"/>
                  </a:lnTo>
                  <a:lnTo>
                    <a:pt x="121" y="34"/>
                  </a:lnTo>
                  <a:lnTo>
                    <a:pt x="128" y="36"/>
                  </a:lnTo>
                  <a:lnTo>
                    <a:pt x="128" y="36"/>
                  </a:lnTo>
                  <a:close/>
                  <a:moveTo>
                    <a:pt x="121" y="240"/>
                  </a:moveTo>
                  <a:lnTo>
                    <a:pt x="121" y="240"/>
                  </a:lnTo>
                  <a:lnTo>
                    <a:pt x="110" y="240"/>
                  </a:lnTo>
                  <a:lnTo>
                    <a:pt x="114" y="204"/>
                  </a:lnTo>
                  <a:lnTo>
                    <a:pt x="114" y="204"/>
                  </a:lnTo>
                  <a:lnTo>
                    <a:pt x="104" y="203"/>
                  </a:lnTo>
                  <a:lnTo>
                    <a:pt x="95" y="200"/>
                  </a:lnTo>
                  <a:lnTo>
                    <a:pt x="87" y="196"/>
                  </a:lnTo>
                  <a:lnTo>
                    <a:pt x="78" y="193"/>
                  </a:lnTo>
                  <a:lnTo>
                    <a:pt x="60" y="224"/>
                  </a:lnTo>
                  <a:lnTo>
                    <a:pt x="60" y="224"/>
                  </a:lnTo>
                  <a:lnTo>
                    <a:pt x="48" y="216"/>
                  </a:lnTo>
                  <a:lnTo>
                    <a:pt x="39" y="208"/>
                  </a:lnTo>
                  <a:lnTo>
                    <a:pt x="29" y="198"/>
                  </a:lnTo>
                  <a:lnTo>
                    <a:pt x="20" y="186"/>
                  </a:lnTo>
                  <a:lnTo>
                    <a:pt x="51" y="167"/>
                  </a:lnTo>
                  <a:lnTo>
                    <a:pt x="51" y="167"/>
                  </a:lnTo>
                  <a:lnTo>
                    <a:pt x="46" y="158"/>
                  </a:lnTo>
                  <a:lnTo>
                    <a:pt x="42" y="149"/>
                  </a:lnTo>
                  <a:lnTo>
                    <a:pt x="42" y="149"/>
                  </a:lnTo>
                  <a:lnTo>
                    <a:pt x="39" y="141"/>
                  </a:lnTo>
                  <a:lnTo>
                    <a:pt x="37" y="131"/>
                  </a:lnTo>
                  <a:lnTo>
                    <a:pt x="1" y="137"/>
                  </a:lnTo>
                  <a:lnTo>
                    <a:pt x="1" y="137"/>
                  </a:lnTo>
                  <a:lnTo>
                    <a:pt x="0" y="122"/>
                  </a:lnTo>
                  <a:lnTo>
                    <a:pt x="0" y="109"/>
                  </a:lnTo>
                  <a:lnTo>
                    <a:pt x="3" y="96"/>
                  </a:lnTo>
                  <a:lnTo>
                    <a:pt x="6" y="83"/>
                  </a:lnTo>
                  <a:lnTo>
                    <a:pt x="40" y="94"/>
                  </a:lnTo>
                  <a:lnTo>
                    <a:pt x="40" y="94"/>
                  </a:lnTo>
                  <a:lnTo>
                    <a:pt x="43" y="85"/>
                  </a:lnTo>
                  <a:lnTo>
                    <a:pt x="48" y="76"/>
                  </a:lnTo>
                  <a:lnTo>
                    <a:pt x="53" y="69"/>
                  </a:lnTo>
                  <a:lnTo>
                    <a:pt x="60" y="62"/>
                  </a:lnTo>
                  <a:lnTo>
                    <a:pt x="34" y="37"/>
                  </a:lnTo>
                  <a:lnTo>
                    <a:pt x="34" y="37"/>
                  </a:lnTo>
                  <a:lnTo>
                    <a:pt x="42" y="27"/>
                  </a:lnTo>
                  <a:lnTo>
                    <a:pt x="53" y="20"/>
                  </a:lnTo>
                  <a:lnTo>
                    <a:pt x="64" y="12"/>
                  </a:lnTo>
                  <a:lnTo>
                    <a:pt x="78" y="7"/>
                  </a:lnTo>
                  <a:lnTo>
                    <a:pt x="90" y="41"/>
                  </a:lnTo>
                  <a:lnTo>
                    <a:pt x="90" y="41"/>
                  </a:lnTo>
                  <a:lnTo>
                    <a:pt x="105" y="37"/>
                  </a:lnTo>
                  <a:lnTo>
                    <a:pt x="121" y="34"/>
                  </a:lnTo>
                  <a:lnTo>
                    <a:pt x="121" y="49"/>
                  </a:lnTo>
                  <a:lnTo>
                    <a:pt x="121" y="49"/>
                  </a:lnTo>
                  <a:lnTo>
                    <a:pt x="108" y="50"/>
                  </a:lnTo>
                  <a:lnTo>
                    <a:pt x="95" y="54"/>
                  </a:lnTo>
                  <a:lnTo>
                    <a:pt x="95" y="54"/>
                  </a:lnTo>
                  <a:lnTo>
                    <a:pt x="83" y="60"/>
                  </a:lnTo>
                  <a:lnTo>
                    <a:pt x="72" y="69"/>
                  </a:lnTo>
                  <a:lnTo>
                    <a:pt x="63" y="79"/>
                  </a:lnTo>
                  <a:lnTo>
                    <a:pt x="57" y="91"/>
                  </a:lnTo>
                  <a:lnTo>
                    <a:pt x="52" y="104"/>
                  </a:lnTo>
                  <a:lnTo>
                    <a:pt x="51" y="117"/>
                  </a:lnTo>
                  <a:lnTo>
                    <a:pt x="51" y="131"/>
                  </a:lnTo>
                  <a:lnTo>
                    <a:pt x="55" y="144"/>
                  </a:lnTo>
                  <a:lnTo>
                    <a:pt x="55" y="144"/>
                  </a:lnTo>
                  <a:lnTo>
                    <a:pt x="60" y="154"/>
                  </a:lnTo>
                  <a:lnTo>
                    <a:pt x="66" y="163"/>
                  </a:lnTo>
                  <a:lnTo>
                    <a:pt x="73" y="172"/>
                  </a:lnTo>
                  <a:lnTo>
                    <a:pt x="82" y="178"/>
                  </a:lnTo>
                  <a:lnTo>
                    <a:pt x="90" y="183"/>
                  </a:lnTo>
                  <a:lnTo>
                    <a:pt x="100" y="186"/>
                  </a:lnTo>
                  <a:lnTo>
                    <a:pt x="110" y="189"/>
                  </a:lnTo>
                  <a:lnTo>
                    <a:pt x="121" y="190"/>
                  </a:lnTo>
                  <a:lnTo>
                    <a:pt x="121" y="240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141730" y="6679781"/>
            <a:ext cx="4436269" cy="150037"/>
          </a:xfrm>
        </p:spPr>
        <p:txBody>
          <a:bodyPr>
            <a:noAutofit/>
          </a:bodyPr>
          <a:lstStyle/>
          <a:p>
            <a:r>
              <a:rPr lang="zh-CN" altLang="en-US" sz="375" dirty="0"/>
              <a:t>图片来自互联网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52B5B-A998-4951-B51D-36F673174679}" type="slidenum">
              <a:rPr lang="zh-CN" altLang="en-US" sz="465" smtClean="0"/>
              <a:pPr>
                <a:defRPr/>
              </a:pPr>
              <a:t>11</a:t>
            </a:fld>
            <a:endParaRPr lang="zh-CN" altLang="en-US" sz="465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65"/>
              <a:t>23/09/11</a:t>
            </a:r>
            <a:endParaRPr lang="zh-CN" altLang="en-US" sz="465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65"/>
              <a:t>Trees and Binary trees – Lecture 4-1</a:t>
            </a:r>
            <a:endParaRPr lang="zh-CN" altLang="en-US" sz="465"/>
          </a:p>
        </p:txBody>
      </p:sp>
      <p:sp>
        <p:nvSpPr>
          <p:cNvPr id="7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059430" y="3081655"/>
            <a:ext cx="4321810" cy="10718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b="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5400" dirty="0"/>
              <a:t>Binary Trees</a:t>
            </a:r>
          </a:p>
        </p:txBody>
      </p:sp>
      <p:sp>
        <p:nvSpPr>
          <p:cNvPr id="253" name="Freeform 66"/>
          <p:cNvSpPr>
            <a:spLocks noEditPoints="1"/>
          </p:cNvSpPr>
          <p:nvPr>
            <p:custDataLst>
              <p:tags r:id="rId2"/>
            </p:custDataLst>
          </p:nvPr>
        </p:nvSpPr>
        <p:spPr bwMode="auto">
          <a:xfrm rot="218059">
            <a:off x="2066872" y="2652065"/>
            <a:ext cx="481676" cy="486694"/>
          </a:xfrm>
          <a:custGeom>
            <a:avLst/>
            <a:gdLst/>
            <a:ahLst/>
            <a:cxnLst>
              <a:cxn ang="0">
                <a:pos x="166" y="76"/>
              </a:cxn>
              <a:cxn ang="0">
                <a:pos x="287" y="94"/>
              </a:cxn>
              <a:cxn ang="0">
                <a:pos x="168" y="226"/>
              </a:cxn>
              <a:cxn ang="0">
                <a:pos x="69" y="274"/>
              </a:cxn>
              <a:cxn ang="0">
                <a:pos x="0" y="122"/>
              </a:cxn>
              <a:cxn ang="0">
                <a:pos x="107" y="99"/>
              </a:cxn>
              <a:cxn ang="0">
                <a:pos x="102" y="177"/>
              </a:cxn>
              <a:cxn ang="0">
                <a:pos x="99" y="173"/>
              </a:cxn>
              <a:cxn ang="0">
                <a:pos x="132" y="154"/>
              </a:cxn>
              <a:cxn ang="0">
                <a:pos x="217" y="111"/>
              </a:cxn>
              <a:cxn ang="0">
                <a:pos x="234" y="109"/>
              </a:cxn>
              <a:cxn ang="0">
                <a:pos x="197" y="101"/>
              </a:cxn>
              <a:cxn ang="0">
                <a:pos x="172" y="132"/>
              </a:cxn>
              <a:cxn ang="0">
                <a:pos x="184" y="137"/>
              </a:cxn>
              <a:cxn ang="0">
                <a:pos x="215" y="122"/>
              </a:cxn>
              <a:cxn ang="0">
                <a:pos x="131" y="212"/>
              </a:cxn>
              <a:cxn ang="0">
                <a:pos x="83" y="267"/>
              </a:cxn>
              <a:cxn ang="0">
                <a:pos x="83" y="254"/>
              </a:cxn>
              <a:cxn ang="0">
                <a:pos x="79" y="257"/>
              </a:cxn>
              <a:cxn ang="0">
                <a:pos x="159" y="105"/>
              </a:cxn>
              <a:cxn ang="0">
                <a:pos x="147" y="90"/>
              </a:cxn>
              <a:cxn ang="0">
                <a:pos x="149" y="97"/>
              </a:cxn>
              <a:cxn ang="0">
                <a:pos x="85" y="156"/>
              </a:cxn>
              <a:cxn ang="0">
                <a:pos x="166" y="208"/>
              </a:cxn>
              <a:cxn ang="0">
                <a:pos x="184" y="195"/>
              </a:cxn>
              <a:cxn ang="0">
                <a:pos x="189" y="170"/>
              </a:cxn>
              <a:cxn ang="0">
                <a:pos x="203" y="202"/>
              </a:cxn>
              <a:cxn ang="0">
                <a:pos x="204" y="215"/>
              </a:cxn>
              <a:cxn ang="0">
                <a:pos x="211" y="240"/>
              </a:cxn>
              <a:cxn ang="0">
                <a:pos x="203" y="187"/>
              </a:cxn>
              <a:cxn ang="0">
                <a:pos x="253" y="106"/>
              </a:cxn>
              <a:cxn ang="0">
                <a:pos x="183" y="101"/>
              </a:cxn>
              <a:cxn ang="0">
                <a:pos x="183" y="101"/>
              </a:cxn>
              <a:cxn ang="0">
                <a:pos x="132" y="47"/>
              </a:cxn>
              <a:cxn ang="0">
                <a:pos x="137" y="53"/>
              </a:cxn>
              <a:cxn ang="0">
                <a:pos x="201" y="173"/>
              </a:cxn>
              <a:cxn ang="0">
                <a:pos x="183" y="191"/>
              </a:cxn>
              <a:cxn ang="0">
                <a:pos x="71" y="144"/>
              </a:cxn>
              <a:cxn ang="0">
                <a:pos x="180" y="223"/>
              </a:cxn>
              <a:cxn ang="0">
                <a:pos x="184" y="212"/>
              </a:cxn>
              <a:cxn ang="0">
                <a:pos x="123" y="88"/>
              </a:cxn>
              <a:cxn ang="0">
                <a:pos x="135" y="76"/>
              </a:cxn>
              <a:cxn ang="0">
                <a:pos x="59" y="133"/>
              </a:cxn>
              <a:cxn ang="0">
                <a:pos x="58" y="126"/>
              </a:cxn>
              <a:cxn ang="0">
                <a:pos x="75" y="112"/>
              </a:cxn>
              <a:cxn ang="0">
                <a:pos x="82" y="109"/>
              </a:cxn>
              <a:cxn ang="0">
                <a:pos x="97" y="109"/>
              </a:cxn>
              <a:cxn ang="0">
                <a:pos x="194" y="234"/>
              </a:cxn>
              <a:cxn ang="0">
                <a:pos x="197" y="226"/>
              </a:cxn>
              <a:cxn ang="0">
                <a:pos x="71" y="128"/>
              </a:cxn>
              <a:cxn ang="0">
                <a:pos x="131" y="216"/>
              </a:cxn>
              <a:cxn ang="0">
                <a:pos x="149" y="94"/>
              </a:cxn>
              <a:cxn ang="0">
                <a:pos x="106" y="118"/>
              </a:cxn>
              <a:cxn ang="0">
                <a:pos x="109" y="114"/>
              </a:cxn>
              <a:cxn ang="0">
                <a:pos x="40" y="130"/>
              </a:cxn>
              <a:cxn ang="0">
                <a:pos x="110" y="227"/>
              </a:cxn>
              <a:cxn ang="0">
                <a:pos x="127" y="102"/>
              </a:cxn>
              <a:cxn ang="0">
                <a:pos x="155" y="71"/>
              </a:cxn>
              <a:cxn ang="0">
                <a:pos x="154" y="73"/>
              </a:cxn>
            </a:cxnLst>
            <a:rect l="0" t="0" r="r" b="b"/>
            <a:pathLst>
              <a:path w="287" h="289">
                <a:moveTo>
                  <a:pt x="130" y="0"/>
                </a:moveTo>
                <a:lnTo>
                  <a:pt x="130" y="0"/>
                </a:lnTo>
                <a:lnTo>
                  <a:pt x="138" y="7"/>
                </a:lnTo>
                <a:lnTo>
                  <a:pt x="144" y="15"/>
                </a:lnTo>
                <a:lnTo>
                  <a:pt x="149" y="24"/>
                </a:lnTo>
                <a:lnTo>
                  <a:pt x="154" y="33"/>
                </a:lnTo>
                <a:lnTo>
                  <a:pt x="161" y="53"/>
                </a:lnTo>
                <a:lnTo>
                  <a:pt x="166" y="76"/>
                </a:lnTo>
                <a:lnTo>
                  <a:pt x="166" y="76"/>
                </a:lnTo>
                <a:lnTo>
                  <a:pt x="168" y="84"/>
                </a:lnTo>
                <a:lnTo>
                  <a:pt x="170" y="91"/>
                </a:lnTo>
                <a:lnTo>
                  <a:pt x="170" y="91"/>
                </a:lnTo>
                <a:lnTo>
                  <a:pt x="183" y="90"/>
                </a:lnTo>
                <a:lnTo>
                  <a:pt x="197" y="87"/>
                </a:lnTo>
                <a:lnTo>
                  <a:pt x="213" y="87"/>
                </a:lnTo>
                <a:lnTo>
                  <a:pt x="228" y="87"/>
                </a:lnTo>
                <a:lnTo>
                  <a:pt x="258" y="90"/>
                </a:lnTo>
                <a:lnTo>
                  <a:pt x="287" y="94"/>
                </a:lnTo>
                <a:lnTo>
                  <a:pt x="287" y="94"/>
                </a:lnTo>
                <a:lnTo>
                  <a:pt x="249" y="125"/>
                </a:lnTo>
                <a:lnTo>
                  <a:pt x="229" y="140"/>
                </a:lnTo>
                <a:lnTo>
                  <a:pt x="211" y="154"/>
                </a:lnTo>
                <a:lnTo>
                  <a:pt x="229" y="267"/>
                </a:lnTo>
                <a:lnTo>
                  <a:pt x="229" y="267"/>
                </a:lnTo>
                <a:lnTo>
                  <a:pt x="208" y="255"/>
                </a:lnTo>
                <a:lnTo>
                  <a:pt x="187" y="241"/>
                </a:lnTo>
                <a:lnTo>
                  <a:pt x="168" y="226"/>
                </a:lnTo>
                <a:lnTo>
                  <a:pt x="148" y="209"/>
                </a:lnTo>
                <a:lnTo>
                  <a:pt x="148" y="209"/>
                </a:lnTo>
                <a:lnTo>
                  <a:pt x="130" y="232"/>
                </a:lnTo>
                <a:lnTo>
                  <a:pt x="111" y="253"/>
                </a:lnTo>
                <a:lnTo>
                  <a:pt x="90" y="272"/>
                </a:lnTo>
                <a:lnTo>
                  <a:pt x="80" y="281"/>
                </a:lnTo>
                <a:lnTo>
                  <a:pt x="68" y="289"/>
                </a:lnTo>
                <a:lnTo>
                  <a:pt x="68" y="289"/>
                </a:lnTo>
                <a:lnTo>
                  <a:pt x="69" y="274"/>
                </a:lnTo>
                <a:lnTo>
                  <a:pt x="72" y="258"/>
                </a:lnTo>
                <a:lnTo>
                  <a:pt x="78" y="229"/>
                </a:lnTo>
                <a:lnTo>
                  <a:pt x="85" y="201"/>
                </a:lnTo>
                <a:lnTo>
                  <a:pt x="89" y="173"/>
                </a:lnTo>
                <a:lnTo>
                  <a:pt x="89" y="173"/>
                </a:lnTo>
                <a:lnTo>
                  <a:pt x="68" y="158"/>
                </a:lnTo>
                <a:lnTo>
                  <a:pt x="45" y="146"/>
                </a:lnTo>
                <a:lnTo>
                  <a:pt x="0" y="122"/>
                </a:lnTo>
                <a:lnTo>
                  <a:pt x="0" y="122"/>
                </a:lnTo>
                <a:lnTo>
                  <a:pt x="0" y="122"/>
                </a:lnTo>
                <a:lnTo>
                  <a:pt x="0" y="121"/>
                </a:lnTo>
                <a:lnTo>
                  <a:pt x="3" y="118"/>
                </a:lnTo>
                <a:lnTo>
                  <a:pt x="12" y="114"/>
                </a:lnTo>
                <a:lnTo>
                  <a:pt x="12" y="114"/>
                </a:lnTo>
                <a:lnTo>
                  <a:pt x="34" y="109"/>
                </a:lnTo>
                <a:lnTo>
                  <a:pt x="57" y="105"/>
                </a:lnTo>
                <a:lnTo>
                  <a:pt x="82" y="101"/>
                </a:lnTo>
                <a:lnTo>
                  <a:pt x="107" y="99"/>
                </a:lnTo>
                <a:lnTo>
                  <a:pt x="130" y="0"/>
                </a:lnTo>
                <a:close/>
                <a:moveTo>
                  <a:pt x="103" y="187"/>
                </a:moveTo>
                <a:lnTo>
                  <a:pt x="103" y="187"/>
                </a:lnTo>
                <a:lnTo>
                  <a:pt x="102" y="187"/>
                </a:lnTo>
                <a:lnTo>
                  <a:pt x="102" y="187"/>
                </a:lnTo>
                <a:lnTo>
                  <a:pt x="100" y="184"/>
                </a:lnTo>
                <a:lnTo>
                  <a:pt x="102" y="180"/>
                </a:lnTo>
                <a:lnTo>
                  <a:pt x="102" y="177"/>
                </a:lnTo>
                <a:lnTo>
                  <a:pt x="102" y="177"/>
                </a:lnTo>
                <a:lnTo>
                  <a:pt x="113" y="163"/>
                </a:lnTo>
                <a:lnTo>
                  <a:pt x="124" y="149"/>
                </a:lnTo>
                <a:lnTo>
                  <a:pt x="147" y="123"/>
                </a:lnTo>
                <a:lnTo>
                  <a:pt x="147" y="123"/>
                </a:lnTo>
                <a:lnTo>
                  <a:pt x="134" y="132"/>
                </a:lnTo>
                <a:lnTo>
                  <a:pt x="123" y="140"/>
                </a:lnTo>
                <a:lnTo>
                  <a:pt x="100" y="160"/>
                </a:lnTo>
                <a:lnTo>
                  <a:pt x="100" y="160"/>
                </a:lnTo>
                <a:lnTo>
                  <a:pt x="99" y="173"/>
                </a:lnTo>
                <a:lnTo>
                  <a:pt x="96" y="187"/>
                </a:lnTo>
                <a:lnTo>
                  <a:pt x="92" y="213"/>
                </a:lnTo>
                <a:lnTo>
                  <a:pt x="165" y="128"/>
                </a:lnTo>
                <a:lnTo>
                  <a:pt x="165" y="128"/>
                </a:lnTo>
                <a:lnTo>
                  <a:pt x="158" y="133"/>
                </a:lnTo>
                <a:lnTo>
                  <a:pt x="148" y="143"/>
                </a:lnTo>
                <a:lnTo>
                  <a:pt x="140" y="151"/>
                </a:lnTo>
                <a:lnTo>
                  <a:pt x="132" y="158"/>
                </a:lnTo>
                <a:lnTo>
                  <a:pt x="132" y="154"/>
                </a:lnTo>
                <a:lnTo>
                  <a:pt x="132" y="154"/>
                </a:lnTo>
                <a:lnTo>
                  <a:pt x="127" y="164"/>
                </a:lnTo>
                <a:lnTo>
                  <a:pt x="120" y="173"/>
                </a:lnTo>
                <a:lnTo>
                  <a:pt x="113" y="180"/>
                </a:lnTo>
                <a:lnTo>
                  <a:pt x="103" y="187"/>
                </a:lnTo>
                <a:lnTo>
                  <a:pt x="103" y="187"/>
                </a:lnTo>
                <a:close/>
                <a:moveTo>
                  <a:pt x="214" y="112"/>
                </a:moveTo>
                <a:lnTo>
                  <a:pt x="214" y="112"/>
                </a:lnTo>
                <a:lnTo>
                  <a:pt x="217" y="111"/>
                </a:lnTo>
                <a:lnTo>
                  <a:pt x="218" y="109"/>
                </a:lnTo>
                <a:lnTo>
                  <a:pt x="218" y="106"/>
                </a:lnTo>
                <a:lnTo>
                  <a:pt x="221" y="105"/>
                </a:lnTo>
                <a:lnTo>
                  <a:pt x="224" y="106"/>
                </a:lnTo>
                <a:lnTo>
                  <a:pt x="231" y="101"/>
                </a:lnTo>
                <a:lnTo>
                  <a:pt x="231" y="101"/>
                </a:lnTo>
                <a:lnTo>
                  <a:pt x="232" y="104"/>
                </a:lnTo>
                <a:lnTo>
                  <a:pt x="234" y="108"/>
                </a:lnTo>
                <a:lnTo>
                  <a:pt x="234" y="109"/>
                </a:lnTo>
                <a:lnTo>
                  <a:pt x="235" y="111"/>
                </a:lnTo>
                <a:lnTo>
                  <a:pt x="235" y="111"/>
                </a:lnTo>
                <a:lnTo>
                  <a:pt x="241" y="108"/>
                </a:lnTo>
                <a:lnTo>
                  <a:pt x="245" y="105"/>
                </a:lnTo>
                <a:lnTo>
                  <a:pt x="255" y="99"/>
                </a:lnTo>
                <a:lnTo>
                  <a:pt x="255" y="99"/>
                </a:lnTo>
                <a:lnTo>
                  <a:pt x="239" y="98"/>
                </a:lnTo>
                <a:lnTo>
                  <a:pt x="225" y="98"/>
                </a:lnTo>
                <a:lnTo>
                  <a:pt x="197" y="101"/>
                </a:lnTo>
                <a:lnTo>
                  <a:pt x="197" y="101"/>
                </a:lnTo>
                <a:lnTo>
                  <a:pt x="194" y="101"/>
                </a:lnTo>
                <a:lnTo>
                  <a:pt x="192" y="104"/>
                </a:lnTo>
                <a:lnTo>
                  <a:pt x="186" y="111"/>
                </a:lnTo>
                <a:lnTo>
                  <a:pt x="180" y="119"/>
                </a:lnTo>
                <a:lnTo>
                  <a:pt x="175" y="125"/>
                </a:lnTo>
                <a:lnTo>
                  <a:pt x="175" y="125"/>
                </a:lnTo>
                <a:lnTo>
                  <a:pt x="172" y="129"/>
                </a:lnTo>
                <a:lnTo>
                  <a:pt x="172" y="132"/>
                </a:lnTo>
                <a:lnTo>
                  <a:pt x="176" y="139"/>
                </a:lnTo>
                <a:lnTo>
                  <a:pt x="176" y="139"/>
                </a:lnTo>
                <a:lnTo>
                  <a:pt x="182" y="132"/>
                </a:lnTo>
                <a:lnTo>
                  <a:pt x="187" y="122"/>
                </a:lnTo>
                <a:lnTo>
                  <a:pt x="194" y="114"/>
                </a:lnTo>
                <a:lnTo>
                  <a:pt x="199" y="111"/>
                </a:lnTo>
                <a:lnTo>
                  <a:pt x="204" y="108"/>
                </a:lnTo>
                <a:lnTo>
                  <a:pt x="184" y="137"/>
                </a:lnTo>
                <a:lnTo>
                  <a:pt x="184" y="137"/>
                </a:lnTo>
                <a:lnTo>
                  <a:pt x="192" y="132"/>
                </a:lnTo>
                <a:lnTo>
                  <a:pt x="199" y="125"/>
                </a:lnTo>
                <a:lnTo>
                  <a:pt x="207" y="118"/>
                </a:lnTo>
                <a:lnTo>
                  <a:pt x="214" y="112"/>
                </a:lnTo>
                <a:lnTo>
                  <a:pt x="214" y="112"/>
                </a:lnTo>
                <a:close/>
                <a:moveTo>
                  <a:pt x="211" y="123"/>
                </a:moveTo>
                <a:lnTo>
                  <a:pt x="211" y="123"/>
                </a:lnTo>
                <a:lnTo>
                  <a:pt x="214" y="123"/>
                </a:lnTo>
                <a:lnTo>
                  <a:pt x="215" y="122"/>
                </a:lnTo>
                <a:lnTo>
                  <a:pt x="217" y="115"/>
                </a:lnTo>
                <a:lnTo>
                  <a:pt x="217" y="115"/>
                </a:lnTo>
                <a:lnTo>
                  <a:pt x="193" y="136"/>
                </a:lnTo>
                <a:lnTo>
                  <a:pt x="170" y="158"/>
                </a:lnTo>
                <a:lnTo>
                  <a:pt x="151" y="182"/>
                </a:lnTo>
                <a:lnTo>
                  <a:pt x="132" y="209"/>
                </a:lnTo>
                <a:lnTo>
                  <a:pt x="132" y="209"/>
                </a:lnTo>
                <a:lnTo>
                  <a:pt x="131" y="212"/>
                </a:lnTo>
                <a:lnTo>
                  <a:pt x="131" y="212"/>
                </a:lnTo>
                <a:lnTo>
                  <a:pt x="131" y="212"/>
                </a:lnTo>
                <a:lnTo>
                  <a:pt x="154" y="192"/>
                </a:lnTo>
                <a:lnTo>
                  <a:pt x="175" y="171"/>
                </a:lnTo>
                <a:lnTo>
                  <a:pt x="193" y="149"/>
                </a:lnTo>
                <a:lnTo>
                  <a:pt x="211" y="123"/>
                </a:lnTo>
                <a:lnTo>
                  <a:pt x="211" y="123"/>
                </a:lnTo>
                <a:close/>
                <a:moveTo>
                  <a:pt x="78" y="271"/>
                </a:moveTo>
                <a:lnTo>
                  <a:pt x="78" y="271"/>
                </a:lnTo>
                <a:lnTo>
                  <a:pt x="83" y="267"/>
                </a:lnTo>
                <a:lnTo>
                  <a:pt x="89" y="262"/>
                </a:lnTo>
                <a:lnTo>
                  <a:pt x="93" y="257"/>
                </a:lnTo>
                <a:lnTo>
                  <a:pt x="96" y="250"/>
                </a:lnTo>
                <a:lnTo>
                  <a:pt x="96" y="250"/>
                </a:lnTo>
                <a:lnTo>
                  <a:pt x="90" y="255"/>
                </a:lnTo>
                <a:lnTo>
                  <a:pt x="86" y="257"/>
                </a:lnTo>
                <a:lnTo>
                  <a:pt x="85" y="255"/>
                </a:lnTo>
                <a:lnTo>
                  <a:pt x="83" y="254"/>
                </a:lnTo>
                <a:lnTo>
                  <a:pt x="83" y="254"/>
                </a:lnTo>
                <a:lnTo>
                  <a:pt x="106" y="220"/>
                </a:lnTo>
                <a:lnTo>
                  <a:pt x="128" y="188"/>
                </a:lnTo>
                <a:lnTo>
                  <a:pt x="128" y="188"/>
                </a:lnTo>
                <a:lnTo>
                  <a:pt x="111" y="203"/>
                </a:lnTo>
                <a:lnTo>
                  <a:pt x="103" y="212"/>
                </a:lnTo>
                <a:lnTo>
                  <a:pt x="96" y="222"/>
                </a:lnTo>
                <a:lnTo>
                  <a:pt x="89" y="233"/>
                </a:lnTo>
                <a:lnTo>
                  <a:pt x="83" y="244"/>
                </a:lnTo>
                <a:lnTo>
                  <a:pt x="79" y="257"/>
                </a:lnTo>
                <a:lnTo>
                  <a:pt x="78" y="271"/>
                </a:lnTo>
                <a:lnTo>
                  <a:pt x="78" y="271"/>
                </a:lnTo>
                <a:close/>
                <a:moveTo>
                  <a:pt x="149" y="98"/>
                </a:moveTo>
                <a:lnTo>
                  <a:pt x="123" y="132"/>
                </a:lnTo>
                <a:lnTo>
                  <a:pt x="123" y="132"/>
                </a:lnTo>
                <a:lnTo>
                  <a:pt x="141" y="118"/>
                </a:lnTo>
                <a:lnTo>
                  <a:pt x="151" y="111"/>
                </a:lnTo>
                <a:lnTo>
                  <a:pt x="159" y="105"/>
                </a:lnTo>
                <a:lnTo>
                  <a:pt x="159" y="105"/>
                </a:lnTo>
                <a:lnTo>
                  <a:pt x="162" y="102"/>
                </a:lnTo>
                <a:lnTo>
                  <a:pt x="163" y="99"/>
                </a:lnTo>
                <a:lnTo>
                  <a:pt x="163" y="97"/>
                </a:lnTo>
                <a:lnTo>
                  <a:pt x="162" y="92"/>
                </a:lnTo>
                <a:lnTo>
                  <a:pt x="159" y="84"/>
                </a:lnTo>
                <a:lnTo>
                  <a:pt x="156" y="77"/>
                </a:lnTo>
                <a:lnTo>
                  <a:pt x="156" y="77"/>
                </a:lnTo>
                <a:lnTo>
                  <a:pt x="152" y="84"/>
                </a:lnTo>
                <a:lnTo>
                  <a:pt x="147" y="90"/>
                </a:lnTo>
                <a:lnTo>
                  <a:pt x="140" y="94"/>
                </a:lnTo>
                <a:lnTo>
                  <a:pt x="134" y="99"/>
                </a:lnTo>
                <a:lnTo>
                  <a:pt x="134" y="99"/>
                </a:lnTo>
                <a:lnTo>
                  <a:pt x="138" y="98"/>
                </a:lnTo>
                <a:lnTo>
                  <a:pt x="142" y="97"/>
                </a:lnTo>
                <a:lnTo>
                  <a:pt x="145" y="97"/>
                </a:lnTo>
                <a:lnTo>
                  <a:pt x="149" y="94"/>
                </a:lnTo>
                <a:lnTo>
                  <a:pt x="149" y="94"/>
                </a:lnTo>
                <a:lnTo>
                  <a:pt x="149" y="97"/>
                </a:lnTo>
                <a:lnTo>
                  <a:pt x="149" y="98"/>
                </a:lnTo>
                <a:lnTo>
                  <a:pt x="149" y="98"/>
                </a:lnTo>
                <a:close/>
                <a:moveTo>
                  <a:pt x="117" y="119"/>
                </a:moveTo>
                <a:lnTo>
                  <a:pt x="117" y="119"/>
                </a:lnTo>
                <a:lnTo>
                  <a:pt x="99" y="135"/>
                </a:lnTo>
                <a:lnTo>
                  <a:pt x="80" y="150"/>
                </a:lnTo>
                <a:lnTo>
                  <a:pt x="80" y="150"/>
                </a:lnTo>
                <a:lnTo>
                  <a:pt x="82" y="153"/>
                </a:lnTo>
                <a:lnTo>
                  <a:pt x="85" y="156"/>
                </a:lnTo>
                <a:lnTo>
                  <a:pt x="88" y="157"/>
                </a:lnTo>
                <a:lnTo>
                  <a:pt x="89" y="158"/>
                </a:lnTo>
                <a:lnTo>
                  <a:pt x="127" y="115"/>
                </a:lnTo>
                <a:lnTo>
                  <a:pt x="127" y="115"/>
                </a:lnTo>
                <a:lnTo>
                  <a:pt x="117" y="119"/>
                </a:lnTo>
                <a:lnTo>
                  <a:pt x="117" y="119"/>
                </a:lnTo>
                <a:close/>
                <a:moveTo>
                  <a:pt x="161" y="199"/>
                </a:moveTo>
                <a:lnTo>
                  <a:pt x="161" y="199"/>
                </a:lnTo>
                <a:lnTo>
                  <a:pt x="166" y="208"/>
                </a:lnTo>
                <a:lnTo>
                  <a:pt x="169" y="212"/>
                </a:lnTo>
                <a:lnTo>
                  <a:pt x="173" y="216"/>
                </a:lnTo>
                <a:lnTo>
                  <a:pt x="173" y="216"/>
                </a:lnTo>
                <a:lnTo>
                  <a:pt x="179" y="208"/>
                </a:lnTo>
                <a:lnTo>
                  <a:pt x="184" y="201"/>
                </a:lnTo>
                <a:lnTo>
                  <a:pt x="192" y="194"/>
                </a:lnTo>
                <a:lnTo>
                  <a:pt x="196" y="185"/>
                </a:lnTo>
                <a:lnTo>
                  <a:pt x="196" y="185"/>
                </a:lnTo>
                <a:lnTo>
                  <a:pt x="184" y="195"/>
                </a:lnTo>
                <a:lnTo>
                  <a:pt x="177" y="201"/>
                </a:lnTo>
                <a:lnTo>
                  <a:pt x="170" y="205"/>
                </a:lnTo>
                <a:lnTo>
                  <a:pt x="170" y="205"/>
                </a:lnTo>
                <a:lnTo>
                  <a:pt x="170" y="199"/>
                </a:lnTo>
                <a:lnTo>
                  <a:pt x="170" y="195"/>
                </a:lnTo>
                <a:lnTo>
                  <a:pt x="176" y="185"/>
                </a:lnTo>
                <a:lnTo>
                  <a:pt x="182" y="177"/>
                </a:lnTo>
                <a:lnTo>
                  <a:pt x="189" y="170"/>
                </a:lnTo>
                <a:lnTo>
                  <a:pt x="189" y="170"/>
                </a:lnTo>
                <a:lnTo>
                  <a:pt x="190" y="168"/>
                </a:lnTo>
                <a:lnTo>
                  <a:pt x="189" y="164"/>
                </a:lnTo>
                <a:lnTo>
                  <a:pt x="161" y="199"/>
                </a:lnTo>
                <a:close/>
                <a:moveTo>
                  <a:pt x="199" y="191"/>
                </a:moveTo>
                <a:lnTo>
                  <a:pt x="199" y="191"/>
                </a:lnTo>
                <a:lnTo>
                  <a:pt x="201" y="192"/>
                </a:lnTo>
                <a:lnTo>
                  <a:pt x="203" y="194"/>
                </a:lnTo>
                <a:lnTo>
                  <a:pt x="203" y="196"/>
                </a:lnTo>
                <a:lnTo>
                  <a:pt x="203" y="202"/>
                </a:lnTo>
                <a:lnTo>
                  <a:pt x="200" y="208"/>
                </a:lnTo>
                <a:lnTo>
                  <a:pt x="196" y="218"/>
                </a:lnTo>
                <a:lnTo>
                  <a:pt x="194" y="222"/>
                </a:lnTo>
                <a:lnTo>
                  <a:pt x="194" y="223"/>
                </a:lnTo>
                <a:lnTo>
                  <a:pt x="194" y="223"/>
                </a:lnTo>
                <a:lnTo>
                  <a:pt x="197" y="220"/>
                </a:lnTo>
                <a:lnTo>
                  <a:pt x="200" y="218"/>
                </a:lnTo>
                <a:lnTo>
                  <a:pt x="203" y="215"/>
                </a:lnTo>
                <a:lnTo>
                  <a:pt x="204" y="215"/>
                </a:lnTo>
                <a:lnTo>
                  <a:pt x="207" y="215"/>
                </a:lnTo>
                <a:lnTo>
                  <a:pt x="207" y="215"/>
                </a:lnTo>
                <a:lnTo>
                  <a:pt x="208" y="220"/>
                </a:lnTo>
                <a:lnTo>
                  <a:pt x="207" y="226"/>
                </a:lnTo>
                <a:lnTo>
                  <a:pt x="206" y="237"/>
                </a:lnTo>
                <a:lnTo>
                  <a:pt x="206" y="237"/>
                </a:lnTo>
                <a:lnTo>
                  <a:pt x="206" y="240"/>
                </a:lnTo>
                <a:lnTo>
                  <a:pt x="208" y="240"/>
                </a:lnTo>
                <a:lnTo>
                  <a:pt x="211" y="240"/>
                </a:lnTo>
                <a:lnTo>
                  <a:pt x="213" y="239"/>
                </a:lnTo>
                <a:lnTo>
                  <a:pt x="213" y="239"/>
                </a:lnTo>
                <a:lnTo>
                  <a:pt x="211" y="213"/>
                </a:lnTo>
                <a:lnTo>
                  <a:pt x="207" y="188"/>
                </a:lnTo>
                <a:lnTo>
                  <a:pt x="207" y="188"/>
                </a:lnTo>
                <a:lnTo>
                  <a:pt x="206" y="184"/>
                </a:lnTo>
                <a:lnTo>
                  <a:pt x="204" y="184"/>
                </a:lnTo>
                <a:lnTo>
                  <a:pt x="203" y="187"/>
                </a:lnTo>
                <a:lnTo>
                  <a:pt x="203" y="187"/>
                </a:lnTo>
                <a:lnTo>
                  <a:pt x="200" y="189"/>
                </a:lnTo>
                <a:lnTo>
                  <a:pt x="199" y="191"/>
                </a:lnTo>
                <a:lnTo>
                  <a:pt x="199" y="191"/>
                </a:lnTo>
                <a:close/>
                <a:moveTo>
                  <a:pt x="206" y="143"/>
                </a:moveTo>
                <a:lnTo>
                  <a:pt x="206" y="143"/>
                </a:lnTo>
                <a:lnTo>
                  <a:pt x="218" y="136"/>
                </a:lnTo>
                <a:lnTo>
                  <a:pt x="232" y="128"/>
                </a:lnTo>
                <a:lnTo>
                  <a:pt x="244" y="116"/>
                </a:lnTo>
                <a:lnTo>
                  <a:pt x="253" y="106"/>
                </a:lnTo>
                <a:lnTo>
                  <a:pt x="253" y="106"/>
                </a:lnTo>
                <a:lnTo>
                  <a:pt x="238" y="112"/>
                </a:lnTo>
                <a:lnTo>
                  <a:pt x="224" y="121"/>
                </a:lnTo>
                <a:lnTo>
                  <a:pt x="218" y="126"/>
                </a:lnTo>
                <a:lnTo>
                  <a:pt x="213" y="132"/>
                </a:lnTo>
                <a:lnTo>
                  <a:pt x="208" y="137"/>
                </a:lnTo>
                <a:lnTo>
                  <a:pt x="206" y="143"/>
                </a:lnTo>
                <a:lnTo>
                  <a:pt x="206" y="143"/>
                </a:lnTo>
                <a:close/>
                <a:moveTo>
                  <a:pt x="183" y="101"/>
                </a:moveTo>
                <a:lnTo>
                  <a:pt x="175" y="105"/>
                </a:lnTo>
                <a:lnTo>
                  <a:pt x="175" y="105"/>
                </a:lnTo>
                <a:lnTo>
                  <a:pt x="165" y="111"/>
                </a:lnTo>
                <a:lnTo>
                  <a:pt x="158" y="119"/>
                </a:lnTo>
                <a:lnTo>
                  <a:pt x="145" y="137"/>
                </a:lnTo>
                <a:lnTo>
                  <a:pt x="145" y="137"/>
                </a:lnTo>
                <a:lnTo>
                  <a:pt x="163" y="119"/>
                </a:lnTo>
                <a:lnTo>
                  <a:pt x="183" y="101"/>
                </a:lnTo>
                <a:lnTo>
                  <a:pt x="183" y="101"/>
                </a:lnTo>
                <a:close/>
                <a:moveTo>
                  <a:pt x="138" y="50"/>
                </a:moveTo>
                <a:lnTo>
                  <a:pt x="138" y="50"/>
                </a:lnTo>
                <a:lnTo>
                  <a:pt x="145" y="45"/>
                </a:lnTo>
                <a:lnTo>
                  <a:pt x="147" y="40"/>
                </a:lnTo>
                <a:lnTo>
                  <a:pt x="145" y="38"/>
                </a:lnTo>
                <a:lnTo>
                  <a:pt x="144" y="36"/>
                </a:lnTo>
                <a:lnTo>
                  <a:pt x="144" y="36"/>
                </a:lnTo>
                <a:lnTo>
                  <a:pt x="138" y="40"/>
                </a:lnTo>
                <a:lnTo>
                  <a:pt x="132" y="47"/>
                </a:lnTo>
                <a:lnTo>
                  <a:pt x="130" y="55"/>
                </a:lnTo>
                <a:lnTo>
                  <a:pt x="128" y="62"/>
                </a:lnTo>
                <a:lnTo>
                  <a:pt x="137" y="56"/>
                </a:lnTo>
                <a:lnTo>
                  <a:pt x="137" y="56"/>
                </a:lnTo>
                <a:lnTo>
                  <a:pt x="135" y="56"/>
                </a:lnTo>
                <a:lnTo>
                  <a:pt x="135" y="55"/>
                </a:lnTo>
                <a:lnTo>
                  <a:pt x="135" y="53"/>
                </a:lnTo>
                <a:lnTo>
                  <a:pt x="137" y="53"/>
                </a:lnTo>
                <a:lnTo>
                  <a:pt x="137" y="53"/>
                </a:lnTo>
                <a:lnTo>
                  <a:pt x="138" y="52"/>
                </a:lnTo>
                <a:lnTo>
                  <a:pt x="138" y="50"/>
                </a:lnTo>
                <a:lnTo>
                  <a:pt x="138" y="50"/>
                </a:lnTo>
                <a:close/>
                <a:moveTo>
                  <a:pt x="183" y="191"/>
                </a:moveTo>
                <a:lnTo>
                  <a:pt x="183" y="191"/>
                </a:lnTo>
                <a:lnTo>
                  <a:pt x="192" y="181"/>
                </a:lnTo>
                <a:lnTo>
                  <a:pt x="196" y="177"/>
                </a:lnTo>
                <a:lnTo>
                  <a:pt x="201" y="173"/>
                </a:lnTo>
                <a:lnTo>
                  <a:pt x="201" y="173"/>
                </a:lnTo>
                <a:lnTo>
                  <a:pt x="204" y="170"/>
                </a:lnTo>
                <a:lnTo>
                  <a:pt x="204" y="166"/>
                </a:lnTo>
                <a:lnTo>
                  <a:pt x="204" y="161"/>
                </a:lnTo>
                <a:lnTo>
                  <a:pt x="203" y="161"/>
                </a:lnTo>
                <a:lnTo>
                  <a:pt x="203" y="161"/>
                </a:lnTo>
                <a:lnTo>
                  <a:pt x="203" y="161"/>
                </a:lnTo>
                <a:lnTo>
                  <a:pt x="190" y="177"/>
                </a:lnTo>
                <a:lnTo>
                  <a:pt x="186" y="184"/>
                </a:lnTo>
                <a:lnTo>
                  <a:pt x="183" y="191"/>
                </a:lnTo>
                <a:lnTo>
                  <a:pt x="183" y="191"/>
                </a:lnTo>
                <a:close/>
                <a:moveTo>
                  <a:pt x="69" y="137"/>
                </a:moveTo>
                <a:lnTo>
                  <a:pt x="69" y="137"/>
                </a:lnTo>
                <a:lnTo>
                  <a:pt x="68" y="140"/>
                </a:lnTo>
                <a:lnTo>
                  <a:pt x="66" y="144"/>
                </a:lnTo>
                <a:lnTo>
                  <a:pt x="66" y="146"/>
                </a:lnTo>
                <a:lnTo>
                  <a:pt x="68" y="146"/>
                </a:lnTo>
                <a:lnTo>
                  <a:pt x="71" y="144"/>
                </a:lnTo>
                <a:lnTo>
                  <a:pt x="71" y="144"/>
                </a:lnTo>
                <a:lnTo>
                  <a:pt x="75" y="140"/>
                </a:lnTo>
                <a:lnTo>
                  <a:pt x="80" y="135"/>
                </a:lnTo>
                <a:lnTo>
                  <a:pt x="85" y="130"/>
                </a:lnTo>
                <a:lnTo>
                  <a:pt x="86" y="126"/>
                </a:lnTo>
                <a:lnTo>
                  <a:pt x="86" y="126"/>
                </a:lnTo>
                <a:lnTo>
                  <a:pt x="78" y="132"/>
                </a:lnTo>
                <a:lnTo>
                  <a:pt x="69" y="137"/>
                </a:lnTo>
                <a:lnTo>
                  <a:pt x="69" y="137"/>
                </a:lnTo>
                <a:close/>
                <a:moveTo>
                  <a:pt x="180" y="223"/>
                </a:moveTo>
                <a:lnTo>
                  <a:pt x="180" y="223"/>
                </a:lnTo>
                <a:lnTo>
                  <a:pt x="184" y="222"/>
                </a:lnTo>
                <a:lnTo>
                  <a:pt x="190" y="218"/>
                </a:lnTo>
                <a:lnTo>
                  <a:pt x="193" y="212"/>
                </a:lnTo>
                <a:lnTo>
                  <a:pt x="194" y="209"/>
                </a:lnTo>
                <a:lnTo>
                  <a:pt x="193" y="206"/>
                </a:lnTo>
                <a:lnTo>
                  <a:pt x="193" y="206"/>
                </a:lnTo>
                <a:lnTo>
                  <a:pt x="189" y="209"/>
                </a:lnTo>
                <a:lnTo>
                  <a:pt x="184" y="212"/>
                </a:lnTo>
                <a:lnTo>
                  <a:pt x="182" y="218"/>
                </a:lnTo>
                <a:lnTo>
                  <a:pt x="180" y="223"/>
                </a:lnTo>
                <a:lnTo>
                  <a:pt x="180" y="223"/>
                </a:lnTo>
                <a:close/>
                <a:moveTo>
                  <a:pt x="131" y="77"/>
                </a:moveTo>
                <a:lnTo>
                  <a:pt x="131" y="77"/>
                </a:lnTo>
                <a:lnTo>
                  <a:pt x="128" y="78"/>
                </a:lnTo>
                <a:lnTo>
                  <a:pt x="125" y="80"/>
                </a:lnTo>
                <a:lnTo>
                  <a:pt x="124" y="84"/>
                </a:lnTo>
                <a:lnTo>
                  <a:pt x="123" y="88"/>
                </a:lnTo>
                <a:lnTo>
                  <a:pt x="121" y="94"/>
                </a:lnTo>
                <a:lnTo>
                  <a:pt x="121" y="94"/>
                </a:lnTo>
                <a:lnTo>
                  <a:pt x="124" y="92"/>
                </a:lnTo>
                <a:lnTo>
                  <a:pt x="128" y="90"/>
                </a:lnTo>
                <a:lnTo>
                  <a:pt x="134" y="81"/>
                </a:lnTo>
                <a:lnTo>
                  <a:pt x="138" y="74"/>
                </a:lnTo>
                <a:lnTo>
                  <a:pt x="140" y="70"/>
                </a:lnTo>
                <a:lnTo>
                  <a:pt x="140" y="70"/>
                </a:lnTo>
                <a:lnTo>
                  <a:pt x="135" y="76"/>
                </a:lnTo>
                <a:lnTo>
                  <a:pt x="131" y="77"/>
                </a:lnTo>
                <a:lnTo>
                  <a:pt x="131" y="77"/>
                </a:lnTo>
                <a:close/>
                <a:moveTo>
                  <a:pt x="47" y="136"/>
                </a:moveTo>
                <a:lnTo>
                  <a:pt x="47" y="136"/>
                </a:lnTo>
                <a:lnTo>
                  <a:pt x="50" y="139"/>
                </a:lnTo>
                <a:lnTo>
                  <a:pt x="51" y="139"/>
                </a:lnTo>
                <a:lnTo>
                  <a:pt x="55" y="137"/>
                </a:lnTo>
                <a:lnTo>
                  <a:pt x="58" y="135"/>
                </a:lnTo>
                <a:lnTo>
                  <a:pt x="59" y="133"/>
                </a:lnTo>
                <a:lnTo>
                  <a:pt x="62" y="133"/>
                </a:lnTo>
                <a:lnTo>
                  <a:pt x="62" y="133"/>
                </a:lnTo>
                <a:lnTo>
                  <a:pt x="62" y="130"/>
                </a:lnTo>
                <a:lnTo>
                  <a:pt x="64" y="128"/>
                </a:lnTo>
                <a:lnTo>
                  <a:pt x="65" y="125"/>
                </a:lnTo>
                <a:lnTo>
                  <a:pt x="64" y="125"/>
                </a:lnTo>
                <a:lnTo>
                  <a:pt x="61" y="125"/>
                </a:lnTo>
                <a:lnTo>
                  <a:pt x="61" y="125"/>
                </a:lnTo>
                <a:lnTo>
                  <a:pt x="58" y="126"/>
                </a:lnTo>
                <a:lnTo>
                  <a:pt x="54" y="130"/>
                </a:lnTo>
                <a:lnTo>
                  <a:pt x="47" y="136"/>
                </a:lnTo>
                <a:lnTo>
                  <a:pt x="47" y="136"/>
                </a:lnTo>
                <a:close/>
                <a:moveTo>
                  <a:pt x="36" y="119"/>
                </a:moveTo>
                <a:lnTo>
                  <a:pt x="36" y="119"/>
                </a:lnTo>
                <a:lnTo>
                  <a:pt x="57" y="116"/>
                </a:lnTo>
                <a:lnTo>
                  <a:pt x="66" y="115"/>
                </a:lnTo>
                <a:lnTo>
                  <a:pt x="75" y="112"/>
                </a:lnTo>
                <a:lnTo>
                  <a:pt x="75" y="112"/>
                </a:lnTo>
                <a:lnTo>
                  <a:pt x="68" y="112"/>
                </a:lnTo>
                <a:lnTo>
                  <a:pt x="61" y="112"/>
                </a:lnTo>
                <a:lnTo>
                  <a:pt x="61" y="112"/>
                </a:lnTo>
                <a:lnTo>
                  <a:pt x="48" y="115"/>
                </a:lnTo>
                <a:lnTo>
                  <a:pt x="36" y="119"/>
                </a:lnTo>
                <a:lnTo>
                  <a:pt x="36" y="119"/>
                </a:lnTo>
                <a:close/>
                <a:moveTo>
                  <a:pt x="89" y="111"/>
                </a:moveTo>
                <a:lnTo>
                  <a:pt x="89" y="111"/>
                </a:lnTo>
                <a:lnTo>
                  <a:pt x="82" y="109"/>
                </a:lnTo>
                <a:lnTo>
                  <a:pt x="80" y="111"/>
                </a:lnTo>
                <a:lnTo>
                  <a:pt x="79" y="111"/>
                </a:lnTo>
                <a:lnTo>
                  <a:pt x="79" y="112"/>
                </a:lnTo>
                <a:lnTo>
                  <a:pt x="82" y="115"/>
                </a:lnTo>
                <a:lnTo>
                  <a:pt x="82" y="115"/>
                </a:lnTo>
                <a:lnTo>
                  <a:pt x="83" y="116"/>
                </a:lnTo>
                <a:lnTo>
                  <a:pt x="86" y="116"/>
                </a:lnTo>
                <a:lnTo>
                  <a:pt x="92" y="114"/>
                </a:lnTo>
                <a:lnTo>
                  <a:pt x="97" y="109"/>
                </a:lnTo>
                <a:lnTo>
                  <a:pt x="99" y="108"/>
                </a:lnTo>
                <a:lnTo>
                  <a:pt x="99" y="108"/>
                </a:lnTo>
                <a:lnTo>
                  <a:pt x="89" y="111"/>
                </a:lnTo>
                <a:lnTo>
                  <a:pt x="89" y="111"/>
                </a:lnTo>
                <a:close/>
                <a:moveTo>
                  <a:pt x="197" y="226"/>
                </a:moveTo>
                <a:lnTo>
                  <a:pt x="197" y="226"/>
                </a:lnTo>
                <a:lnTo>
                  <a:pt x="194" y="227"/>
                </a:lnTo>
                <a:lnTo>
                  <a:pt x="193" y="232"/>
                </a:lnTo>
                <a:lnTo>
                  <a:pt x="194" y="234"/>
                </a:lnTo>
                <a:lnTo>
                  <a:pt x="199" y="236"/>
                </a:lnTo>
                <a:lnTo>
                  <a:pt x="199" y="236"/>
                </a:lnTo>
                <a:lnTo>
                  <a:pt x="200" y="234"/>
                </a:lnTo>
                <a:lnTo>
                  <a:pt x="201" y="230"/>
                </a:lnTo>
                <a:lnTo>
                  <a:pt x="201" y="222"/>
                </a:lnTo>
                <a:lnTo>
                  <a:pt x="201" y="222"/>
                </a:lnTo>
                <a:lnTo>
                  <a:pt x="200" y="225"/>
                </a:lnTo>
                <a:lnTo>
                  <a:pt x="197" y="226"/>
                </a:lnTo>
                <a:lnTo>
                  <a:pt x="197" y="226"/>
                </a:lnTo>
                <a:close/>
                <a:moveTo>
                  <a:pt x="64" y="137"/>
                </a:moveTo>
                <a:lnTo>
                  <a:pt x="64" y="137"/>
                </a:lnTo>
                <a:lnTo>
                  <a:pt x="69" y="135"/>
                </a:lnTo>
                <a:lnTo>
                  <a:pt x="72" y="130"/>
                </a:lnTo>
                <a:lnTo>
                  <a:pt x="75" y="126"/>
                </a:lnTo>
                <a:lnTo>
                  <a:pt x="75" y="126"/>
                </a:lnTo>
                <a:lnTo>
                  <a:pt x="73" y="126"/>
                </a:lnTo>
                <a:lnTo>
                  <a:pt x="73" y="126"/>
                </a:lnTo>
                <a:lnTo>
                  <a:pt x="71" y="128"/>
                </a:lnTo>
                <a:lnTo>
                  <a:pt x="68" y="130"/>
                </a:lnTo>
                <a:lnTo>
                  <a:pt x="64" y="137"/>
                </a:lnTo>
                <a:lnTo>
                  <a:pt x="64" y="137"/>
                </a:lnTo>
                <a:close/>
                <a:moveTo>
                  <a:pt x="123" y="225"/>
                </a:moveTo>
                <a:lnTo>
                  <a:pt x="123" y="225"/>
                </a:lnTo>
                <a:lnTo>
                  <a:pt x="123" y="226"/>
                </a:lnTo>
                <a:lnTo>
                  <a:pt x="125" y="223"/>
                </a:lnTo>
                <a:lnTo>
                  <a:pt x="131" y="216"/>
                </a:lnTo>
                <a:lnTo>
                  <a:pt x="131" y="216"/>
                </a:lnTo>
                <a:lnTo>
                  <a:pt x="131" y="215"/>
                </a:lnTo>
                <a:lnTo>
                  <a:pt x="131" y="212"/>
                </a:lnTo>
                <a:lnTo>
                  <a:pt x="131" y="212"/>
                </a:lnTo>
                <a:lnTo>
                  <a:pt x="125" y="219"/>
                </a:lnTo>
                <a:lnTo>
                  <a:pt x="123" y="225"/>
                </a:lnTo>
                <a:lnTo>
                  <a:pt x="123" y="225"/>
                </a:lnTo>
                <a:close/>
                <a:moveTo>
                  <a:pt x="156" y="88"/>
                </a:moveTo>
                <a:lnTo>
                  <a:pt x="149" y="94"/>
                </a:lnTo>
                <a:lnTo>
                  <a:pt x="149" y="94"/>
                </a:lnTo>
                <a:lnTo>
                  <a:pt x="152" y="95"/>
                </a:lnTo>
                <a:lnTo>
                  <a:pt x="155" y="94"/>
                </a:lnTo>
                <a:lnTo>
                  <a:pt x="158" y="92"/>
                </a:lnTo>
                <a:lnTo>
                  <a:pt x="158" y="91"/>
                </a:lnTo>
                <a:lnTo>
                  <a:pt x="156" y="88"/>
                </a:lnTo>
                <a:lnTo>
                  <a:pt x="156" y="88"/>
                </a:lnTo>
                <a:close/>
                <a:moveTo>
                  <a:pt x="106" y="116"/>
                </a:moveTo>
                <a:lnTo>
                  <a:pt x="106" y="116"/>
                </a:lnTo>
                <a:lnTo>
                  <a:pt x="106" y="118"/>
                </a:lnTo>
                <a:lnTo>
                  <a:pt x="109" y="118"/>
                </a:lnTo>
                <a:lnTo>
                  <a:pt x="113" y="115"/>
                </a:lnTo>
                <a:lnTo>
                  <a:pt x="113" y="115"/>
                </a:lnTo>
                <a:lnTo>
                  <a:pt x="114" y="112"/>
                </a:lnTo>
                <a:lnTo>
                  <a:pt x="114" y="111"/>
                </a:lnTo>
                <a:lnTo>
                  <a:pt x="113" y="111"/>
                </a:lnTo>
                <a:lnTo>
                  <a:pt x="110" y="112"/>
                </a:lnTo>
                <a:lnTo>
                  <a:pt x="110" y="112"/>
                </a:lnTo>
                <a:lnTo>
                  <a:pt x="109" y="114"/>
                </a:lnTo>
                <a:lnTo>
                  <a:pt x="106" y="116"/>
                </a:lnTo>
                <a:lnTo>
                  <a:pt x="106" y="116"/>
                </a:lnTo>
                <a:close/>
                <a:moveTo>
                  <a:pt x="43" y="128"/>
                </a:moveTo>
                <a:lnTo>
                  <a:pt x="43" y="128"/>
                </a:lnTo>
                <a:lnTo>
                  <a:pt x="31" y="128"/>
                </a:lnTo>
                <a:lnTo>
                  <a:pt x="31" y="128"/>
                </a:lnTo>
                <a:lnTo>
                  <a:pt x="33" y="129"/>
                </a:lnTo>
                <a:lnTo>
                  <a:pt x="36" y="130"/>
                </a:lnTo>
                <a:lnTo>
                  <a:pt x="40" y="130"/>
                </a:lnTo>
                <a:lnTo>
                  <a:pt x="43" y="128"/>
                </a:lnTo>
                <a:lnTo>
                  <a:pt x="43" y="128"/>
                </a:lnTo>
                <a:close/>
                <a:moveTo>
                  <a:pt x="106" y="234"/>
                </a:moveTo>
                <a:lnTo>
                  <a:pt x="106" y="234"/>
                </a:lnTo>
                <a:lnTo>
                  <a:pt x="111" y="229"/>
                </a:lnTo>
                <a:lnTo>
                  <a:pt x="114" y="225"/>
                </a:lnTo>
                <a:lnTo>
                  <a:pt x="116" y="220"/>
                </a:lnTo>
                <a:lnTo>
                  <a:pt x="116" y="220"/>
                </a:lnTo>
                <a:lnTo>
                  <a:pt x="110" y="227"/>
                </a:lnTo>
                <a:lnTo>
                  <a:pt x="106" y="234"/>
                </a:lnTo>
                <a:lnTo>
                  <a:pt x="106" y="234"/>
                </a:lnTo>
                <a:close/>
                <a:moveTo>
                  <a:pt x="117" y="105"/>
                </a:moveTo>
                <a:lnTo>
                  <a:pt x="117" y="105"/>
                </a:lnTo>
                <a:lnTo>
                  <a:pt x="118" y="108"/>
                </a:lnTo>
                <a:lnTo>
                  <a:pt x="118" y="109"/>
                </a:lnTo>
                <a:lnTo>
                  <a:pt x="123" y="108"/>
                </a:lnTo>
                <a:lnTo>
                  <a:pt x="125" y="105"/>
                </a:lnTo>
                <a:lnTo>
                  <a:pt x="127" y="102"/>
                </a:lnTo>
                <a:lnTo>
                  <a:pt x="127" y="102"/>
                </a:lnTo>
                <a:lnTo>
                  <a:pt x="121" y="101"/>
                </a:lnTo>
                <a:lnTo>
                  <a:pt x="118" y="102"/>
                </a:lnTo>
                <a:lnTo>
                  <a:pt x="117" y="104"/>
                </a:lnTo>
                <a:lnTo>
                  <a:pt x="117" y="105"/>
                </a:lnTo>
                <a:lnTo>
                  <a:pt x="117" y="105"/>
                </a:lnTo>
                <a:close/>
                <a:moveTo>
                  <a:pt x="154" y="73"/>
                </a:moveTo>
                <a:lnTo>
                  <a:pt x="154" y="73"/>
                </a:lnTo>
                <a:lnTo>
                  <a:pt x="155" y="71"/>
                </a:lnTo>
                <a:lnTo>
                  <a:pt x="155" y="70"/>
                </a:lnTo>
                <a:lnTo>
                  <a:pt x="154" y="69"/>
                </a:lnTo>
                <a:lnTo>
                  <a:pt x="151" y="69"/>
                </a:lnTo>
                <a:lnTo>
                  <a:pt x="151" y="69"/>
                </a:lnTo>
                <a:lnTo>
                  <a:pt x="148" y="70"/>
                </a:lnTo>
                <a:lnTo>
                  <a:pt x="149" y="73"/>
                </a:lnTo>
                <a:lnTo>
                  <a:pt x="151" y="73"/>
                </a:lnTo>
                <a:lnTo>
                  <a:pt x="154" y="73"/>
                </a:lnTo>
                <a:lnTo>
                  <a:pt x="154" y="73"/>
                </a:lnTo>
                <a:close/>
              </a:path>
            </a:pathLst>
          </a:custGeom>
          <a:solidFill>
            <a:srgbClr val="FFC000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54" name="Freeform 21"/>
          <p:cNvSpPr/>
          <p:nvPr>
            <p:custDataLst>
              <p:tags r:id="rId3"/>
            </p:custDataLst>
          </p:nvPr>
        </p:nvSpPr>
        <p:spPr bwMode="auto">
          <a:xfrm>
            <a:off x="1820137" y="4365863"/>
            <a:ext cx="5716934" cy="236783"/>
          </a:xfrm>
          <a:custGeom>
            <a:avLst/>
            <a:gdLst>
              <a:gd name="T0" fmla="*/ 3 w 764"/>
              <a:gd name="T1" fmla="*/ 1 h 70"/>
              <a:gd name="T2" fmla="*/ 0 w 764"/>
              <a:gd name="T3" fmla="*/ 4 h 70"/>
              <a:gd name="T4" fmla="*/ 3 w 764"/>
              <a:gd name="T5" fmla="*/ 8 h 70"/>
              <a:gd name="T6" fmla="*/ 183 w 764"/>
              <a:gd name="T7" fmla="*/ 7 h 70"/>
              <a:gd name="T8" fmla="*/ 625 w 764"/>
              <a:gd name="T9" fmla="*/ 9 h 70"/>
              <a:gd name="T10" fmla="*/ 638 w 764"/>
              <a:gd name="T11" fmla="*/ 9 h 70"/>
              <a:gd name="T12" fmla="*/ 517 w 764"/>
              <a:gd name="T13" fmla="*/ 13 h 70"/>
              <a:gd name="T14" fmla="*/ 241 w 764"/>
              <a:gd name="T15" fmla="*/ 22 h 70"/>
              <a:gd name="T16" fmla="*/ 47 w 764"/>
              <a:gd name="T17" fmla="*/ 33 h 70"/>
              <a:gd name="T18" fmla="*/ 47 w 764"/>
              <a:gd name="T19" fmla="*/ 39 h 70"/>
              <a:gd name="T20" fmla="*/ 215 w 764"/>
              <a:gd name="T21" fmla="*/ 33 h 70"/>
              <a:gd name="T22" fmla="*/ 539 w 764"/>
              <a:gd name="T23" fmla="*/ 40 h 70"/>
              <a:gd name="T24" fmla="*/ 530 w 764"/>
              <a:gd name="T25" fmla="*/ 40 h 70"/>
              <a:gd name="T26" fmla="*/ 236 w 764"/>
              <a:gd name="T27" fmla="*/ 60 h 70"/>
              <a:gd name="T28" fmla="*/ 217 w 764"/>
              <a:gd name="T29" fmla="*/ 63 h 70"/>
              <a:gd name="T30" fmla="*/ 215 w 764"/>
              <a:gd name="T31" fmla="*/ 67 h 70"/>
              <a:gd name="T32" fmla="*/ 218 w 764"/>
              <a:gd name="T33" fmla="*/ 70 h 70"/>
              <a:gd name="T34" fmla="*/ 237 w 764"/>
              <a:gd name="T35" fmla="*/ 67 h 70"/>
              <a:gd name="T36" fmla="*/ 530 w 764"/>
              <a:gd name="T37" fmla="*/ 47 h 70"/>
              <a:gd name="T38" fmla="*/ 575 w 764"/>
              <a:gd name="T39" fmla="*/ 47 h 70"/>
              <a:gd name="T40" fmla="*/ 575 w 764"/>
              <a:gd name="T41" fmla="*/ 41 h 70"/>
              <a:gd name="T42" fmla="*/ 573 w 764"/>
              <a:gd name="T43" fmla="*/ 40 h 70"/>
              <a:gd name="T44" fmla="*/ 560 w 764"/>
              <a:gd name="T45" fmla="*/ 37 h 70"/>
              <a:gd name="T46" fmla="*/ 321 w 764"/>
              <a:gd name="T47" fmla="*/ 22 h 70"/>
              <a:gd name="T48" fmla="*/ 517 w 764"/>
              <a:gd name="T49" fmla="*/ 19 h 70"/>
              <a:gd name="T50" fmla="*/ 668 w 764"/>
              <a:gd name="T51" fmla="*/ 14 h 70"/>
              <a:gd name="T52" fmla="*/ 761 w 764"/>
              <a:gd name="T53" fmla="*/ 8 h 70"/>
              <a:gd name="T54" fmla="*/ 763 w 764"/>
              <a:gd name="T55" fmla="*/ 7 h 70"/>
              <a:gd name="T56" fmla="*/ 763 w 764"/>
              <a:gd name="T57" fmla="*/ 2 h 70"/>
              <a:gd name="T58" fmla="*/ 763 w 764"/>
              <a:gd name="T59" fmla="*/ 2 h 70"/>
              <a:gd name="T60" fmla="*/ 759 w 764"/>
              <a:gd name="T61" fmla="*/ 2 h 70"/>
              <a:gd name="T62" fmla="*/ 759 w 764"/>
              <a:gd name="T63" fmla="*/ 2 h 70"/>
              <a:gd name="T64" fmla="*/ 759 w 764"/>
              <a:gd name="T65" fmla="*/ 2 h 70"/>
              <a:gd name="T66" fmla="*/ 682 w 764"/>
              <a:gd name="T67" fmla="*/ 2 h 70"/>
              <a:gd name="T68" fmla="*/ 625 w 764"/>
              <a:gd name="T69" fmla="*/ 2 h 70"/>
              <a:gd name="T70" fmla="*/ 183 w 764"/>
              <a:gd name="T71" fmla="*/ 1 h 70"/>
              <a:gd name="T72" fmla="*/ 3 w 764"/>
              <a:gd name="T73" fmla="*/ 1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764" h="70">
                <a:moveTo>
                  <a:pt x="3" y="1"/>
                </a:moveTo>
                <a:cubicBezTo>
                  <a:pt x="1" y="1"/>
                  <a:pt x="0" y="3"/>
                  <a:pt x="0" y="4"/>
                </a:cubicBezTo>
                <a:cubicBezTo>
                  <a:pt x="0" y="6"/>
                  <a:pt x="1" y="8"/>
                  <a:pt x="3" y="8"/>
                </a:cubicBezTo>
                <a:cubicBezTo>
                  <a:pt x="59" y="8"/>
                  <a:pt x="121" y="8"/>
                  <a:pt x="183" y="7"/>
                </a:cubicBezTo>
                <a:cubicBezTo>
                  <a:pt x="330" y="7"/>
                  <a:pt x="473" y="7"/>
                  <a:pt x="625" y="9"/>
                </a:cubicBezTo>
                <a:cubicBezTo>
                  <a:pt x="627" y="9"/>
                  <a:pt x="632" y="9"/>
                  <a:pt x="638" y="9"/>
                </a:cubicBezTo>
                <a:cubicBezTo>
                  <a:pt x="581" y="11"/>
                  <a:pt x="523" y="13"/>
                  <a:pt x="517" y="13"/>
                </a:cubicBezTo>
                <a:cubicBezTo>
                  <a:pt x="414" y="7"/>
                  <a:pt x="327" y="15"/>
                  <a:pt x="241" y="22"/>
                </a:cubicBezTo>
                <a:cubicBezTo>
                  <a:pt x="178" y="28"/>
                  <a:pt x="115" y="33"/>
                  <a:pt x="47" y="33"/>
                </a:cubicBezTo>
                <a:cubicBezTo>
                  <a:pt x="47" y="39"/>
                  <a:pt x="47" y="39"/>
                  <a:pt x="47" y="39"/>
                </a:cubicBezTo>
                <a:cubicBezTo>
                  <a:pt x="108" y="39"/>
                  <a:pt x="162" y="36"/>
                  <a:pt x="215" y="33"/>
                </a:cubicBezTo>
                <a:cubicBezTo>
                  <a:pt x="316" y="28"/>
                  <a:pt x="411" y="22"/>
                  <a:pt x="539" y="40"/>
                </a:cubicBezTo>
                <a:cubicBezTo>
                  <a:pt x="530" y="40"/>
                  <a:pt x="530" y="40"/>
                  <a:pt x="530" y="40"/>
                </a:cubicBezTo>
                <a:cubicBezTo>
                  <a:pt x="427" y="40"/>
                  <a:pt x="355" y="40"/>
                  <a:pt x="236" y="60"/>
                </a:cubicBezTo>
                <a:cubicBezTo>
                  <a:pt x="217" y="63"/>
                  <a:pt x="217" y="63"/>
                  <a:pt x="217" y="63"/>
                </a:cubicBezTo>
                <a:cubicBezTo>
                  <a:pt x="216" y="64"/>
                  <a:pt x="214" y="65"/>
                  <a:pt x="215" y="67"/>
                </a:cubicBezTo>
                <a:cubicBezTo>
                  <a:pt x="215" y="69"/>
                  <a:pt x="217" y="70"/>
                  <a:pt x="218" y="70"/>
                </a:cubicBezTo>
                <a:cubicBezTo>
                  <a:pt x="237" y="67"/>
                  <a:pt x="237" y="67"/>
                  <a:pt x="237" y="67"/>
                </a:cubicBezTo>
                <a:cubicBezTo>
                  <a:pt x="356" y="46"/>
                  <a:pt x="427" y="47"/>
                  <a:pt x="530" y="47"/>
                </a:cubicBezTo>
                <a:cubicBezTo>
                  <a:pt x="546" y="47"/>
                  <a:pt x="563" y="47"/>
                  <a:pt x="575" y="47"/>
                </a:cubicBezTo>
                <a:cubicBezTo>
                  <a:pt x="575" y="41"/>
                  <a:pt x="575" y="41"/>
                  <a:pt x="575" y="41"/>
                </a:cubicBezTo>
                <a:cubicBezTo>
                  <a:pt x="574" y="41"/>
                  <a:pt x="574" y="40"/>
                  <a:pt x="573" y="40"/>
                </a:cubicBezTo>
                <a:cubicBezTo>
                  <a:pt x="569" y="39"/>
                  <a:pt x="561" y="37"/>
                  <a:pt x="560" y="37"/>
                </a:cubicBezTo>
                <a:cubicBezTo>
                  <a:pt x="467" y="23"/>
                  <a:pt x="392" y="20"/>
                  <a:pt x="321" y="22"/>
                </a:cubicBezTo>
                <a:cubicBezTo>
                  <a:pt x="382" y="18"/>
                  <a:pt x="446" y="15"/>
                  <a:pt x="517" y="19"/>
                </a:cubicBezTo>
                <a:cubicBezTo>
                  <a:pt x="524" y="20"/>
                  <a:pt x="602" y="17"/>
                  <a:pt x="668" y="14"/>
                </a:cubicBezTo>
                <a:cubicBezTo>
                  <a:pt x="713" y="12"/>
                  <a:pt x="753" y="10"/>
                  <a:pt x="761" y="8"/>
                </a:cubicBezTo>
                <a:cubicBezTo>
                  <a:pt x="762" y="8"/>
                  <a:pt x="763" y="8"/>
                  <a:pt x="763" y="7"/>
                </a:cubicBezTo>
                <a:cubicBezTo>
                  <a:pt x="764" y="6"/>
                  <a:pt x="764" y="4"/>
                  <a:pt x="763" y="2"/>
                </a:cubicBezTo>
                <a:cubicBezTo>
                  <a:pt x="763" y="2"/>
                  <a:pt x="763" y="2"/>
                  <a:pt x="763" y="2"/>
                </a:cubicBezTo>
                <a:cubicBezTo>
                  <a:pt x="763" y="2"/>
                  <a:pt x="761" y="2"/>
                  <a:pt x="759" y="2"/>
                </a:cubicBezTo>
                <a:cubicBezTo>
                  <a:pt x="759" y="2"/>
                  <a:pt x="759" y="2"/>
                  <a:pt x="759" y="2"/>
                </a:cubicBezTo>
                <a:cubicBezTo>
                  <a:pt x="759" y="2"/>
                  <a:pt x="759" y="2"/>
                  <a:pt x="759" y="2"/>
                </a:cubicBezTo>
                <a:cubicBezTo>
                  <a:pt x="748" y="2"/>
                  <a:pt x="713" y="2"/>
                  <a:pt x="682" y="2"/>
                </a:cubicBezTo>
                <a:cubicBezTo>
                  <a:pt x="655" y="2"/>
                  <a:pt x="631" y="2"/>
                  <a:pt x="625" y="2"/>
                </a:cubicBezTo>
                <a:cubicBezTo>
                  <a:pt x="474" y="0"/>
                  <a:pt x="330" y="1"/>
                  <a:pt x="183" y="1"/>
                </a:cubicBezTo>
                <a:cubicBezTo>
                  <a:pt x="126" y="1"/>
                  <a:pt x="68" y="1"/>
                  <a:pt x="3" y="1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56" name="Freeform 66"/>
          <p:cNvSpPr>
            <a:spLocks noEditPoints="1"/>
          </p:cNvSpPr>
          <p:nvPr>
            <p:custDataLst>
              <p:tags r:id="rId4"/>
            </p:custDataLst>
          </p:nvPr>
        </p:nvSpPr>
        <p:spPr bwMode="auto">
          <a:xfrm rot="218059">
            <a:off x="7899230" y="4168444"/>
            <a:ext cx="481676" cy="486694"/>
          </a:xfrm>
          <a:custGeom>
            <a:avLst/>
            <a:gdLst/>
            <a:ahLst/>
            <a:cxnLst>
              <a:cxn ang="0">
                <a:pos x="166" y="76"/>
              </a:cxn>
              <a:cxn ang="0">
                <a:pos x="287" y="94"/>
              </a:cxn>
              <a:cxn ang="0">
                <a:pos x="168" y="226"/>
              </a:cxn>
              <a:cxn ang="0">
                <a:pos x="69" y="274"/>
              </a:cxn>
              <a:cxn ang="0">
                <a:pos x="0" y="122"/>
              </a:cxn>
              <a:cxn ang="0">
                <a:pos x="107" y="99"/>
              </a:cxn>
              <a:cxn ang="0">
                <a:pos x="102" y="177"/>
              </a:cxn>
              <a:cxn ang="0">
                <a:pos x="99" y="173"/>
              </a:cxn>
              <a:cxn ang="0">
                <a:pos x="132" y="154"/>
              </a:cxn>
              <a:cxn ang="0">
                <a:pos x="217" y="111"/>
              </a:cxn>
              <a:cxn ang="0">
                <a:pos x="234" y="109"/>
              </a:cxn>
              <a:cxn ang="0">
                <a:pos x="197" y="101"/>
              </a:cxn>
              <a:cxn ang="0">
                <a:pos x="172" y="132"/>
              </a:cxn>
              <a:cxn ang="0">
                <a:pos x="184" y="137"/>
              </a:cxn>
              <a:cxn ang="0">
                <a:pos x="215" y="122"/>
              </a:cxn>
              <a:cxn ang="0">
                <a:pos x="131" y="212"/>
              </a:cxn>
              <a:cxn ang="0">
                <a:pos x="83" y="267"/>
              </a:cxn>
              <a:cxn ang="0">
                <a:pos x="83" y="254"/>
              </a:cxn>
              <a:cxn ang="0">
                <a:pos x="79" y="257"/>
              </a:cxn>
              <a:cxn ang="0">
                <a:pos x="159" y="105"/>
              </a:cxn>
              <a:cxn ang="0">
                <a:pos x="147" y="90"/>
              </a:cxn>
              <a:cxn ang="0">
                <a:pos x="149" y="97"/>
              </a:cxn>
              <a:cxn ang="0">
                <a:pos x="85" y="156"/>
              </a:cxn>
              <a:cxn ang="0">
                <a:pos x="166" y="208"/>
              </a:cxn>
              <a:cxn ang="0">
                <a:pos x="184" y="195"/>
              </a:cxn>
              <a:cxn ang="0">
                <a:pos x="189" y="170"/>
              </a:cxn>
              <a:cxn ang="0">
                <a:pos x="203" y="202"/>
              </a:cxn>
              <a:cxn ang="0">
                <a:pos x="204" y="215"/>
              </a:cxn>
              <a:cxn ang="0">
                <a:pos x="211" y="240"/>
              </a:cxn>
              <a:cxn ang="0">
                <a:pos x="203" y="187"/>
              </a:cxn>
              <a:cxn ang="0">
                <a:pos x="253" y="106"/>
              </a:cxn>
              <a:cxn ang="0">
                <a:pos x="183" y="101"/>
              </a:cxn>
              <a:cxn ang="0">
                <a:pos x="183" y="101"/>
              </a:cxn>
              <a:cxn ang="0">
                <a:pos x="132" y="47"/>
              </a:cxn>
              <a:cxn ang="0">
                <a:pos x="137" y="53"/>
              </a:cxn>
              <a:cxn ang="0">
                <a:pos x="201" y="173"/>
              </a:cxn>
              <a:cxn ang="0">
                <a:pos x="183" y="191"/>
              </a:cxn>
              <a:cxn ang="0">
                <a:pos x="71" y="144"/>
              </a:cxn>
              <a:cxn ang="0">
                <a:pos x="180" y="223"/>
              </a:cxn>
              <a:cxn ang="0">
                <a:pos x="184" y="212"/>
              </a:cxn>
              <a:cxn ang="0">
                <a:pos x="123" y="88"/>
              </a:cxn>
              <a:cxn ang="0">
                <a:pos x="135" y="76"/>
              </a:cxn>
              <a:cxn ang="0">
                <a:pos x="59" y="133"/>
              </a:cxn>
              <a:cxn ang="0">
                <a:pos x="58" y="126"/>
              </a:cxn>
              <a:cxn ang="0">
                <a:pos x="75" y="112"/>
              </a:cxn>
              <a:cxn ang="0">
                <a:pos x="82" y="109"/>
              </a:cxn>
              <a:cxn ang="0">
                <a:pos x="97" y="109"/>
              </a:cxn>
              <a:cxn ang="0">
                <a:pos x="194" y="234"/>
              </a:cxn>
              <a:cxn ang="0">
                <a:pos x="197" y="226"/>
              </a:cxn>
              <a:cxn ang="0">
                <a:pos x="71" y="128"/>
              </a:cxn>
              <a:cxn ang="0">
                <a:pos x="131" y="216"/>
              </a:cxn>
              <a:cxn ang="0">
                <a:pos x="149" y="94"/>
              </a:cxn>
              <a:cxn ang="0">
                <a:pos x="106" y="118"/>
              </a:cxn>
              <a:cxn ang="0">
                <a:pos x="109" y="114"/>
              </a:cxn>
              <a:cxn ang="0">
                <a:pos x="40" y="130"/>
              </a:cxn>
              <a:cxn ang="0">
                <a:pos x="110" y="227"/>
              </a:cxn>
              <a:cxn ang="0">
                <a:pos x="127" y="102"/>
              </a:cxn>
              <a:cxn ang="0">
                <a:pos x="155" y="71"/>
              </a:cxn>
              <a:cxn ang="0">
                <a:pos x="154" y="73"/>
              </a:cxn>
            </a:cxnLst>
            <a:rect l="0" t="0" r="r" b="b"/>
            <a:pathLst>
              <a:path w="287" h="289">
                <a:moveTo>
                  <a:pt x="130" y="0"/>
                </a:moveTo>
                <a:lnTo>
                  <a:pt x="130" y="0"/>
                </a:lnTo>
                <a:lnTo>
                  <a:pt x="138" y="7"/>
                </a:lnTo>
                <a:lnTo>
                  <a:pt x="144" y="15"/>
                </a:lnTo>
                <a:lnTo>
                  <a:pt x="149" y="24"/>
                </a:lnTo>
                <a:lnTo>
                  <a:pt x="154" y="33"/>
                </a:lnTo>
                <a:lnTo>
                  <a:pt x="161" y="53"/>
                </a:lnTo>
                <a:lnTo>
                  <a:pt x="166" y="76"/>
                </a:lnTo>
                <a:lnTo>
                  <a:pt x="166" y="76"/>
                </a:lnTo>
                <a:lnTo>
                  <a:pt x="168" y="84"/>
                </a:lnTo>
                <a:lnTo>
                  <a:pt x="170" y="91"/>
                </a:lnTo>
                <a:lnTo>
                  <a:pt x="170" y="91"/>
                </a:lnTo>
                <a:lnTo>
                  <a:pt x="183" y="90"/>
                </a:lnTo>
                <a:lnTo>
                  <a:pt x="197" y="87"/>
                </a:lnTo>
                <a:lnTo>
                  <a:pt x="213" y="87"/>
                </a:lnTo>
                <a:lnTo>
                  <a:pt x="228" y="87"/>
                </a:lnTo>
                <a:lnTo>
                  <a:pt x="258" y="90"/>
                </a:lnTo>
                <a:lnTo>
                  <a:pt x="287" y="94"/>
                </a:lnTo>
                <a:lnTo>
                  <a:pt x="287" y="94"/>
                </a:lnTo>
                <a:lnTo>
                  <a:pt x="249" y="125"/>
                </a:lnTo>
                <a:lnTo>
                  <a:pt x="229" y="140"/>
                </a:lnTo>
                <a:lnTo>
                  <a:pt x="211" y="154"/>
                </a:lnTo>
                <a:lnTo>
                  <a:pt x="229" y="267"/>
                </a:lnTo>
                <a:lnTo>
                  <a:pt x="229" y="267"/>
                </a:lnTo>
                <a:lnTo>
                  <a:pt x="208" y="255"/>
                </a:lnTo>
                <a:lnTo>
                  <a:pt x="187" y="241"/>
                </a:lnTo>
                <a:lnTo>
                  <a:pt x="168" y="226"/>
                </a:lnTo>
                <a:lnTo>
                  <a:pt x="148" y="209"/>
                </a:lnTo>
                <a:lnTo>
                  <a:pt x="148" y="209"/>
                </a:lnTo>
                <a:lnTo>
                  <a:pt x="130" y="232"/>
                </a:lnTo>
                <a:lnTo>
                  <a:pt x="111" y="253"/>
                </a:lnTo>
                <a:lnTo>
                  <a:pt x="90" y="272"/>
                </a:lnTo>
                <a:lnTo>
                  <a:pt x="80" y="281"/>
                </a:lnTo>
                <a:lnTo>
                  <a:pt x="68" y="289"/>
                </a:lnTo>
                <a:lnTo>
                  <a:pt x="68" y="289"/>
                </a:lnTo>
                <a:lnTo>
                  <a:pt x="69" y="274"/>
                </a:lnTo>
                <a:lnTo>
                  <a:pt x="72" y="258"/>
                </a:lnTo>
                <a:lnTo>
                  <a:pt x="78" y="229"/>
                </a:lnTo>
                <a:lnTo>
                  <a:pt x="85" y="201"/>
                </a:lnTo>
                <a:lnTo>
                  <a:pt x="89" y="173"/>
                </a:lnTo>
                <a:lnTo>
                  <a:pt x="89" y="173"/>
                </a:lnTo>
                <a:lnTo>
                  <a:pt x="68" y="158"/>
                </a:lnTo>
                <a:lnTo>
                  <a:pt x="45" y="146"/>
                </a:lnTo>
                <a:lnTo>
                  <a:pt x="0" y="122"/>
                </a:lnTo>
                <a:lnTo>
                  <a:pt x="0" y="122"/>
                </a:lnTo>
                <a:lnTo>
                  <a:pt x="0" y="122"/>
                </a:lnTo>
                <a:lnTo>
                  <a:pt x="0" y="121"/>
                </a:lnTo>
                <a:lnTo>
                  <a:pt x="3" y="118"/>
                </a:lnTo>
                <a:lnTo>
                  <a:pt x="12" y="114"/>
                </a:lnTo>
                <a:lnTo>
                  <a:pt x="12" y="114"/>
                </a:lnTo>
                <a:lnTo>
                  <a:pt x="34" y="109"/>
                </a:lnTo>
                <a:lnTo>
                  <a:pt x="57" y="105"/>
                </a:lnTo>
                <a:lnTo>
                  <a:pt x="82" y="101"/>
                </a:lnTo>
                <a:lnTo>
                  <a:pt x="107" y="99"/>
                </a:lnTo>
                <a:lnTo>
                  <a:pt x="130" y="0"/>
                </a:lnTo>
                <a:close/>
                <a:moveTo>
                  <a:pt x="103" y="187"/>
                </a:moveTo>
                <a:lnTo>
                  <a:pt x="103" y="187"/>
                </a:lnTo>
                <a:lnTo>
                  <a:pt x="102" y="187"/>
                </a:lnTo>
                <a:lnTo>
                  <a:pt x="102" y="187"/>
                </a:lnTo>
                <a:lnTo>
                  <a:pt x="100" y="184"/>
                </a:lnTo>
                <a:lnTo>
                  <a:pt x="102" y="180"/>
                </a:lnTo>
                <a:lnTo>
                  <a:pt x="102" y="177"/>
                </a:lnTo>
                <a:lnTo>
                  <a:pt x="102" y="177"/>
                </a:lnTo>
                <a:lnTo>
                  <a:pt x="113" y="163"/>
                </a:lnTo>
                <a:lnTo>
                  <a:pt x="124" y="149"/>
                </a:lnTo>
                <a:lnTo>
                  <a:pt x="147" y="123"/>
                </a:lnTo>
                <a:lnTo>
                  <a:pt x="147" y="123"/>
                </a:lnTo>
                <a:lnTo>
                  <a:pt x="134" y="132"/>
                </a:lnTo>
                <a:lnTo>
                  <a:pt x="123" y="140"/>
                </a:lnTo>
                <a:lnTo>
                  <a:pt x="100" y="160"/>
                </a:lnTo>
                <a:lnTo>
                  <a:pt x="100" y="160"/>
                </a:lnTo>
                <a:lnTo>
                  <a:pt x="99" y="173"/>
                </a:lnTo>
                <a:lnTo>
                  <a:pt x="96" y="187"/>
                </a:lnTo>
                <a:lnTo>
                  <a:pt x="92" y="213"/>
                </a:lnTo>
                <a:lnTo>
                  <a:pt x="165" y="128"/>
                </a:lnTo>
                <a:lnTo>
                  <a:pt x="165" y="128"/>
                </a:lnTo>
                <a:lnTo>
                  <a:pt x="158" y="133"/>
                </a:lnTo>
                <a:lnTo>
                  <a:pt x="148" y="143"/>
                </a:lnTo>
                <a:lnTo>
                  <a:pt x="140" y="151"/>
                </a:lnTo>
                <a:lnTo>
                  <a:pt x="132" y="158"/>
                </a:lnTo>
                <a:lnTo>
                  <a:pt x="132" y="154"/>
                </a:lnTo>
                <a:lnTo>
                  <a:pt x="132" y="154"/>
                </a:lnTo>
                <a:lnTo>
                  <a:pt x="127" y="164"/>
                </a:lnTo>
                <a:lnTo>
                  <a:pt x="120" y="173"/>
                </a:lnTo>
                <a:lnTo>
                  <a:pt x="113" y="180"/>
                </a:lnTo>
                <a:lnTo>
                  <a:pt x="103" y="187"/>
                </a:lnTo>
                <a:lnTo>
                  <a:pt x="103" y="187"/>
                </a:lnTo>
                <a:close/>
                <a:moveTo>
                  <a:pt x="214" y="112"/>
                </a:moveTo>
                <a:lnTo>
                  <a:pt x="214" y="112"/>
                </a:lnTo>
                <a:lnTo>
                  <a:pt x="217" y="111"/>
                </a:lnTo>
                <a:lnTo>
                  <a:pt x="218" y="109"/>
                </a:lnTo>
                <a:lnTo>
                  <a:pt x="218" y="106"/>
                </a:lnTo>
                <a:lnTo>
                  <a:pt x="221" y="105"/>
                </a:lnTo>
                <a:lnTo>
                  <a:pt x="224" y="106"/>
                </a:lnTo>
                <a:lnTo>
                  <a:pt x="231" y="101"/>
                </a:lnTo>
                <a:lnTo>
                  <a:pt x="231" y="101"/>
                </a:lnTo>
                <a:lnTo>
                  <a:pt x="232" y="104"/>
                </a:lnTo>
                <a:lnTo>
                  <a:pt x="234" y="108"/>
                </a:lnTo>
                <a:lnTo>
                  <a:pt x="234" y="109"/>
                </a:lnTo>
                <a:lnTo>
                  <a:pt x="235" y="111"/>
                </a:lnTo>
                <a:lnTo>
                  <a:pt x="235" y="111"/>
                </a:lnTo>
                <a:lnTo>
                  <a:pt x="241" y="108"/>
                </a:lnTo>
                <a:lnTo>
                  <a:pt x="245" y="105"/>
                </a:lnTo>
                <a:lnTo>
                  <a:pt x="255" y="99"/>
                </a:lnTo>
                <a:lnTo>
                  <a:pt x="255" y="99"/>
                </a:lnTo>
                <a:lnTo>
                  <a:pt x="239" y="98"/>
                </a:lnTo>
                <a:lnTo>
                  <a:pt x="225" y="98"/>
                </a:lnTo>
                <a:lnTo>
                  <a:pt x="197" y="101"/>
                </a:lnTo>
                <a:lnTo>
                  <a:pt x="197" y="101"/>
                </a:lnTo>
                <a:lnTo>
                  <a:pt x="194" y="101"/>
                </a:lnTo>
                <a:lnTo>
                  <a:pt x="192" y="104"/>
                </a:lnTo>
                <a:lnTo>
                  <a:pt x="186" y="111"/>
                </a:lnTo>
                <a:lnTo>
                  <a:pt x="180" y="119"/>
                </a:lnTo>
                <a:lnTo>
                  <a:pt x="175" y="125"/>
                </a:lnTo>
                <a:lnTo>
                  <a:pt x="175" y="125"/>
                </a:lnTo>
                <a:lnTo>
                  <a:pt x="172" y="129"/>
                </a:lnTo>
                <a:lnTo>
                  <a:pt x="172" y="132"/>
                </a:lnTo>
                <a:lnTo>
                  <a:pt x="176" y="139"/>
                </a:lnTo>
                <a:lnTo>
                  <a:pt x="176" y="139"/>
                </a:lnTo>
                <a:lnTo>
                  <a:pt x="182" y="132"/>
                </a:lnTo>
                <a:lnTo>
                  <a:pt x="187" y="122"/>
                </a:lnTo>
                <a:lnTo>
                  <a:pt x="194" y="114"/>
                </a:lnTo>
                <a:lnTo>
                  <a:pt x="199" y="111"/>
                </a:lnTo>
                <a:lnTo>
                  <a:pt x="204" y="108"/>
                </a:lnTo>
                <a:lnTo>
                  <a:pt x="184" y="137"/>
                </a:lnTo>
                <a:lnTo>
                  <a:pt x="184" y="137"/>
                </a:lnTo>
                <a:lnTo>
                  <a:pt x="192" y="132"/>
                </a:lnTo>
                <a:lnTo>
                  <a:pt x="199" y="125"/>
                </a:lnTo>
                <a:lnTo>
                  <a:pt x="207" y="118"/>
                </a:lnTo>
                <a:lnTo>
                  <a:pt x="214" y="112"/>
                </a:lnTo>
                <a:lnTo>
                  <a:pt x="214" y="112"/>
                </a:lnTo>
                <a:close/>
                <a:moveTo>
                  <a:pt x="211" y="123"/>
                </a:moveTo>
                <a:lnTo>
                  <a:pt x="211" y="123"/>
                </a:lnTo>
                <a:lnTo>
                  <a:pt x="214" y="123"/>
                </a:lnTo>
                <a:lnTo>
                  <a:pt x="215" y="122"/>
                </a:lnTo>
                <a:lnTo>
                  <a:pt x="217" y="115"/>
                </a:lnTo>
                <a:lnTo>
                  <a:pt x="217" y="115"/>
                </a:lnTo>
                <a:lnTo>
                  <a:pt x="193" y="136"/>
                </a:lnTo>
                <a:lnTo>
                  <a:pt x="170" y="158"/>
                </a:lnTo>
                <a:lnTo>
                  <a:pt x="151" y="182"/>
                </a:lnTo>
                <a:lnTo>
                  <a:pt x="132" y="209"/>
                </a:lnTo>
                <a:lnTo>
                  <a:pt x="132" y="209"/>
                </a:lnTo>
                <a:lnTo>
                  <a:pt x="131" y="212"/>
                </a:lnTo>
                <a:lnTo>
                  <a:pt x="131" y="212"/>
                </a:lnTo>
                <a:lnTo>
                  <a:pt x="131" y="212"/>
                </a:lnTo>
                <a:lnTo>
                  <a:pt x="154" y="192"/>
                </a:lnTo>
                <a:lnTo>
                  <a:pt x="175" y="171"/>
                </a:lnTo>
                <a:lnTo>
                  <a:pt x="193" y="149"/>
                </a:lnTo>
                <a:lnTo>
                  <a:pt x="211" y="123"/>
                </a:lnTo>
                <a:lnTo>
                  <a:pt x="211" y="123"/>
                </a:lnTo>
                <a:close/>
                <a:moveTo>
                  <a:pt x="78" y="271"/>
                </a:moveTo>
                <a:lnTo>
                  <a:pt x="78" y="271"/>
                </a:lnTo>
                <a:lnTo>
                  <a:pt x="83" y="267"/>
                </a:lnTo>
                <a:lnTo>
                  <a:pt x="89" y="262"/>
                </a:lnTo>
                <a:lnTo>
                  <a:pt x="93" y="257"/>
                </a:lnTo>
                <a:lnTo>
                  <a:pt x="96" y="250"/>
                </a:lnTo>
                <a:lnTo>
                  <a:pt x="96" y="250"/>
                </a:lnTo>
                <a:lnTo>
                  <a:pt x="90" y="255"/>
                </a:lnTo>
                <a:lnTo>
                  <a:pt x="86" y="257"/>
                </a:lnTo>
                <a:lnTo>
                  <a:pt x="85" y="255"/>
                </a:lnTo>
                <a:lnTo>
                  <a:pt x="83" y="254"/>
                </a:lnTo>
                <a:lnTo>
                  <a:pt x="83" y="254"/>
                </a:lnTo>
                <a:lnTo>
                  <a:pt x="106" y="220"/>
                </a:lnTo>
                <a:lnTo>
                  <a:pt x="128" y="188"/>
                </a:lnTo>
                <a:lnTo>
                  <a:pt x="128" y="188"/>
                </a:lnTo>
                <a:lnTo>
                  <a:pt x="111" y="203"/>
                </a:lnTo>
                <a:lnTo>
                  <a:pt x="103" y="212"/>
                </a:lnTo>
                <a:lnTo>
                  <a:pt x="96" y="222"/>
                </a:lnTo>
                <a:lnTo>
                  <a:pt x="89" y="233"/>
                </a:lnTo>
                <a:lnTo>
                  <a:pt x="83" y="244"/>
                </a:lnTo>
                <a:lnTo>
                  <a:pt x="79" y="257"/>
                </a:lnTo>
                <a:lnTo>
                  <a:pt x="78" y="271"/>
                </a:lnTo>
                <a:lnTo>
                  <a:pt x="78" y="271"/>
                </a:lnTo>
                <a:close/>
                <a:moveTo>
                  <a:pt x="149" y="98"/>
                </a:moveTo>
                <a:lnTo>
                  <a:pt x="123" y="132"/>
                </a:lnTo>
                <a:lnTo>
                  <a:pt x="123" y="132"/>
                </a:lnTo>
                <a:lnTo>
                  <a:pt x="141" y="118"/>
                </a:lnTo>
                <a:lnTo>
                  <a:pt x="151" y="111"/>
                </a:lnTo>
                <a:lnTo>
                  <a:pt x="159" y="105"/>
                </a:lnTo>
                <a:lnTo>
                  <a:pt x="159" y="105"/>
                </a:lnTo>
                <a:lnTo>
                  <a:pt x="162" y="102"/>
                </a:lnTo>
                <a:lnTo>
                  <a:pt x="163" y="99"/>
                </a:lnTo>
                <a:lnTo>
                  <a:pt x="163" y="97"/>
                </a:lnTo>
                <a:lnTo>
                  <a:pt x="162" y="92"/>
                </a:lnTo>
                <a:lnTo>
                  <a:pt x="159" y="84"/>
                </a:lnTo>
                <a:lnTo>
                  <a:pt x="156" y="77"/>
                </a:lnTo>
                <a:lnTo>
                  <a:pt x="156" y="77"/>
                </a:lnTo>
                <a:lnTo>
                  <a:pt x="152" y="84"/>
                </a:lnTo>
                <a:lnTo>
                  <a:pt x="147" y="90"/>
                </a:lnTo>
                <a:lnTo>
                  <a:pt x="140" y="94"/>
                </a:lnTo>
                <a:lnTo>
                  <a:pt x="134" y="99"/>
                </a:lnTo>
                <a:lnTo>
                  <a:pt x="134" y="99"/>
                </a:lnTo>
                <a:lnTo>
                  <a:pt x="138" y="98"/>
                </a:lnTo>
                <a:lnTo>
                  <a:pt x="142" y="97"/>
                </a:lnTo>
                <a:lnTo>
                  <a:pt x="145" y="97"/>
                </a:lnTo>
                <a:lnTo>
                  <a:pt x="149" y="94"/>
                </a:lnTo>
                <a:lnTo>
                  <a:pt x="149" y="94"/>
                </a:lnTo>
                <a:lnTo>
                  <a:pt x="149" y="97"/>
                </a:lnTo>
                <a:lnTo>
                  <a:pt x="149" y="98"/>
                </a:lnTo>
                <a:lnTo>
                  <a:pt x="149" y="98"/>
                </a:lnTo>
                <a:close/>
                <a:moveTo>
                  <a:pt x="117" y="119"/>
                </a:moveTo>
                <a:lnTo>
                  <a:pt x="117" y="119"/>
                </a:lnTo>
                <a:lnTo>
                  <a:pt x="99" y="135"/>
                </a:lnTo>
                <a:lnTo>
                  <a:pt x="80" y="150"/>
                </a:lnTo>
                <a:lnTo>
                  <a:pt x="80" y="150"/>
                </a:lnTo>
                <a:lnTo>
                  <a:pt x="82" y="153"/>
                </a:lnTo>
                <a:lnTo>
                  <a:pt x="85" y="156"/>
                </a:lnTo>
                <a:lnTo>
                  <a:pt x="88" y="157"/>
                </a:lnTo>
                <a:lnTo>
                  <a:pt x="89" y="158"/>
                </a:lnTo>
                <a:lnTo>
                  <a:pt x="127" y="115"/>
                </a:lnTo>
                <a:lnTo>
                  <a:pt x="127" y="115"/>
                </a:lnTo>
                <a:lnTo>
                  <a:pt x="117" y="119"/>
                </a:lnTo>
                <a:lnTo>
                  <a:pt x="117" y="119"/>
                </a:lnTo>
                <a:close/>
                <a:moveTo>
                  <a:pt x="161" y="199"/>
                </a:moveTo>
                <a:lnTo>
                  <a:pt x="161" y="199"/>
                </a:lnTo>
                <a:lnTo>
                  <a:pt x="166" y="208"/>
                </a:lnTo>
                <a:lnTo>
                  <a:pt x="169" y="212"/>
                </a:lnTo>
                <a:lnTo>
                  <a:pt x="173" y="216"/>
                </a:lnTo>
                <a:lnTo>
                  <a:pt x="173" y="216"/>
                </a:lnTo>
                <a:lnTo>
                  <a:pt x="179" y="208"/>
                </a:lnTo>
                <a:lnTo>
                  <a:pt x="184" y="201"/>
                </a:lnTo>
                <a:lnTo>
                  <a:pt x="192" y="194"/>
                </a:lnTo>
                <a:lnTo>
                  <a:pt x="196" y="185"/>
                </a:lnTo>
                <a:lnTo>
                  <a:pt x="196" y="185"/>
                </a:lnTo>
                <a:lnTo>
                  <a:pt x="184" y="195"/>
                </a:lnTo>
                <a:lnTo>
                  <a:pt x="177" y="201"/>
                </a:lnTo>
                <a:lnTo>
                  <a:pt x="170" y="205"/>
                </a:lnTo>
                <a:lnTo>
                  <a:pt x="170" y="205"/>
                </a:lnTo>
                <a:lnTo>
                  <a:pt x="170" y="199"/>
                </a:lnTo>
                <a:lnTo>
                  <a:pt x="170" y="195"/>
                </a:lnTo>
                <a:lnTo>
                  <a:pt x="176" y="185"/>
                </a:lnTo>
                <a:lnTo>
                  <a:pt x="182" y="177"/>
                </a:lnTo>
                <a:lnTo>
                  <a:pt x="189" y="170"/>
                </a:lnTo>
                <a:lnTo>
                  <a:pt x="189" y="170"/>
                </a:lnTo>
                <a:lnTo>
                  <a:pt x="190" y="168"/>
                </a:lnTo>
                <a:lnTo>
                  <a:pt x="189" y="164"/>
                </a:lnTo>
                <a:lnTo>
                  <a:pt x="161" y="199"/>
                </a:lnTo>
                <a:close/>
                <a:moveTo>
                  <a:pt x="199" y="191"/>
                </a:moveTo>
                <a:lnTo>
                  <a:pt x="199" y="191"/>
                </a:lnTo>
                <a:lnTo>
                  <a:pt x="201" y="192"/>
                </a:lnTo>
                <a:lnTo>
                  <a:pt x="203" y="194"/>
                </a:lnTo>
                <a:lnTo>
                  <a:pt x="203" y="196"/>
                </a:lnTo>
                <a:lnTo>
                  <a:pt x="203" y="202"/>
                </a:lnTo>
                <a:lnTo>
                  <a:pt x="200" y="208"/>
                </a:lnTo>
                <a:lnTo>
                  <a:pt x="196" y="218"/>
                </a:lnTo>
                <a:lnTo>
                  <a:pt x="194" y="222"/>
                </a:lnTo>
                <a:lnTo>
                  <a:pt x="194" y="223"/>
                </a:lnTo>
                <a:lnTo>
                  <a:pt x="194" y="223"/>
                </a:lnTo>
                <a:lnTo>
                  <a:pt x="197" y="220"/>
                </a:lnTo>
                <a:lnTo>
                  <a:pt x="200" y="218"/>
                </a:lnTo>
                <a:lnTo>
                  <a:pt x="203" y="215"/>
                </a:lnTo>
                <a:lnTo>
                  <a:pt x="204" y="215"/>
                </a:lnTo>
                <a:lnTo>
                  <a:pt x="207" y="215"/>
                </a:lnTo>
                <a:lnTo>
                  <a:pt x="207" y="215"/>
                </a:lnTo>
                <a:lnTo>
                  <a:pt x="208" y="220"/>
                </a:lnTo>
                <a:lnTo>
                  <a:pt x="207" y="226"/>
                </a:lnTo>
                <a:lnTo>
                  <a:pt x="206" y="237"/>
                </a:lnTo>
                <a:lnTo>
                  <a:pt x="206" y="237"/>
                </a:lnTo>
                <a:lnTo>
                  <a:pt x="206" y="240"/>
                </a:lnTo>
                <a:lnTo>
                  <a:pt x="208" y="240"/>
                </a:lnTo>
                <a:lnTo>
                  <a:pt x="211" y="240"/>
                </a:lnTo>
                <a:lnTo>
                  <a:pt x="213" y="239"/>
                </a:lnTo>
                <a:lnTo>
                  <a:pt x="213" y="239"/>
                </a:lnTo>
                <a:lnTo>
                  <a:pt x="211" y="213"/>
                </a:lnTo>
                <a:lnTo>
                  <a:pt x="207" y="188"/>
                </a:lnTo>
                <a:lnTo>
                  <a:pt x="207" y="188"/>
                </a:lnTo>
                <a:lnTo>
                  <a:pt x="206" y="184"/>
                </a:lnTo>
                <a:lnTo>
                  <a:pt x="204" y="184"/>
                </a:lnTo>
                <a:lnTo>
                  <a:pt x="203" y="187"/>
                </a:lnTo>
                <a:lnTo>
                  <a:pt x="203" y="187"/>
                </a:lnTo>
                <a:lnTo>
                  <a:pt x="200" y="189"/>
                </a:lnTo>
                <a:lnTo>
                  <a:pt x="199" y="191"/>
                </a:lnTo>
                <a:lnTo>
                  <a:pt x="199" y="191"/>
                </a:lnTo>
                <a:close/>
                <a:moveTo>
                  <a:pt x="206" y="143"/>
                </a:moveTo>
                <a:lnTo>
                  <a:pt x="206" y="143"/>
                </a:lnTo>
                <a:lnTo>
                  <a:pt x="218" y="136"/>
                </a:lnTo>
                <a:lnTo>
                  <a:pt x="232" y="128"/>
                </a:lnTo>
                <a:lnTo>
                  <a:pt x="244" y="116"/>
                </a:lnTo>
                <a:lnTo>
                  <a:pt x="253" y="106"/>
                </a:lnTo>
                <a:lnTo>
                  <a:pt x="253" y="106"/>
                </a:lnTo>
                <a:lnTo>
                  <a:pt x="238" y="112"/>
                </a:lnTo>
                <a:lnTo>
                  <a:pt x="224" y="121"/>
                </a:lnTo>
                <a:lnTo>
                  <a:pt x="218" y="126"/>
                </a:lnTo>
                <a:lnTo>
                  <a:pt x="213" y="132"/>
                </a:lnTo>
                <a:lnTo>
                  <a:pt x="208" y="137"/>
                </a:lnTo>
                <a:lnTo>
                  <a:pt x="206" y="143"/>
                </a:lnTo>
                <a:lnTo>
                  <a:pt x="206" y="143"/>
                </a:lnTo>
                <a:close/>
                <a:moveTo>
                  <a:pt x="183" y="101"/>
                </a:moveTo>
                <a:lnTo>
                  <a:pt x="175" y="105"/>
                </a:lnTo>
                <a:lnTo>
                  <a:pt x="175" y="105"/>
                </a:lnTo>
                <a:lnTo>
                  <a:pt x="165" y="111"/>
                </a:lnTo>
                <a:lnTo>
                  <a:pt x="158" y="119"/>
                </a:lnTo>
                <a:lnTo>
                  <a:pt x="145" y="137"/>
                </a:lnTo>
                <a:lnTo>
                  <a:pt x="145" y="137"/>
                </a:lnTo>
                <a:lnTo>
                  <a:pt x="163" y="119"/>
                </a:lnTo>
                <a:lnTo>
                  <a:pt x="183" y="101"/>
                </a:lnTo>
                <a:lnTo>
                  <a:pt x="183" y="101"/>
                </a:lnTo>
                <a:close/>
                <a:moveTo>
                  <a:pt x="138" y="50"/>
                </a:moveTo>
                <a:lnTo>
                  <a:pt x="138" y="50"/>
                </a:lnTo>
                <a:lnTo>
                  <a:pt x="145" y="45"/>
                </a:lnTo>
                <a:lnTo>
                  <a:pt x="147" y="40"/>
                </a:lnTo>
                <a:lnTo>
                  <a:pt x="145" y="38"/>
                </a:lnTo>
                <a:lnTo>
                  <a:pt x="144" y="36"/>
                </a:lnTo>
                <a:lnTo>
                  <a:pt x="144" y="36"/>
                </a:lnTo>
                <a:lnTo>
                  <a:pt x="138" y="40"/>
                </a:lnTo>
                <a:lnTo>
                  <a:pt x="132" y="47"/>
                </a:lnTo>
                <a:lnTo>
                  <a:pt x="130" y="55"/>
                </a:lnTo>
                <a:lnTo>
                  <a:pt x="128" y="62"/>
                </a:lnTo>
                <a:lnTo>
                  <a:pt x="137" y="56"/>
                </a:lnTo>
                <a:lnTo>
                  <a:pt x="137" y="56"/>
                </a:lnTo>
                <a:lnTo>
                  <a:pt x="135" y="56"/>
                </a:lnTo>
                <a:lnTo>
                  <a:pt x="135" y="55"/>
                </a:lnTo>
                <a:lnTo>
                  <a:pt x="135" y="53"/>
                </a:lnTo>
                <a:lnTo>
                  <a:pt x="137" y="53"/>
                </a:lnTo>
                <a:lnTo>
                  <a:pt x="137" y="53"/>
                </a:lnTo>
                <a:lnTo>
                  <a:pt x="138" y="52"/>
                </a:lnTo>
                <a:lnTo>
                  <a:pt x="138" y="50"/>
                </a:lnTo>
                <a:lnTo>
                  <a:pt x="138" y="50"/>
                </a:lnTo>
                <a:close/>
                <a:moveTo>
                  <a:pt x="183" y="191"/>
                </a:moveTo>
                <a:lnTo>
                  <a:pt x="183" y="191"/>
                </a:lnTo>
                <a:lnTo>
                  <a:pt x="192" y="181"/>
                </a:lnTo>
                <a:lnTo>
                  <a:pt x="196" y="177"/>
                </a:lnTo>
                <a:lnTo>
                  <a:pt x="201" y="173"/>
                </a:lnTo>
                <a:lnTo>
                  <a:pt x="201" y="173"/>
                </a:lnTo>
                <a:lnTo>
                  <a:pt x="204" y="170"/>
                </a:lnTo>
                <a:lnTo>
                  <a:pt x="204" y="166"/>
                </a:lnTo>
                <a:lnTo>
                  <a:pt x="204" y="161"/>
                </a:lnTo>
                <a:lnTo>
                  <a:pt x="203" y="161"/>
                </a:lnTo>
                <a:lnTo>
                  <a:pt x="203" y="161"/>
                </a:lnTo>
                <a:lnTo>
                  <a:pt x="203" y="161"/>
                </a:lnTo>
                <a:lnTo>
                  <a:pt x="190" y="177"/>
                </a:lnTo>
                <a:lnTo>
                  <a:pt x="186" y="184"/>
                </a:lnTo>
                <a:lnTo>
                  <a:pt x="183" y="191"/>
                </a:lnTo>
                <a:lnTo>
                  <a:pt x="183" y="191"/>
                </a:lnTo>
                <a:close/>
                <a:moveTo>
                  <a:pt x="69" y="137"/>
                </a:moveTo>
                <a:lnTo>
                  <a:pt x="69" y="137"/>
                </a:lnTo>
                <a:lnTo>
                  <a:pt x="68" y="140"/>
                </a:lnTo>
                <a:lnTo>
                  <a:pt x="66" y="144"/>
                </a:lnTo>
                <a:lnTo>
                  <a:pt x="66" y="146"/>
                </a:lnTo>
                <a:lnTo>
                  <a:pt x="68" y="146"/>
                </a:lnTo>
                <a:lnTo>
                  <a:pt x="71" y="144"/>
                </a:lnTo>
                <a:lnTo>
                  <a:pt x="71" y="144"/>
                </a:lnTo>
                <a:lnTo>
                  <a:pt x="75" y="140"/>
                </a:lnTo>
                <a:lnTo>
                  <a:pt x="80" y="135"/>
                </a:lnTo>
                <a:lnTo>
                  <a:pt x="85" y="130"/>
                </a:lnTo>
                <a:lnTo>
                  <a:pt x="86" y="126"/>
                </a:lnTo>
                <a:lnTo>
                  <a:pt x="86" y="126"/>
                </a:lnTo>
                <a:lnTo>
                  <a:pt x="78" y="132"/>
                </a:lnTo>
                <a:lnTo>
                  <a:pt x="69" y="137"/>
                </a:lnTo>
                <a:lnTo>
                  <a:pt x="69" y="137"/>
                </a:lnTo>
                <a:close/>
                <a:moveTo>
                  <a:pt x="180" y="223"/>
                </a:moveTo>
                <a:lnTo>
                  <a:pt x="180" y="223"/>
                </a:lnTo>
                <a:lnTo>
                  <a:pt x="184" y="222"/>
                </a:lnTo>
                <a:lnTo>
                  <a:pt x="190" y="218"/>
                </a:lnTo>
                <a:lnTo>
                  <a:pt x="193" y="212"/>
                </a:lnTo>
                <a:lnTo>
                  <a:pt x="194" y="209"/>
                </a:lnTo>
                <a:lnTo>
                  <a:pt x="193" y="206"/>
                </a:lnTo>
                <a:lnTo>
                  <a:pt x="193" y="206"/>
                </a:lnTo>
                <a:lnTo>
                  <a:pt x="189" y="209"/>
                </a:lnTo>
                <a:lnTo>
                  <a:pt x="184" y="212"/>
                </a:lnTo>
                <a:lnTo>
                  <a:pt x="182" y="218"/>
                </a:lnTo>
                <a:lnTo>
                  <a:pt x="180" y="223"/>
                </a:lnTo>
                <a:lnTo>
                  <a:pt x="180" y="223"/>
                </a:lnTo>
                <a:close/>
                <a:moveTo>
                  <a:pt x="131" y="77"/>
                </a:moveTo>
                <a:lnTo>
                  <a:pt x="131" y="77"/>
                </a:lnTo>
                <a:lnTo>
                  <a:pt x="128" y="78"/>
                </a:lnTo>
                <a:lnTo>
                  <a:pt x="125" y="80"/>
                </a:lnTo>
                <a:lnTo>
                  <a:pt x="124" y="84"/>
                </a:lnTo>
                <a:lnTo>
                  <a:pt x="123" y="88"/>
                </a:lnTo>
                <a:lnTo>
                  <a:pt x="121" y="94"/>
                </a:lnTo>
                <a:lnTo>
                  <a:pt x="121" y="94"/>
                </a:lnTo>
                <a:lnTo>
                  <a:pt x="124" y="92"/>
                </a:lnTo>
                <a:lnTo>
                  <a:pt x="128" y="90"/>
                </a:lnTo>
                <a:lnTo>
                  <a:pt x="134" y="81"/>
                </a:lnTo>
                <a:lnTo>
                  <a:pt x="138" y="74"/>
                </a:lnTo>
                <a:lnTo>
                  <a:pt x="140" y="70"/>
                </a:lnTo>
                <a:lnTo>
                  <a:pt x="140" y="70"/>
                </a:lnTo>
                <a:lnTo>
                  <a:pt x="135" y="76"/>
                </a:lnTo>
                <a:lnTo>
                  <a:pt x="131" y="77"/>
                </a:lnTo>
                <a:lnTo>
                  <a:pt x="131" y="77"/>
                </a:lnTo>
                <a:close/>
                <a:moveTo>
                  <a:pt x="47" y="136"/>
                </a:moveTo>
                <a:lnTo>
                  <a:pt x="47" y="136"/>
                </a:lnTo>
                <a:lnTo>
                  <a:pt x="50" y="139"/>
                </a:lnTo>
                <a:lnTo>
                  <a:pt x="51" y="139"/>
                </a:lnTo>
                <a:lnTo>
                  <a:pt x="55" y="137"/>
                </a:lnTo>
                <a:lnTo>
                  <a:pt x="58" y="135"/>
                </a:lnTo>
                <a:lnTo>
                  <a:pt x="59" y="133"/>
                </a:lnTo>
                <a:lnTo>
                  <a:pt x="62" y="133"/>
                </a:lnTo>
                <a:lnTo>
                  <a:pt x="62" y="133"/>
                </a:lnTo>
                <a:lnTo>
                  <a:pt x="62" y="130"/>
                </a:lnTo>
                <a:lnTo>
                  <a:pt x="64" y="128"/>
                </a:lnTo>
                <a:lnTo>
                  <a:pt x="65" y="125"/>
                </a:lnTo>
                <a:lnTo>
                  <a:pt x="64" y="125"/>
                </a:lnTo>
                <a:lnTo>
                  <a:pt x="61" y="125"/>
                </a:lnTo>
                <a:lnTo>
                  <a:pt x="61" y="125"/>
                </a:lnTo>
                <a:lnTo>
                  <a:pt x="58" y="126"/>
                </a:lnTo>
                <a:lnTo>
                  <a:pt x="54" y="130"/>
                </a:lnTo>
                <a:lnTo>
                  <a:pt x="47" y="136"/>
                </a:lnTo>
                <a:lnTo>
                  <a:pt x="47" y="136"/>
                </a:lnTo>
                <a:close/>
                <a:moveTo>
                  <a:pt x="36" y="119"/>
                </a:moveTo>
                <a:lnTo>
                  <a:pt x="36" y="119"/>
                </a:lnTo>
                <a:lnTo>
                  <a:pt x="57" y="116"/>
                </a:lnTo>
                <a:lnTo>
                  <a:pt x="66" y="115"/>
                </a:lnTo>
                <a:lnTo>
                  <a:pt x="75" y="112"/>
                </a:lnTo>
                <a:lnTo>
                  <a:pt x="75" y="112"/>
                </a:lnTo>
                <a:lnTo>
                  <a:pt x="68" y="112"/>
                </a:lnTo>
                <a:lnTo>
                  <a:pt x="61" y="112"/>
                </a:lnTo>
                <a:lnTo>
                  <a:pt x="61" y="112"/>
                </a:lnTo>
                <a:lnTo>
                  <a:pt x="48" y="115"/>
                </a:lnTo>
                <a:lnTo>
                  <a:pt x="36" y="119"/>
                </a:lnTo>
                <a:lnTo>
                  <a:pt x="36" y="119"/>
                </a:lnTo>
                <a:close/>
                <a:moveTo>
                  <a:pt x="89" y="111"/>
                </a:moveTo>
                <a:lnTo>
                  <a:pt x="89" y="111"/>
                </a:lnTo>
                <a:lnTo>
                  <a:pt x="82" y="109"/>
                </a:lnTo>
                <a:lnTo>
                  <a:pt x="80" y="111"/>
                </a:lnTo>
                <a:lnTo>
                  <a:pt x="79" y="111"/>
                </a:lnTo>
                <a:lnTo>
                  <a:pt x="79" y="112"/>
                </a:lnTo>
                <a:lnTo>
                  <a:pt x="82" y="115"/>
                </a:lnTo>
                <a:lnTo>
                  <a:pt x="82" y="115"/>
                </a:lnTo>
                <a:lnTo>
                  <a:pt x="83" y="116"/>
                </a:lnTo>
                <a:lnTo>
                  <a:pt x="86" y="116"/>
                </a:lnTo>
                <a:lnTo>
                  <a:pt x="92" y="114"/>
                </a:lnTo>
                <a:lnTo>
                  <a:pt x="97" y="109"/>
                </a:lnTo>
                <a:lnTo>
                  <a:pt x="99" y="108"/>
                </a:lnTo>
                <a:lnTo>
                  <a:pt x="99" y="108"/>
                </a:lnTo>
                <a:lnTo>
                  <a:pt x="89" y="111"/>
                </a:lnTo>
                <a:lnTo>
                  <a:pt x="89" y="111"/>
                </a:lnTo>
                <a:close/>
                <a:moveTo>
                  <a:pt x="197" y="226"/>
                </a:moveTo>
                <a:lnTo>
                  <a:pt x="197" y="226"/>
                </a:lnTo>
                <a:lnTo>
                  <a:pt x="194" y="227"/>
                </a:lnTo>
                <a:lnTo>
                  <a:pt x="193" y="232"/>
                </a:lnTo>
                <a:lnTo>
                  <a:pt x="194" y="234"/>
                </a:lnTo>
                <a:lnTo>
                  <a:pt x="199" y="236"/>
                </a:lnTo>
                <a:lnTo>
                  <a:pt x="199" y="236"/>
                </a:lnTo>
                <a:lnTo>
                  <a:pt x="200" y="234"/>
                </a:lnTo>
                <a:lnTo>
                  <a:pt x="201" y="230"/>
                </a:lnTo>
                <a:lnTo>
                  <a:pt x="201" y="222"/>
                </a:lnTo>
                <a:lnTo>
                  <a:pt x="201" y="222"/>
                </a:lnTo>
                <a:lnTo>
                  <a:pt x="200" y="225"/>
                </a:lnTo>
                <a:lnTo>
                  <a:pt x="197" y="226"/>
                </a:lnTo>
                <a:lnTo>
                  <a:pt x="197" y="226"/>
                </a:lnTo>
                <a:close/>
                <a:moveTo>
                  <a:pt x="64" y="137"/>
                </a:moveTo>
                <a:lnTo>
                  <a:pt x="64" y="137"/>
                </a:lnTo>
                <a:lnTo>
                  <a:pt x="69" y="135"/>
                </a:lnTo>
                <a:lnTo>
                  <a:pt x="72" y="130"/>
                </a:lnTo>
                <a:lnTo>
                  <a:pt x="75" y="126"/>
                </a:lnTo>
                <a:lnTo>
                  <a:pt x="75" y="126"/>
                </a:lnTo>
                <a:lnTo>
                  <a:pt x="73" y="126"/>
                </a:lnTo>
                <a:lnTo>
                  <a:pt x="73" y="126"/>
                </a:lnTo>
                <a:lnTo>
                  <a:pt x="71" y="128"/>
                </a:lnTo>
                <a:lnTo>
                  <a:pt x="68" y="130"/>
                </a:lnTo>
                <a:lnTo>
                  <a:pt x="64" y="137"/>
                </a:lnTo>
                <a:lnTo>
                  <a:pt x="64" y="137"/>
                </a:lnTo>
                <a:close/>
                <a:moveTo>
                  <a:pt x="123" y="225"/>
                </a:moveTo>
                <a:lnTo>
                  <a:pt x="123" y="225"/>
                </a:lnTo>
                <a:lnTo>
                  <a:pt x="123" y="226"/>
                </a:lnTo>
                <a:lnTo>
                  <a:pt x="125" y="223"/>
                </a:lnTo>
                <a:lnTo>
                  <a:pt x="131" y="216"/>
                </a:lnTo>
                <a:lnTo>
                  <a:pt x="131" y="216"/>
                </a:lnTo>
                <a:lnTo>
                  <a:pt x="131" y="215"/>
                </a:lnTo>
                <a:lnTo>
                  <a:pt x="131" y="212"/>
                </a:lnTo>
                <a:lnTo>
                  <a:pt x="131" y="212"/>
                </a:lnTo>
                <a:lnTo>
                  <a:pt x="125" y="219"/>
                </a:lnTo>
                <a:lnTo>
                  <a:pt x="123" y="225"/>
                </a:lnTo>
                <a:lnTo>
                  <a:pt x="123" y="225"/>
                </a:lnTo>
                <a:close/>
                <a:moveTo>
                  <a:pt x="156" y="88"/>
                </a:moveTo>
                <a:lnTo>
                  <a:pt x="149" y="94"/>
                </a:lnTo>
                <a:lnTo>
                  <a:pt x="149" y="94"/>
                </a:lnTo>
                <a:lnTo>
                  <a:pt x="152" y="95"/>
                </a:lnTo>
                <a:lnTo>
                  <a:pt x="155" y="94"/>
                </a:lnTo>
                <a:lnTo>
                  <a:pt x="158" y="92"/>
                </a:lnTo>
                <a:lnTo>
                  <a:pt x="158" y="91"/>
                </a:lnTo>
                <a:lnTo>
                  <a:pt x="156" y="88"/>
                </a:lnTo>
                <a:lnTo>
                  <a:pt x="156" y="88"/>
                </a:lnTo>
                <a:close/>
                <a:moveTo>
                  <a:pt x="106" y="116"/>
                </a:moveTo>
                <a:lnTo>
                  <a:pt x="106" y="116"/>
                </a:lnTo>
                <a:lnTo>
                  <a:pt x="106" y="118"/>
                </a:lnTo>
                <a:lnTo>
                  <a:pt x="109" y="118"/>
                </a:lnTo>
                <a:lnTo>
                  <a:pt x="113" y="115"/>
                </a:lnTo>
                <a:lnTo>
                  <a:pt x="113" y="115"/>
                </a:lnTo>
                <a:lnTo>
                  <a:pt x="114" y="112"/>
                </a:lnTo>
                <a:lnTo>
                  <a:pt x="114" y="111"/>
                </a:lnTo>
                <a:lnTo>
                  <a:pt x="113" y="111"/>
                </a:lnTo>
                <a:lnTo>
                  <a:pt x="110" y="112"/>
                </a:lnTo>
                <a:lnTo>
                  <a:pt x="110" y="112"/>
                </a:lnTo>
                <a:lnTo>
                  <a:pt x="109" y="114"/>
                </a:lnTo>
                <a:lnTo>
                  <a:pt x="106" y="116"/>
                </a:lnTo>
                <a:lnTo>
                  <a:pt x="106" y="116"/>
                </a:lnTo>
                <a:close/>
                <a:moveTo>
                  <a:pt x="43" y="128"/>
                </a:moveTo>
                <a:lnTo>
                  <a:pt x="43" y="128"/>
                </a:lnTo>
                <a:lnTo>
                  <a:pt x="31" y="128"/>
                </a:lnTo>
                <a:lnTo>
                  <a:pt x="31" y="128"/>
                </a:lnTo>
                <a:lnTo>
                  <a:pt x="33" y="129"/>
                </a:lnTo>
                <a:lnTo>
                  <a:pt x="36" y="130"/>
                </a:lnTo>
                <a:lnTo>
                  <a:pt x="40" y="130"/>
                </a:lnTo>
                <a:lnTo>
                  <a:pt x="43" y="128"/>
                </a:lnTo>
                <a:lnTo>
                  <a:pt x="43" y="128"/>
                </a:lnTo>
                <a:close/>
                <a:moveTo>
                  <a:pt x="106" y="234"/>
                </a:moveTo>
                <a:lnTo>
                  <a:pt x="106" y="234"/>
                </a:lnTo>
                <a:lnTo>
                  <a:pt x="111" y="229"/>
                </a:lnTo>
                <a:lnTo>
                  <a:pt x="114" y="225"/>
                </a:lnTo>
                <a:lnTo>
                  <a:pt x="116" y="220"/>
                </a:lnTo>
                <a:lnTo>
                  <a:pt x="116" y="220"/>
                </a:lnTo>
                <a:lnTo>
                  <a:pt x="110" y="227"/>
                </a:lnTo>
                <a:lnTo>
                  <a:pt x="106" y="234"/>
                </a:lnTo>
                <a:lnTo>
                  <a:pt x="106" y="234"/>
                </a:lnTo>
                <a:close/>
                <a:moveTo>
                  <a:pt x="117" y="105"/>
                </a:moveTo>
                <a:lnTo>
                  <a:pt x="117" y="105"/>
                </a:lnTo>
                <a:lnTo>
                  <a:pt x="118" y="108"/>
                </a:lnTo>
                <a:lnTo>
                  <a:pt x="118" y="109"/>
                </a:lnTo>
                <a:lnTo>
                  <a:pt x="123" y="108"/>
                </a:lnTo>
                <a:lnTo>
                  <a:pt x="125" y="105"/>
                </a:lnTo>
                <a:lnTo>
                  <a:pt x="127" y="102"/>
                </a:lnTo>
                <a:lnTo>
                  <a:pt x="127" y="102"/>
                </a:lnTo>
                <a:lnTo>
                  <a:pt x="121" y="101"/>
                </a:lnTo>
                <a:lnTo>
                  <a:pt x="118" y="102"/>
                </a:lnTo>
                <a:lnTo>
                  <a:pt x="117" y="104"/>
                </a:lnTo>
                <a:lnTo>
                  <a:pt x="117" y="105"/>
                </a:lnTo>
                <a:lnTo>
                  <a:pt x="117" y="105"/>
                </a:lnTo>
                <a:close/>
                <a:moveTo>
                  <a:pt x="154" y="73"/>
                </a:moveTo>
                <a:lnTo>
                  <a:pt x="154" y="73"/>
                </a:lnTo>
                <a:lnTo>
                  <a:pt x="155" y="71"/>
                </a:lnTo>
                <a:lnTo>
                  <a:pt x="155" y="70"/>
                </a:lnTo>
                <a:lnTo>
                  <a:pt x="154" y="69"/>
                </a:lnTo>
                <a:lnTo>
                  <a:pt x="151" y="69"/>
                </a:lnTo>
                <a:lnTo>
                  <a:pt x="151" y="69"/>
                </a:lnTo>
                <a:lnTo>
                  <a:pt x="148" y="70"/>
                </a:lnTo>
                <a:lnTo>
                  <a:pt x="149" y="73"/>
                </a:lnTo>
                <a:lnTo>
                  <a:pt x="151" y="73"/>
                </a:lnTo>
                <a:lnTo>
                  <a:pt x="154" y="73"/>
                </a:lnTo>
                <a:lnTo>
                  <a:pt x="154" y="73"/>
                </a:lnTo>
                <a:close/>
              </a:path>
            </a:pathLst>
          </a:custGeom>
          <a:solidFill>
            <a:srgbClr val="FFC000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257" name="组合 256"/>
          <p:cNvGrpSpPr/>
          <p:nvPr/>
        </p:nvGrpSpPr>
        <p:grpSpPr>
          <a:xfrm>
            <a:off x="6378216" y="1357125"/>
            <a:ext cx="1341837" cy="428035"/>
            <a:chOff x="1499734" y="1836011"/>
            <a:chExt cx="1723530" cy="785645"/>
          </a:xfrm>
        </p:grpSpPr>
        <p:sp>
          <p:nvSpPr>
            <p:cNvPr id="258" name="任意多边形 257"/>
            <p:cNvSpPr/>
            <p:nvPr>
              <p:custDataLst>
                <p:tags r:id="rId15"/>
              </p:custDataLst>
            </p:nvPr>
          </p:nvSpPr>
          <p:spPr>
            <a:xfrm>
              <a:off x="1862723" y="1836011"/>
              <a:ext cx="1360541" cy="764760"/>
            </a:xfrm>
            <a:custGeom>
              <a:avLst/>
              <a:gdLst>
                <a:gd name="connsiteX0" fmla="*/ 3108161 w 5108590"/>
                <a:gd name="connsiteY0" fmla="*/ 0 h 2871537"/>
                <a:gd name="connsiteX1" fmla="*/ 3989444 w 5108590"/>
                <a:gd name="connsiteY1" fmla="*/ 400035 h 2871537"/>
                <a:gd name="connsiteX2" fmla="*/ 4086693 w 5108590"/>
                <a:gd name="connsiteY2" fmla="*/ 563266 h 2871537"/>
                <a:gd name="connsiteX3" fmla="*/ 4131348 w 5108590"/>
                <a:gd name="connsiteY3" fmla="*/ 534900 h 2871537"/>
                <a:gd name="connsiteX4" fmla="*/ 4405156 w 5108590"/>
                <a:gd name="connsiteY4" fmla="*/ 465220 h 2871537"/>
                <a:gd name="connsiteX5" fmla="*/ 5108590 w 5108590"/>
                <a:gd name="connsiteY5" fmla="*/ 1102292 h 2871537"/>
                <a:gd name="connsiteX6" fmla="*/ 4798453 w 5108590"/>
                <a:gd name="connsiteY6" fmla="*/ 1640226 h 2871537"/>
                <a:gd name="connsiteX7" fmla="*/ 4794480 w 5108590"/>
                <a:gd name="connsiteY7" fmla="*/ 1642029 h 2871537"/>
                <a:gd name="connsiteX8" fmla="*/ 4815013 w 5108590"/>
                <a:gd name="connsiteY8" fmla="*/ 1704408 h 2871537"/>
                <a:gd name="connsiteX9" fmla="*/ 4832286 w 5108590"/>
                <a:gd name="connsiteY9" fmla="*/ 1872313 h 2871537"/>
                <a:gd name="connsiteX10" fmla="*/ 3982054 w 5108590"/>
                <a:gd name="connsiteY10" fmla="*/ 2642334 h 2871537"/>
                <a:gd name="connsiteX11" fmla="*/ 3380849 w 5108590"/>
                <a:gd name="connsiteY11" fmla="*/ 2353576 h 2871537"/>
                <a:gd name="connsiteX12" fmla="*/ 3379137 w 5108590"/>
                <a:gd name="connsiteY12" fmla="*/ 2351518 h 2871537"/>
                <a:gd name="connsiteX13" fmla="*/ 3307654 w 5108590"/>
                <a:gd name="connsiteY13" fmla="*/ 2471502 h 2871537"/>
                <a:gd name="connsiteX14" fmla="*/ 2426371 w 5108590"/>
                <a:gd name="connsiteY14" fmla="*/ 2871537 h 2871537"/>
                <a:gd name="connsiteX15" fmla="*/ 1447099 w 5108590"/>
                <a:gd name="connsiteY15" fmla="*/ 2194760 h 2871537"/>
                <a:gd name="connsiteX16" fmla="*/ 1418508 w 5108590"/>
                <a:gd name="connsiteY16" fmla="*/ 2124456 h 2871537"/>
                <a:gd name="connsiteX17" fmla="*/ 1325605 w 5108590"/>
                <a:gd name="connsiteY17" fmla="*/ 2190236 h 2871537"/>
                <a:gd name="connsiteX18" fmla="*/ 850232 w 5108590"/>
                <a:gd name="connsiteY18" fmla="*/ 2310063 h 2871537"/>
                <a:gd name="connsiteX19" fmla="*/ 0 w 5108590"/>
                <a:gd name="connsiteY19" fmla="*/ 1540042 h 2871537"/>
                <a:gd name="connsiteX20" fmla="*/ 850232 w 5108590"/>
                <a:gd name="connsiteY20" fmla="*/ 770021 h 2871537"/>
                <a:gd name="connsiteX21" fmla="*/ 1021583 w 5108590"/>
                <a:gd name="connsiteY21" fmla="*/ 783848 h 2871537"/>
                <a:gd name="connsiteX22" fmla="*/ 1029246 w 5108590"/>
                <a:gd name="connsiteY22" fmla="*/ 785791 h 2871537"/>
                <a:gd name="connsiteX23" fmla="*/ 1026695 w 5108590"/>
                <a:gd name="connsiteY23" fmla="*/ 770021 h 2871537"/>
                <a:gd name="connsiteX24" fmla="*/ 1876927 w 5108590"/>
                <a:gd name="connsiteY24" fmla="*/ 0 h 2871537"/>
                <a:gd name="connsiteX25" fmla="*/ 2478132 w 5108590"/>
                <a:gd name="connsiteY25" fmla="*/ 208922 h 2871537"/>
                <a:gd name="connsiteX26" fmla="*/ 2500065 w 5108590"/>
                <a:gd name="connsiteY26" fmla="*/ 232394 h 2871537"/>
                <a:gd name="connsiteX27" fmla="*/ 2513944 w 5108590"/>
                <a:gd name="connsiteY27" fmla="*/ 219952 h 2871537"/>
                <a:gd name="connsiteX28" fmla="*/ 3108161 w 5108590"/>
                <a:gd name="connsiteY28" fmla="*/ 0 h 287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108590" h="2871537">
                  <a:moveTo>
                    <a:pt x="3108161" y="0"/>
                  </a:moveTo>
                  <a:cubicBezTo>
                    <a:pt x="3475013" y="0"/>
                    <a:pt x="3798453" y="146705"/>
                    <a:pt x="3989444" y="400035"/>
                  </a:cubicBezTo>
                  <a:lnTo>
                    <a:pt x="4086693" y="563266"/>
                  </a:lnTo>
                  <a:lnTo>
                    <a:pt x="4131348" y="534900"/>
                  </a:lnTo>
                  <a:cubicBezTo>
                    <a:pt x="4215506" y="491765"/>
                    <a:pt x="4308032" y="465220"/>
                    <a:pt x="4405156" y="465220"/>
                  </a:cubicBezTo>
                  <a:cubicBezTo>
                    <a:pt x="4793652" y="465220"/>
                    <a:pt x="5108590" y="713796"/>
                    <a:pt x="5108590" y="1102292"/>
                  </a:cubicBezTo>
                  <a:cubicBezTo>
                    <a:pt x="5108590" y="1345102"/>
                    <a:pt x="4985568" y="1533256"/>
                    <a:pt x="4798453" y="1640226"/>
                  </a:cubicBezTo>
                  <a:lnTo>
                    <a:pt x="4794480" y="1642029"/>
                  </a:lnTo>
                  <a:lnTo>
                    <a:pt x="4815013" y="1704408"/>
                  </a:lnTo>
                  <a:cubicBezTo>
                    <a:pt x="4826338" y="1757563"/>
                    <a:pt x="4832286" y="1813617"/>
                    <a:pt x="4832286" y="1872313"/>
                  </a:cubicBezTo>
                  <a:cubicBezTo>
                    <a:pt x="4832286" y="2341883"/>
                    <a:pt x="4451624" y="2642334"/>
                    <a:pt x="3982054" y="2642334"/>
                  </a:cubicBezTo>
                  <a:cubicBezTo>
                    <a:pt x="3747269" y="2642334"/>
                    <a:pt x="3534711" y="2513997"/>
                    <a:pt x="3380849" y="2353576"/>
                  </a:cubicBezTo>
                  <a:lnTo>
                    <a:pt x="3379137" y="2351518"/>
                  </a:lnTo>
                  <a:lnTo>
                    <a:pt x="3307654" y="2471502"/>
                  </a:lnTo>
                  <a:cubicBezTo>
                    <a:pt x="3116662" y="2724832"/>
                    <a:pt x="2793223" y="2871537"/>
                    <a:pt x="2426371" y="2871537"/>
                  </a:cubicBezTo>
                  <a:cubicBezTo>
                    <a:pt x="1986149" y="2871537"/>
                    <a:pt x="1608440" y="2510590"/>
                    <a:pt x="1447099" y="2194760"/>
                  </a:cubicBezTo>
                  <a:lnTo>
                    <a:pt x="1418508" y="2124456"/>
                  </a:lnTo>
                  <a:lnTo>
                    <a:pt x="1325605" y="2190236"/>
                  </a:lnTo>
                  <a:cubicBezTo>
                    <a:pt x="1189907" y="2267812"/>
                    <a:pt x="1026321" y="2310063"/>
                    <a:pt x="850232" y="2310063"/>
                  </a:cubicBezTo>
                  <a:cubicBezTo>
                    <a:pt x="380662" y="2310063"/>
                    <a:pt x="0" y="1796716"/>
                    <a:pt x="0" y="1540042"/>
                  </a:cubicBezTo>
                  <a:cubicBezTo>
                    <a:pt x="0" y="1283368"/>
                    <a:pt x="380662" y="770021"/>
                    <a:pt x="850232" y="770021"/>
                  </a:cubicBezTo>
                  <a:cubicBezTo>
                    <a:pt x="908928" y="770021"/>
                    <a:pt x="966235" y="774716"/>
                    <a:pt x="1021583" y="783848"/>
                  </a:cubicBezTo>
                  <a:lnTo>
                    <a:pt x="1029246" y="785791"/>
                  </a:lnTo>
                  <a:lnTo>
                    <a:pt x="1026695" y="770021"/>
                  </a:lnTo>
                  <a:cubicBezTo>
                    <a:pt x="1026695" y="513347"/>
                    <a:pt x="1407357" y="0"/>
                    <a:pt x="1876927" y="0"/>
                  </a:cubicBezTo>
                  <a:cubicBezTo>
                    <a:pt x="2111712" y="0"/>
                    <a:pt x="2324270" y="75113"/>
                    <a:pt x="2478132" y="208922"/>
                  </a:cubicBezTo>
                  <a:lnTo>
                    <a:pt x="2500065" y="232394"/>
                  </a:lnTo>
                  <a:lnTo>
                    <a:pt x="2513944" y="219952"/>
                  </a:lnTo>
                  <a:cubicBezTo>
                    <a:pt x="2683567" y="90237"/>
                    <a:pt x="2888050" y="0"/>
                    <a:pt x="3108161" y="0"/>
                  </a:cubicBez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rgbClr val="1F4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59" name="任意多边形 258"/>
            <p:cNvSpPr/>
            <p:nvPr>
              <p:custDataLst>
                <p:tags r:id="rId16"/>
              </p:custDataLst>
            </p:nvPr>
          </p:nvSpPr>
          <p:spPr>
            <a:xfrm>
              <a:off x="1499734" y="2157271"/>
              <a:ext cx="770022" cy="464385"/>
            </a:xfrm>
            <a:custGeom>
              <a:avLst/>
              <a:gdLst>
                <a:gd name="connsiteX0" fmla="*/ 3108161 w 5108590"/>
                <a:gd name="connsiteY0" fmla="*/ 0 h 2871537"/>
                <a:gd name="connsiteX1" fmla="*/ 3989444 w 5108590"/>
                <a:gd name="connsiteY1" fmla="*/ 400035 h 2871537"/>
                <a:gd name="connsiteX2" fmla="*/ 4086693 w 5108590"/>
                <a:gd name="connsiteY2" fmla="*/ 563266 h 2871537"/>
                <a:gd name="connsiteX3" fmla="*/ 4131348 w 5108590"/>
                <a:gd name="connsiteY3" fmla="*/ 534900 h 2871537"/>
                <a:gd name="connsiteX4" fmla="*/ 4405156 w 5108590"/>
                <a:gd name="connsiteY4" fmla="*/ 465220 h 2871537"/>
                <a:gd name="connsiteX5" fmla="*/ 5108590 w 5108590"/>
                <a:gd name="connsiteY5" fmla="*/ 1102292 h 2871537"/>
                <a:gd name="connsiteX6" fmla="*/ 4798453 w 5108590"/>
                <a:gd name="connsiteY6" fmla="*/ 1640226 h 2871537"/>
                <a:gd name="connsiteX7" fmla="*/ 4794480 w 5108590"/>
                <a:gd name="connsiteY7" fmla="*/ 1642029 h 2871537"/>
                <a:gd name="connsiteX8" fmla="*/ 4815013 w 5108590"/>
                <a:gd name="connsiteY8" fmla="*/ 1704408 h 2871537"/>
                <a:gd name="connsiteX9" fmla="*/ 4832286 w 5108590"/>
                <a:gd name="connsiteY9" fmla="*/ 1872313 h 2871537"/>
                <a:gd name="connsiteX10" fmla="*/ 3982054 w 5108590"/>
                <a:gd name="connsiteY10" fmla="*/ 2642334 h 2871537"/>
                <a:gd name="connsiteX11" fmla="*/ 3380849 w 5108590"/>
                <a:gd name="connsiteY11" fmla="*/ 2353576 h 2871537"/>
                <a:gd name="connsiteX12" fmla="*/ 3379137 w 5108590"/>
                <a:gd name="connsiteY12" fmla="*/ 2351518 h 2871537"/>
                <a:gd name="connsiteX13" fmla="*/ 3307654 w 5108590"/>
                <a:gd name="connsiteY13" fmla="*/ 2471502 h 2871537"/>
                <a:gd name="connsiteX14" fmla="*/ 2426371 w 5108590"/>
                <a:gd name="connsiteY14" fmla="*/ 2871537 h 2871537"/>
                <a:gd name="connsiteX15" fmla="*/ 1447099 w 5108590"/>
                <a:gd name="connsiteY15" fmla="*/ 2194760 h 2871537"/>
                <a:gd name="connsiteX16" fmla="*/ 1418508 w 5108590"/>
                <a:gd name="connsiteY16" fmla="*/ 2124456 h 2871537"/>
                <a:gd name="connsiteX17" fmla="*/ 1325605 w 5108590"/>
                <a:gd name="connsiteY17" fmla="*/ 2190236 h 2871537"/>
                <a:gd name="connsiteX18" fmla="*/ 850232 w 5108590"/>
                <a:gd name="connsiteY18" fmla="*/ 2310063 h 2871537"/>
                <a:gd name="connsiteX19" fmla="*/ 0 w 5108590"/>
                <a:gd name="connsiteY19" fmla="*/ 1540042 h 2871537"/>
                <a:gd name="connsiteX20" fmla="*/ 850232 w 5108590"/>
                <a:gd name="connsiteY20" fmla="*/ 770021 h 2871537"/>
                <a:gd name="connsiteX21" fmla="*/ 1021583 w 5108590"/>
                <a:gd name="connsiteY21" fmla="*/ 783848 h 2871537"/>
                <a:gd name="connsiteX22" fmla="*/ 1029246 w 5108590"/>
                <a:gd name="connsiteY22" fmla="*/ 785791 h 2871537"/>
                <a:gd name="connsiteX23" fmla="*/ 1026695 w 5108590"/>
                <a:gd name="connsiteY23" fmla="*/ 770021 h 2871537"/>
                <a:gd name="connsiteX24" fmla="*/ 1876927 w 5108590"/>
                <a:gd name="connsiteY24" fmla="*/ 0 h 2871537"/>
                <a:gd name="connsiteX25" fmla="*/ 2478132 w 5108590"/>
                <a:gd name="connsiteY25" fmla="*/ 208922 h 2871537"/>
                <a:gd name="connsiteX26" fmla="*/ 2500065 w 5108590"/>
                <a:gd name="connsiteY26" fmla="*/ 232394 h 2871537"/>
                <a:gd name="connsiteX27" fmla="*/ 2513944 w 5108590"/>
                <a:gd name="connsiteY27" fmla="*/ 219952 h 2871537"/>
                <a:gd name="connsiteX28" fmla="*/ 3108161 w 5108590"/>
                <a:gd name="connsiteY28" fmla="*/ 0 h 287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108590" h="2871537">
                  <a:moveTo>
                    <a:pt x="3108161" y="0"/>
                  </a:moveTo>
                  <a:cubicBezTo>
                    <a:pt x="3475013" y="0"/>
                    <a:pt x="3798453" y="146705"/>
                    <a:pt x="3989444" y="400035"/>
                  </a:cubicBezTo>
                  <a:lnTo>
                    <a:pt x="4086693" y="563266"/>
                  </a:lnTo>
                  <a:lnTo>
                    <a:pt x="4131348" y="534900"/>
                  </a:lnTo>
                  <a:cubicBezTo>
                    <a:pt x="4215506" y="491765"/>
                    <a:pt x="4308032" y="465220"/>
                    <a:pt x="4405156" y="465220"/>
                  </a:cubicBezTo>
                  <a:cubicBezTo>
                    <a:pt x="4793652" y="465220"/>
                    <a:pt x="5108590" y="713796"/>
                    <a:pt x="5108590" y="1102292"/>
                  </a:cubicBezTo>
                  <a:cubicBezTo>
                    <a:pt x="5108590" y="1345102"/>
                    <a:pt x="4985568" y="1533256"/>
                    <a:pt x="4798453" y="1640226"/>
                  </a:cubicBezTo>
                  <a:lnTo>
                    <a:pt x="4794480" y="1642029"/>
                  </a:lnTo>
                  <a:lnTo>
                    <a:pt x="4815013" y="1704408"/>
                  </a:lnTo>
                  <a:cubicBezTo>
                    <a:pt x="4826338" y="1757563"/>
                    <a:pt x="4832286" y="1813617"/>
                    <a:pt x="4832286" y="1872313"/>
                  </a:cubicBezTo>
                  <a:cubicBezTo>
                    <a:pt x="4832286" y="2341883"/>
                    <a:pt x="4451624" y="2642334"/>
                    <a:pt x="3982054" y="2642334"/>
                  </a:cubicBezTo>
                  <a:cubicBezTo>
                    <a:pt x="3747269" y="2642334"/>
                    <a:pt x="3534711" y="2513997"/>
                    <a:pt x="3380849" y="2353576"/>
                  </a:cubicBezTo>
                  <a:lnTo>
                    <a:pt x="3379137" y="2351518"/>
                  </a:lnTo>
                  <a:lnTo>
                    <a:pt x="3307654" y="2471502"/>
                  </a:lnTo>
                  <a:cubicBezTo>
                    <a:pt x="3116662" y="2724832"/>
                    <a:pt x="2793223" y="2871537"/>
                    <a:pt x="2426371" y="2871537"/>
                  </a:cubicBezTo>
                  <a:cubicBezTo>
                    <a:pt x="1986149" y="2871537"/>
                    <a:pt x="1608440" y="2510590"/>
                    <a:pt x="1447099" y="2194760"/>
                  </a:cubicBezTo>
                  <a:lnTo>
                    <a:pt x="1418508" y="2124456"/>
                  </a:lnTo>
                  <a:lnTo>
                    <a:pt x="1325605" y="2190236"/>
                  </a:lnTo>
                  <a:cubicBezTo>
                    <a:pt x="1189907" y="2267812"/>
                    <a:pt x="1026321" y="2310063"/>
                    <a:pt x="850232" y="2310063"/>
                  </a:cubicBezTo>
                  <a:cubicBezTo>
                    <a:pt x="380662" y="2310063"/>
                    <a:pt x="0" y="1796716"/>
                    <a:pt x="0" y="1540042"/>
                  </a:cubicBezTo>
                  <a:cubicBezTo>
                    <a:pt x="0" y="1283368"/>
                    <a:pt x="380662" y="770021"/>
                    <a:pt x="850232" y="770021"/>
                  </a:cubicBezTo>
                  <a:cubicBezTo>
                    <a:pt x="908928" y="770021"/>
                    <a:pt x="966235" y="774716"/>
                    <a:pt x="1021583" y="783848"/>
                  </a:cubicBezTo>
                  <a:lnTo>
                    <a:pt x="1029246" y="785791"/>
                  </a:lnTo>
                  <a:lnTo>
                    <a:pt x="1026695" y="770021"/>
                  </a:lnTo>
                  <a:cubicBezTo>
                    <a:pt x="1026695" y="513347"/>
                    <a:pt x="1407357" y="0"/>
                    <a:pt x="1876927" y="0"/>
                  </a:cubicBezTo>
                  <a:cubicBezTo>
                    <a:pt x="2111712" y="0"/>
                    <a:pt x="2324270" y="75113"/>
                    <a:pt x="2478132" y="208922"/>
                  </a:cubicBezTo>
                  <a:lnTo>
                    <a:pt x="2500065" y="232394"/>
                  </a:lnTo>
                  <a:lnTo>
                    <a:pt x="2513944" y="219952"/>
                  </a:lnTo>
                  <a:cubicBezTo>
                    <a:pt x="2683567" y="90237"/>
                    <a:pt x="2888050" y="0"/>
                    <a:pt x="3108161" y="0"/>
                  </a:cubicBez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rgbClr val="1F4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60" name="Group 22"/>
          <p:cNvGrpSpPr/>
          <p:nvPr/>
        </p:nvGrpSpPr>
        <p:grpSpPr>
          <a:xfrm>
            <a:off x="395576" y="3923931"/>
            <a:ext cx="953802" cy="435606"/>
            <a:chOff x="0" y="-1"/>
            <a:chExt cx="1887191" cy="861891"/>
          </a:xfrm>
        </p:grpSpPr>
        <p:sp>
          <p:nvSpPr>
            <p:cNvPr id="261" name="Shape 20"/>
            <p:cNvSpPr/>
            <p:nvPr>
              <p:custDataLst>
                <p:tags r:id="rId13"/>
              </p:custDataLst>
            </p:nvPr>
          </p:nvSpPr>
          <p:spPr>
            <a:xfrm>
              <a:off x="279400" y="406400"/>
              <a:ext cx="1606206" cy="4554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4" h="20451" extrusionOk="0">
                  <a:moveTo>
                    <a:pt x="0" y="19208"/>
                  </a:moveTo>
                  <a:cubicBezTo>
                    <a:pt x="4851" y="18183"/>
                    <a:pt x="8348" y="15830"/>
                    <a:pt x="11759" y="14762"/>
                  </a:cubicBezTo>
                  <a:cubicBezTo>
                    <a:pt x="14906" y="13777"/>
                    <a:pt x="17829" y="8081"/>
                    <a:pt x="19986" y="0"/>
                  </a:cubicBezTo>
                  <a:cubicBezTo>
                    <a:pt x="21056" y="3168"/>
                    <a:pt x="21600" y="19813"/>
                    <a:pt x="21573" y="19813"/>
                  </a:cubicBezTo>
                  <a:cubicBezTo>
                    <a:pt x="17828" y="19813"/>
                    <a:pt x="14082" y="19819"/>
                    <a:pt x="10337" y="19818"/>
                  </a:cubicBezTo>
                  <a:cubicBezTo>
                    <a:pt x="8484" y="19817"/>
                    <a:pt x="6631" y="19817"/>
                    <a:pt x="4779" y="19809"/>
                  </a:cubicBezTo>
                  <a:cubicBezTo>
                    <a:pt x="3446" y="19802"/>
                    <a:pt x="1189" y="21600"/>
                    <a:pt x="0" y="19208"/>
                  </a:cubicBezTo>
                  <a:close/>
                </a:path>
              </a:pathLst>
            </a:custGeom>
            <a:solidFill>
              <a:srgbClr val="E7E4EA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262" name="Shape 21"/>
            <p:cNvSpPr/>
            <p:nvPr>
              <p:custDataLst>
                <p:tags r:id="rId14"/>
              </p:custDataLst>
            </p:nvPr>
          </p:nvSpPr>
          <p:spPr>
            <a:xfrm>
              <a:off x="0" y="-1"/>
              <a:ext cx="1887191" cy="848841"/>
            </a:xfrm>
            <a:custGeom>
              <a:avLst/>
              <a:gdLst>
                <a:gd name="connsiteX0" fmla="*/ 7770 w 21600"/>
                <a:gd name="connsiteY0" fmla="*/ 21519 h 23557"/>
                <a:gd name="connsiteX1" fmla="*/ 0 w 21600"/>
                <a:gd name="connsiteY1" fmla="*/ 21519 h 23557"/>
                <a:gd name="connsiteX2" fmla="*/ 745 w 21600"/>
                <a:gd name="connsiteY2" fmla="*/ 12132 h 23557"/>
                <a:gd name="connsiteX3" fmla="*/ 4557 w 21600"/>
                <a:gd name="connsiteY3" fmla="*/ 10885 h 23557"/>
                <a:gd name="connsiteX4" fmla="*/ 8782 w 21600"/>
                <a:gd name="connsiteY4" fmla="*/ 1 h 23557"/>
                <a:gd name="connsiteX5" fmla="*/ 13726 w 21600"/>
                <a:gd name="connsiteY5" fmla="*/ 11178 h 23557"/>
                <a:gd name="connsiteX6" fmla="*/ 19043 w 21600"/>
                <a:gd name="connsiteY6" fmla="*/ 7147 h 23557"/>
                <a:gd name="connsiteX7" fmla="*/ 21600 w 21600"/>
                <a:gd name="connsiteY7" fmla="*/ 21519 h 23557"/>
                <a:gd name="connsiteX8" fmla="*/ 8690 w 21600"/>
                <a:gd name="connsiteY8" fmla="*/ 23557 h 23557"/>
                <a:gd name="connsiteX0-1" fmla="*/ 7770 w 21600"/>
                <a:gd name="connsiteY0-2" fmla="*/ 21519 h 21519"/>
                <a:gd name="connsiteX1-3" fmla="*/ 0 w 21600"/>
                <a:gd name="connsiteY1-4" fmla="*/ 21519 h 21519"/>
                <a:gd name="connsiteX2-5" fmla="*/ 745 w 21600"/>
                <a:gd name="connsiteY2-6" fmla="*/ 12132 h 21519"/>
                <a:gd name="connsiteX3-7" fmla="*/ 4557 w 21600"/>
                <a:gd name="connsiteY3-8" fmla="*/ 10885 h 21519"/>
                <a:gd name="connsiteX4-9" fmla="*/ 8782 w 21600"/>
                <a:gd name="connsiteY4-10" fmla="*/ 1 h 21519"/>
                <a:gd name="connsiteX5-11" fmla="*/ 13726 w 21600"/>
                <a:gd name="connsiteY5-12" fmla="*/ 11178 h 21519"/>
                <a:gd name="connsiteX6-13" fmla="*/ 19043 w 21600"/>
                <a:gd name="connsiteY6-14" fmla="*/ 7147 h 21519"/>
                <a:gd name="connsiteX7-15" fmla="*/ 21600 w 21600"/>
                <a:gd name="connsiteY7-16" fmla="*/ 21519 h 21519"/>
                <a:gd name="connsiteX0-17" fmla="*/ 0 w 21600"/>
                <a:gd name="connsiteY0-18" fmla="*/ 21519 h 21519"/>
                <a:gd name="connsiteX1-19" fmla="*/ 745 w 21600"/>
                <a:gd name="connsiteY1-20" fmla="*/ 12132 h 21519"/>
                <a:gd name="connsiteX2-21" fmla="*/ 4557 w 21600"/>
                <a:gd name="connsiteY2-22" fmla="*/ 10885 h 21519"/>
                <a:gd name="connsiteX3-23" fmla="*/ 8782 w 21600"/>
                <a:gd name="connsiteY3-24" fmla="*/ 1 h 21519"/>
                <a:gd name="connsiteX4-25" fmla="*/ 13726 w 21600"/>
                <a:gd name="connsiteY4-26" fmla="*/ 11178 h 21519"/>
                <a:gd name="connsiteX5-27" fmla="*/ 19043 w 21600"/>
                <a:gd name="connsiteY5-28" fmla="*/ 7147 h 21519"/>
                <a:gd name="connsiteX6-29" fmla="*/ 21600 w 21600"/>
                <a:gd name="connsiteY6-30" fmla="*/ 21519 h 2151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21600" h="21519" extrusionOk="0">
                  <a:moveTo>
                    <a:pt x="0" y="21519"/>
                  </a:moveTo>
                  <a:cubicBezTo>
                    <a:pt x="53" y="17915"/>
                    <a:pt x="143" y="14345"/>
                    <a:pt x="745" y="12132"/>
                  </a:cubicBezTo>
                  <a:cubicBezTo>
                    <a:pt x="1347" y="9920"/>
                    <a:pt x="2460" y="9063"/>
                    <a:pt x="4557" y="10885"/>
                  </a:cubicBezTo>
                  <a:cubicBezTo>
                    <a:pt x="4266" y="3514"/>
                    <a:pt x="6464" y="-81"/>
                    <a:pt x="8782" y="1"/>
                  </a:cubicBezTo>
                  <a:cubicBezTo>
                    <a:pt x="11100" y="83"/>
                    <a:pt x="13537" y="3842"/>
                    <a:pt x="13726" y="11178"/>
                  </a:cubicBezTo>
                  <a:cubicBezTo>
                    <a:pt x="14814" y="7849"/>
                    <a:pt x="17234" y="5175"/>
                    <a:pt x="19043" y="7147"/>
                  </a:cubicBezTo>
                  <a:cubicBezTo>
                    <a:pt x="21193" y="9491"/>
                    <a:pt x="21277" y="16976"/>
                    <a:pt x="21600" y="21519"/>
                  </a:cubicBezTo>
                </a:path>
              </a:pathLst>
            </a:custGeom>
            <a:noFill/>
            <a:ln w="38100" cap="flat">
              <a:solidFill>
                <a:srgbClr val="1F4E79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</p:grpSp>
      <p:grpSp>
        <p:nvGrpSpPr>
          <p:cNvPr id="264" name="Group 98"/>
          <p:cNvGrpSpPr/>
          <p:nvPr/>
        </p:nvGrpSpPr>
        <p:grpSpPr>
          <a:xfrm rot="1262012">
            <a:off x="1397198" y="1449667"/>
            <a:ext cx="673320" cy="842234"/>
            <a:chOff x="0" y="0"/>
            <a:chExt cx="1561716" cy="1953500"/>
          </a:xfrm>
        </p:grpSpPr>
        <p:grpSp>
          <p:nvGrpSpPr>
            <p:cNvPr id="265" name="Group 90"/>
            <p:cNvGrpSpPr/>
            <p:nvPr/>
          </p:nvGrpSpPr>
          <p:grpSpPr>
            <a:xfrm>
              <a:off x="622299" y="723900"/>
              <a:ext cx="539187" cy="576209"/>
              <a:chOff x="0" y="0"/>
              <a:chExt cx="539185" cy="576208"/>
            </a:xfrm>
          </p:grpSpPr>
          <p:sp>
            <p:nvSpPr>
              <p:cNvPr id="273" name="Shape 88"/>
              <p:cNvSpPr/>
              <p:nvPr>
                <p:custDataLst>
                  <p:tags r:id="rId11"/>
                </p:custDataLst>
              </p:nvPr>
            </p:nvSpPr>
            <p:spPr>
              <a:xfrm>
                <a:off x="-1" y="0"/>
                <a:ext cx="539187" cy="57620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124" h="17472" extrusionOk="0">
                    <a:moveTo>
                      <a:pt x="17716" y="14514"/>
                    </a:moveTo>
                    <a:cubicBezTo>
                      <a:pt x="20957" y="10991"/>
                      <a:pt x="21156" y="5148"/>
                      <a:pt x="16903" y="2098"/>
                    </a:cubicBezTo>
                    <a:cubicBezTo>
                      <a:pt x="10629" y="-2401"/>
                      <a:pt x="569" y="729"/>
                      <a:pt x="21" y="7726"/>
                    </a:cubicBezTo>
                    <a:cubicBezTo>
                      <a:pt x="-444" y="13669"/>
                      <a:pt x="6904" y="19199"/>
                      <a:pt x="13877" y="16965"/>
                    </a:cubicBezTo>
                    <a:cubicBezTo>
                      <a:pt x="15420" y="16471"/>
                      <a:pt x="16714" y="15603"/>
                      <a:pt x="17716" y="14514"/>
                    </a:cubicBezTo>
                    <a:close/>
                  </a:path>
                </a:pathLst>
              </a:custGeom>
              <a:solidFill>
                <a:srgbClr val="E7E4EA"/>
              </a:solidFill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74" name="Shape 89"/>
              <p:cNvSpPr/>
              <p:nvPr>
                <p:custDataLst>
                  <p:tags r:id="rId12"/>
                </p:custDataLst>
              </p:nvPr>
            </p:nvSpPr>
            <p:spPr>
              <a:xfrm>
                <a:off x="114300" y="114300"/>
                <a:ext cx="320568" cy="34257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125" h="17472" extrusionOk="0">
                    <a:moveTo>
                      <a:pt x="17716" y="14515"/>
                    </a:moveTo>
                    <a:cubicBezTo>
                      <a:pt x="20957" y="10992"/>
                      <a:pt x="21156" y="5149"/>
                      <a:pt x="16903" y="2099"/>
                    </a:cubicBezTo>
                    <a:cubicBezTo>
                      <a:pt x="10629" y="-2400"/>
                      <a:pt x="569" y="730"/>
                      <a:pt x="21" y="7727"/>
                    </a:cubicBezTo>
                    <a:cubicBezTo>
                      <a:pt x="-444" y="13670"/>
                      <a:pt x="6904" y="19200"/>
                      <a:pt x="13878" y="16966"/>
                    </a:cubicBezTo>
                    <a:cubicBezTo>
                      <a:pt x="15420" y="16471"/>
                      <a:pt x="16714" y="15604"/>
                      <a:pt x="17716" y="14515"/>
                    </a:cubicBezTo>
                    <a:close/>
                  </a:path>
                </a:pathLst>
              </a:custGeom>
              <a:solidFill>
                <a:srgbClr val="FDD67A"/>
              </a:solidFill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</p:grpSp>
        <p:grpSp>
          <p:nvGrpSpPr>
            <p:cNvPr id="266" name="Group 97"/>
            <p:cNvGrpSpPr/>
            <p:nvPr/>
          </p:nvGrpSpPr>
          <p:grpSpPr>
            <a:xfrm>
              <a:off x="0" y="-1"/>
              <a:ext cx="1561717" cy="1953502"/>
              <a:chOff x="0" y="0"/>
              <a:chExt cx="1561716" cy="1953500"/>
            </a:xfrm>
          </p:grpSpPr>
          <p:sp>
            <p:nvSpPr>
              <p:cNvPr id="267" name="Shape 91"/>
              <p:cNvSpPr/>
              <p:nvPr>
                <p:custDataLst>
                  <p:tags r:id="rId5"/>
                </p:custDataLst>
              </p:nvPr>
            </p:nvSpPr>
            <p:spPr>
              <a:xfrm>
                <a:off x="-1" y="0"/>
                <a:ext cx="1561718" cy="19535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113" h="21575" extrusionOk="0">
                    <a:moveTo>
                      <a:pt x="4422" y="10273"/>
                    </a:moveTo>
                    <a:cubicBezTo>
                      <a:pt x="4988" y="10128"/>
                      <a:pt x="5596" y="10037"/>
                      <a:pt x="6024" y="10128"/>
                    </a:cubicBezTo>
                    <a:cubicBezTo>
                      <a:pt x="7105" y="8239"/>
                      <a:pt x="8932" y="6998"/>
                      <a:pt x="10714" y="5587"/>
                    </a:cubicBezTo>
                    <a:cubicBezTo>
                      <a:pt x="12697" y="4016"/>
                      <a:pt x="14777" y="2735"/>
                      <a:pt x="17151" y="1581"/>
                    </a:cubicBezTo>
                    <a:cubicBezTo>
                      <a:pt x="18423" y="962"/>
                      <a:pt x="19735" y="449"/>
                      <a:pt x="21109" y="0"/>
                    </a:cubicBezTo>
                    <a:cubicBezTo>
                      <a:pt x="21057" y="17"/>
                      <a:pt x="21261" y="2955"/>
                      <a:pt x="20839" y="4745"/>
                    </a:cubicBezTo>
                    <a:cubicBezTo>
                      <a:pt x="20497" y="6196"/>
                      <a:pt x="20104" y="7587"/>
                      <a:pt x="19402" y="8948"/>
                    </a:cubicBezTo>
                    <a:cubicBezTo>
                      <a:pt x="18832" y="10055"/>
                      <a:pt x="18455" y="11150"/>
                      <a:pt x="17794" y="12230"/>
                    </a:cubicBezTo>
                    <a:cubicBezTo>
                      <a:pt x="17708" y="12371"/>
                      <a:pt x="16484" y="14383"/>
                      <a:pt x="16436" y="14360"/>
                    </a:cubicBezTo>
                    <a:cubicBezTo>
                      <a:pt x="16949" y="14631"/>
                      <a:pt x="17118" y="15843"/>
                      <a:pt x="17101" y="16284"/>
                    </a:cubicBezTo>
                    <a:cubicBezTo>
                      <a:pt x="17074" y="17045"/>
                      <a:pt x="16801" y="18083"/>
                      <a:pt x="16459" y="18783"/>
                    </a:cubicBezTo>
                    <a:cubicBezTo>
                      <a:pt x="15792" y="20152"/>
                      <a:pt x="14589" y="21319"/>
                      <a:pt x="12593" y="21505"/>
                    </a:cubicBezTo>
                    <a:cubicBezTo>
                      <a:pt x="12169" y="21545"/>
                      <a:pt x="11727" y="21600"/>
                      <a:pt x="11302" y="21562"/>
                    </a:cubicBezTo>
                    <a:cubicBezTo>
                      <a:pt x="11902" y="21366"/>
                      <a:pt x="12300" y="20667"/>
                      <a:pt x="12472" y="20196"/>
                    </a:cubicBezTo>
                    <a:cubicBezTo>
                      <a:pt x="12593" y="19865"/>
                      <a:pt x="12628" y="19516"/>
                      <a:pt x="12567" y="19173"/>
                    </a:cubicBezTo>
                    <a:cubicBezTo>
                      <a:pt x="12547" y="19061"/>
                      <a:pt x="12120" y="18241"/>
                      <a:pt x="12133" y="18225"/>
                    </a:cubicBezTo>
                    <a:cubicBezTo>
                      <a:pt x="11577" y="18901"/>
                      <a:pt x="10529" y="19406"/>
                      <a:pt x="9649" y="19755"/>
                    </a:cubicBezTo>
                    <a:cubicBezTo>
                      <a:pt x="9055" y="19528"/>
                      <a:pt x="7992" y="18910"/>
                      <a:pt x="7621" y="18704"/>
                    </a:cubicBezTo>
                    <a:cubicBezTo>
                      <a:pt x="6788" y="18241"/>
                      <a:pt x="5993" y="17735"/>
                      <a:pt x="5229" y="17198"/>
                    </a:cubicBezTo>
                    <a:cubicBezTo>
                      <a:pt x="4963" y="17011"/>
                      <a:pt x="4136" y="16487"/>
                      <a:pt x="4026" y="16251"/>
                    </a:cubicBezTo>
                    <a:cubicBezTo>
                      <a:pt x="3931" y="16045"/>
                      <a:pt x="4554" y="14389"/>
                      <a:pt x="4437" y="14350"/>
                    </a:cubicBezTo>
                    <a:cubicBezTo>
                      <a:pt x="3946" y="14185"/>
                      <a:pt x="3105" y="14445"/>
                      <a:pt x="2643" y="14602"/>
                    </a:cubicBezTo>
                    <a:cubicBezTo>
                      <a:pt x="2110" y="14785"/>
                      <a:pt x="835" y="15557"/>
                      <a:pt x="800" y="16582"/>
                    </a:cubicBezTo>
                    <a:cubicBezTo>
                      <a:pt x="-339" y="15137"/>
                      <a:pt x="-266" y="13495"/>
                      <a:pt x="1050" y="12196"/>
                    </a:cubicBezTo>
                    <a:cubicBezTo>
                      <a:pt x="1672" y="11583"/>
                      <a:pt x="2430" y="11014"/>
                      <a:pt x="3301" y="10647"/>
                    </a:cubicBezTo>
                    <a:cubicBezTo>
                      <a:pt x="3585" y="10527"/>
                      <a:pt x="3992" y="10384"/>
                      <a:pt x="4422" y="10273"/>
                    </a:cubicBezTo>
                    <a:close/>
                  </a:path>
                </a:pathLst>
              </a:custGeom>
              <a:noFill/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68" name="Shape 92"/>
              <p:cNvSpPr/>
              <p:nvPr>
                <p:custDataLst>
                  <p:tags r:id="rId6"/>
                </p:custDataLst>
              </p:nvPr>
            </p:nvSpPr>
            <p:spPr>
              <a:xfrm>
                <a:off x="1066800" y="266700"/>
                <a:ext cx="431366" cy="28903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cubicBezTo>
                      <a:pt x="2379" y="6426"/>
                      <a:pt x="7227" y="11376"/>
                      <a:pt x="11452" y="14964"/>
                    </a:cubicBezTo>
                    <a:cubicBezTo>
                      <a:pt x="13898" y="17041"/>
                      <a:pt x="19295" y="20423"/>
                      <a:pt x="21600" y="21600"/>
                    </a:cubicBezTo>
                  </a:path>
                </a:pathLst>
              </a:custGeom>
              <a:noFill/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69" name="Shape 93"/>
              <p:cNvSpPr/>
              <p:nvPr>
                <p:custDataLst>
                  <p:tags r:id="rId7"/>
                </p:custDataLst>
              </p:nvPr>
            </p:nvSpPr>
            <p:spPr>
              <a:xfrm>
                <a:off x="1003300" y="317500"/>
                <a:ext cx="479079" cy="3275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cubicBezTo>
                      <a:pt x="2142" y="5671"/>
                      <a:pt x="7183" y="11692"/>
                      <a:pt x="10987" y="14858"/>
                    </a:cubicBezTo>
                    <a:cubicBezTo>
                      <a:pt x="13189" y="16691"/>
                      <a:pt x="19525" y="20561"/>
                      <a:pt x="21600" y="21600"/>
                    </a:cubicBezTo>
                  </a:path>
                </a:pathLst>
              </a:custGeom>
              <a:noFill/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70" name="Shape 94"/>
              <p:cNvSpPr/>
              <p:nvPr>
                <p:custDataLst>
                  <p:tags r:id="rId8"/>
                </p:custDataLst>
              </p:nvPr>
            </p:nvSpPr>
            <p:spPr>
              <a:xfrm>
                <a:off x="317500" y="1028700"/>
                <a:ext cx="84374" cy="2675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cubicBezTo>
                      <a:pt x="4016" y="15315"/>
                      <a:pt x="14405" y="5985"/>
                      <a:pt x="21600" y="0"/>
                    </a:cubicBezTo>
                  </a:path>
                </a:pathLst>
              </a:custGeom>
              <a:noFill/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71" name="Shape 95"/>
              <p:cNvSpPr/>
              <p:nvPr>
                <p:custDataLst>
                  <p:tags r:id="rId9"/>
                </p:custDataLst>
              </p:nvPr>
            </p:nvSpPr>
            <p:spPr>
              <a:xfrm>
                <a:off x="889000" y="1409700"/>
                <a:ext cx="194631" cy="2416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cubicBezTo>
                      <a:pt x="8151" y="14365"/>
                      <a:pt x="14301" y="8151"/>
                      <a:pt x="21600" y="0"/>
                    </a:cubicBezTo>
                  </a:path>
                </a:pathLst>
              </a:custGeom>
              <a:noFill/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72" name="Shape 96"/>
              <p:cNvSpPr/>
              <p:nvPr>
                <p:custDataLst>
                  <p:tags r:id="rId10"/>
                </p:custDataLst>
              </p:nvPr>
            </p:nvSpPr>
            <p:spPr>
              <a:xfrm>
                <a:off x="304800" y="1358900"/>
                <a:ext cx="514350" cy="3492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cubicBezTo>
                      <a:pt x="2445" y="1850"/>
                      <a:pt x="4122" y="5622"/>
                      <a:pt x="6224" y="8181"/>
                    </a:cubicBezTo>
                    <a:cubicBezTo>
                      <a:pt x="8411" y="10843"/>
                      <a:pt x="10777" y="13242"/>
                      <a:pt x="13131" y="15565"/>
                    </a:cubicBezTo>
                    <a:cubicBezTo>
                      <a:pt x="15743" y="18141"/>
                      <a:pt x="18474" y="20652"/>
                      <a:pt x="21600" y="21600"/>
                    </a:cubicBezTo>
                  </a:path>
                </a:pathLst>
              </a:custGeom>
              <a:noFill/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2878455" cy="902335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08390" cy="32365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5088255" cy="721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Binary Trees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sz="quarter" idx="10"/>
            <p:custDataLst>
              <p:tags r:id="rId4"/>
            </p:custDataLst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23/09/11</a:t>
            </a:r>
          </a:p>
        </p:txBody>
      </p:sp>
      <p:pic>
        <p:nvPicPr>
          <p:cNvPr id="10" name="图片 9" descr="华工标志（透明版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433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Trees and Binary trees – Lecture 4-1</a:t>
            </a:r>
          </a:p>
        </p:txBody>
      </p:sp>
      <p:sp>
        <p:nvSpPr>
          <p:cNvPr id="1434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6418270-3881-40C3-AA92-CFE4732A76C8}" type="slidenum">
              <a:rPr lang="en-US" altLang="zh-CN" sz="790"/>
              <a:pPr/>
              <a:t>12</a:t>
            </a:fld>
            <a:endParaRPr lang="en-US" altLang="zh-CN" sz="790"/>
          </a:p>
        </p:txBody>
      </p:sp>
      <p:sp>
        <p:nvSpPr>
          <p:cNvPr id="143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605" y="1466850"/>
            <a:ext cx="8194040" cy="3173730"/>
          </a:xfrm>
        </p:spPr>
        <p:txBody>
          <a:bodyPr>
            <a:noAutofit/>
          </a:bodyPr>
          <a:lstStyle/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Every node has at most two children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Most popular tree in computer science</a:t>
            </a:r>
            <a:endParaRPr lang="en-US" altLang="zh-CN" sz="1200" dirty="0">
              <a:ea typeface="宋体" panose="02010600030101010101" pitchFamily="2" charset="-122"/>
            </a:endParaRPr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Given N nodes, what is the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minimum</a:t>
            </a:r>
            <a:r>
              <a:rPr lang="en-US" altLang="zh-CN" sz="2800" dirty="0">
                <a:ea typeface="宋体" panose="02010600030101010101" pitchFamily="2" charset="-122"/>
              </a:rPr>
              <a:t> depth of a binary tree? 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1600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008000"/>
                </a:solidFill>
                <a:ea typeface="宋体" panose="02010600030101010101" pitchFamily="2" charset="-122"/>
              </a:rPr>
              <a:t>This means all levels but the last are full!</a:t>
            </a:r>
            <a:endParaRPr lang="en-US" altLang="zh-CN" sz="800" dirty="0">
              <a:solidFill>
                <a:srgbClr val="008000"/>
              </a:solidFill>
              <a:ea typeface="宋体" panose="02010600030101010101" pitchFamily="2" charset="-122"/>
            </a:endParaRP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At depth d, you can have N = 2</a:t>
            </a:r>
            <a:r>
              <a:rPr lang="en-US" altLang="zh-CN" sz="2400" baseline="30000" dirty="0">
                <a:ea typeface="宋体" panose="02010600030101010101" pitchFamily="2" charset="-122"/>
              </a:rPr>
              <a:t>d</a:t>
            </a:r>
            <a:r>
              <a:rPr lang="en-US" altLang="zh-CN" sz="2400" dirty="0">
                <a:ea typeface="宋体" panose="02010600030101010101" pitchFamily="2" charset="-122"/>
              </a:rPr>
              <a:t> to N = 2</a:t>
            </a:r>
            <a:r>
              <a:rPr lang="en-US" altLang="zh-CN" sz="2400" baseline="30000" dirty="0">
                <a:ea typeface="宋体" panose="02010600030101010101" pitchFamily="2" charset="-122"/>
              </a:rPr>
              <a:t>d+1</a:t>
            </a:r>
            <a:r>
              <a:rPr lang="en-US" altLang="zh-CN" sz="2400" dirty="0">
                <a:ea typeface="宋体" panose="02010600030101010101" pitchFamily="2" charset="-122"/>
              </a:rPr>
              <a:t>-1 nodes </a:t>
            </a:r>
          </a:p>
        </p:txBody>
      </p:sp>
      <p:graphicFrame>
        <p:nvGraphicFramePr>
          <p:cNvPr id="14343" name="Object 8"/>
          <p:cNvGraphicFramePr>
            <a:graphicFrameLocks noChangeAspect="1"/>
          </p:cNvGraphicFramePr>
          <p:nvPr/>
        </p:nvGraphicFramePr>
        <p:xfrm>
          <a:off x="2071370" y="4723765"/>
          <a:ext cx="5068570" cy="481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0960000" imgH="5791200" progId="Equation.3">
                  <p:embed/>
                </p:oleObj>
              </mc:Choice>
              <mc:Fallback>
                <p:oleObj name="Equation" r:id="rId8" imgW="60960000" imgH="579120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1370" y="4723765"/>
                        <a:ext cx="5068570" cy="48196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550670" y="5286375"/>
            <a:ext cx="647382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2^d &lt;= N &lt; 2^</a:t>
            </a:r>
            <a:r>
              <a:rPr lang="zh-CN" altLang="en-US" sz="2800" dirty="0"/>
              <a:t>（</a:t>
            </a:r>
            <a:r>
              <a:rPr lang="en-US" altLang="zh-CN" sz="2800" dirty="0"/>
              <a:t>d+1</a:t>
            </a:r>
            <a:r>
              <a:rPr lang="zh-CN" altLang="en-US" sz="2800" dirty="0"/>
              <a:t>）</a:t>
            </a:r>
            <a:r>
              <a:rPr lang="en-US" altLang="zh-CN" sz="2800" dirty="0"/>
              <a:t>=&gt; d  &lt;= </a:t>
            </a:r>
            <a:r>
              <a:rPr lang="en-US" altLang="zh-CN" sz="2800" dirty="0" err="1"/>
              <a:t>logN</a:t>
            </a:r>
            <a:r>
              <a:rPr lang="en-US" altLang="zh-CN" sz="2800" dirty="0"/>
              <a:t> &lt; (d+1)</a:t>
            </a:r>
          </a:p>
          <a:p>
            <a:r>
              <a:rPr lang="en-US" altLang="zh-CN" sz="2800" dirty="0"/>
              <a:t>=&gt; </a:t>
            </a:r>
            <a:r>
              <a:rPr lang="en-US" altLang="zh-CN" sz="2800" dirty="0" err="1"/>
              <a:t>logN</a:t>
            </a:r>
            <a:r>
              <a:rPr lang="en-US" altLang="zh-CN" sz="2800" dirty="0"/>
              <a:t>  - 1 &lt;  d  &lt;= </a:t>
            </a:r>
            <a:r>
              <a:rPr lang="en-US" altLang="zh-CN" sz="2800" dirty="0" err="1"/>
              <a:t>logN</a:t>
            </a:r>
            <a:endParaRPr lang="en-US" altLang="zh-CN" sz="2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170930" cy="902335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08390" cy="27114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406515" cy="7213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Minimum depth vs node count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quarter" idx="10"/>
            <p:custDataLst>
              <p:tags r:id="rId4"/>
            </p:custDataLst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23/09/11</a:t>
            </a:r>
          </a:p>
        </p:txBody>
      </p:sp>
      <p:pic>
        <p:nvPicPr>
          <p:cNvPr id="12" name="图片 11" descr="华工标志（透明版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536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Trees and Binary trees – Lecture 4-1</a:t>
            </a:r>
          </a:p>
        </p:txBody>
      </p:sp>
      <p:sp>
        <p:nvSpPr>
          <p:cNvPr id="1536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8F12789-759C-40FD-B767-60D2BF1E68C9}" type="slidenum">
              <a:rPr lang="en-US" altLang="zh-CN" sz="790"/>
              <a:pPr/>
              <a:t>13</a:t>
            </a:fld>
            <a:endParaRPr lang="en-US" altLang="zh-CN" sz="790"/>
          </a:p>
        </p:txBody>
      </p:sp>
      <p:sp>
        <p:nvSpPr>
          <p:cNvPr id="15366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467995" y="1485265"/>
            <a:ext cx="8136255" cy="1246505"/>
          </a:xfrm>
        </p:spPr>
        <p:txBody>
          <a:bodyPr>
            <a:noAutofit/>
          </a:bodyPr>
          <a:lstStyle/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ea typeface="宋体" panose="02010600030101010101" pitchFamily="2" charset="-122"/>
              </a:rPr>
              <a:t>At depth d, you can have N = 2</a:t>
            </a:r>
            <a:r>
              <a:rPr lang="en-US" altLang="zh-CN" baseline="30000" dirty="0">
                <a:ea typeface="宋体" panose="02010600030101010101" pitchFamily="2" charset="-122"/>
              </a:rPr>
              <a:t>d</a:t>
            </a:r>
            <a:r>
              <a:rPr lang="en-US" altLang="zh-CN" dirty="0">
                <a:ea typeface="宋体" panose="02010600030101010101" pitchFamily="2" charset="-122"/>
              </a:rPr>
              <a:t> to 2</a:t>
            </a:r>
            <a:r>
              <a:rPr lang="en-US" altLang="zh-CN" baseline="30000" dirty="0">
                <a:ea typeface="宋体" panose="02010600030101010101" pitchFamily="2" charset="-122"/>
              </a:rPr>
              <a:t>d+1</a:t>
            </a:r>
            <a:r>
              <a:rPr lang="en-US" altLang="zh-CN" dirty="0">
                <a:ea typeface="宋体" panose="02010600030101010101" pitchFamily="2" charset="-122"/>
              </a:rPr>
              <a:t>-1 nodes 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ea typeface="宋体" panose="02010600030101010101" pitchFamily="2" charset="-122"/>
              </a:rPr>
              <a:t>minimum depth d is 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(log N)</a:t>
            </a:r>
            <a:endParaRPr lang="en-US" altLang="zh-CN" sz="1200" dirty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431290" y="4203700"/>
            <a:ext cx="3454400" cy="2134870"/>
            <a:chOff x="668230" y="5126782"/>
            <a:chExt cx="3143250" cy="1943100"/>
          </a:xfrm>
        </p:grpSpPr>
        <p:sp>
          <p:nvSpPr>
            <p:cNvPr id="15367" name="Oval 1028"/>
            <p:cNvSpPr>
              <a:spLocks noChangeArrowheads="1"/>
            </p:cNvSpPr>
            <p:nvPr/>
          </p:nvSpPr>
          <p:spPr bwMode="auto">
            <a:xfrm>
              <a:off x="2154130" y="5126782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5368" name="Oval 1029"/>
            <p:cNvSpPr>
              <a:spLocks noChangeArrowheads="1"/>
            </p:cNvSpPr>
            <p:nvPr/>
          </p:nvSpPr>
          <p:spPr bwMode="auto">
            <a:xfrm>
              <a:off x="1182580" y="5869732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dirty="0"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15369" name="Oval 1030"/>
            <p:cNvSpPr>
              <a:spLocks noChangeArrowheads="1"/>
            </p:cNvSpPr>
            <p:nvPr/>
          </p:nvSpPr>
          <p:spPr bwMode="auto">
            <a:xfrm>
              <a:off x="3011380" y="5869732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dirty="0"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15370" name="Oval 1031"/>
            <p:cNvSpPr>
              <a:spLocks noChangeArrowheads="1"/>
            </p:cNvSpPr>
            <p:nvPr/>
          </p:nvSpPr>
          <p:spPr bwMode="auto">
            <a:xfrm>
              <a:off x="2554180" y="6726982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15371" name="Oval 1032"/>
            <p:cNvSpPr>
              <a:spLocks noChangeArrowheads="1"/>
            </p:cNvSpPr>
            <p:nvPr/>
          </p:nvSpPr>
          <p:spPr bwMode="auto">
            <a:xfrm>
              <a:off x="3468580" y="6726982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15372" name="Oval 1042"/>
            <p:cNvSpPr>
              <a:spLocks noChangeArrowheads="1"/>
            </p:cNvSpPr>
            <p:nvPr/>
          </p:nvSpPr>
          <p:spPr bwMode="auto">
            <a:xfrm>
              <a:off x="668230" y="6726982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15373" name="Oval 1043"/>
            <p:cNvSpPr>
              <a:spLocks noChangeArrowheads="1"/>
            </p:cNvSpPr>
            <p:nvPr/>
          </p:nvSpPr>
          <p:spPr bwMode="auto">
            <a:xfrm>
              <a:off x="1639780" y="6726982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5</a:t>
              </a:r>
            </a:p>
          </p:txBody>
        </p:sp>
        <p:cxnSp>
          <p:nvCxnSpPr>
            <p:cNvPr id="15374" name="AutoShape 1048"/>
            <p:cNvCxnSpPr>
              <a:cxnSpLocks noChangeShapeType="1"/>
              <a:stCxn id="15367" idx="3"/>
              <a:endCxn id="15368" idx="7"/>
            </p:cNvCxnSpPr>
            <p:nvPr/>
          </p:nvCxnSpPr>
          <p:spPr bwMode="auto">
            <a:xfrm flipH="1">
              <a:off x="1475474" y="5419676"/>
              <a:ext cx="728663" cy="5000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375" name="AutoShape 1049"/>
            <p:cNvCxnSpPr>
              <a:cxnSpLocks noChangeShapeType="1"/>
              <a:stCxn id="15367" idx="5"/>
              <a:endCxn id="15369" idx="1"/>
            </p:cNvCxnSpPr>
            <p:nvPr/>
          </p:nvCxnSpPr>
          <p:spPr bwMode="auto">
            <a:xfrm>
              <a:off x="2447024" y="5419676"/>
              <a:ext cx="614363" cy="5000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376" name="AutoShape 1050"/>
            <p:cNvCxnSpPr>
              <a:cxnSpLocks noChangeShapeType="1"/>
              <a:stCxn id="15368" idx="3"/>
              <a:endCxn id="15372" idx="0"/>
            </p:cNvCxnSpPr>
            <p:nvPr/>
          </p:nvCxnSpPr>
          <p:spPr bwMode="auto">
            <a:xfrm flipH="1">
              <a:off x="839681" y="6162626"/>
              <a:ext cx="392906" cy="56435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377" name="AutoShape 1051"/>
            <p:cNvCxnSpPr>
              <a:cxnSpLocks noChangeShapeType="1"/>
              <a:stCxn id="15368" idx="5"/>
              <a:endCxn id="15373" idx="0"/>
            </p:cNvCxnSpPr>
            <p:nvPr/>
          </p:nvCxnSpPr>
          <p:spPr bwMode="auto">
            <a:xfrm>
              <a:off x="1475474" y="6162626"/>
              <a:ext cx="335756" cy="56435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378" name="AutoShape 1052"/>
            <p:cNvCxnSpPr>
              <a:cxnSpLocks noChangeShapeType="1"/>
              <a:stCxn id="15369" idx="3"/>
              <a:endCxn id="15370" idx="0"/>
            </p:cNvCxnSpPr>
            <p:nvPr/>
          </p:nvCxnSpPr>
          <p:spPr bwMode="auto">
            <a:xfrm flipH="1">
              <a:off x="2725631" y="6162626"/>
              <a:ext cx="335756" cy="56435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379" name="AutoShape 1053"/>
            <p:cNvCxnSpPr>
              <a:cxnSpLocks noChangeShapeType="1"/>
              <a:stCxn id="15369" idx="5"/>
              <a:endCxn id="15371" idx="0"/>
            </p:cNvCxnSpPr>
            <p:nvPr/>
          </p:nvCxnSpPr>
          <p:spPr bwMode="auto">
            <a:xfrm>
              <a:off x="3304274" y="6162626"/>
              <a:ext cx="335756" cy="56435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5380" name="Text Box 1065"/>
          <p:cNvSpPr txBox="1">
            <a:spLocks noChangeArrowheads="1"/>
          </p:cNvSpPr>
          <p:nvPr/>
        </p:nvSpPr>
        <p:spPr bwMode="auto">
          <a:xfrm>
            <a:off x="689610" y="2798445"/>
            <a:ext cx="6925310" cy="1198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T(n) = (f(n)) means</a:t>
            </a:r>
          </a:p>
          <a:p>
            <a:r>
              <a:rPr lang="en-US" altLang="zh-CN" sz="2400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T(n) = O(f(n)) and  f(n) = O(T(n)),</a:t>
            </a:r>
          </a:p>
          <a:p>
            <a:r>
              <a:rPr lang="en-US" altLang="zh-CN" sz="2400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i.e. T(n) and f(n) have the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same </a:t>
            </a:r>
            <a:r>
              <a:rPr lang="en-US" altLang="zh-CN" sz="2400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growth rate</a:t>
            </a:r>
          </a:p>
        </p:txBody>
      </p:sp>
      <p:sp>
        <p:nvSpPr>
          <p:cNvPr id="15381" name="Text Box 1066"/>
          <p:cNvSpPr txBox="1">
            <a:spLocks noChangeArrowheads="1"/>
          </p:cNvSpPr>
          <p:nvPr/>
        </p:nvSpPr>
        <p:spPr bwMode="auto">
          <a:xfrm>
            <a:off x="5415715" y="4798846"/>
            <a:ext cx="2553970" cy="1604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d=2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N=2</a:t>
            </a:r>
            <a:r>
              <a:rPr lang="en-US" altLang="zh-CN" sz="2400" baseline="30000" dirty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 to 2</a:t>
            </a:r>
            <a:r>
              <a:rPr lang="en-US" altLang="zh-CN" sz="2400" baseline="30000" dirty="0"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-1 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400" dirty="0" err="1">
                <a:ea typeface="宋体" panose="02010600030101010101" pitchFamily="2" charset="-122"/>
                <a:sym typeface="Symbol" panose="05050102010706020507" pitchFamily="18" charset="2"/>
              </a:rPr>
              <a:t>i.e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, 4 to 7 nodes)</a:t>
            </a:r>
            <a:endParaRPr lang="en-US" altLang="zh-CN" sz="2400" dirty="0">
              <a:ea typeface="宋体" panose="02010600030101010101" pitchFamily="2" charset="-122"/>
            </a:endParaRPr>
          </a:p>
          <a:p>
            <a:endParaRPr lang="en-US" altLang="zh-CN" sz="2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80" grpId="0" bldLvl="0" animBg="1"/>
      <p:bldP spid="15381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170930" cy="902335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08390" cy="20459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406515" cy="7213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Minimum depth vs node count</a:t>
            </a:r>
          </a:p>
        </p:txBody>
      </p:sp>
      <p:sp>
        <p:nvSpPr>
          <p:cNvPr id="21" name="日期占位符 3"/>
          <p:cNvSpPr>
            <a:spLocks noGrp="1"/>
          </p:cNvSpPr>
          <p:nvPr>
            <p:ph type="dt" sz="quarter" idx="10"/>
            <p:custDataLst>
              <p:tags r:id="rId4"/>
            </p:custDataLst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23/09/11</a:t>
            </a:r>
          </a:p>
        </p:txBody>
      </p:sp>
      <p:pic>
        <p:nvPicPr>
          <p:cNvPr id="22" name="图片 21" descr="华工标志（透明版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741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Trees and Binary trees – Lecture 4-1</a:t>
            </a:r>
          </a:p>
        </p:txBody>
      </p:sp>
      <p:sp>
        <p:nvSpPr>
          <p:cNvPr id="1741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B50CC6E-98C8-4E74-92D0-2D27952C0AD3}" type="slidenum">
              <a:rPr lang="en-US" altLang="zh-CN" sz="790"/>
              <a:pPr/>
              <a:t>14</a:t>
            </a:fld>
            <a:endParaRPr lang="en-US" altLang="zh-CN" sz="790"/>
          </a:p>
        </p:txBody>
      </p:sp>
      <p:sp>
        <p:nvSpPr>
          <p:cNvPr id="174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3730" y="1613535"/>
            <a:ext cx="7886700" cy="1780540"/>
          </a:xfrm>
        </p:spPr>
        <p:txBody>
          <a:bodyPr>
            <a:normAutofit lnSpcReduction="10000"/>
          </a:bodyPr>
          <a:lstStyle/>
          <a:p>
            <a:r>
              <a:rPr lang="en-US" altLang="zh-CN" dirty="0">
                <a:ea typeface="宋体" panose="02010600030101010101" pitchFamily="2" charset="-122"/>
              </a:rPr>
              <a:t>What is the maximum depth of a binary tree?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Degenerate case: Tree is a linked list!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Maximum depth =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N-1</a:t>
            </a:r>
            <a:endParaRPr lang="en-US" altLang="zh-CN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586865" y="3637280"/>
            <a:ext cx="5114290" cy="2973070"/>
            <a:chOff x="830684" y="4559126"/>
            <a:chExt cx="4914900" cy="2857500"/>
          </a:xfrm>
        </p:grpSpPr>
        <p:sp>
          <p:nvSpPr>
            <p:cNvPr id="7" name="Oval 1027"/>
            <p:cNvSpPr>
              <a:spLocks noChangeArrowheads="1"/>
            </p:cNvSpPr>
            <p:nvPr/>
          </p:nvSpPr>
          <p:spPr bwMode="auto">
            <a:xfrm>
              <a:off x="830684" y="4559126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8" name="Oval 1028"/>
            <p:cNvSpPr>
              <a:spLocks noChangeArrowheads="1"/>
            </p:cNvSpPr>
            <p:nvPr/>
          </p:nvSpPr>
          <p:spPr bwMode="auto">
            <a:xfrm>
              <a:off x="3973934" y="6159326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9" name="Oval 1029"/>
            <p:cNvSpPr>
              <a:spLocks noChangeArrowheads="1"/>
            </p:cNvSpPr>
            <p:nvPr/>
          </p:nvSpPr>
          <p:spPr bwMode="auto">
            <a:xfrm>
              <a:off x="1630784" y="4959176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10" name="Oval 1030"/>
            <p:cNvSpPr>
              <a:spLocks noChangeArrowheads="1"/>
            </p:cNvSpPr>
            <p:nvPr/>
          </p:nvSpPr>
          <p:spPr bwMode="auto">
            <a:xfrm>
              <a:off x="2488034" y="5359226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11" name="Oval 1031"/>
            <p:cNvSpPr>
              <a:spLocks noChangeArrowheads="1"/>
            </p:cNvSpPr>
            <p:nvPr/>
          </p:nvSpPr>
          <p:spPr bwMode="auto">
            <a:xfrm>
              <a:off x="3230984" y="5759276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12" name="Oval 1032"/>
            <p:cNvSpPr>
              <a:spLocks noChangeArrowheads="1"/>
            </p:cNvSpPr>
            <p:nvPr/>
          </p:nvSpPr>
          <p:spPr bwMode="auto">
            <a:xfrm>
              <a:off x="5402684" y="7073726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13" name="Oval 1033"/>
            <p:cNvSpPr>
              <a:spLocks noChangeArrowheads="1"/>
            </p:cNvSpPr>
            <p:nvPr/>
          </p:nvSpPr>
          <p:spPr bwMode="auto">
            <a:xfrm>
              <a:off x="4716884" y="6616526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>
                  <a:ea typeface="宋体" panose="02010600030101010101" pitchFamily="2" charset="-122"/>
                </a:rPr>
                <a:t>6</a:t>
              </a:r>
            </a:p>
          </p:txBody>
        </p:sp>
        <p:cxnSp>
          <p:nvCxnSpPr>
            <p:cNvPr id="14" name="AutoShape 1034"/>
            <p:cNvCxnSpPr>
              <a:cxnSpLocks noChangeShapeType="1"/>
              <a:stCxn id="7" idx="5"/>
              <a:endCxn id="9" idx="0"/>
            </p:cNvCxnSpPr>
            <p:nvPr/>
          </p:nvCxnSpPr>
          <p:spPr bwMode="auto">
            <a:xfrm>
              <a:off x="1123578" y="4852020"/>
              <a:ext cx="678656" cy="10715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" name="AutoShape 1035"/>
            <p:cNvCxnSpPr>
              <a:cxnSpLocks noChangeShapeType="1"/>
              <a:stCxn id="8" idx="5"/>
              <a:endCxn id="13" idx="0"/>
            </p:cNvCxnSpPr>
            <p:nvPr/>
          </p:nvCxnSpPr>
          <p:spPr bwMode="auto">
            <a:xfrm>
              <a:off x="4266828" y="6452220"/>
              <a:ext cx="621506" cy="1643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" name="AutoShape 1036"/>
            <p:cNvCxnSpPr>
              <a:cxnSpLocks noChangeShapeType="1"/>
              <a:stCxn id="9" idx="5"/>
              <a:endCxn id="10" idx="0"/>
            </p:cNvCxnSpPr>
            <p:nvPr/>
          </p:nvCxnSpPr>
          <p:spPr bwMode="auto">
            <a:xfrm>
              <a:off x="1923678" y="5252070"/>
              <a:ext cx="735806" cy="10715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" name="AutoShape 1037"/>
            <p:cNvCxnSpPr>
              <a:cxnSpLocks noChangeShapeType="1"/>
              <a:stCxn id="10" idx="5"/>
              <a:endCxn id="11" idx="0"/>
            </p:cNvCxnSpPr>
            <p:nvPr/>
          </p:nvCxnSpPr>
          <p:spPr bwMode="auto">
            <a:xfrm>
              <a:off x="2780928" y="5652120"/>
              <a:ext cx="621506" cy="10715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" name="AutoShape 1038"/>
            <p:cNvCxnSpPr>
              <a:cxnSpLocks noChangeShapeType="1"/>
              <a:stCxn id="11" idx="4"/>
              <a:endCxn id="8" idx="1"/>
            </p:cNvCxnSpPr>
            <p:nvPr/>
          </p:nvCxnSpPr>
          <p:spPr bwMode="auto">
            <a:xfrm>
              <a:off x="3402435" y="6102177"/>
              <a:ext cx="621506" cy="10715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" name="AutoShape 1039"/>
            <p:cNvCxnSpPr>
              <a:cxnSpLocks noChangeShapeType="1"/>
              <a:stCxn id="13" idx="5"/>
              <a:endCxn id="12" idx="0"/>
            </p:cNvCxnSpPr>
            <p:nvPr/>
          </p:nvCxnSpPr>
          <p:spPr bwMode="auto">
            <a:xfrm>
              <a:off x="5009778" y="6909420"/>
              <a:ext cx="564356" cy="1643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0" name="Text Box 1040"/>
          <p:cNvSpPr txBox="1">
            <a:spLocks noChangeArrowheads="1"/>
          </p:cNvSpPr>
          <p:nvPr/>
        </p:nvSpPr>
        <p:spPr bwMode="auto">
          <a:xfrm>
            <a:off x="4068445" y="3815715"/>
            <a:ext cx="4156710" cy="732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no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solidFill>
                  <a:srgbClr val="008000"/>
                </a:solidFill>
                <a:ea typeface="宋体" panose="02010600030101010101" pitchFamily="2" charset="-122"/>
              </a:rPr>
              <a:t>A linked list with high overhead</a:t>
            </a:r>
          </a:p>
          <a:p>
            <a:r>
              <a:rPr lang="en-US" altLang="zh-CN" dirty="0">
                <a:solidFill>
                  <a:srgbClr val="008000"/>
                </a:solidFill>
                <a:ea typeface="宋体" panose="02010600030101010101" pitchFamily="2" charset="-122"/>
              </a:rPr>
              <a:t>and few </a:t>
            </a:r>
            <a:r>
              <a:rPr lang="en-US" altLang="zh-CN" dirty="0">
                <a:solidFill>
                  <a:srgbClr val="008000"/>
                </a:solidFill>
              </a:rPr>
              <a:t>redeeming</a:t>
            </a:r>
            <a:r>
              <a:rPr lang="en-US" altLang="zh-CN" dirty="0">
                <a:solidFill>
                  <a:srgbClr val="008000"/>
                </a:solidFill>
                <a:ea typeface="宋体" panose="02010600030101010101" pitchFamily="2" charset="-122"/>
              </a:rPr>
              <a:t> characteristics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170930" cy="902335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08390" cy="47929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406515" cy="7213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Minimum depth vs node count</a:t>
            </a:r>
          </a:p>
        </p:txBody>
      </p:sp>
      <p:sp>
        <p:nvSpPr>
          <p:cNvPr id="21" name="日期占位符 3"/>
          <p:cNvSpPr>
            <a:spLocks noGrp="1"/>
          </p:cNvSpPr>
          <p:nvPr>
            <p:ph type="dt" sz="quarter" idx="10"/>
            <p:custDataLst>
              <p:tags r:id="rId4"/>
            </p:custDataLst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23/09/11</a:t>
            </a:r>
          </a:p>
        </p:txBody>
      </p:sp>
      <p:pic>
        <p:nvPicPr>
          <p:cNvPr id="22" name="图片 21" descr="华工标志（透明版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741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Trees and Binary trees – Lecture 4-1</a:t>
            </a:r>
          </a:p>
        </p:txBody>
      </p:sp>
      <p:sp>
        <p:nvSpPr>
          <p:cNvPr id="1741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B50CC6E-98C8-4E74-92D0-2D27952C0AD3}" type="slidenum">
              <a:rPr lang="en-US" altLang="zh-CN" sz="790"/>
              <a:pPr/>
              <a:t>15</a:t>
            </a:fld>
            <a:endParaRPr lang="en-US" altLang="zh-CN" sz="790"/>
          </a:p>
        </p:txBody>
      </p:sp>
      <p:sp>
        <p:nvSpPr>
          <p:cNvPr id="174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015" y="2636520"/>
            <a:ext cx="7835265" cy="1996440"/>
          </a:xfrm>
        </p:spPr>
        <p:txBody>
          <a:bodyPr>
            <a:normAutofit fontScale="90000" lnSpcReduction="20000"/>
          </a:bodyPr>
          <a:lstStyle/>
          <a:p>
            <a:pPr fontAlgn="auto">
              <a:lnSpc>
                <a:spcPct val="150000"/>
              </a:lnSpc>
              <a:spcBef>
                <a:spcPts val="100"/>
              </a:spcBef>
            </a:pPr>
            <a:r>
              <a:rPr lang="en-US" altLang="zh-CN" sz="3600" dirty="0">
                <a:solidFill>
                  <a:srgbClr val="FF0000"/>
                </a:solidFill>
                <a:ea typeface="宋体" panose="02010600030101010101" pitchFamily="2" charset="-122"/>
              </a:rPr>
              <a:t>Goal</a:t>
            </a:r>
            <a:r>
              <a:rPr lang="en-US" altLang="zh-CN" sz="3600" dirty="0">
                <a:ea typeface="宋体" panose="02010600030101010101" pitchFamily="2" charset="-122"/>
              </a:rPr>
              <a:t>: Would like to keep depth at around </a:t>
            </a:r>
            <a:r>
              <a:rPr lang="en-US" altLang="zh-CN" sz="3600" dirty="0" err="1">
                <a:ea typeface="宋体" panose="02010600030101010101" pitchFamily="2" charset="-122"/>
              </a:rPr>
              <a:t>logN</a:t>
            </a:r>
            <a:r>
              <a:rPr lang="en-US" altLang="zh-CN" sz="3600" dirty="0">
                <a:ea typeface="宋体" panose="02010600030101010101" pitchFamily="2" charset="-122"/>
              </a:rPr>
              <a:t> to get better performance than linked list for operations like Find</a:t>
            </a:r>
          </a:p>
        </p:txBody>
      </p:sp>
      <p:grpSp>
        <p:nvGrpSpPr>
          <p:cNvPr id="26" name="组合 25"/>
          <p:cNvGrpSpPr/>
          <p:nvPr/>
        </p:nvGrpSpPr>
        <p:grpSpPr>
          <a:xfrm rot="13140147">
            <a:off x="7689850" y="5232399"/>
            <a:ext cx="1083946" cy="795656"/>
            <a:chOff x="6579684" y="1851050"/>
            <a:chExt cx="4331267" cy="3176918"/>
          </a:xfrm>
          <a:noFill/>
        </p:grpSpPr>
        <p:grpSp>
          <p:nvGrpSpPr>
            <p:cNvPr id="32" name="Group 54"/>
            <p:cNvGrpSpPr/>
            <p:nvPr/>
          </p:nvGrpSpPr>
          <p:grpSpPr>
            <a:xfrm rot="2273417">
              <a:off x="7686158" y="1851050"/>
              <a:ext cx="3224793" cy="3176918"/>
              <a:chOff x="0" y="0"/>
              <a:chExt cx="1149595" cy="1132530"/>
            </a:xfrm>
            <a:grpFill/>
          </p:grpSpPr>
          <p:sp>
            <p:nvSpPr>
              <p:cNvPr id="33" name="Shape 51"/>
              <p:cNvSpPr/>
              <p:nvPr>
                <p:custDataLst>
                  <p:tags r:id="rId8"/>
                </p:custDataLst>
              </p:nvPr>
            </p:nvSpPr>
            <p:spPr>
              <a:xfrm>
                <a:off x="0" y="0"/>
                <a:ext cx="1149596" cy="113253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8835" h="18188" extrusionOk="0">
                    <a:moveTo>
                      <a:pt x="5118" y="17138"/>
                    </a:moveTo>
                    <a:cubicBezTo>
                      <a:pt x="9702" y="19314"/>
                      <a:pt x="15760" y="18135"/>
                      <a:pt x="17999" y="13346"/>
                    </a:cubicBezTo>
                    <a:cubicBezTo>
                      <a:pt x="21410" y="6050"/>
                      <a:pt x="13777" y="-2286"/>
                      <a:pt x="5944" y="578"/>
                    </a:cubicBezTo>
                    <a:cubicBezTo>
                      <a:pt x="2990" y="1657"/>
                      <a:pt x="197" y="6129"/>
                      <a:pt x="12" y="9065"/>
                    </a:cubicBezTo>
                    <a:cubicBezTo>
                      <a:pt x="-190" y="12266"/>
                      <a:pt x="2170" y="15739"/>
                      <a:pt x="5118" y="17138"/>
                    </a:cubicBezTo>
                    <a:close/>
                  </a:path>
                </a:pathLst>
              </a:custGeom>
              <a:grpFill/>
              <a:ln w="38100" cap="flat">
                <a:solidFill>
                  <a:schemeClr val="accent1">
                    <a:lumMod val="75000"/>
                    <a:alpha val="28000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34" name="Shape 52"/>
              <p:cNvSpPr/>
              <p:nvPr>
                <p:custDataLst>
                  <p:tags r:id="rId9"/>
                </p:custDataLst>
              </p:nvPr>
            </p:nvSpPr>
            <p:spPr>
              <a:xfrm>
                <a:off x="190500" y="177800"/>
                <a:ext cx="789686" cy="77796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8835" h="18188" extrusionOk="0">
                    <a:moveTo>
                      <a:pt x="5118" y="17138"/>
                    </a:moveTo>
                    <a:cubicBezTo>
                      <a:pt x="9703" y="19314"/>
                      <a:pt x="15760" y="18135"/>
                      <a:pt x="18000" y="13346"/>
                    </a:cubicBezTo>
                    <a:cubicBezTo>
                      <a:pt x="21411" y="6050"/>
                      <a:pt x="13778" y="-2286"/>
                      <a:pt x="5945" y="577"/>
                    </a:cubicBezTo>
                    <a:cubicBezTo>
                      <a:pt x="2991" y="1657"/>
                      <a:pt x="198" y="6129"/>
                      <a:pt x="12" y="9065"/>
                    </a:cubicBezTo>
                    <a:cubicBezTo>
                      <a:pt x="-189" y="12266"/>
                      <a:pt x="2171" y="15739"/>
                      <a:pt x="5118" y="17138"/>
                    </a:cubicBezTo>
                    <a:close/>
                  </a:path>
                </a:pathLst>
              </a:custGeom>
              <a:grpFill/>
              <a:ln w="38100" cap="flat">
                <a:solidFill>
                  <a:schemeClr val="accent1">
                    <a:lumMod val="75000"/>
                    <a:alpha val="28000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35" name="Shape 53"/>
              <p:cNvSpPr/>
              <p:nvPr>
                <p:custDataLst>
                  <p:tags r:id="rId10"/>
                </p:custDataLst>
              </p:nvPr>
            </p:nvSpPr>
            <p:spPr>
              <a:xfrm>
                <a:off x="381000" y="368300"/>
                <a:ext cx="396756" cy="3908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8835" h="18188" extrusionOk="0">
                    <a:moveTo>
                      <a:pt x="5118" y="17138"/>
                    </a:moveTo>
                    <a:cubicBezTo>
                      <a:pt x="9702" y="19314"/>
                      <a:pt x="15760" y="18135"/>
                      <a:pt x="17999" y="13346"/>
                    </a:cubicBezTo>
                    <a:cubicBezTo>
                      <a:pt x="21410" y="6050"/>
                      <a:pt x="13777" y="-2286"/>
                      <a:pt x="5944" y="578"/>
                    </a:cubicBezTo>
                    <a:cubicBezTo>
                      <a:pt x="2991" y="1657"/>
                      <a:pt x="197" y="6129"/>
                      <a:pt x="12" y="9065"/>
                    </a:cubicBezTo>
                    <a:cubicBezTo>
                      <a:pt x="-190" y="12266"/>
                      <a:pt x="2170" y="15739"/>
                      <a:pt x="5118" y="17138"/>
                    </a:cubicBezTo>
                    <a:close/>
                  </a:path>
                </a:pathLst>
              </a:custGeom>
              <a:grpFill/>
              <a:ln w="38100" cap="flat">
                <a:solidFill>
                  <a:schemeClr val="accent1">
                    <a:lumMod val="75000"/>
                    <a:alpha val="28000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</p:grpSp>
        <p:grpSp>
          <p:nvGrpSpPr>
            <p:cNvPr id="28" name="Group 58"/>
            <p:cNvGrpSpPr/>
            <p:nvPr/>
          </p:nvGrpSpPr>
          <p:grpSpPr>
            <a:xfrm rot="2273417">
              <a:off x="6579684" y="2485046"/>
              <a:ext cx="2252925" cy="2330728"/>
              <a:chOff x="0" y="0"/>
              <a:chExt cx="803139" cy="830875"/>
            </a:xfrm>
            <a:grpFill/>
          </p:grpSpPr>
          <p:sp>
            <p:nvSpPr>
              <p:cNvPr id="29" name="Shape 56"/>
              <p:cNvSpPr/>
              <p:nvPr>
                <p:custDataLst>
                  <p:tags r:id="rId6"/>
                </p:custDataLst>
              </p:nvPr>
            </p:nvSpPr>
            <p:spPr>
              <a:xfrm>
                <a:off x="0" y="431800"/>
                <a:ext cx="377118" cy="3990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9127" y="12126"/>
                    </a:moveTo>
                    <a:lnTo>
                      <a:pt x="0" y="9668"/>
                    </a:lnTo>
                    <a:lnTo>
                      <a:pt x="12334" y="0"/>
                    </a:lnTo>
                    <a:lnTo>
                      <a:pt x="19930" y="2881"/>
                    </a:lnTo>
                    <a:lnTo>
                      <a:pt x="21600" y="12126"/>
                    </a:lnTo>
                    <a:lnTo>
                      <a:pt x="10800" y="21600"/>
                    </a:lnTo>
                    <a:cubicBezTo>
                      <a:pt x="10800" y="21600"/>
                      <a:pt x="9127" y="12126"/>
                      <a:pt x="9127" y="12126"/>
                    </a:cubicBezTo>
                    <a:close/>
                  </a:path>
                </a:pathLst>
              </a:custGeom>
              <a:grpFill/>
              <a:ln w="38100" cap="flat">
                <a:solidFill>
                  <a:schemeClr val="accent1">
                    <a:lumMod val="75000"/>
                    <a:alpha val="28000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30" name="Shape 57"/>
              <p:cNvSpPr/>
              <p:nvPr>
                <p:custDataLst>
                  <p:tags r:id="rId7"/>
                </p:custDataLst>
              </p:nvPr>
            </p:nvSpPr>
            <p:spPr>
              <a:xfrm>
                <a:off x="165100" y="0"/>
                <a:ext cx="638040" cy="6619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cubicBezTo>
                      <a:pt x="21600" y="0"/>
                      <a:pt x="4432" y="18069"/>
                      <a:pt x="0" y="21600"/>
                    </a:cubicBezTo>
                  </a:path>
                </a:pathLst>
              </a:custGeom>
              <a:grpFill/>
              <a:ln w="38100" cap="flat">
                <a:solidFill>
                  <a:schemeClr val="accent1">
                    <a:lumMod val="75000"/>
                    <a:alpha val="28000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2739390" cy="902335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5871845" cy="36048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2903855" cy="7213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Binary Tree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sz="quarter" idx="10"/>
            <p:custDataLst>
              <p:tags r:id="rId4"/>
            </p:custDataLst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23/09/11</a:t>
            </a:r>
          </a:p>
        </p:txBody>
      </p:sp>
      <p:pic>
        <p:nvPicPr>
          <p:cNvPr id="10" name="图片 9" descr="华工标志（透明版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3555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Trees and Binary trees – Lecture 4-1</a:t>
            </a:r>
          </a:p>
        </p:txBody>
      </p:sp>
      <p:sp>
        <p:nvSpPr>
          <p:cNvPr id="23556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BA71F2A-765C-4B7E-8348-8DE07AA1C67C}" type="slidenum">
              <a:rPr lang="en-US" altLang="zh-CN" sz="790"/>
              <a:pPr/>
              <a:t>16</a:t>
            </a:fld>
            <a:endParaRPr lang="en-US" altLang="zh-CN" sz="790"/>
          </a:p>
        </p:txBody>
      </p:sp>
      <p:grpSp>
        <p:nvGrpSpPr>
          <p:cNvPr id="12" name="组合 11"/>
          <p:cNvGrpSpPr/>
          <p:nvPr/>
        </p:nvGrpSpPr>
        <p:grpSpPr>
          <a:xfrm>
            <a:off x="2181225" y="5083175"/>
            <a:ext cx="2313921" cy="1136273"/>
            <a:chOff x="7493" y="3071"/>
            <a:chExt cx="1849" cy="908"/>
          </a:xfrm>
        </p:grpSpPr>
        <p:sp>
          <p:nvSpPr>
            <p:cNvPr id="23578" name="Rectangle 23"/>
            <p:cNvSpPr>
              <a:spLocks noChangeArrowheads="1"/>
            </p:cNvSpPr>
            <p:nvPr/>
          </p:nvSpPr>
          <p:spPr bwMode="auto">
            <a:xfrm>
              <a:off x="8033" y="3678"/>
              <a:ext cx="270" cy="27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2400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3579" name="Rectangle 24"/>
            <p:cNvSpPr>
              <a:spLocks noChangeArrowheads="1"/>
            </p:cNvSpPr>
            <p:nvPr/>
          </p:nvSpPr>
          <p:spPr bwMode="auto">
            <a:xfrm>
              <a:off x="8303" y="3678"/>
              <a:ext cx="270" cy="270"/>
            </a:xfrm>
            <a:prstGeom prst="rect">
              <a:avLst/>
            </a:prstGeom>
            <a:solidFill>
              <a:srgbClr val="0080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23580" name="Rectangle 25"/>
            <p:cNvSpPr>
              <a:spLocks noChangeArrowheads="1"/>
            </p:cNvSpPr>
            <p:nvPr/>
          </p:nvSpPr>
          <p:spPr bwMode="auto">
            <a:xfrm>
              <a:off x="8033" y="3408"/>
              <a:ext cx="540" cy="2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endParaRPr lang="zh-CN" altLang="zh-CN" sz="2400">
                <a:ea typeface="宋体" panose="02010600030101010101" pitchFamily="2" charset="-122"/>
              </a:endParaRPr>
            </a:p>
          </p:txBody>
        </p:sp>
        <p:sp>
          <p:nvSpPr>
            <p:cNvPr id="23581" name="Text Box 26"/>
            <p:cNvSpPr txBox="1">
              <a:spLocks noChangeArrowheads="1"/>
            </p:cNvSpPr>
            <p:nvPr/>
          </p:nvSpPr>
          <p:spPr bwMode="auto">
            <a:xfrm>
              <a:off x="7965" y="3071"/>
              <a:ext cx="729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>
                  <a:ea typeface="宋体" panose="02010600030101010101" pitchFamily="2" charset="-122"/>
                </a:rPr>
                <a:t>data</a:t>
              </a:r>
            </a:p>
          </p:txBody>
        </p:sp>
        <p:sp>
          <p:nvSpPr>
            <p:cNvPr id="23582" name="Text Box 27"/>
            <p:cNvSpPr txBox="1">
              <a:spLocks noChangeArrowheads="1"/>
            </p:cNvSpPr>
            <p:nvPr/>
          </p:nvSpPr>
          <p:spPr bwMode="auto">
            <a:xfrm>
              <a:off x="7493" y="3611"/>
              <a:ext cx="1849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dirty="0">
                  <a:solidFill>
                    <a:srgbClr val="FF0000"/>
                  </a:solidFill>
                  <a:ea typeface="宋体" panose="02010600030101010101" pitchFamily="2" charset="-122"/>
                </a:rPr>
                <a:t>left             </a:t>
              </a:r>
              <a:r>
                <a:rPr lang="en-US" altLang="zh-CN" sz="2400" dirty="0">
                  <a:solidFill>
                    <a:srgbClr val="008000"/>
                  </a:solidFill>
                  <a:ea typeface="宋体" panose="02010600030101010101" pitchFamily="2" charset="-122"/>
                </a:rPr>
                <a:t>right</a:t>
              </a: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6560820" y="2343150"/>
            <a:ext cx="2245360" cy="2929432"/>
            <a:chOff x="4972050" y="3624263"/>
            <a:chExt cx="1489498" cy="1943100"/>
          </a:xfrm>
        </p:grpSpPr>
        <p:sp>
          <p:nvSpPr>
            <p:cNvPr id="61" name="Oval 4"/>
            <p:cNvSpPr>
              <a:spLocks noChangeArrowheads="1"/>
            </p:cNvSpPr>
            <p:nvPr/>
          </p:nvSpPr>
          <p:spPr bwMode="auto">
            <a:xfrm>
              <a:off x="5269706" y="3624263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20000"/>
                </a:lnSpc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2" name="Oval 5"/>
            <p:cNvSpPr>
              <a:spLocks noChangeArrowheads="1"/>
            </p:cNvSpPr>
            <p:nvPr/>
          </p:nvSpPr>
          <p:spPr bwMode="auto">
            <a:xfrm>
              <a:off x="4972050" y="4367213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20000"/>
                </a:lnSpc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3" name="Oval 6"/>
            <p:cNvSpPr>
              <a:spLocks noChangeArrowheads="1"/>
            </p:cNvSpPr>
            <p:nvPr/>
          </p:nvSpPr>
          <p:spPr bwMode="auto">
            <a:xfrm>
              <a:off x="5657850" y="4367213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20000"/>
                </a:lnSpc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4" name="Oval 7"/>
            <p:cNvSpPr>
              <a:spLocks noChangeArrowheads="1"/>
            </p:cNvSpPr>
            <p:nvPr/>
          </p:nvSpPr>
          <p:spPr bwMode="auto">
            <a:xfrm>
              <a:off x="5314950" y="5224463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20000"/>
                </a:lnSpc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5" name="Oval 8"/>
            <p:cNvSpPr>
              <a:spLocks noChangeArrowheads="1"/>
            </p:cNvSpPr>
            <p:nvPr/>
          </p:nvSpPr>
          <p:spPr bwMode="auto">
            <a:xfrm>
              <a:off x="6000750" y="5224463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20000"/>
                </a:lnSpc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6" name="Line 9"/>
            <p:cNvSpPr>
              <a:spLocks noChangeShapeType="1"/>
            </p:cNvSpPr>
            <p:nvPr/>
          </p:nvSpPr>
          <p:spPr bwMode="auto">
            <a:xfrm flipH="1">
              <a:off x="5157192" y="3956447"/>
              <a:ext cx="226814" cy="4180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67" name="Line 10"/>
            <p:cNvSpPr>
              <a:spLocks noChangeShapeType="1"/>
            </p:cNvSpPr>
            <p:nvPr/>
          </p:nvSpPr>
          <p:spPr bwMode="auto">
            <a:xfrm>
              <a:off x="5498307" y="3945732"/>
              <a:ext cx="273844" cy="4548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68" name="Line 11"/>
            <p:cNvSpPr>
              <a:spLocks noChangeShapeType="1"/>
            </p:cNvSpPr>
            <p:nvPr/>
          </p:nvSpPr>
          <p:spPr bwMode="auto">
            <a:xfrm flipH="1">
              <a:off x="5486400" y="4710113"/>
              <a:ext cx="34290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69" name="Line 12"/>
            <p:cNvSpPr>
              <a:spLocks noChangeShapeType="1"/>
            </p:cNvSpPr>
            <p:nvPr/>
          </p:nvSpPr>
          <p:spPr bwMode="auto">
            <a:xfrm>
              <a:off x="5829300" y="4710113"/>
              <a:ext cx="28575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70" name="Text Box 13"/>
            <p:cNvSpPr txBox="1">
              <a:spLocks noChangeArrowheads="1"/>
            </p:cNvSpPr>
            <p:nvPr/>
          </p:nvSpPr>
          <p:spPr bwMode="auto">
            <a:xfrm>
              <a:off x="5297091" y="3625850"/>
              <a:ext cx="303609" cy="305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en-US" altLang="zh-CN" dirty="0">
                  <a:ea typeface="宋体" panose="02010600030101010101" pitchFamily="2" charset="-122"/>
                </a:rPr>
                <a:t>9</a:t>
              </a:r>
            </a:p>
          </p:txBody>
        </p:sp>
        <p:sp>
          <p:nvSpPr>
            <p:cNvPr id="71" name="Text Box 14"/>
            <p:cNvSpPr txBox="1">
              <a:spLocks noChangeArrowheads="1"/>
            </p:cNvSpPr>
            <p:nvPr/>
          </p:nvSpPr>
          <p:spPr bwMode="auto">
            <a:xfrm>
              <a:off x="5000625" y="4380707"/>
              <a:ext cx="303610" cy="305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en-US" altLang="zh-CN" dirty="0"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72" name="Text Box 15"/>
            <p:cNvSpPr txBox="1">
              <a:spLocks noChangeArrowheads="1"/>
            </p:cNvSpPr>
            <p:nvPr/>
          </p:nvSpPr>
          <p:spPr bwMode="auto">
            <a:xfrm>
              <a:off x="5281216" y="5231547"/>
              <a:ext cx="406001" cy="305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en-US" altLang="zh-CN" dirty="0"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79" name="Text Box 22"/>
            <p:cNvSpPr txBox="1">
              <a:spLocks noChangeArrowheads="1"/>
            </p:cNvSpPr>
            <p:nvPr/>
          </p:nvSpPr>
          <p:spPr bwMode="auto">
            <a:xfrm>
              <a:off x="5593511" y="4376818"/>
              <a:ext cx="519113" cy="305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en-US" altLang="zh-CN" dirty="0">
                  <a:ea typeface="宋体" panose="02010600030101010101" pitchFamily="2" charset="-122"/>
                </a:rPr>
                <a:t>94</a:t>
              </a:r>
            </a:p>
          </p:txBody>
        </p:sp>
        <p:sp>
          <p:nvSpPr>
            <p:cNvPr id="80" name="Text Box 23"/>
            <p:cNvSpPr txBox="1">
              <a:spLocks noChangeArrowheads="1"/>
            </p:cNvSpPr>
            <p:nvPr/>
          </p:nvSpPr>
          <p:spPr bwMode="auto">
            <a:xfrm>
              <a:off x="5942435" y="5246053"/>
              <a:ext cx="519113" cy="305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en-US" altLang="zh-CN" dirty="0">
                  <a:ea typeface="宋体" panose="02010600030101010101" pitchFamily="2" charset="-122"/>
                </a:rPr>
                <a:t>97</a:t>
              </a:r>
            </a:p>
          </p:txBody>
        </p:sp>
      </p:grpSp>
      <p:sp>
        <p:nvSpPr>
          <p:cNvPr id="2" name="矩形 1"/>
          <p:cNvSpPr/>
          <p:nvPr/>
        </p:nvSpPr>
        <p:spPr>
          <a:xfrm>
            <a:off x="395605" y="1557020"/>
            <a:ext cx="5601335" cy="335343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template &lt;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typename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E&gt; class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BinNode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</a:t>
            </a:r>
          </a:p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public: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E&amp; 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= 0; </a:t>
            </a:r>
            <a:r>
              <a:rPr lang="en-US" altLang="zh-CN" sz="16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//return the node’s value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virtual void </a:t>
            </a:r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setElement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E&amp;) = 0; </a:t>
            </a:r>
            <a:r>
              <a:rPr lang="en-US" altLang="zh-CN" sz="16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//set the node’s value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BinNode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left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  </a:t>
            </a:r>
            <a:r>
              <a:rPr lang="en-US" altLang="zh-CN" sz="16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//return the node’s left child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void </a:t>
            </a:r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setLeft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BinNode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*) = 0; </a:t>
            </a:r>
            <a:r>
              <a:rPr lang="en-US" altLang="zh-CN" sz="16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//set the left child</a:t>
            </a:r>
          </a:p>
          <a:p>
            <a:pPr>
              <a:defRPr/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virtual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BinNode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right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 </a:t>
            </a:r>
            <a:r>
              <a:rPr lang="en-US" altLang="zh-CN" sz="16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//return the right child</a:t>
            </a:r>
          </a:p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virtual void </a:t>
            </a:r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setRight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BinNode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*) = 0; </a:t>
            </a:r>
            <a:r>
              <a:rPr lang="en-US" altLang="zh-CN" sz="16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//set the right child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bool </a:t>
            </a:r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isLeaf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= 0; </a:t>
            </a:r>
            <a:r>
              <a:rPr lang="en-US" altLang="zh-CN" sz="16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//check if a node is a leaf or not</a:t>
            </a:r>
          </a:p>
          <a:p>
            <a:pPr>
              <a:defRPr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  <a:endParaRPr lang="en-US" altLang="zh-CN" sz="1600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998720" cy="902335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91880" cy="48685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4626610" cy="7213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Traversing Binary Trees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sz="quarter" idx="10"/>
            <p:custDataLst>
              <p:tags r:id="rId4"/>
            </p:custDataLst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23/09/11</a:t>
            </a:r>
          </a:p>
        </p:txBody>
      </p:sp>
      <p:pic>
        <p:nvPicPr>
          <p:cNvPr id="10" name="图片 9" descr="华工标志（透明版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4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945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Trees and Binary trees – Lecture 4-1</a:t>
            </a:r>
          </a:p>
        </p:txBody>
      </p:sp>
      <p:sp>
        <p:nvSpPr>
          <p:cNvPr id="1946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A4AA214-2CFA-4C74-9923-6FC5F959F7E6}" type="slidenum">
              <a:rPr lang="en-US" altLang="zh-CN" sz="790"/>
              <a:pPr/>
              <a:t>17</a:t>
            </a:fld>
            <a:endParaRPr lang="en-US" altLang="zh-CN" sz="790"/>
          </a:p>
        </p:txBody>
      </p:sp>
      <p:sp>
        <p:nvSpPr>
          <p:cNvPr id="194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2092" y="1685292"/>
            <a:ext cx="7886700" cy="4351337"/>
          </a:xfrm>
        </p:spPr>
        <p:txBody>
          <a:bodyPr>
            <a:normAutofit fontScale="90000" lnSpcReduction="10000"/>
          </a:bodyPr>
          <a:lstStyle/>
          <a:p>
            <a:pPr algn="just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>
                <a:ea typeface="宋体" panose="02010600030101010101" pitchFamily="2" charset="-122"/>
              </a:rPr>
              <a:t>The definitions of the traversals are recursive definitions. For example:</a:t>
            </a:r>
          </a:p>
          <a:p>
            <a:pPr lvl="1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>
                <a:ea typeface="宋体" panose="02010600030101010101" pitchFamily="2" charset="-122"/>
              </a:rPr>
              <a:t>Visit the root</a:t>
            </a:r>
          </a:p>
          <a:p>
            <a:pPr lvl="1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>
                <a:ea typeface="宋体" panose="02010600030101010101" pitchFamily="2" charset="-122"/>
              </a:rPr>
              <a:t>Visit the left subtree (i.e., visit the tree whose root is the left child) and do this recursively</a:t>
            </a:r>
          </a:p>
          <a:p>
            <a:pPr lvl="1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>
                <a:ea typeface="宋体" panose="02010600030101010101" pitchFamily="2" charset="-122"/>
              </a:rPr>
              <a:t>Visit the right subtree (i.e., visit the tree whose root is the right child) and do this recursively</a:t>
            </a:r>
          </a:p>
          <a:p>
            <a:pPr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>
                <a:ea typeface="宋体" panose="02010600030101010101" pitchFamily="2" charset="-122"/>
              </a:rPr>
              <a:t>Traversal definitions can be extended to general (non-binary) trees </a:t>
            </a:r>
          </a:p>
        </p:txBody>
      </p:sp>
      <p:grpSp>
        <p:nvGrpSpPr>
          <p:cNvPr id="1279" name="组合 1278"/>
          <p:cNvGrpSpPr/>
          <p:nvPr/>
        </p:nvGrpSpPr>
        <p:grpSpPr>
          <a:xfrm>
            <a:off x="7901730" y="5772133"/>
            <a:ext cx="893233" cy="990600"/>
            <a:chOff x="2084388" y="1965325"/>
            <a:chExt cx="669925" cy="742950"/>
          </a:xfrm>
          <a:solidFill>
            <a:srgbClr val="1E7AB6"/>
          </a:solidFill>
        </p:grpSpPr>
        <p:sp>
          <p:nvSpPr>
            <p:cNvPr id="12811" name="Freeform 523"/>
            <p:cNvSpPr/>
            <p:nvPr>
              <p:custDataLst>
                <p:tags r:id="rId6"/>
              </p:custDataLst>
            </p:nvPr>
          </p:nvSpPr>
          <p:spPr bwMode="auto">
            <a:xfrm>
              <a:off x="2165351" y="2058988"/>
              <a:ext cx="85725" cy="117475"/>
            </a:xfrm>
            <a:custGeom>
              <a:avLst/>
              <a:gdLst/>
              <a:ahLst/>
              <a:cxnLst>
                <a:cxn ang="0">
                  <a:pos x="209" y="0"/>
                </a:cxn>
                <a:cxn ang="0">
                  <a:pos x="209" y="0"/>
                </a:cxn>
                <a:cxn ang="0">
                  <a:pos x="202" y="2"/>
                </a:cxn>
                <a:cxn ang="0">
                  <a:pos x="197" y="5"/>
                </a:cxn>
                <a:cxn ang="0">
                  <a:pos x="192" y="9"/>
                </a:cxn>
                <a:cxn ang="0">
                  <a:pos x="187" y="14"/>
                </a:cxn>
                <a:cxn ang="0">
                  <a:pos x="178" y="24"/>
                </a:cxn>
                <a:cxn ang="0">
                  <a:pos x="170" y="36"/>
                </a:cxn>
                <a:cxn ang="0">
                  <a:pos x="170" y="36"/>
                </a:cxn>
                <a:cxn ang="0">
                  <a:pos x="153" y="58"/>
                </a:cxn>
                <a:cxn ang="0">
                  <a:pos x="136" y="82"/>
                </a:cxn>
                <a:cxn ang="0">
                  <a:pos x="99" y="126"/>
                </a:cxn>
                <a:cxn ang="0">
                  <a:pos x="99" y="126"/>
                </a:cxn>
                <a:cxn ang="0">
                  <a:pos x="68" y="166"/>
                </a:cxn>
                <a:cxn ang="0">
                  <a:pos x="52" y="185"/>
                </a:cxn>
                <a:cxn ang="0">
                  <a:pos x="39" y="206"/>
                </a:cxn>
                <a:cxn ang="0">
                  <a:pos x="39" y="206"/>
                </a:cxn>
                <a:cxn ang="0">
                  <a:pos x="26" y="226"/>
                </a:cxn>
                <a:cxn ang="0">
                  <a:pos x="14" y="245"/>
                </a:cxn>
                <a:cxn ang="0">
                  <a:pos x="9" y="257"/>
                </a:cxn>
                <a:cxn ang="0">
                  <a:pos x="4" y="268"/>
                </a:cxn>
                <a:cxn ang="0">
                  <a:pos x="1" y="279"/>
                </a:cxn>
                <a:cxn ang="0">
                  <a:pos x="0" y="290"/>
                </a:cxn>
                <a:cxn ang="0">
                  <a:pos x="0" y="290"/>
                </a:cxn>
                <a:cxn ang="0">
                  <a:pos x="0" y="293"/>
                </a:cxn>
                <a:cxn ang="0">
                  <a:pos x="1" y="294"/>
                </a:cxn>
                <a:cxn ang="0">
                  <a:pos x="2" y="295"/>
                </a:cxn>
                <a:cxn ang="0">
                  <a:pos x="5" y="296"/>
                </a:cxn>
                <a:cxn ang="0">
                  <a:pos x="9" y="294"/>
                </a:cxn>
                <a:cxn ang="0">
                  <a:pos x="10" y="293"/>
                </a:cxn>
                <a:cxn ang="0">
                  <a:pos x="10" y="290"/>
                </a:cxn>
                <a:cxn ang="0">
                  <a:pos x="10" y="290"/>
                </a:cxn>
                <a:cxn ang="0">
                  <a:pos x="13" y="279"/>
                </a:cxn>
                <a:cxn ang="0">
                  <a:pos x="15" y="269"/>
                </a:cxn>
                <a:cxn ang="0">
                  <a:pos x="19" y="260"/>
                </a:cxn>
                <a:cxn ang="0">
                  <a:pos x="25" y="249"/>
                </a:cxn>
                <a:cxn ang="0">
                  <a:pos x="36" y="230"/>
                </a:cxn>
                <a:cxn ang="0">
                  <a:pos x="48" y="211"/>
                </a:cxn>
                <a:cxn ang="0">
                  <a:pos x="48" y="211"/>
                </a:cxn>
                <a:cxn ang="0">
                  <a:pos x="62" y="192"/>
                </a:cxn>
                <a:cxn ang="0">
                  <a:pos x="77" y="172"/>
                </a:cxn>
                <a:cxn ang="0">
                  <a:pos x="107" y="134"/>
                </a:cxn>
                <a:cxn ang="0">
                  <a:pos x="107" y="134"/>
                </a:cxn>
                <a:cxn ang="0">
                  <a:pos x="121" y="117"/>
                </a:cxn>
                <a:cxn ang="0">
                  <a:pos x="136" y="99"/>
                </a:cxn>
                <a:cxn ang="0">
                  <a:pos x="163" y="62"/>
                </a:cxn>
                <a:cxn ang="0">
                  <a:pos x="163" y="62"/>
                </a:cxn>
                <a:cxn ang="0">
                  <a:pos x="174" y="49"/>
                </a:cxn>
                <a:cxn ang="0">
                  <a:pos x="185" y="32"/>
                </a:cxn>
                <a:cxn ang="0">
                  <a:pos x="191" y="24"/>
                </a:cxn>
                <a:cxn ang="0">
                  <a:pos x="197" y="18"/>
                </a:cxn>
                <a:cxn ang="0">
                  <a:pos x="205" y="14"/>
                </a:cxn>
                <a:cxn ang="0">
                  <a:pos x="212" y="10"/>
                </a:cxn>
                <a:cxn ang="0">
                  <a:pos x="212" y="10"/>
                </a:cxn>
                <a:cxn ang="0">
                  <a:pos x="214" y="10"/>
                </a:cxn>
                <a:cxn ang="0">
                  <a:pos x="216" y="7"/>
                </a:cxn>
                <a:cxn ang="0">
                  <a:pos x="216" y="4"/>
                </a:cxn>
                <a:cxn ang="0">
                  <a:pos x="213" y="1"/>
                </a:cxn>
                <a:cxn ang="0">
                  <a:pos x="212" y="0"/>
                </a:cxn>
                <a:cxn ang="0">
                  <a:pos x="209" y="0"/>
                </a:cxn>
                <a:cxn ang="0">
                  <a:pos x="209" y="0"/>
                </a:cxn>
              </a:cxnLst>
              <a:rect l="0" t="0" r="r" b="b"/>
              <a:pathLst>
                <a:path w="216" h="296">
                  <a:moveTo>
                    <a:pt x="209" y="0"/>
                  </a:moveTo>
                  <a:lnTo>
                    <a:pt x="209" y="0"/>
                  </a:lnTo>
                  <a:lnTo>
                    <a:pt x="202" y="2"/>
                  </a:lnTo>
                  <a:lnTo>
                    <a:pt x="197" y="5"/>
                  </a:lnTo>
                  <a:lnTo>
                    <a:pt x="192" y="9"/>
                  </a:lnTo>
                  <a:lnTo>
                    <a:pt x="187" y="14"/>
                  </a:lnTo>
                  <a:lnTo>
                    <a:pt x="178" y="24"/>
                  </a:lnTo>
                  <a:lnTo>
                    <a:pt x="170" y="36"/>
                  </a:lnTo>
                  <a:lnTo>
                    <a:pt x="170" y="36"/>
                  </a:lnTo>
                  <a:lnTo>
                    <a:pt x="153" y="58"/>
                  </a:lnTo>
                  <a:lnTo>
                    <a:pt x="136" y="82"/>
                  </a:lnTo>
                  <a:lnTo>
                    <a:pt x="99" y="126"/>
                  </a:lnTo>
                  <a:lnTo>
                    <a:pt x="99" y="126"/>
                  </a:lnTo>
                  <a:lnTo>
                    <a:pt x="68" y="166"/>
                  </a:lnTo>
                  <a:lnTo>
                    <a:pt x="52" y="185"/>
                  </a:lnTo>
                  <a:lnTo>
                    <a:pt x="39" y="206"/>
                  </a:lnTo>
                  <a:lnTo>
                    <a:pt x="39" y="206"/>
                  </a:lnTo>
                  <a:lnTo>
                    <a:pt x="26" y="226"/>
                  </a:lnTo>
                  <a:lnTo>
                    <a:pt x="14" y="245"/>
                  </a:lnTo>
                  <a:lnTo>
                    <a:pt x="9" y="257"/>
                  </a:lnTo>
                  <a:lnTo>
                    <a:pt x="4" y="268"/>
                  </a:lnTo>
                  <a:lnTo>
                    <a:pt x="1" y="279"/>
                  </a:lnTo>
                  <a:lnTo>
                    <a:pt x="0" y="290"/>
                  </a:lnTo>
                  <a:lnTo>
                    <a:pt x="0" y="290"/>
                  </a:lnTo>
                  <a:lnTo>
                    <a:pt x="0" y="293"/>
                  </a:lnTo>
                  <a:lnTo>
                    <a:pt x="1" y="294"/>
                  </a:lnTo>
                  <a:lnTo>
                    <a:pt x="2" y="295"/>
                  </a:lnTo>
                  <a:lnTo>
                    <a:pt x="5" y="296"/>
                  </a:lnTo>
                  <a:lnTo>
                    <a:pt x="9" y="294"/>
                  </a:lnTo>
                  <a:lnTo>
                    <a:pt x="10" y="293"/>
                  </a:lnTo>
                  <a:lnTo>
                    <a:pt x="10" y="290"/>
                  </a:lnTo>
                  <a:lnTo>
                    <a:pt x="10" y="290"/>
                  </a:lnTo>
                  <a:lnTo>
                    <a:pt x="13" y="279"/>
                  </a:lnTo>
                  <a:lnTo>
                    <a:pt x="15" y="269"/>
                  </a:lnTo>
                  <a:lnTo>
                    <a:pt x="19" y="260"/>
                  </a:lnTo>
                  <a:lnTo>
                    <a:pt x="25" y="249"/>
                  </a:lnTo>
                  <a:lnTo>
                    <a:pt x="36" y="230"/>
                  </a:lnTo>
                  <a:lnTo>
                    <a:pt x="48" y="211"/>
                  </a:lnTo>
                  <a:lnTo>
                    <a:pt x="48" y="211"/>
                  </a:lnTo>
                  <a:lnTo>
                    <a:pt x="62" y="192"/>
                  </a:lnTo>
                  <a:lnTo>
                    <a:pt x="77" y="172"/>
                  </a:lnTo>
                  <a:lnTo>
                    <a:pt x="107" y="134"/>
                  </a:lnTo>
                  <a:lnTo>
                    <a:pt x="107" y="134"/>
                  </a:lnTo>
                  <a:lnTo>
                    <a:pt x="121" y="117"/>
                  </a:lnTo>
                  <a:lnTo>
                    <a:pt x="136" y="99"/>
                  </a:lnTo>
                  <a:lnTo>
                    <a:pt x="163" y="62"/>
                  </a:lnTo>
                  <a:lnTo>
                    <a:pt x="163" y="62"/>
                  </a:lnTo>
                  <a:lnTo>
                    <a:pt x="174" y="49"/>
                  </a:lnTo>
                  <a:lnTo>
                    <a:pt x="185" y="32"/>
                  </a:lnTo>
                  <a:lnTo>
                    <a:pt x="191" y="24"/>
                  </a:lnTo>
                  <a:lnTo>
                    <a:pt x="197" y="18"/>
                  </a:lnTo>
                  <a:lnTo>
                    <a:pt x="205" y="14"/>
                  </a:lnTo>
                  <a:lnTo>
                    <a:pt x="212" y="10"/>
                  </a:lnTo>
                  <a:lnTo>
                    <a:pt x="212" y="10"/>
                  </a:lnTo>
                  <a:lnTo>
                    <a:pt x="214" y="10"/>
                  </a:lnTo>
                  <a:lnTo>
                    <a:pt x="216" y="7"/>
                  </a:lnTo>
                  <a:lnTo>
                    <a:pt x="216" y="4"/>
                  </a:lnTo>
                  <a:lnTo>
                    <a:pt x="213" y="1"/>
                  </a:lnTo>
                  <a:lnTo>
                    <a:pt x="212" y="0"/>
                  </a:lnTo>
                  <a:lnTo>
                    <a:pt x="209" y="0"/>
                  </a:lnTo>
                  <a:lnTo>
                    <a:pt x="209" y="0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12" name="Freeform 524"/>
            <p:cNvSpPr/>
            <p:nvPr>
              <p:custDataLst>
                <p:tags r:id="rId7"/>
              </p:custDataLst>
            </p:nvPr>
          </p:nvSpPr>
          <p:spPr bwMode="auto">
            <a:xfrm>
              <a:off x="2173288" y="2065338"/>
              <a:ext cx="122238" cy="155575"/>
            </a:xfrm>
            <a:custGeom>
              <a:avLst/>
              <a:gdLst/>
              <a:ahLst/>
              <a:cxnLst>
                <a:cxn ang="0">
                  <a:pos x="300" y="1"/>
                </a:cxn>
                <a:cxn ang="0">
                  <a:pos x="300" y="1"/>
                </a:cxn>
                <a:cxn ang="0">
                  <a:pos x="289" y="6"/>
                </a:cxn>
                <a:cxn ang="0">
                  <a:pos x="280" y="14"/>
                </a:cxn>
                <a:cxn ang="0">
                  <a:pos x="271" y="23"/>
                </a:cxn>
                <a:cxn ang="0">
                  <a:pos x="262" y="33"/>
                </a:cxn>
                <a:cxn ang="0">
                  <a:pos x="245" y="52"/>
                </a:cxn>
                <a:cxn ang="0">
                  <a:pos x="229" y="72"/>
                </a:cxn>
                <a:cxn ang="0">
                  <a:pos x="229" y="72"/>
                </a:cxn>
                <a:cxn ang="0">
                  <a:pos x="208" y="95"/>
                </a:cxn>
                <a:cxn ang="0">
                  <a:pos x="188" y="119"/>
                </a:cxn>
                <a:cxn ang="0">
                  <a:pos x="170" y="145"/>
                </a:cxn>
                <a:cxn ang="0">
                  <a:pos x="153" y="171"/>
                </a:cxn>
                <a:cxn ang="0">
                  <a:pos x="153" y="171"/>
                </a:cxn>
                <a:cxn ang="0">
                  <a:pos x="113" y="230"/>
                </a:cxn>
                <a:cxn ang="0">
                  <a:pos x="92" y="260"/>
                </a:cxn>
                <a:cxn ang="0">
                  <a:pos x="69" y="289"/>
                </a:cxn>
                <a:cxn ang="0">
                  <a:pos x="69" y="289"/>
                </a:cxn>
                <a:cxn ang="0">
                  <a:pos x="52" y="312"/>
                </a:cxn>
                <a:cxn ang="0">
                  <a:pos x="35" y="336"/>
                </a:cxn>
                <a:cxn ang="0">
                  <a:pos x="1" y="383"/>
                </a:cxn>
                <a:cxn ang="0">
                  <a:pos x="1" y="383"/>
                </a:cxn>
                <a:cxn ang="0">
                  <a:pos x="0" y="386"/>
                </a:cxn>
                <a:cxn ang="0">
                  <a:pos x="0" y="388"/>
                </a:cxn>
                <a:cxn ang="0">
                  <a:pos x="1" y="390"/>
                </a:cxn>
                <a:cxn ang="0">
                  <a:pos x="3" y="391"/>
                </a:cxn>
                <a:cxn ang="0">
                  <a:pos x="7" y="392"/>
                </a:cxn>
                <a:cxn ang="0">
                  <a:pos x="9" y="391"/>
                </a:cxn>
                <a:cxn ang="0">
                  <a:pos x="10" y="390"/>
                </a:cxn>
                <a:cxn ang="0">
                  <a:pos x="10" y="390"/>
                </a:cxn>
                <a:cxn ang="0">
                  <a:pos x="44" y="343"/>
                </a:cxn>
                <a:cxn ang="0">
                  <a:pos x="60" y="320"/>
                </a:cxn>
                <a:cxn ang="0">
                  <a:pos x="77" y="297"/>
                </a:cxn>
                <a:cxn ang="0">
                  <a:pos x="77" y="297"/>
                </a:cxn>
                <a:cxn ang="0">
                  <a:pos x="113" y="251"/>
                </a:cxn>
                <a:cxn ang="0">
                  <a:pos x="130" y="226"/>
                </a:cxn>
                <a:cxn ang="0">
                  <a:pos x="145" y="203"/>
                </a:cxn>
                <a:cxn ang="0">
                  <a:pos x="145" y="203"/>
                </a:cxn>
                <a:cxn ang="0">
                  <a:pos x="164" y="174"/>
                </a:cxn>
                <a:cxn ang="0">
                  <a:pos x="183" y="146"/>
                </a:cxn>
                <a:cxn ang="0">
                  <a:pos x="203" y="120"/>
                </a:cxn>
                <a:cxn ang="0">
                  <a:pos x="224" y="94"/>
                </a:cxn>
                <a:cxn ang="0">
                  <a:pos x="224" y="94"/>
                </a:cxn>
                <a:cxn ang="0">
                  <a:pos x="243" y="72"/>
                </a:cxn>
                <a:cxn ang="0">
                  <a:pos x="263" y="51"/>
                </a:cxn>
                <a:cxn ang="0">
                  <a:pos x="263" y="51"/>
                </a:cxn>
                <a:cxn ang="0">
                  <a:pos x="283" y="29"/>
                </a:cxn>
                <a:cxn ang="0">
                  <a:pos x="293" y="18"/>
                </a:cxn>
                <a:cxn ang="0">
                  <a:pos x="300" y="14"/>
                </a:cxn>
                <a:cxn ang="0">
                  <a:pos x="306" y="10"/>
                </a:cxn>
                <a:cxn ang="0">
                  <a:pos x="306" y="10"/>
                </a:cxn>
                <a:cxn ang="0">
                  <a:pos x="307" y="9"/>
                </a:cxn>
                <a:cxn ang="0">
                  <a:pos x="309" y="8"/>
                </a:cxn>
                <a:cxn ang="0">
                  <a:pos x="309" y="5"/>
                </a:cxn>
                <a:cxn ang="0">
                  <a:pos x="307" y="4"/>
                </a:cxn>
                <a:cxn ang="0">
                  <a:pos x="305" y="1"/>
                </a:cxn>
                <a:cxn ang="0">
                  <a:pos x="302" y="0"/>
                </a:cxn>
                <a:cxn ang="0">
                  <a:pos x="300" y="1"/>
                </a:cxn>
                <a:cxn ang="0">
                  <a:pos x="300" y="1"/>
                </a:cxn>
              </a:cxnLst>
              <a:rect l="0" t="0" r="r" b="b"/>
              <a:pathLst>
                <a:path w="309" h="392">
                  <a:moveTo>
                    <a:pt x="300" y="1"/>
                  </a:moveTo>
                  <a:lnTo>
                    <a:pt x="300" y="1"/>
                  </a:lnTo>
                  <a:lnTo>
                    <a:pt x="289" y="6"/>
                  </a:lnTo>
                  <a:lnTo>
                    <a:pt x="280" y="14"/>
                  </a:lnTo>
                  <a:lnTo>
                    <a:pt x="271" y="23"/>
                  </a:lnTo>
                  <a:lnTo>
                    <a:pt x="262" y="33"/>
                  </a:lnTo>
                  <a:lnTo>
                    <a:pt x="245" y="52"/>
                  </a:lnTo>
                  <a:lnTo>
                    <a:pt x="229" y="72"/>
                  </a:lnTo>
                  <a:lnTo>
                    <a:pt x="229" y="72"/>
                  </a:lnTo>
                  <a:lnTo>
                    <a:pt x="208" y="95"/>
                  </a:lnTo>
                  <a:lnTo>
                    <a:pt x="188" y="119"/>
                  </a:lnTo>
                  <a:lnTo>
                    <a:pt x="170" y="145"/>
                  </a:lnTo>
                  <a:lnTo>
                    <a:pt x="153" y="171"/>
                  </a:lnTo>
                  <a:lnTo>
                    <a:pt x="153" y="171"/>
                  </a:lnTo>
                  <a:lnTo>
                    <a:pt x="113" y="230"/>
                  </a:lnTo>
                  <a:lnTo>
                    <a:pt x="92" y="260"/>
                  </a:lnTo>
                  <a:lnTo>
                    <a:pt x="69" y="289"/>
                  </a:lnTo>
                  <a:lnTo>
                    <a:pt x="69" y="289"/>
                  </a:lnTo>
                  <a:lnTo>
                    <a:pt x="52" y="312"/>
                  </a:lnTo>
                  <a:lnTo>
                    <a:pt x="35" y="336"/>
                  </a:lnTo>
                  <a:lnTo>
                    <a:pt x="1" y="383"/>
                  </a:lnTo>
                  <a:lnTo>
                    <a:pt x="1" y="383"/>
                  </a:lnTo>
                  <a:lnTo>
                    <a:pt x="0" y="386"/>
                  </a:lnTo>
                  <a:lnTo>
                    <a:pt x="0" y="388"/>
                  </a:lnTo>
                  <a:lnTo>
                    <a:pt x="1" y="390"/>
                  </a:lnTo>
                  <a:lnTo>
                    <a:pt x="3" y="391"/>
                  </a:lnTo>
                  <a:lnTo>
                    <a:pt x="7" y="392"/>
                  </a:lnTo>
                  <a:lnTo>
                    <a:pt x="9" y="391"/>
                  </a:lnTo>
                  <a:lnTo>
                    <a:pt x="10" y="390"/>
                  </a:lnTo>
                  <a:lnTo>
                    <a:pt x="10" y="390"/>
                  </a:lnTo>
                  <a:lnTo>
                    <a:pt x="44" y="343"/>
                  </a:lnTo>
                  <a:lnTo>
                    <a:pt x="60" y="320"/>
                  </a:lnTo>
                  <a:lnTo>
                    <a:pt x="77" y="297"/>
                  </a:lnTo>
                  <a:lnTo>
                    <a:pt x="77" y="297"/>
                  </a:lnTo>
                  <a:lnTo>
                    <a:pt x="113" y="251"/>
                  </a:lnTo>
                  <a:lnTo>
                    <a:pt x="130" y="226"/>
                  </a:lnTo>
                  <a:lnTo>
                    <a:pt x="145" y="203"/>
                  </a:lnTo>
                  <a:lnTo>
                    <a:pt x="145" y="203"/>
                  </a:lnTo>
                  <a:lnTo>
                    <a:pt x="164" y="174"/>
                  </a:lnTo>
                  <a:lnTo>
                    <a:pt x="183" y="146"/>
                  </a:lnTo>
                  <a:lnTo>
                    <a:pt x="203" y="120"/>
                  </a:lnTo>
                  <a:lnTo>
                    <a:pt x="224" y="94"/>
                  </a:lnTo>
                  <a:lnTo>
                    <a:pt x="224" y="94"/>
                  </a:lnTo>
                  <a:lnTo>
                    <a:pt x="243" y="72"/>
                  </a:lnTo>
                  <a:lnTo>
                    <a:pt x="263" y="51"/>
                  </a:lnTo>
                  <a:lnTo>
                    <a:pt x="263" y="51"/>
                  </a:lnTo>
                  <a:lnTo>
                    <a:pt x="283" y="29"/>
                  </a:lnTo>
                  <a:lnTo>
                    <a:pt x="293" y="18"/>
                  </a:lnTo>
                  <a:lnTo>
                    <a:pt x="300" y="14"/>
                  </a:lnTo>
                  <a:lnTo>
                    <a:pt x="306" y="10"/>
                  </a:lnTo>
                  <a:lnTo>
                    <a:pt x="306" y="10"/>
                  </a:lnTo>
                  <a:lnTo>
                    <a:pt x="307" y="9"/>
                  </a:lnTo>
                  <a:lnTo>
                    <a:pt x="309" y="8"/>
                  </a:lnTo>
                  <a:lnTo>
                    <a:pt x="309" y="5"/>
                  </a:lnTo>
                  <a:lnTo>
                    <a:pt x="307" y="4"/>
                  </a:lnTo>
                  <a:lnTo>
                    <a:pt x="305" y="1"/>
                  </a:lnTo>
                  <a:lnTo>
                    <a:pt x="302" y="0"/>
                  </a:lnTo>
                  <a:lnTo>
                    <a:pt x="300" y="1"/>
                  </a:lnTo>
                  <a:lnTo>
                    <a:pt x="300" y="1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13" name="Freeform 525"/>
            <p:cNvSpPr/>
            <p:nvPr>
              <p:custDataLst>
                <p:tags r:id="rId8"/>
              </p:custDataLst>
            </p:nvPr>
          </p:nvSpPr>
          <p:spPr bwMode="auto">
            <a:xfrm>
              <a:off x="2217738" y="2063750"/>
              <a:ext cx="133350" cy="182563"/>
            </a:xfrm>
            <a:custGeom>
              <a:avLst/>
              <a:gdLst/>
              <a:ahLst/>
              <a:cxnLst>
                <a:cxn ang="0">
                  <a:pos x="325" y="3"/>
                </a:cxn>
                <a:cxn ang="0">
                  <a:pos x="251" y="78"/>
                </a:cxn>
                <a:cxn ang="0">
                  <a:pos x="229" y="105"/>
                </a:cxn>
                <a:cxn ang="0">
                  <a:pos x="192" y="158"/>
                </a:cxn>
                <a:cxn ang="0">
                  <a:pos x="160" y="213"/>
                </a:cxn>
                <a:cxn ang="0">
                  <a:pos x="139" y="243"/>
                </a:cxn>
                <a:cxn ang="0">
                  <a:pos x="92" y="301"/>
                </a:cxn>
                <a:cxn ang="0">
                  <a:pos x="71" y="331"/>
                </a:cxn>
                <a:cxn ang="0">
                  <a:pos x="55" y="362"/>
                </a:cxn>
                <a:cxn ang="0">
                  <a:pos x="37" y="391"/>
                </a:cxn>
                <a:cxn ang="0">
                  <a:pos x="29" y="405"/>
                </a:cxn>
                <a:cxn ang="0">
                  <a:pos x="17" y="429"/>
                </a:cxn>
                <a:cxn ang="0">
                  <a:pos x="8" y="442"/>
                </a:cxn>
                <a:cxn ang="0">
                  <a:pos x="3" y="446"/>
                </a:cxn>
                <a:cxn ang="0">
                  <a:pos x="0" y="450"/>
                </a:cxn>
                <a:cxn ang="0">
                  <a:pos x="4" y="456"/>
                </a:cxn>
                <a:cxn ang="0">
                  <a:pos x="8" y="456"/>
                </a:cxn>
                <a:cxn ang="0">
                  <a:pos x="13" y="452"/>
                </a:cxn>
                <a:cxn ang="0">
                  <a:pos x="25" y="435"/>
                </a:cxn>
                <a:cxn ang="0">
                  <a:pos x="41" y="408"/>
                </a:cxn>
                <a:cxn ang="0">
                  <a:pos x="56" y="382"/>
                </a:cxn>
                <a:cxn ang="0">
                  <a:pos x="88" y="330"/>
                </a:cxn>
                <a:cxn ang="0">
                  <a:pos x="100" y="313"/>
                </a:cxn>
                <a:cxn ang="0">
                  <a:pos x="137" y="268"/>
                </a:cxn>
                <a:cxn ang="0">
                  <a:pos x="149" y="252"/>
                </a:cxn>
                <a:cxn ang="0">
                  <a:pos x="187" y="190"/>
                </a:cxn>
                <a:cxn ang="0">
                  <a:pos x="226" y="128"/>
                </a:cxn>
                <a:cxn ang="0">
                  <a:pos x="238" y="111"/>
                </a:cxn>
                <a:cxn ang="0">
                  <a:pos x="276" y="67"/>
                </a:cxn>
                <a:cxn ang="0">
                  <a:pos x="332" y="10"/>
                </a:cxn>
                <a:cxn ang="0">
                  <a:pos x="334" y="8"/>
                </a:cxn>
                <a:cxn ang="0">
                  <a:pos x="332" y="3"/>
                </a:cxn>
                <a:cxn ang="0">
                  <a:pos x="327" y="1"/>
                </a:cxn>
                <a:cxn ang="0">
                  <a:pos x="325" y="3"/>
                </a:cxn>
              </a:cxnLst>
              <a:rect l="0" t="0" r="r" b="b"/>
              <a:pathLst>
                <a:path w="334" h="458">
                  <a:moveTo>
                    <a:pt x="325" y="3"/>
                  </a:moveTo>
                  <a:lnTo>
                    <a:pt x="325" y="3"/>
                  </a:lnTo>
                  <a:lnTo>
                    <a:pt x="275" y="52"/>
                  </a:lnTo>
                  <a:lnTo>
                    <a:pt x="251" y="78"/>
                  </a:lnTo>
                  <a:lnTo>
                    <a:pt x="229" y="105"/>
                  </a:lnTo>
                  <a:lnTo>
                    <a:pt x="229" y="105"/>
                  </a:lnTo>
                  <a:lnTo>
                    <a:pt x="209" y="131"/>
                  </a:lnTo>
                  <a:lnTo>
                    <a:pt x="192" y="158"/>
                  </a:lnTo>
                  <a:lnTo>
                    <a:pt x="160" y="213"/>
                  </a:lnTo>
                  <a:lnTo>
                    <a:pt x="160" y="213"/>
                  </a:lnTo>
                  <a:lnTo>
                    <a:pt x="151" y="229"/>
                  </a:lnTo>
                  <a:lnTo>
                    <a:pt x="139" y="243"/>
                  </a:lnTo>
                  <a:lnTo>
                    <a:pt x="115" y="272"/>
                  </a:lnTo>
                  <a:lnTo>
                    <a:pt x="92" y="301"/>
                  </a:lnTo>
                  <a:lnTo>
                    <a:pt x="81" y="316"/>
                  </a:lnTo>
                  <a:lnTo>
                    <a:pt x="71" y="331"/>
                  </a:lnTo>
                  <a:lnTo>
                    <a:pt x="71" y="331"/>
                  </a:lnTo>
                  <a:lnTo>
                    <a:pt x="55" y="362"/>
                  </a:lnTo>
                  <a:lnTo>
                    <a:pt x="46" y="377"/>
                  </a:lnTo>
                  <a:lnTo>
                    <a:pt x="37" y="391"/>
                  </a:lnTo>
                  <a:lnTo>
                    <a:pt x="37" y="391"/>
                  </a:lnTo>
                  <a:lnTo>
                    <a:pt x="29" y="405"/>
                  </a:lnTo>
                  <a:lnTo>
                    <a:pt x="21" y="421"/>
                  </a:lnTo>
                  <a:lnTo>
                    <a:pt x="17" y="429"/>
                  </a:lnTo>
                  <a:lnTo>
                    <a:pt x="13" y="435"/>
                  </a:lnTo>
                  <a:lnTo>
                    <a:pt x="8" y="442"/>
                  </a:lnTo>
                  <a:lnTo>
                    <a:pt x="3" y="446"/>
                  </a:lnTo>
                  <a:lnTo>
                    <a:pt x="3" y="446"/>
                  </a:lnTo>
                  <a:lnTo>
                    <a:pt x="0" y="449"/>
                  </a:lnTo>
                  <a:lnTo>
                    <a:pt x="0" y="450"/>
                  </a:lnTo>
                  <a:lnTo>
                    <a:pt x="0" y="454"/>
                  </a:lnTo>
                  <a:lnTo>
                    <a:pt x="4" y="456"/>
                  </a:lnTo>
                  <a:lnTo>
                    <a:pt x="5" y="458"/>
                  </a:lnTo>
                  <a:lnTo>
                    <a:pt x="8" y="456"/>
                  </a:lnTo>
                  <a:lnTo>
                    <a:pt x="8" y="456"/>
                  </a:lnTo>
                  <a:lnTo>
                    <a:pt x="13" y="452"/>
                  </a:lnTo>
                  <a:lnTo>
                    <a:pt x="18" y="447"/>
                  </a:lnTo>
                  <a:lnTo>
                    <a:pt x="25" y="435"/>
                  </a:lnTo>
                  <a:lnTo>
                    <a:pt x="25" y="435"/>
                  </a:lnTo>
                  <a:lnTo>
                    <a:pt x="41" y="408"/>
                  </a:lnTo>
                  <a:lnTo>
                    <a:pt x="56" y="382"/>
                  </a:lnTo>
                  <a:lnTo>
                    <a:pt x="56" y="382"/>
                  </a:lnTo>
                  <a:lnTo>
                    <a:pt x="77" y="347"/>
                  </a:lnTo>
                  <a:lnTo>
                    <a:pt x="88" y="330"/>
                  </a:lnTo>
                  <a:lnTo>
                    <a:pt x="100" y="313"/>
                  </a:lnTo>
                  <a:lnTo>
                    <a:pt x="100" y="313"/>
                  </a:lnTo>
                  <a:lnTo>
                    <a:pt x="124" y="282"/>
                  </a:lnTo>
                  <a:lnTo>
                    <a:pt x="137" y="268"/>
                  </a:lnTo>
                  <a:lnTo>
                    <a:pt x="149" y="252"/>
                  </a:lnTo>
                  <a:lnTo>
                    <a:pt x="149" y="252"/>
                  </a:lnTo>
                  <a:lnTo>
                    <a:pt x="169" y="221"/>
                  </a:lnTo>
                  <a:lnTo>
                    <a:pt x="187" y="190"/>
                  </a:lnTo>
                  <a:lnTo>
                    <a:pt x="207" y="158"/>
                  </a:lnTo>
                  <a:lnTo>
                    <a:pt x="226" y="128"/>
                  </a:lnTo>
                  <a:lnTo>
                    <a:pt x="226" y="128"/>
                  </a:lnTo>
                  <a:lnTo>
                    <a:pt x="238" y="111"/>
                  </a:lnTo>
                  <a:lnTo>
                    <a:pt x="250" y="95"/>
                  </a:lnTo>
                  <a:lnTo>
                    <a:pt x="276" y="67"/>
                  </a:lnTo>
                  <a:lnTo>
                    <a:pt x="305" y="38"/>
                  </a:lnTo>
                  <a:lnTo>
                    <a:pt x="332" y="10"/>
                  </a:lnTo>
                  <a:lnTo>
                    <a:pt x="332" y="10"/>
                  </a:lnTo>
                  <a:lnTo>
                    <a:pt x="334" y="8"/>
                  </a:lnTo>
                  <a:lnTo>
                    <a:pt x="334" y="7"/>
                  </a:lnTo>
                  <a:lnTo>
                    <a:pt x="332" y="3"/>
                  </a:lnTo>
                  <a:lnTo>
                    <a:pt x="328" y="0"/>
                  </a:lnTo>
                  <a:lnTo>
                    <a:pt x="327" y="1"/>
                  </a:lnTo>
                  <a:lnTo>
                    <a:pt x="325" y="3"/>
                  </a:lnTo>
                  <a:lnTo>
                    <a:pt x="325" y="3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14" name="Freeform 526"/>
            <p:cNvSpPr/>
            <p:nvPr>
              <p:custDataLst>
                <p:tags r:id="rId9"/>
              </p:custDataLst>
            </p:nvPr>
          </p:nvSpPr>
          <p:spPr bwMode="auto">
            <a:xfrm>
              <a:off x="2266951" y="2062163"/>
              <a:ext cx="141288" cy="188913"/>
            </a:xfrm>
            <a:custGeom>
              <a:avLst/>
              <a:gdLst/>
              <a:ahLst/>
              <a:cxnLst>
                <a:cxn ang="0">
                  <a:pos x="348" y="2"/>
                </a:cxn>
                <a:cxn ang="0">
                  <a:pos x="348" y="2"/>
                </a:cxn>
                <a:cxn ang="0">
                  <a:pos x="297" y="53"/>
                </a:cxn>
                <a:cxn ang="0">
                  <a:pos x="250" y="106"/>
                </a:cxn>
                <a:cxn ang="0">
                  <a:pos x="203" y="161"/>
                </a:cxn>
                <a:cxn ang="0">
                  <a:pos x="180" y="190"/>
                </a:cxn>
                <a:cxn ang="0">
                  <a:pos x="159" y="219"/>
                </a:cxn>
                <a:cxn ang="0">
                  <a:pos x="159" y="219"/>
                </a:cxn>
                <a:cxn ang="0">
                  <a:pos x="137" y="250"/>
                </a:cxn>
                <a:cxn ang="0">
                  <a:pos x="116" y="282"/>
                </a:cxn>
                <a:cxn ang="0">
                  <a:pos x="76" y="344"/>
                </a:cxn>
                <a:cxn ang="0">
                  <a:pos x="76" y="344"/>
                </a:cxn>
                <a:cxn ang="0">
                  <a:pos x="56" y="377"/>
                </a:cxn>
                <a:cxn ang="0">
                  <a:pos x="38" y="410"/>
                </a:cxn>
                <a:cxn ang="0">
                  <a:pos x="38" y="410"/>
                </a:cxn>
                <a:cxn ang="0">
                  <a:pos x="30" y="425"/>
                </a:cxn>
                <a:cxn ang="0">
                  <a:pos x="23" y="441"/>
                </a:cxn>
                <a:cxn ang="0">
                  <a:pos x="19" y="449"/>
                </a:cxn>
                <a:cxn ang="0">
                  <a:pos x="14" y="456"/>
                </a:cxn>
                <a:cxn ang="0">
                  <a:pos x="9" y="462"/>
                </a:cxn>
                <a:cxn ang="0">
                  <a:pos x="2" y="469"/>
                </a:cxn>
                <a:cxn ang="0">
                  <a:pos x="2" y="469"/>
                </a:cxn>
                <a:cxn ang="0">
                  <a:pos x="0" y="471"/>
                </a:cxn>
                <a:cxn ang="0">
                  <a:pos x="0" y="473"/>
                </a:cxn>
                <a:cxn ang="0">
                  <a:pos x="1" y="476"/>
                </a:cxn>
                <a:cxn ang="0">
                  <a:pos x="2" y="479"/>
                </a:cxn>
                <a:cxn ang="0">
                  <a:pos x="4" y="479"/>
                </a:cxn>
                <a:cxn ang="0">
                  <a:pos x="5" y="479"/>
                </a:cxn>
                <a:cxn ang="0">
                  <a:pos x="8" y="479"/>
                </a:cxn>
                <a:cxn ang="0">
                  <a:pos x="8" y="479"/>
                </a:cxn>
                <a:cxn ang="0">
                  <a:pos x="18" y="470"/>
                </a:cxn>
                <a:cxn ang="0">
                  <a:pos x="26" y="459"/>
                </a:cxn>
                <a:cxn ang="0">
                  <a:pos x="34" y="448"/>
                </a:cxn>
                <a:cxn ang="0">
                  <a:pos x="40" y="436"/>
                </a:cxn>
                <a:cxn ang="0">
                  <a:pos x="51" y="412"/>
                </a:cxn>
                <a:cxn ang="0">
                  <a:pos x="64" y="388"/>
                </a:cxn>
                <a:cxn ang="0">
                  <a:pos x="64" y="388"/>
                </a:cxn>
                <a:cxn ang="0">
                  <a:pos x="83" y="352"/>
                </a:cxn>
                <a:cxn ang="0">
                  <a:pos x="106" y="318"/>
                </a:cxn>
                <a:cxn ang="0">
                  <a:pos x="150" y="250"/>
                </a:cxn>
                <a:cxn ang="0">
                  <a:pos x="150" y="250"/>
                </a:cxn>
                <a:cxn ang="0">
                  <a:pos x="174" y="218"/>
                </a:cxn>
                <a:cxn ang="0">
                  <a:pos x="197" y="186"/>
                </a:cxn>
                <a:cxn ang="0">
                  <a:pos x="222" y="156"/>
                </a:cxn>
                <a:cxn ang="0">
                  <a:pos x="247" y="125"/>
                </a:cxn>
                <a:cxn ang="0">
                  <a:pos x="273" y="96"/>
                </a:cxn>
                <a:cxn ang="0">
                  <a:pos x="301" y="66"/>
                </a:cxn>
                <a:cxn ang="0">
                  <a:pos x="356" y="10"/>
                </a:cxn>
                <a:cxn ang="0">
                  <a:pos x="356" y="10"/>
                </a:cxn>
                <a:cxn ang="0">
                  <a:pos x="357" y="7"/>
                </a:cxn>
                <a:cxn ang="0">
                  <a:pos x="357" y="6"/>
                </a:cxn>
                <a:cxn ang="0">
                  <a:pos x="356" y="2"/>
                </a:cxn>
                <a:cxn ang="0">
                  <a:pos x="352" y="0"/>
                </a:cxn>
                <a:cxn ang="0">
                  <a:pos x="349" y="0"/>
                </a:cxn>
                <a:cxn ang="0">
                  <a:pos x="348" y="2"/>
                </a:cxn>
                <a:cxn ang="0">
                  <a:pos x="348" y="2"/>
                </a:cxn>
              </a:cxnLst>
              <a:rect l="0" t="0" r="r" b="b"/>
              <a:pathLst>
                <a:path w="357" h="479">
                  <a:moveTo>
                    <a:pt x="348" y="2"/>
                  </a:moveTo>
                  <a:lnTo>
                    <a:pt x="348" y="2"/>
                  </a:lnTo>
                  <a:lnTo>
                    <a:pt x="297" y="53"/>
                  </a:lnTo>
                  <a:lnTo>
                    <a:pt x="250" y="106"/>
                  </a:lnTo>
                  <a:lnTo>
                    <a:pt x="203" y="161"/>
                  </a:lnTo>
                  <a:lnTo>
                    <a:pt x="180" y="190"/>
                  </a:lnTo>
                  <a:lnTo>
                    <a:pt x="159" y="219"/>
                  </a:lnTo>
                  <a:lnTo>
                    <a:pt x="159" y="219"/>
                  </a:lnTo>
                  <a:lnTo>
                    <a:pt x="137" y="250"/>
                  </a:lnTo>
                  <a:lnTo>
                    <a:pt x="116" y="282"/>
                  </a:lnTo>
                  <a:lnTo>
                    <a:pt x="76" y="344"/>
                  </a:lnTo>
                  <a:lnTo>
                    <a:pt x="76" y="344"/>
                  </a:lnTo>
                  <a:lnTo>
                    <a:pt x="56" y="377"/>
                  </a:lnTo>
                  <a:lnTo>
                    <a:pt x="38" y="410"/>
                  </a:lnTo>
                  <a:lnTo>
                    <a:pt x="38" y="410"/>
                  </a:lnTo>
                  <a:lnTo>
                    <a:pt x="30" y="425"/>
                  </a:lnTo>
                  <a:lnTo>
                    <a:pt x="23" y="441"/>
                  </a:lnTo>
                  <a:lnTo>
                    <a:pt x="19" y="449"/>
                  </a:lnTo>
                  <a:lnTo>
                    <a:pt x="14" y="456"/>
                  </a:lnTo>
                  <a:lnTo>
                    <a:pt x="9" y="462"/>
                  </a:lnTo>
                  <a:lnTo>
                    <a:pt x="2" y="469"/>
                  </a:lnTo>
                  <a:lnTo>
                    <a:pt x="2" y="469"/>
                  </a:lnTo>
                  <a:lnTo>
                    <a:pt x="0" y="471"/>
                  </a:lnTo>
                  <a:lnTo>
                    <a:pt x="0" y="473"/>
                  </a:lnTo>
                  <a:lnTo>
                    <a:pt x="1" y="476"/>
                  </a:lnTo>
                  <a:lnTo>
                    <a:pt x="2" y="479"/>
                  </a:lnTo>
                  <a:lnTo>
                    <a:pt x="4" y="479"/>
                  </a:lnTo>
                  <a:lnTo>
                    <a:pt x="5" y="479"/>
                  </a:lnTo>
                  <a:lnTo>
                    <a:pt x="8" y="479"/>
                  </a:lnTo>
                  <a:lnTo>
                    <a:pt x="8" y="479"/>
                  </a:lnTo>
                  <a:lnTo>
                    <a:pt x="18" y="470"/>
                  </a:lnTo>
                  <a:lnTo>
                    <a:pt x="26" y="459"/>
                  </a:lnTo>
                  <a:lnTo>
                    <a:pt x="34" y="448"/>
                  </a:lnTo>
                  <a:lnTo>
                    <a:pt x="40" y="436"/>
                  </a:lnTo>
                  <a:lnTo>
                    <a:pt x="51" y="412"/>
                  </a:lnTo>
                  <a:lnTo>
                    <a:pt x="64" y="388"/>
                  </a:lnTo>
                  <a:lnTo>
                    <a:pt x="64" y="388"/>
                  </a:lnTo>
                  <a:lnTo>
                    <a:pt x="83" y="352"/>
                  </a:lnTo>
                  <a:lnTo>
                    <a:pt x="106" y="318"/>
                  </a:lnTo>
                  <a:lnTo>
                    <a:pt x="150" y="250"/>
                  </a:lnTo>
                  <a:lnTo>
                    <a:pt x="150" y="250"/>
                  </a:lnTo>
                  <a:lnTo>
                    <a:pt x="174" y="218"/>
                  </a:lnTo>
                  <a:lnTo>
                    <a:pt x="197" y="186"/>
                  </a:lnTo>
                  <a:lnTo>
                    <a:pt x="222" y="156"/>
                  </a:lnTo>
                  <a:lnTo>
                    <a:pt x="247" y="125"/>
                  </a:lnTo>
                  <a:lnTo>
                    <a:pt x="273" y="96"/>
                  </a:lnTo>
                  <a:lnTo>
                    <a:pt x="301" y="66"/>
                  </a:lnTo>
                  <a:lnTo>
                    <a:pt x="356" y="10"/>
                  </a:lnTo>
                  <a:lnTo>
                    <a:pt x="356" y="10"/>
                  </a:lnTo>
                  <a:lnTo>
                    <a:pt x="357" y="7"/>
                  </a:lnTo>
                  <a:lnTo>
                    <a:pt x="357" y="6"/>
                  </a:lnTo>
                  <a:lnTo>
                    <a:pt x="356" y="2"/>
                  </a:lnTo>
                  <a:lnTo>
                    <a:pt x="352" y="0"/>
                  </a:lnTo>
                  <a:lnTo>
                    <a:pt x="349" y="0"/>
                  </a:lnTo>
                  <a:lnTo>
                    <a:pt x="348" y="2"/>
                  </a:lnTo>
                  <a:lnTo>
                    <a:pt x="348" y="2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15" name="Freeform 527"/>
            <p:cNvSpPr/>
            <p:nvPr>
              <p:custDataLst>
                <p:tags r:id="rId10"/>
              </p:custDataLst>
            </p:nvPr>
          </p:nvSpPr>
          <p:spPr bwMode="auto">
            <a:xfrm>
              <a:off x="2327276" y="2062163"/>
              <a:ext cx="134938" cy="182563"/>
            </a:xfrm>
            <a:custGeom>
              <a:avLst/>
              <a:gdLst/>
              <a:ahLst/>
              <a:cxnLst>
                <a:cxn ang="0">
                  <a:pos x="332" y="3"/>
                </a:cxn>
                <a:cxn ang="0">
                  <a:pos x="332" y="3"/>
                </a:cxn>
                <a:cxn ang="0">
                  <a:pos x="321" y="16"/>
                </a:cxn>
                <a:cxn ang="0">
                  <a:pos x="310" y="29"/>
                </a:cxn>
                <a:cxn ang="0">
                  <a:pos x="298" y="42"/>
                </a:cxn>
                <a:cxn ang="0">
                  <a:pos x="286" y="55"/>
                </a:cxn>
                <a:cxn ang="0">
                  <a:pos x="286" y="55"/>
                </a:cxn>
                <a:cxn ang="0">
                  <a:pos x="261" y="87"/>
                </a:cxn>
                <a:cxn ang="0">
                  <a:pos x="236" y="118"/>
                </a:cxn>
                <a:cxn ang="0">
                  <a:pos x="236" y="118"/>
                </a:cxn>
                <a:cxn ang="0">
                  <a:pos x="176" y="190"/>
                </a:cxn>
                <a:cxn ang="0">
                  <a:pos x="117" y="262"/>
                </a:cxn>
                <a:cxn ang="0">
                  <a:pos x="117" y="262"/>
                </a:cxn>
                <a:cxn ang="0">
                  <a:pos x="94" y="293"/>
                </a:cxn>
                <a:cxn ang="0">
                  <a:pos x="71" y="326"/>
                </a:cxn>
                <a:cxn ang="0">
                  <a:pos x="52" y="360"/>
                </a:cxn>
                <a:cxn ang="0">
                  <a:pos x="32" y="394"/>
                </a:cxn>
                <a:cxn ang="0">
                  <a:pos x="32" y="394"/>
                </a:cxn>
                <a:cxn ang="0">
                  <a:pos x="18" y="420"/>
                </a:cxn>
                <a:cxn ang="0">
                  <a:pos x="5" y="446"/>
                </a:cxn>
                <a:cxn ang="0">
                  <a:pos x="5" y="446"/>
                </a:cxn>
                <a:cxn ang="0">
                  <a:pos x="0" y="461"/>
                </a:cxn>
                <a:cxn ang="0">
                  <a:pos x="0" y="461"/>
                </a:cxn>
                <a:cxn ang="0">
                  <a:pos x="13" y="461"/>
                </a:cxn>
                <a:cxn ang="0">
                  <a:pos x="13" y="461"/>
                </a:cxn>
                <a:cxn ang="0">
                  <a:pos x="17" y="450"/>
                </a:cxn>
                <a:cxn ang="0">
                  <a:pos x="17" y="450"/>
                </a:cxn>
                <a:cxn ang="0">
                  <a:pos x="26" y="429"/>
                </a:cxn>
                <a:cxn ang="0">
                  <a:pos x="35" y="410"/>
                </a:cxn>
                <a:cxn ang="0">
                  <a:pos x="57" y="371"/>
                </a:cxn>
                <a:cxn ang="0">
                  <a:pos x="82" y="331"/>
                </a:cxn>
                <a:cxn ang="0">
                  <a:pos x="107" y="295"/>
                </a:cxn>
                <a:cxn ang="0">
                  <a:pos x="107" y="295"/>
                </a:cxn>
                <a:cxn ang="0">
                  <a:pos x="122" y="274"/>
                </a:cxn>
                <a:cxn ang="0">
                  <a:pos x="137" y="253"/>
                </a:cxn>
                <a:cxn ang="0">
                  <a:pos x="170" y="214"/>
                </a:cxn>
                <a:cxn ang="0">
                  <a:pos x="238" y="135"/>
                </a:cxn>
                <a:cxn ang="0">
                  <a:pos x="238" y="135"/>
                </a:cxn>
                <a:cxn ang="0">
                  <a:pos x="264" y="102"/>
                </a:cxn>
                <a:cxn ang="0">
                  <a:pos x="290" y="70"/>
                </a:cxn>
                <a:cxn ang="0">
                  <a:pos x="290" y="70"/>
                </a:cxn>
                <a:cxn ang="0">
                  <a:pos x="303" y="54"/>
                </a:cxn>
                <a:cxn ang="0">
                  <a:pos x="316" y="40"/>
                </a:cxn>
                <a:cxn ang="0">
                  <a:pos x="329" y="24"/>
                </a:cxn>
                <a:cxn ang="0">
                  <a:pos x="341" y="8"/>
                </a:cxn>
                <a:cxn ang="0">
                  <a:pos x="341" y="8"/>
                </a:cxn>
                <a:cxn ang="0">
                  <a:pos x="342" y="6"/>
                </a:cxn>
                <a:cxn ang="0">
                  <a:pos x="342" y="4"/>
                </a:cxn>
                <a:cxn ang="0">
                  <a:pos x="341" y="2"/>
                </a:cxn>
                <a:cxn ang="0">
                  <a:pos x="340" y="0"/>
                </a:cxn>
                <a:cxn ang="0">
                  <a:pos x="336" y="0"/>
                </a:cxn>
                <a:cxn ang="0">
                  <a:pos x="333" y="0"/>
                </a:cxn>
                <a:cxn ang="0">
                  <a:pos x="332" y="3"/>
                </a:cxn>
                <a:cxn ang="0">
                  <a:pos x="332" y="3"/>
                </a:cxn>
              </a:cxnLst>
              <a:rect l="0" t="0" r="r" b="b"/>
              <a:pathLst>
                <a:path w="342" h="461">
                  <a:moveTo>
                    <a:pt x="332" y="3"/>
                  </a:moveTo>
                  <a:lnTo>
                    <a:pt x="332" y="3"/>
                  </a:lnTo>
                  <a:lnTo>
                    <a:pt x="321" y="16"/>
                  </a:lnTo>
                  <a:lnTo>
                    <a:pt x="310" y="29"/>
                  </a:lnTo>
                  <a:lnTo>
                    <a:pt x="298" y="42"/>
                  </a:lnTo>
                  <a:lnTo>
                    <a:pt x="286" y="55"/>
                  </a:lnTo>
                  <a:lnTo>
                    <a:pt x="286" y="55"/>
                  </a:lnTo>
                  <a:lnTo>
                    <a:pt x="261" y="87"/>
                  </a:lnTo>
                  <a:lnTo>
                    <a:pt x="236" y="118"/>
                  </a:lnTo>
                  <a:lnTo>
                    <a:pt x="236" y="118"/>
                  </a:lnTo>
                  <a:lnTo>
                    <a:pt x="176" y="190"/>
                  </a:lnTo>
                  <a:lnTo>
                    <a:pt x="117" y="262"/>
                  </a:lnTo>
                  <a:lnTo>
                    <a:pt x="117" y="262"/>
                  </a:lnTo>
                  <a:lnTo>
                    <a:pt x="94" y="293"/>
                  </a:lnTo>
                  <a:lnTo>
                    <a:pt x="71" y="326"/>
                  </a:lnTo>
                  <a:lnTo>
                    <a:pt x="52" y="360"/>
                  </a:lnTo>
                  <a:lnTo>
                    <a:pt x="32" y="394"/>
                  </a:lnTo>
                  <a:lnTo>
                    <a:pt x="32" y="394"/>
                  </a:lnTo>
                  <a:lnTo>
                    <a:pt x="18" y="420"/>
                  </a:lnTo>
                  <a:lnTo>
                    <a:pt x="5" y="446"/>
                  </a:lnTo>
                  <a:lnTo>
                    <a:pt x="5" y="446"/>
                  </a:lnTo>
                  <a:lnTo>
                    <a:pt x="0" y="461"/>
                  </a:lnTo>
                  <a:lnTo>
                    <a:pt x="0" y="461"/>
                  </a:lnTo>
                  <a:lnTo>
                    <a:pt x="13" y="461"/>
                  </a:lnTo>
                  <a:lnTo>
                    <a:pt x="13" y="461"/>
                  </a:lnTo>
                  <a:lnTo>
                    <a:pt x="17" y="450"/>
                  </a:lnTo>
                  <a:lnTo>
                    <a:pt x="17" y="450"/>
                  </a:lnTo>
                  <a:lnTo>
                    <a:pt x="26" y="429"/>
                  </a:lnTo>
                  <a:lnTo>
                    <a:pt x="35" y="410"/>
                  </a:lnTo>
                  <a:lnTo>
                    <a:pt x="57" y="371"/>
                  </a:lnTo>
                  <a:lnTo>
                    <a:pt x="82" y="331"/>
                  </a:lnTo>
                  <a:lnTo>
                    <a:pt x="107" y="295"/>
                  </a:lnTo>
                  <a:lnTo>
                    <a:pt x="107" y="295"/>
                  </a:lnTo>
                  <a:lnTo>
                    <a:pt x="122" y="274"/>
                  </a:lnTo>
                  <a:lnTo>
                    <a:pt x="137" y="253"/>
                  </a:lnTo>
                  <a:lnTo>
                    <a:pt x="170" y="214"/>
                  </a:lnTo>
                  <a:lnTo>
                    <a:pt x="238" y="135"/>
                  </a:lnTo>
                  <a:lnTo>
                    <a:pt x="238" y="135"/>
                  </a:lnTo>
                  <a:lnTo>
                    <a:pt x="264" y="102"/>
                  </a:lnTo>
                  <a:lnTo>
                    <a:pt x="290" y="70"/>
                  </a:lnTo>
                  <a:lnTo>
                    <a:pt x="290" y="70"/>
                  </a:lnTo>
                  <a:lnTo>
                    <a:pt x="303" y="54"/>
                  </a:lnTo>
                  <a:lnTo>
                    <a:pt x="316" y="40"/>
                  </a:lnTo>
                  <a:lnTo>
                    <a:pt x="329" y="24"/>
                  </a:lnTo>
                  <a:lnTo>
                    <a:pt x="341" y="8"/>
                  </a:lnTo>
                  <a:lnTo>
                    <a:pt x="341" y="8"/>
                  </a:lnTo>
                  <a:lnTo>
                    <a:pt x="342" y="6"/>
                  </a:lnTo>
                  <a:lnTo>
                    <a:pt x="342" y="4"/>
                  </a:lnTo>
                  <a:lnTo>
                    <a:pt x="341" y="2"/>
                  </a:lnTo>
                  <a:lnTo>
                    <a:pt x="340" y="0"/>
                  </a:lnTo>
                  <a:lnTo>
                    <a:pt x="336" y="0"/>
                  </a:lnTo>
                  <a:lnTo>
                    <a:pt x="333" y="0"/>
                  </a:lnTo>
                  <a:lnTo>
                    <a:pt x="332" y="3"/>
                  </a:lnTo>
                  <a:lnTo>
                    <a:pt x="332" y="3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16" name="Freeform 528"/>
            <p:cNvSpPr/>
            <p:nvPr>
              <p:custDataLst>
                <p:tags r:id="rId11"/>
              </p:custDataLst>
            </p:nvPr>
          </p:nvSpPr>
          <p:spPr bwMode="auto">
            <a:xfrm>
              <a:off x="2390776" y="2068513"/>
              <a:ext cx="111125" cy="169863"/>
            </a:xfrm>
            <a:custGeom>
              <a:avLst/>
              <a:gdLst/>
              <a:ahLst/>
              <a:cxnLst>
                <a:cxn ang="0">
                  <a:pos x="271" y="2"/>
                </a:cxn>
                <a:cxn ang="0">
                  <a:pos x="271" y="2"/>
                </a:cxn>
                <a:cxn ang="0">
                  <a:pos x="236" y="59"/>
                </a:cxn>
                <a:cxn ang="0">
                  <a:pos x="200" y="115"/>
                </a:cxn>
                <a:cxn ang="0">
                  <a:pos x="165" y="172"/>
                </a:cxn>
                <a:cxn ang="0">
                  <a:pos x="130" y="229"/>
                </a:cxn>
                <a:cxn ang="0">
                  <a:pos x="130" y="229"/>
                </a:cxn>
                <a:cxn ang="0">
                  <a:pos x="113" y="252"/>
                </a:cxn>
                <a:cxn ang="0">
                  <a:pos x="96" y="274"/>
                </a:cxn>
                <a:cxn ang="0">
                  <a:pos x="59" y="320"/>
                </a:cxn>
                <a:cxn ang="0">
                  <a:pos x="42" y="344"/>
                </a:cxn>
                <a:cxn ang="0">
                  <a:pos x="26" y="367"/>
                </a:cxn>
                <a:cxn ang="0">
                  <a:pos x="12" y="392"/>
                </a:cxn>
                <a:cxn ang="0">
                  <a:pos x="0" y="418"/>
                </a:cxn>
                <a:cxn ang="0">
                  <a:pos x="0" y="418"/>
                </a:cxn>
                <a:cxn ang="0">
                  <a:pos x="0" y="421"/>
                </a:cxn>
                <a:cxn ang="0">
                  <a:pos x="0" y="423"/>
                </a:cxn>
                <a:cxn ang="0">
                  <a:pos x="3" y="425"/>
                </a:cxn>
                <a:cxn ang="0">
                  <a:pos x="4" y="426"/>
                </a:cxn>
                <a:cxn ang="0">
                  <a:pos x="8" y="425"/>
                </a:cxn>
                <a:cxn ang="0">
                  <a:pos x="11" y="423"/>
                </a:cxn>
                <a:cxn ang="0">
                  <a:pos x="12" y="422"/>
                </a:cxn>
                <a:cxn ang="0">
                  <a:pos x="12" y="422"/>
                </a:cxn>
                <a:cxn ang="0">
                  <a:pos x="17" y="408"/>
                </a:cxn>
                <a:cxn ang="0">
                  <a:pos x="24" y="395"/>
                </a:cxn>
                <a:cxn ang="0">
                  <a:pos x="38" y="369"/>
                </a:cxn>
                <a:cxn ang="0">
                  <a:pos x="55" y="344"/>
                </a:cxn>
                <a:cxn ang="0">
                  <a:pos x="72" y="320"/>
                </a:cxn>
                <a:cxn ang="0">
                  <a:pos x="110" y="273"/>
                </a:cxn>
                <a:cxn ang="0">
                  <a:pos x="128" y="250"/>
                </a:cxn>
                <a:cxn ang="0">
                  <a:pos x="145" y="225"/>
                </a:cxn>
                <a:cxn ang="0">
                  <a:pos x="145" y="225"/>
                </a:cxn>
                <a:cxn ang="0">
                  <a:pos x="179" y="171"/>
                </a:cxn>
                <a:cxn ang="0">
                  <a:pos x="213" y="116"/>
                </a:cxn>
                <a:cxn ang="0">
                  <a:pos x="246" y="63"/>
                </a:cxn>
                <a:cxn ang="0">
                  <a:pos x="281" y="9"/>
                </a:cxn>
                <a:cxn ang="0">
                  <a:pos x="281" y="9"/>
                </a:cxn>
                <a:cxn ang="0">
                  <a:pos x="283" y="6"/>
                </a:cxn>
                <a:cxn ang="0">
                  <a:pos x="281" y="4"/>
                </a:cxn>
                <a:cxn ang="0">
                  <a:pos x="281" y="2"/>
                </a:cxn>
                <a:cxn ang="0">
                  <a:pos x="279" y="1"/>
                </a:cxn>
                <a:cxn ang="0">
                  <a:pos x="275" y="0"/>
                </a:cxn>
                <a:cxn ang="0">
                  <a:pos x="273" y="1"/>
                </a:cxn>
                <a:cxn ang="0">
                  <a:pos x="271" y="2"/>
                </a:cxn>
                <a:cxn ang="0">
                  <a:pos x="271" y="2"/>
                </a:cxn>
              </a:cxnLst>
              <a:rect l="0" t="0" r="r" b="b"/>
              <a:pathLst>
                <a:path w="283" h="426">
                  <a:moveTo>
                    <a:pt x="271" y="2"/>
                  </a:moveTo>
                  <a:lnTo>
                    <a:pt x="271" y="2"/>
                  </a:lnTo>
                  <a:lnTo>
                    <a:pt x="236" y="59"/>
                  </a:lnTo>
                  <a:lnTo>
                    <a:pt x="200" y="115"/>
                  </a:lnTo>
                  <a:lnTo>
                    <a:pt x="165" y="172"/>
                  </a:lnTo>
                  <a:lnTo>
                    <a:pt x="130" y="229"/>
                  </a:lnTo>
                  <a:lnTo>
                    <a:pt x="130" y="229"/>
                  </a:lnTo>
                  <a:lnTo>
                    <a:pt x="113" y="252"/>
                  </a:lnTo>
                  <a:lnTo>
                    <a:pt x="96" y="274"/>
                  </a:lnTo>
                  <a:lnTo>
                    <a:pt x="59" y="320"/>
                  </a:lnTo>
                  <a:lnTo>
                    <a:pt x="42" y="344"/>
                  </a:lnTo>
                  <a:lnTo>
                    <a:pt x="26" y="367"/>
                  </a:lnTo>
                  <a:lnTo>
                    <a:pt x="12" y="392"/>
                  </a:lnTo>
                  <a:lnTo>
                    <a:pt x="0" y="418"/>
                  </a:lnTo>
                  <a:lnTo>
                    <a:pt x="0" y="418"/>
                  </a:lnTo>
                  <a:lnTo>
                    <a:pt x="0" y="421"/>
                  </a:lnTo>
                  <a:lnTo>
                    <a:pt x="0" y="423"/>
                  </a:lnTo>
                  <a:lnTo>
                    <a:pt x="3" y="425"/>
                  </a:lnTo>
                  <a:lnTo>
                    <a:pt x="4" y="426"/>
                  </a:lnTo>
                  <a:lnTo>
                    <a:pt x="8" y="425"/>
                  </a:lnTo>
                  <a:lnTo>
                    <a:pt x="11" y="423"/>
                  </a:lnTo>
                  <a:lnTo>
                    <a:pt x="12" y="422"/>
                  </a:lnTo>
                  <a:lnTo>
                    <a:pt x="12" y="422"/>
                  </a:lnTo>
                  <a:lnTo>
                    <a:pt x="17" y="408"/>
                  </a:lnTo>
                  <a:lnTo>
                    <a:pt x="24" y="395"/>
                  </a:lnTo>
                  <a:lnTo>
                    <a:pt x="38" y="369"/>
                  </a:lnTo>
                  <a:lnTo>
                    <a:pt x="55" y="344"/>
                  </a:lnTo>
                  <a:lnTo>
                    <a:pt x="72" y="320"/>
                  </a:lnTo>
                  <a:lnTo>
                    <a:pt x="110" y="273"/>
                  </a:lnTo>
                  <a:lnTo>
                    <a:pt x="128" y="250"/>
                  </a:lnTo>
                  <a:lnTo>
                    <a:pt x="145" y="225"/>
                  </a:lnTo>
                  <a:lnTo>
                    <a:pt x="145" y="225"/>
                  </a:lnTo>
                  <a:lnTo>
                    <a:pt x="179" y="171"/>
                  </a:lnTo>
                  <a:lnTo>
                    <a:pt x="213" y="116"/>
                  </a:lnTo>
                  <a:lnTo>
                    <a:pt x="246" y="63"/>
                  </a:lnTo>
                  <a:lnTo>
                    <a:pt x="281" y="9"/>
                  </a:lnTo>
                  <a:lnTo>
                    <a:pt x="281" y="9"/>
                  </a:lnTo>
                  <a:lnTo>
                    <a:pt x="283" y="6"/>
                  </a:lnTo>
                  <a:lnTo>
                    <a:pt x="281" y="4"/>
                  </a:lnTo>
                  <a:lnTo>
                    <a:pt x="281" y="2"/>
                  </a:lnTo>
                  <a:lnTo>
                    <a:pt x="279" y="1"/>
                  </a:lnTo>
                  <a:lnTo>
                    <a:pt x="275" y="0"/>
                  </a:lnTo>
                  <a:lnTo>
                    <a:pt x="273" y="1"/>
                  </a:lnTo>
                  <a:lnTo>
                    <a:pt x="271" y="2"/>
                  </a:lnTo>
                  <a:lnTo>
                    <a:pt x="271" y="2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17" name="Freeform 529"/>
            <p:cNvSpPr/>
            <p:nvPr>
              <p:custDataLst>
                <p:tags r:id="rId12"/>
              </p:custDataLst>
            </p:nvPr>
          </p:nvSpPr>
          <p:spPr bwMode="auto">
            <a:xfrm>
              <a:off x="2517776" y="1982788"/>
              <a:ext cx="58738" cy="74613"/>
            </a:xfrm>
            <a:custGeom>
              <a:avLst/>
              <a:gdLst/>
              <a:ahLst/>
              <a:cxnLst>
                <a:cxn ang="0">
                  <a:pos x="138" y="1"/>
                </a:cxn>
                <a:cxn ang="0">
                  <a:pos x="138" y="1"/>
                </a:cxn>
                <a:cxn ang="0">
                  <a:pos x="128" y="9"/>
                </a:cxn>
                <a:cxn ang="0">
                  <a:pos x="120" y="18"/>
                </a:cxn>
                <a:cxn ang="0">
                  <a:pos x="104" y="38"/>
                </a:cxn>
                <a:cxn ang="0">
                  <a:pos x="90" y="59"/>
                </a:cxn>
                <a:cxn ang="0">
                  <a:pos x="77" y="80"/>
                </a:cxn>
                <a:cxn ang="0">
                  <a:pos x="77" y="80"/>
                </a:cxn>
                <a:cxn ang="0">
                  <a:pos x="66" y="93"/>
                </a:cxn>
                <a:cxn ang="0">
                  <a:pos x="56" y="106"/>
                </a:cxn>
                <a:cxn ang="0">
                  <a:pos x="35" y="133"/>
                </a:cxn>
                <a:cxn ang="0">
                  <a:pos x="35" y="133"/>
                </a:cxn>
                <a:cxn ang="0">
                  <a:pos x="26" y="144"/>
                </a:cxn>
                <a:cxn ang="0">
                  <a:pos x="17" y="154"/>
                </a:cxn>
                <a:cxn ang="0">
                  <a:pos x="7" y="165"/>
                </a:cxn>
                <a:cxn ang="0">
                  <a:pos x="0" y="177"/>
                </a:cxn>
                <a:cxn ang="0">
                  <a:pos x="0" y="177"/>
                </a:cxn>
                <a:cxn ang="0">
                  <a:pos x="0" y="179"/>
                </a:cxn>
                <a:cxn ang="0">
                  <a:pos x="0" y="182"/>
                </a:cxn>
                <a:cxn ang="0">
                  <a:pos x="2" y="184"/>
                </a:cxn>
                <a:cxn ang="0">
                  <a:pos x="5" y="186"/>
                </a:cxn>
                <a:cxn ang="0">
                  <a:pos x="6" y="186"/>
                </a:cxn>
                <a:cxn ang="0">
                  <a:pos x="9" y="184"/>
                </a:cxn>
                <a:cxn ang="0">
                  <a:pos x="10" y="183"/>
                </a:cxn>
                <a:cxn ang="0">
                  <a:pos x="10" y="183"/>
                </a:cxn>
                <a:cxn ang="0">
                  <a:pos x="15" y="173"/>
                </a:cxn>
                <a:cxn ang="0">
                  <a:pos x="23" y="165"/>
                </a:cxn>
                <a:cxn ang="0">
                  <a:pos x="31" y="157"/>
                </a:cxn>
                <a:cxn ang="0">
                  <a:pos x="39" y="148"/>
                </a:cxn>
                <a:cxn ang="0">
                  <a:pos x="39" y="148"/>
                </a:cxn>
                <a:cxn ang="0">
                  <a:pos x="60" y="119"/>
                </a:cxn>
                <a:cxn ang="0">
                  <a:pos x="81" y="93"/>
                </a:cxn>
                <a:cxn ang="0">
                  <a:pos x="81" y="93"/>
                </a:cxn>
                <a:cxn ang="0">
                  <a:pos x="96" y="71"/>
                </a:cxn>
                <a:cxn ang="0">
                  <a:pos x="111" y="48"/>
                </a:cxn>
                <a:cxn ang="0">
                  <a:pos x="119" y="38"/>
                </a:cxn>
                <a:cxn ang="0">
                  <a:pos x="126" y="27"/>
                </a:cxn>
                <a:cxn ang="0">
                  <a:pos x="136" y="18"/>
                </a:cxn>
                <a:cxn ang="0">
                  <a:pos x="146" y="9"/>
                </a:cxn>
                <a:cxn ang="0">
                  <a:pos x="146" y="9"/>
                </a:cxn>
                <a:cxn ang="0">
                  <a:pos x="147" y="7"/>
                </a:cxn>
                <a:cxn ang="0">
                  <a:pos x="147" y="5"/>
                </a:cxn>
                <a:cxn ang="0">
                  <a:pos x="147" y="3"/>
                </a:cxn>
                <a:cxn ang="0">
                  <a:pos x="146" y="1"/>
                </a:cxn>
                <a:cxn ang="0">
                  <a:pos x="142" y="0"/>
                </a:cxn>
                <a:cxn ang="0">
                  <a:pos x="140" y="0"/>
                </a:cxn>
                <a:cxn ang="0">
                  <a:pos x="138" y="1"/>
                </a:cxn>
                <a:cxn ang="0">
                  <a:pos x="138" y="1"/>
                </a:cxn>
              </a:cxnLst>
              <a:rect l="0" t="0" r="r" b="b"/>
              <a:pathLst>
                <a:path w="147" h="186">
                  <a:moveTo>
                    <a:pt x="138" y="1"/>
                  </a:moveTo>
                  <a:lnTo>
                    <a:pt x="138" y="1"/>
                  </a:lnTo>
                  <a:lnTo>
                    <a:pt x="128" y="9"/>
                  </a:lnTo>
                  <a:lnTo>
                    <a:pt x="120" y="18"/>
                  </a:lnTo>
                  <a:lnTo>
                    <a:pt x="104" y="38"/>
                  </a:lnTo>
                  <a:lnTo>
                    <a:pt x="90" y="59"/>
                  </a:lnTo>
                  <a:lnTo>
                    <a:pt x="77" y="80"/>
                  </a:lnTo>
                  <a:lnTo>
                    <a:pt x="77" y="80"/>
                  </a:lnTo>
                  <a:lnTo>
                    <a:pt x="66" y="93"/>
                  </a:lnTo>
                  <a:lnTo>
                    <a:pt x="56" y="106"/>
                  </a:lnTo>
                  <a:lnTo>
                    <a:pt x="35" y="133"/>
                  </a:lnTo>
                  <a:lnTo>
                    <a:pt x="35" y="133"/>
                  </a:lnTo>
                  <a:lnTo>
                    <a:pt x="26" y="144"/>
                  </a:lnTo>
                  <a:lnTo>
                    <a:pt x="17" y="154"/>
                  </a:lnTo>
                  <a:lnTo>
                    <a:pt x="7" y="165"/>
                  </a:lnTo>
                  <a:lnTo>
                    <a:pt x="0" y="177"/>
                  </a:lnTo>
                  <a:lnTo>
                    <a:pt x="0" y="177"/>
                  </a:lnTo>
                  <a:lnTo>
                    <a:pt x="0" y="179"/>
                  </a:lnTo>
                  <a:lnTo>
                    <a:pt x="0" y="182"/>
                  </a:lnTo>
                  <a:lnTo>
                    <a:pt x="2" y="184"/>
                  </a:lnTo>
                  <a:lnTo>
                    <a:pt x="5" y="186"/>
                  </a:lnTo>
                  <a:lnTo>
                    <a:pt x="6" y="186"/>
                  </a:lnTo>
                  <a:lnTo>
                    <a:pt x="9" y="184"/>
                  </a:lnTo>
                  <a:lnTo>
                    <a:pt x="10" y="183"/>
                  </a:lnTo>
                  <a:lnTo>
                    <a:pt x="10" y="183"/>
                  </a:lnTo>
                  <a:lnTo>
                    <a:pt x="15" y="173"/>
                  </a:lnTo>
                  <a:lnTo>
                    <a:pt x="23" y="165"/>
                  </a:lnTo>
                  <a:lnTo>
                    <a:pt x="31" y="157"/>
                  </a:lnTo>
                  <a:lnTo>
                    <a:pt x="39" y="148"/>
                  </a:lnTo>
                  <a:lnTo>
                    <a:pt x="39" y="148"/>
                  </a:lnTo>
                  <a:lnTo>
                    <a:pt x="60" y="119"/>
                  </a:lnTo>
                  <a:lnTo>
                    <a:pt x="81" y="93"/>
                  </a:lnTo>
                  <a:lnTo>
                    <a:pt x="81" y="93"/>
                  </a:lnTo>
                  <a:lnTo>
                    <a:pt x="96" y="71"/>
                  </a:lnTo>
                  <a:lnTo>
                    <a:pt x="111" y="48"/>
                  </a:lnTo>
                  <a:lnTo>
                    <a:pt x="119" y="38"/>
                  </a:lnTo>
                  <a:lnTo>
                    <a:pt x="126" y="27"/>
                  </a:lnTo>
                  <a:lnTo>
                    <a:pt x="136" y="18"/>
                  </a:lnTo>
                  <a:lnTo>
                    <a:pt x="146" y="9"/>
                  </a:lnTo>
                  <a:lnTo>
                    <a:pt x="146" y="9"/>
                  </a:lnTo>
                  <a:lnTo>
                    <a:pt x="147" y="7"/>
                  </a:lnTo>
                  <a:lnTo>
                    <a:pt x="147" y="5"/>
                  </a:lnTo>
                  <a:lnTo>
                    <a:pt x="147" y="3"/>
                  </a:lnTo>
                  <a:lnTo>
                    <a:pt x="146" y="1"/>
                  </a:lnTo>
                  <a:lnTo>
                    <a:pt x="142" y="0"/>
                  </a:lnTo>
                  <a:lnTo>
                    <a:pt x="140" y="0"/>
                  </a:lnTo>
                  <a:lnTo>
                    <a:pt x="138" y="1"/>
                  </a:lnTo>
                  <a:lnTo>
                    <a:pt x="138" y="1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18" name="Freeform 530"/>
            <p:cNvSpPr/>
            <p:nvPr>
              <p:custDataLst>
                <p:tags r:id="rId13"/>
              </p:custDataLst>
            </p:nvPr>
          </p:nvSpPr>
          <p:spPr bwMode="auto">
            <a:xfrm>
              <a:off x="2454276" y="1998663"/>
              <a:ext cx="158750" cy="241300"/>
            </a:xfrm>
            <a:custGeom>
              <a:avLst/>
              <a:gdLst/>
              <a:ahLst/>
              <a:cxnLst>
                <a:cxn ang="0">
                  <a:pos x="388" y="4"/>
                </a:cxn>
                <a:cxn ang="0">
                  <a:pos x="382" y="17"/>
                </a:cxn>
                <a:cxn ang="0">
                  <a:pos x="374" y="29"/>
                </a:cxn>
                <a:cxn ang="0">
                  <a:pos x="348" y="73"/>
                </a:cxn>
                <a:cxn ang="0">
                  <a:pos x="294" y="156"/>
                </a:cxn>
                <a:cxn ang="0">
                  <a:pos x="181" y="323"/>
                </a:cxn>
                <a:cxn ang="0">
                  <a:pos x="158" y="362"/>
                </a:cxn>
                <a:cxn ang="0">
                  <a:pos x="112" y="439"/>
                </a:cxn>
                <a:cxn ang="0">
                  <a:pos x="87" y="477"/>
                </a:cxn>
                <a:cxn ang="0">
                  <a:pos x="39" y="549"/>
                </a:cxn>
                <a:cxn ang="0">
                  <a:pos x="18" y="575"/>
                </a:cxn>
                <a:cxn ang="0">
                  <a:pos x="0" y="604"/>
                </a:cxn>
                <a:cxn ang="0">
                  <a:pos x="0" y="607"/>
                </a:cxn>
                <a:cxn ang="0">
                  <a:pos x="2" y="611"/>
                </a:cxn>
                <a:cxn ang="0">
                  <a:pos x="7" y="611"/>
                </a:cxn>
                <a:cxn ang="0">
                  <a:pos x="11" y="608"/>
                </a:cxn>
                <a:cxn ang="0">
                  <a:pos x="15" y="599"/>
                </a:cxn>
                <a:cxn ang="0">
                  <a:pos x="31" y="577"/>
                </a:cxn>
                <a:cxn ang="0">
                  <a:pos x="55" y="547"/>
                </a:cxn>
                <a:cxn ang="0">
                  <a:pos x="78" y="511"/>
                </a:cxn>
                <a:cxn ang="0">
                  <a:pos x="103" y="476"/>
                </a:cxn>
                <a:cxn ang="0">
                  <a:pos x="128" y="437"/>
                </a:cxn>
                <a:cxn ang="0">
                  <a:pos x="174" y="358"/>
                </a:cxn>
                <a:cxn ang="0">
                  <a:pos x="198" y="320"/>
                </a:cxn>
                <a:cxn ang="0">
                  <a:pos x="310" y="152"/>
                </a:cxn>
                <a:cxn ang="0">
                  <a:pos x="363" y="69"/>
                </a:cxn>
                <a:cxn ang="0">
                  <a:pos x="383" y="39"/>
                </a:cxn>
                <a:cxn ang="0">
                  <a:pos x="397" y="14"/>
                </a:cxn>
                <a:cxn ang="0">
                  <a:pos x="400" y="6"/>
                </a:cxn>
                <a:cxn ang="0">
                  <a:pos x="399" y="1"/>
                </a:cxn>
                <a:cxn ang="0">
                  <a:pos x="391" y="0"/>
                </a:cxn>
                <a:cxn ang="0">
                  <a:pos x="388" y="4"/>
                </a:cxn>
              </a:cxnLst>
              <a:rect l="0" t="0" r="r" b="b"/>
              <a:pathLst>
                <a:path w="400" h="611">
                  <a:moveTo>
                    <a:pt x="388" y="4"/>
                  </a:moveTo>
                  <a:lnTo>
                    <a:pt x="388" y="4"/>
                  </a:lnTo>
                  <a:lnTo>
                    <a:pt x="386" y="10"/>
                  </a:lnTo>
                  <a:lnTo>
                    <a:pt x="382" y="17"/>
                  </a:lnTo>
                  <a:lnTo>
                    <a:pt x="374" y="29"/>
                  </a:lnTo>
                  <a:lnTo>
                    <a:pt x="374" y="29"/>
                  </a:lnTo>
                  <a:lnTo>
                    <a:pt x="348" y="73"/>
                  </a:lnTo>
                  <a:lnTo>
                    <a:pt x="348" y="73"/>
                  </a:lnTo>
                  <a:lnTo>
                    <a:pt x="321" y="115"/>
                  </a:lnTo>
                  <a:lnTo>
                    <a:pt x="294" y="156"/>
                  </a:lnTo>
                  <a:lnTo>
                    <a:pt x="294" y="156"/>
                  </a:lnTo>
                  <a:lnTo>
                    <a:pt x="181" y="323"/>
                  </a:lnTo>
                  <a:lnTo>
                    <a:pt x="181" y="323"/>
                  </a:lnTo>
                  <a:lnTo>
                    <a:pt x="158" y="362"/>
                  </a:lnTo>
                  <a:lnTo>
                    <a:pt x="136" y="401"/>
                  </a:lnTo>
                  <a:lnTo>
                    <a:pt x="112" y="439"/>
                  </a:lnTo>
                  <a:lnTo>
                    <a:pt x="87" y="477"/>
                  </a:lnTo>
                  <a:lnTo>
                    <a:pt x="87" y="477"/>
                  </a:lnTo>
                  <a:lnTo>
                    <a:pt x="62" y="513"/>
                  </a:lnTo>
                  <a:lnTo>
                    <a:pt x="39" y="549"/>
                  </a:lnTo>
                  <a:lnTo>
                    <a:pt x="39" y="549"/>
                  </a:lnTo>
                  <a:lnTo>
                    <a:pt x="18" y="575"/>
                  </a:lnTo>
                  <a:lnTo>
                    <a:pt x="7" y="590"/>
                  </a:lnTo>
                  <a:lnTo>
                    <a:pt x="0" y="604"/>
                  </a:lnTo>
                  <a:lnTo>
                    <a:pt x="0" y="604"/>
                  </a:lnTo>
                  <a:lnTo>
                    <a:pt x="0" y="607"/>
                  </a:lnTo>
                  <a:lnTo>
                    <a:pt x="1" y="609"/>
                  </a:lnTo>
                  <a:lnTo>
                    <a:pt x="2" y="611"/>
                  </a:lnTo>
                  <a:lnTo>
                    <a:pt x="4" y="611"/>
                  </a:lnTo>
                  <a:lnTo>
                    <a:pt x="7" y="611"/>
                  </a:lnTo>
                  <a:lnTo>
                    <a:pt x="10" y="609"/>
                  </a:lnTo>
                  <a:lnTo>
                    <a:pt x="11" y="608"/>
                  </a:lnTo>
                  <a:lnTo>
                    <a:pt x="11" y="608"/>
                  </a:lnTo>
                  <a:lnTo>
                    <a:pt x="15" y="599"/>
                  </a:lnTo>
                  <a:lnTo>
                    <a:pt x="19" y="591"/>
                  </a:lnTo>
                  <a:lnTo>
                    <a:pt x="31" y="577"/>
                  </a:lnTo>
                  <a:lnTo>
                    <a:pt x="43" y="561"/>
                  </a:lnTo>
                  <a:lnTo>
                    <a:pt x="55" y="547"/>
                  </a:lnTo>
                  <a:lnTo>
                    <a:pt x="55" y="547"/>
                  </a:lnTo>
                  <a:lnTo>
                    <a:pt x="78" y="511"/>
                  </a:lnTo>
                  <a:lnTo>
                    <a:pt x="103" y="476"/>
                  </a:lnTo>
                  <a:lnTo>
                    <a:pt x="103" y="476"/>
                  </a:lnTo>
                  <a:lnTo>
                    <a:pt x="116" y="456"/>
                  </a:lnTo>
                  <a:lnTo>
                    <a:pt x="128" y="437"/>
                  </a:lnTo>
                  <a:lnTo>
                    <a:pt x="151" y="397"/>
                  </a:lnTo>
                  <a:lnTo>
                    <a:pt x="174" y="358"/>
                  </a:lnTo>
                  <a:lnTo>
                    <a:pt x="198" y="320"/>
                  </a:lnTo>
                  <a:lnTo>
                    <a:pt x="198" y="320"/>
                  </a:lnTo>
                  <a:lnTo>
                    <a:pt x="310" y="152"/>
                  </a:lnTo>
                  <a:lnTo>
                    <a:pt x="310" y="152"/>
                  </a:lnTo>
                  <a:lnTo>
                    <a:pt x="337" y="111"/>
                  </a:lnTo>
                  <a:lnTo>
                    <a:pt x="363" y="69"/>
                  </a:lnTo>
                  <a:lnTo>
                    <a:pt x="363" y="69"/>
                  </a:lnTo>
                  <a:lnTo>
                    <a:pt x="383" y="39"/>
                  </a:lnTo>
                  <a:lnTo>
                    <a:pt x="393" y="22"/>
                  </a:lnTo>
                  <a:lnTo>
                    <a:pt x="397" y="14"/>
                  </a:lnTo>
                  <a:lnTo>
                    <a:pt x="400" y="6"/>
                  </a:lnTo>
                  <a:lnTo>
                    <a:pt x="400" y="6"/>
                  </a:lnTo>
                  <a:lnTo>
                    <a:pt x="400" y="4"/>
                  </a:lnTo>
                  <a:lnTo>
                    <a:pt x="399" y="1"/>
                  </a:lnTo>
                  <a:lnTo>
                    <a:pt x="395" y="0"/>
                  </a:lnTo>
                  <a:lnTo>
                    <a:pt x="391" y="0"/>
                  </a:lnTo>
                  <a:lnTo>
                    <a:pt x="389" y="1"/>
                  </a:lnTo>
                  <a:lnTo>
                    <a:pt x="388" y="4"/>
                  </a:lnTo>
                  <a:lnTo>
                    <a:pt x="388" y="4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19" name="Freeform 531"/>
            <p:cNvSpPr/>
            <p:nvPr>
              <p:custDataLst>
                <p:tags r:id="rId14"/>
              </p:custDataLst>
            </p:nvPr>
          </p:nvSpPr>
          <p:spPr bwMode="auto">
            <a:xfrm>
              <a:off x="2509838" y="2046288"/>
              <a:ext cx="133350" cy="195263"/>
            </a:xfrm>
            <a:custGeom>
              <a:avLst/>
              <a:gdLst/>
              <a:ahLst/>
              <a:cxnLst>
                <a:cxn ang="0">
                  <a:pos x="328" y="2"/>
                </a:cxn>
                <a:cxn ang="0">
                  <a:pos x="328" y="2"/>
                </a:cxn>
                <a:cxn ang="0">
                  <a:pos x="307" y="31"/>
                </a:cxn>
                <a:cxn ang="0">
                  <a:pos x="286" y="60"/>
                </a:cxn>
                <a:cxn ang="0">
                  <a:pos x="246" y="120"/>
                </a:cxn>
                <a:cxn ang="0">
                  <a:pos x="207" y="180"/>
                </a:cxn>
                <a:cxn ang="0">
                  <a:pos x="167" y="240"/>
                </a:cxn>
                <a:cxn ang="0">
                  <a:pos x="167" y="240"/>
                </a:cxn>
                <a:cxn ang="0">
                  <a:pos x="123" y="304"/>
                </a:cxn>
                <a:cxn ang="0">
                  <a:pos x="78" y="367"/>
                </a:cxn>
                <a:cxn ang="0">
                  <a:pos x="78" y="367"/>
                </a:cxn>
                <a:cxn ang="0">
                  <a:pos x="58" y="394"/>
                </a:cxn>
                <a:cxn ang="0">
                  <a:pos x="39" y="423"/>
                </a:cxn>
                <a:cxn ang="0">
                  <a:pos x="1" y="481"/>
                </a:cxn>
                <a:cxn ang="0">
                  <a:pos x="1" y="481"/>
                </a:cxn>
                <a:cxn ang="0">
                  <a:pos x="0" y="483"/>
                </a:cxn>
                <a:cxn ang="0">
                  <a:pos x="0" y="486"/>
                </a:cxn>
                <a:cxn ang="0">
                  <a:pos x="3" y="489"/>
                </a:cxn>
                <a:cxn ang="0">
                  <a:pos x="7" y="490"/>
                </a:cxn>
                <a:cxn ang="0">
                  <a:pos x="9" y="489"/>
                </a:cxn>
                <a:cxn ang="0">
                  <a:pos x="10" y="487"/>
                </a:cxn>
                <a:cxn ang="0">
                  <a:pos x="10" y="487"/>
                </a:cxn>
                <a:cxn ang="0">
                  <a:pos x="46" y="434"/>
                </a:cxn>
                <a:cxn ang="0">
                  <a:pos x="63" y="408"/>
                </a:cxn>
                <a:cxn ang="0">
                  <a:pos x="81" y="381"/>
                </a:cxn>
                <a:cxn ang="0">
                  <a:pos x="81" y="381"/>
                </a:cxn>
                <a:cxn ang="0">
                  <a:pos x="127" y="319"/>
                </a:cxn>
                <a:cxn ang="0">
                  <a:pos x="171" y="256"/>
                </a:cxn>
                <a:cxn ang="0">
                  <a:pos x="171" y="256"/>
                </a:cxn>
                <a:cxn ang="0">
                  <a:pos x="212" y="193"/>
                </a:cxn>
                <a:cxn ang="0">
                  <a:pos x="252" y="130"/>
                </a:cxn>
                <a:cxn ang="0">
                  <a:pos x="294" y="68"/>
                </a:cxn>
                <a:cxn ang="0">
                  <a:pos x="317" y="37"/>
                </a:cxn>
                <a:cxn ang="0">
                  <a:pos x="337" y="7"/>
                </a:cxn>
                <a:cxn ang="0">
                  <a:pos x="337" y="7"/>
                </a:cxn>
                <a:cxn ang="0">
                  <a:pos x="339" y="5"/>
                </a:cxn>
                <a:cxn ang="0">
                  <a:pos x="339" y="3"/>
                </a:cxn>
                <a:cxn ang="0">
                  <a:pos x="337" y="2"/>
                </a:cxn>
                <a:cxn ang="0">
                  <a:pos x="336" y="0"/>
                </a:cxn>
                <a:cxn ang="0">
                  <a:pos x="332" y="0"/>
                </a:cxn>
                <a:cxn ang="0">
                  <a:pos x="330" y="0"/>
                </a:cxn>
                <a:cxn ang="0">
                  <a:pos x="328" y="2"/>
                </a:cxn>
                <a:cxn ang="0">
                  <a:pos x="328" y="2"/>
                </a:cxn>
              </a:cxnLst>
              <a:rect l="0" t="0" r="r" b="b"/>
              <a:pathLst>
                <a:path w="339" h="490">
                  <a:moveTo>
                    <a:pt x="328" y="2"/>
                  </a:moveTo>
                  <a:lnTo>
                    <a:pt x="328" y="2"/>
                  </a:lnTo>
                  <a:lnTo>
                    <a:pt x="307" y="31"/>
                  </a:lnTo>
                  <a:lnTo>
                    <a:pt x="286" y="60"/>
                  </a:lnTo>
                  <a:lnTo>
                    <a:pt x="246" y="120"/>
                  </a:lnTo>
                  <a:lnTo>
                    <a:pt x="207" y="180"/>
                  </a:lnTo>
                  <a:lnTo>
                    <a:pt x="167" y="240"/>
                  </a:lnTo>
                  <a:lnTo>
                    <a:pt x="167" y="240"/>
                  </a:lnTo>
                  <a:lnTo>
                    <a:pt x="123" y="304"/>
                  </a:lnTo>
                  <a:lnTo>
                    <a:pt x="78" y="367"/>
                  </a:lnTo>
                  <a:lnTo>
                    <a:pt x="78" y="367"/>
                  </a:lnTo>
                  <a:lnTo>
                    <a:pt x="58" y="394"/>
                  </a:lnTo>
                  <a:lnTo>
                    <a:pt x="39" y="423"/>
                  </a:lnTo>
                  <a:lnTo>
                    <a:pt x="1" y="481"/>
                  </a:lnTo>
                  <a:lnTo>
                    <a:pt x="1" y="481"/>
                  </a:lnTo>
                  <a:lnTo>
                    <a:pt x="0" y="483"/>
                  </a:lnTo>
                  <a:lnTo>
                    <a:pt x="0" y="486"/>
                  </a:lnTo>
                  <a:lnTo>
                    <a:pt x="3" y="489"/>
                  </a:lnTo>
                  <a:lnTo>
                    <a:pt x="7" y="490"/>
                  </a:lnTo>
                  <a:lnTo>
                    <a:pt x="9" y="489"/>
                  </a:lnTo>
                  <a:lnTo>
                    <a:pt x="10" y="487"/>
                  </a:lnTo>
                  <a:lnTo>
                    <a:pt x="10" y="487"/>
                  </a:lnTo>
                  <a:lnTo>
                    <a:pt x="46" y="434"/>
                  </a:lnTo>
                  <a:lnTo>
                    <a:pt x="63" y="408"/>
                  </a:lnTo>
                  <a:lnTo>
                    <a:pt x="81" y="381"/>
                  </a:lnTo>
                  <a:lnTo>
                    <a:pt x="81" y="381"/>
                  </a:lnTo>
                  <a:lnTo>
                    <a:pt x="127" y="319"/>
                  </a:lnTo>
                  <a:lnTo>
                    <a:pt x="171" y="256"/>
                  </a:lnTo>
                  <a:lnTo>
                    <a:pt x="171" y="256"/>
                  </a:lnTo>
                  <a:lnTo>
                    <a:pt x="212" y="193"/>
                  </a:lnTo>
                  <a:lnTo>
                    <a:pt x="252" y="130"/>
                  </a:lnTo>
                  <a:lnTo>
                    <a:pt x="294" y="68"/>
                  </a:lnTo>
                  <a:lnTo>
                    <a:pt x="317" y="37"/>
                  </a:lnTo>
                  <a:lnTo>
                    <a:pt x="337" y="7"/>
                  </a:lnTo>
                  <a:lnTo>
                    <a:pt x="337" y="7"/>
                  </a:lnTo>
                  <a:lnTo>
                    <a:pt x="339" y="5"/>
                  </a:lnTo>
                  <a:lnTo>
                    <a:pt x="339" y="3"/>
                  </a:lnTo>
                  <a:lnTo>
                    <a:pt x="337" y="2"/>
                  </a:lnTo>
                  <a:lnTo>
                    <a:pt x="336" y="0"/>
                  </a:lnTo>
                  <a:lnTo>
                    <a:pt x="332" y="0"/>
                  </a:lnTo>
                  <a:lnTo>
                    <a:pt x="330" y="0"/>
                  </a:lnTo>
                  <a:lnTo>
                    <a:pt x="328" y="2"/>
                  </a:lnTo>
                  <a:lnTo>
                    <a:pt x="328" y="2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20" name="Freeform 532"/>
            <p:cNvSpPr/>
            <p:nvPr>
              <p:custDataLst>
                <p:tags r:id="rId15"/>
              </p:custDataLst>
            </p:nvPr>
          </p:nvSpPr>
          <p:spPr bwMode="auto">
            <a:xfrm>
              <a:off x="2527301" y="2079625"/>
              <a:ext cx="152400" cy="222250"/>
            </a:xfrm>
            <a:custGeom>
              <a:avLst/>
              <a:gdLst/>
              <a:ahLst/>
              <a:cxnLst>
                <a:cxn ang="0">
                  <a:pos x="374" y="3"/>
                </a:cxn>
                <a:cxn ang="0">
                  <a:pos x="374" y="3"/>
                </a:cxn>
                <a:cxn ang="0">
                  <a:pos x="362" y="16"/>
                </a:cxn>
                <a:cxn ang="0">
                  <a:pos x="349" y="31"/>
                </a:cxn>
                <a:cxn ang="0">
                  <a:pos x="327" y="61"/>
                </a:cxn>
                <a:cxn ang="0">
                  <a:pos x="306" y="93"/>
                </a:cxn>
                <a:cxn ang="0">
                  <a:pos x="285" y="124"/>
                </a:cxn>
                <a:cxn ang="0">
                  <a:pos x="285" y="124"/>
                </a:cxn>
                <a:cxn ang="0">
                  <a:pos x="259" y="162"/>
                </a:cxn>
                <a:cxn ang="0">
                  <a:pos x="235" y="200"/>
                </a:cxn>
                <a:cxn ang="0">
                  <a:pos x="212" y="239"/>
                </a:cxn>
                <a:cxn ang="0">
                  <a:pos x="188" y="277"/>
                </a:cxn>
                <a:cxn ang="0">
                  <a:pos x="188" y="277"/>
                </a:cxn>
                <a:cxn ang="0">
                  <a:pos x="165" y="315"/>
                </a:cxn>
                <a:cxn ang="0">
                  <a:pos x="140" y="353"/>
                </a:cxn>
                <a:cxn ang="0">
                  <a:pos x="114" y="390"/>
                </a:cxn>
                <a:cxn ang="0">
                  <a:pos x="99" y="407"/>
                </a:cxn>
                <a:cxn ang="0">
                  <a:pos x="85" y="424"/>
                </a:cxn>
                <a:cxn ang="0">
                  <a:pos x="85" y="424"/>
                </a:cxn>
                <a:cxn ang="0">
                  <a:pos x="60" y="454"/>
                </a:cxn>
                <a:cxn ang="0">
                  <a:pos x="39" y="485"/>
                </a:cxn>
                <a:cxn ang="0">
                  <a:pos x="18" y="518"/>
                </a:cxn>
                <a:cxn ang="0">
                  <a:pos x="1" y="552"/>
                </a:cxn>
                <a:cxn ang="0">
                  <a:pos x="1" y="552"/>
                </a:cxn>
                <a:cxn ang="0">
                  <a:pos x="0" y="554"/>
                </a:cxn>
                <a:cxn ang="0">
                  <a:pos x="0" y="556"/>
                </a:cxn>
                <a:cxn ang="0">
                  <a:pos x="2" y="560"/>
                </a:cxn>
                <a:cxn ang="0">
                  <a:pos x="6" y="560"/>
                </a:cxn>
                <a:cxn ang="0">
                  <a:pos x="9" y="560"/>
                </a:cxn>
                <a:cxn ang="0">
                  <a:pos x="10" y="557"/>
                </a:cxn>
                <a:cxn ang="0">
                  <a:pos x="10" y="557"/>
                </a:cxn>
                <a:cxn ang="0">
                  <a:pos x="30" y="522"/>
                </a:cxn>
                <a:cxn ang="0">
                  <a:pos x="51" y="488"/>
                </a:cxn>
                <a:cxn ang="0">
                  <a:pos x="74" y="456"/>
                </a:cxn>
                <a:cxn ang="0">
                  <a:pos x="99" y="425"/>
                </a:cxn>
                <a:cxn ang="0">
                  <a:pos x="99" y="425"/>
                </a:cxn>
                <a:cxn ang="0">
                  <a:pos x="112" y="411"/>
                </a:cxn>
                <a:cxn ang="0">
                  <a:pos x="123" y="395"/>
                </a:cxn>
                <a:cxn ang="0">
                  <a:pos x="145" y="365"/>
                </a:cxn>
                <a:cxn ang="0">
                  <a:pos x="187" y="301"/>
                </a:cxn>
                <a:cxn ang="0">
                  <a:pos x="187" y="301"/>
                </a:cxn>
                <a:cxn ang="0">
                  <a:pos x="210" y="265"/>
                </a:cxn>
                <a:cxn ang="0">
                  <a:pos x="233" y="229"/>
                </a:cxn>
                <a:cxn ang="0">
                  <a:pos x="277" y="157"/>
                </a:cxn>
                <a:cxn ang="0">
                  <a:pos x="277" y="157"/>
                </a:cxn>
                <a:cxn ang="0">
                  <a:pos x="301" y="120"/>
                </a:cxn>
                <a:cxn ang="0">
                  <a:pos x="325" y="86"/>
                </a:cxn>
                <a:cxn ang="0">
                  <a:pos x="325" y="86"/>
                </a:cxn>
                <a:cxn ang="0">
                  <a:pos x="352" y="47"/>
                </a:cxn>
                <a:cxn ang="0">
                  <a:pos x="366" y="27"/>
                </a:cxn>
                <a:cxn ang="0">
                  <a:pos x="383" y="10"/>
                </a:cxn>
                <a:cxn ang="0">
                  <a:pos x="383" y="10"/>
                </a:cxn>
                <a:cxn ang="0">
                  <a:pos x="384" y="8"/>
                </a:cxn>
                <a:cxn ang="0">
                  <a:pos x="384" y="6"/>
                </a:cxn>
                <a:cxn ang="0">
                  <a:pos x="382" y="3"/>
                </a:cxn>
                <a:cxn ang="0">
                  <a:pos x="379" y="0"/>
                </a:cxn>
                <a:cxn ang="0">
                  <a:pos x="376" y="1"/>
                </a:cxn>
                <a:cxn ang="0">
                  <a:pos x="374" y="3"/>
                </a:cxn>
                <a:cxn ang="0">
                  <a:pos x="374" y="3"/>
                </a:cxn>
              </a:cxnLst>
              <a:rect l="0" t="0" r="r" b="b"/>
              <a:pathLst>
                <a:path w="384" h="560">
                  <a:moveTo>
                    <a:pt x="374" y="3"/>
                  </a:moveTo>
                  <a:lnTo>
                    <a:pt x="374" y="3"/>
                  </a:lnTo>
                  <a:lnTo>
                    <a:pt x="362" y="16"/>
                  </a:lnTo>
                  <a:lnTo>
                    <a:pt x="349" y="31"/>
                  </a:lnTo>
                  <a:lnTo>
                    <a:pt x="327" y="61"/>
                  </a:lnTo>
                  <a:lnTo>
                    <a:pt x="306" y="93"/>
                  </a:lnTo>
                  <a:lnTo>
                    <a:pt x="285" y="124"/>
                  </a:lnTo>
                  <a:lnTo>
                    <a:pt x="285" y="124"/>
                  </a:lnTo>
                  <a:lnTo>
                    <a:pt x="259" y="162"/>
                  </a:lnTo>
                  <a:lnTo>
                    <a:pt x="235" y="200"/>
                  </a:lnTo>
                  <a:lnTo>
                    <a:pt x="212" y="239"/>
                  </a:lnTo>
                  <a:lnTo>
                    <a:pt x="188" y="277"/>
                  </a:lnTo>
                  <a:lnTo>
                    <a:pt x="188" y="277"/>
                  </a:lnTo>
                  <a:lnTo>
                    <a:pt x="165" y="315"/>
                  </a:lnTo>
                  <a:lnTo>
                    <a:pt x="140" y="353"/>
                  </a:lnTo>
                  <a:lnTo>
                    <a:pt x="114" y="390"/>
                  </a:lnTo>
                  <a:lnTo>
                    <a:pt x="99" y="407"/>
                  </a:lnTo>
                  <a:lnTo>
                    <a:pt x="85" y="424"/>
                  </a:lnTo>
                  <a:lnTo>
                    <a:pt x="85" y="424"/>
                  </a:lnTo>
                  <a:lnTo>
                    <a:pt x="60" y="454"/>
                  </a:lnTo>
                  <a:lnTo>
                    <a:pt x="39" y="485"/>
                  </a:lnTo>
                  <a:lnTo>
                    <a:pt x="18" y="518"/>
                  </a:lnTo>
                  <a:lnTo>
                    <a:pt x="1" y="552"/>
                  </a:lnTo>
                  <a:lnTo>
                    <a:pt x="1" y="552"/>
                  </a:lnTo>
                  <a:lnTo>
                    <a:pt x="0" y="554"/>
                  </a:lnTo>
                  <a:lnTo>
                    <a:pt x="0" y="556"/>
                  </a:lnTo>
                  <a:lnTo>
                    <a:pt x="2" y="560"/>
                  </a:lnTo>
                  <a:lnTo>
                    <a:pt x="6" y="560"/>
                  </a:lnTo>
                  <a:lnTo>
                    <a:pt x="9" y="560"/>
                  </a:lnTo>
                  <a:lnTo>
                    <a:pt x="10" y="557"/>
                  </a:lnTo>
                  <a:lnTo>
                    <a:pt x="10" y="557"/>
                  </a:lnTo>
                  <a:lnTo>
                    <a:pt x="30" y="522"/>
                  </a:lnTo>
                  <a:lnTo>
                    <a:pt x="51" y="488"/>
                  </a:lnTo>
                  <a:lnTo>
                    <a:pt x="74" y="456"/>
                  </a:lnTo>
                  <a:lnTo>
                    <a:pt x="99" y="425"/>
                  </a:lnTo>
                  <a:lnTo>
                    <a:pt x="99" y="425"/>
                  </a:lnTo>
                  <a:lnTo>
                    <a:pt x="112" y="411"/>
                  </a:lnTo>
                  <a:lnTo>
                    <a:pt x="123" y="395"/>
                  </a:lnTo>
                  <a:lnTo>
                    <a:pt x="145" y="365"/>
                  </a:lnTo>
                  <a:lnTo>
                    <a:pt x="187" y="301"/>
                  </a:lnTo>
                  <a:lnTo>
                    <a:pt x="187" y="301"/>
                  </a:lnTo>
                  <a:lnTo>
                    <a:pt x="210" y="265"/>
                  </a:lnTo>
                  <a:lnTo>
                    <a:pt x="233" y="229"/>
                  </a:lnTo>
                  <a:lnTo>
                    <a:pt x="277" y="157"/>
                  </a:lnTo>
                  <a:lnTo>
                    <a:pt x="277" y="157"/>
                  </a:lnTo>
                  <a:lnTo>
                    <a:pt x="301" y="120"/>
                  </a:lnTo>
                  <a:lnTo>
                    <a:pt x="325" y="86"/>
                  </a:lnTo>
                  <a:lnTo>
                    <a:pt x="325" y="86"/>
                  </a:lnTo>
                  <a:lnTo>
                    <a:pt x="352" y="47"/>
                  </a:lnTo>
                  <a:lnTo>
                    <a:pt x="366" y="27"/>
                  </a:lnTo>
                  <a:lnTo>
                    <a:pt x="383" y="10"/>
                  </a:lnTo>
                  <a:lnTo>
                    <a:pt x="383" y="10"/>
                  </a:lnTo>
                  <a:lnTo>
                    <a:pt x="384" y="8"/>
                  </a:lnTo>
                  <a:lnTo>
                    <a:pt x="384" y="6"/>
                  </a:lnTo>
                  <a:lnTo>
                    <a:pt x="382" y="3"/>
                  </a:lnTo>
                  <a:lnTo>
                    <a:pt x="379" y="0"/>
                  </a:lnTo>
                  <a:lnTo>
                    <a:pt x="376" y="1"/>
                  </a:lnTo>
                  <a:lnTo>
                    <a:pt x="374" y="3"/>
                  </a:lnTo>
                  <a:lnTo>
                    <a:pt x="374" y="3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21" name="Freeform 533"/>
            <p:cNvSpPr/>
            <p:nvPr>
              <p:custDataLst>
                <p:tags r:id="rId16"/>
              </p:custDataLst>
            </p:nvPr>
          </p:nvSpPr>
          <p:spPr bwMode="auto">
            <a:xfrm>
              <a:off x="2546351" y="2112963"/>
              <a:ext cx="173038" cy="250825"/>
            </a:xfrm>
            <a:custGeom>
              <a:avLst/>
              <a:gdLst/>
              <a:ahLst/>
              <a:cxnLst>
                <a:cxn ang="0">
                  <a:pos x="427" y="2"/>
                </a:cxn>
                <a:cxn ang="0">
                  <a:pos x="374" y="77"/>
                </a:cxn>
                <a:cxn ang="0">
                  <a:pos x="324" y="154"/>
                </a:cxn>
                <a:cxn ang="0">
                  <a:pos x="204" y="327"/>
                </a:cxn>
                <a:cxn ang="0">
                  <a:pos x="179" y="364"/>
                </a:cxn>
                <a:cxn ang="0">
                  <a:pos x="154" y="402"/>
                </a:cxn>
                <a:cxn ang="0">
                  <a:pos x="134" y="427"/>
                </a:cxn>
                <a:cxn ang="0">
                  <a:pos x="129" y="436"/>
                </a:cxn>
                <a:cxn ang="0">
                  <a:pos x="107" y="476"/>
                </a:cxn>
                <a:cxn ang="0">
                  <a:pos x="91" y="497"/>
                </a:cxn>
                <a:cxn ang="0">
                  <a:pos x="58" y="536"/>
                </a:cxn>
                <a:cxn ang="0">
                  <a:pos x="43" y="557"/>
                </a:cxn>
                <a:cxn ang="0">
                  <a:pos x="11" y="597"/>
                </a:cxn>
                <a:cxn ang="0">
                  <a:pos x="2" y="616"/>
                </a:cxn>
                <a:cxn ang="0">
                  <a:pos x="0" y="625"/>
                </a:cxn>
                <a:cxn ang="0">
                  <a:pos x="1" y="629"/>
                </a:cxn>
                <a:cxn ang="0">
                  <a:pos x="6" y="631"/>
                </a:cxn>
                <a:cxn ang="0">
                  <a:pos x="10" y="630"/>
                </a:cxn>
                <a:cxn ang="0">
                  <a:pos x="10" y="627"/>
                </a:cxn>
                <a:cxn ang="0">
                  <a:pos x="19" y="609"/>
                </a:cxn>
                <a:cxn ang="0">
                  <a:pos x="32" y="592"/>
                </a:cxn>
                <a:cxn ang="0">
                  <a:pos x="54" y="561"/>
                </a:cxn>
                <a:cxn ang="0">
                  <a:pos x="62" y="550"/>
                </a:cxn>
                <a:cxn ang="0">
                  <a:pos x="90" y="518"/>
                </a:cxn>
                <a:cxn ang="0">
                  <a:pos x="116" y="482"/>
                </a:cxn>
                <a:cxn ang="0">
                  <a:pos x="137" y="448"/>
                </a:cxn>
                <a:cxn ang="0">
                  <a:pos x="158" y="415"/>
                </a:cxn>
                <a:cxn ang="0">
                  <a:pos x="174" y="395"/>
                </a:cxn>
                <a:cxn ang="0">
                  <a:pos x="214" y="332"/>
                </a:cxn>
                <a:cxn ang="0">
                  <a:pos x="268" y="253"/>
                </a:cxn>
                <a:cxn ang="0">
                  <a:pos x="323" y="176"/>
                </a:cxn>
                <a:cxn ang="0">
                  <a:pos x="378" y="92"/>
                </a:cxn>
                <a:cxn ang="0">
                  <a:pos x="421" y="30"/>
                </a:cxn>
                <a:cxn ang="0">
                  <a:pos x="435" y="10"/>
                </a:cxn>
                <a:cxn ang="0">
                  <a:pos x="436" y="6"/>
                </a:cxn>
                <a:cxn ang="0">
                  <a:pos x="433" y="1"/>
                </a:cxn>
                <a:cxn ang="0">
                  <a:pos x="429" y="1"/>
                </a:cxn>
                <a:cxn ang="0">
                  <a:pos x="427" y="2"/>
                </a:cxn>
              </a:cxnLst>
              <a:rect l="0" t="0" r="r" b="b"/>
              <a:pathLst>
                <a:path w="436" h="631">
                  <a:moveTo>
                    <a:pt x="427" y="2"/>
                  </a:moveTo>
                  <a:lnTo>
                    <a:pt x="427" y="2"/>
                  </a:lnTo>
                  <a:lnTo>
                    <a:pt x="400" y="39"/>
                  </a:lnTo>
                  <a:lnTo>
                    <a:pt x="374" y="77"/>
                  </a:lnTo>
                  <a:lnTo>
                    <a:pt x="324" y="154"/>
                  </a:lnTo>
                  <a:lnTo>
                    <a:pt x="324" y="154"/>
                  </a:lnTo>
                  <a:lnTo>
                    <a:pt x="264" y="240"/>
                  </a:lnTo>
                  <a:lnTo>
                    <a:pt x="204" y="327"/>
                  </a:lnTo>
                  <a:lnTo>
                    <a:pt x="204" y="327"/>
                  </a:lnTo>
                  <a:lnTo>
                    <a:pt x="179" y="364"/>
                  </a:lnTo>
                  <a:lnTo>
                    <a:pt x="154" y="402"/>
                  </a:lnTo>
                  <a:lnTo>
                    <a:pt x="154" y="402"/>
                  </a:lnTo>
                  <a:lnTo>
                    <a:pt x="141" y="419"/>
                  </a:lnTo>
                  <a:lnTo>
                    <a:pt x="134" y="427"/>
                  </a:lnTo>
                  <a:lnTo>
                    <a:pt x="129" y="436"/>
                  </a:lnTo>
                  <a:lnTo>
                    <a:pt x="129" y="436"/>
                  </a:lnTo>
                  <a:lnTo>
                    <a:pt x="119" y="457"/>
                  </a:lnTo>
                  <a:lnTo>
                    <a:pt x="107" y="476"/>
                  </a:lnTo>
                  <a:lnTo>
                    <a:pt x="107" y="476"/>
                  </a:lnTo>
                  <a:lnTo>
                    <a:pt x="91" y="497"/>
                  </a:lnTo>
                  <a:lnTo>
                    <a:pt x="74" y="516"/>
                  </a:lnTo>
                  <a:lnTo>
                    <a:pt x="58" y="536"/>
                  </a:lnTo>
                  <a:lnTo>
                    <a:pt x="43" y="557"/>
                  </a:lnTo>
                  <a:lnTo>
                    <a:pt x="43" y="557"/>
                  </a:lnTo>
                  <a:lnTo>
                    <a:pt x="17" y="588"/>
                  </a:lnTo>
                  <a:lnTo>
                    <a:pt x="11" y="597"/>
                  </a:lnTo>
                  <a:lnTo>
                    <a:pt x="6" y="606"/>
                  </a:lnTo>
                  <a:lnTo>
                    <a:pt x="2" y="616"/>
                  </a:lnTo>
                  <a:lnTo>
                    <a:pt x="0" y="625"/>
                  </a:lnTo>
                  <a:lnTo>
                    <a:pt x="0" y="625"/>
                  </a:lnTo>
                  <a:lnTo>
                    <a:pt x="0" y="627"/>
                  </a:lnTo>
                  <a:lnTo>
                    <a:pt x="1" y="629"/>
                  </a:lnTo>
                  <a:lnTo>
                    <a:pt x="5" y="631"/>
                  </a:lnTo>
                  <a:lnTo>
                    <a:pt x="6" y="631"/>
                  </a:lnTo>
                  <a:lnTo>
                    <a:pt x="9" y="631"/>
                  </a:lnTo>
                  <a:lnTo>
                    <a:pt x="10" y="630"/>
                  </a:lnTo>
                  <a:lnTo>
                    <a:pt x="10" y="627"/>
                  </a:lnTo>
                  <a:lnTo>
                    <a:pt x="10" y="627"/>
                  </a:lnTo>
                  <a:lnTo>
                    <a:pt x="14" y="618"/>
                  </a:lnTo>
                  <a:lnTo>
                    <a:pt x="19" y="609"/>
                  </a:lnTo>
                  <a:lnTo>
                    <a:pt x="32" y="592"/>
                  </a:lnTo>
                  <a:lnTo>
                    <a:pt x="32" y="592"/>
                  </a:lnTo>
                  <a:lnTo>
                    <a:pt x="47" y="570"/>
                  </a:lnTo>
                  <a:lnTo>
                    <a:pt x="54" y="561"/>
                  </a:lnTo>
                  <a:lnTo>
                    <a:pt x="62" y="550"/>
                  </a:lnTo>
                  <a:lnTo>
                    <a:pt x="62" y="550"/>
                  </a:lnTo>
                  <a:lnTo>
                    <a:pt x="77" y="535"/>
                  </a:lnTo>
                  <a:lnTo>
                    <a:pt x="90" y="518"/>
                  </a:lnTo>
                  <a:lnTo>
                    <a:pt x="116" y="482"/>
                  </a:lnTo>
                  <a:lnTo>
                    <a:pt x="116" y="482"/>
                  </a:lnTo>
                  <a:lnTo>
                    <a:pt x="128" y="465"/>
                  </a:lnTo>
                  <a:lnTo>
                    <a:pt x="137" y="448"/>
                  </a:lnTo>
                  <a:lnTo>
                    <a:pt x="147" y="431"/>
                  </a:lnTo>
                  <a:lnTo>
                    <a:pt x="158" y="415"/>
                  </a:lnTo>
                  <a:lnTo>
                    <a:pt x="158" y="415"/>
                  </a:lnTo>
                  <a:lnTo>
                    <a:pt x="174" y="395"/>
                  </a:lnTo>
                  <a:lnTo>
                    <a:pt x="187" y="374"/>
                  </a:lnTo>
                  <a:lnTo>
                    <a:pt x="214" y="332"/>
                  </a:lnTo>
                  <a:lnTo>
                    <a:pt x="214" y="332"/>
                  </a:lnTo>
                  <a:lnTo>
                    <a:pt x="268" y="253"/>
                  </a:lnTo>
                  <a:lnTo>
                    <a:pt x="323" y="176"/>
                  </a:lnTo>
                  <a:lnTo>
                    <a:pt x="323" y="176"/>
                  </a:lnTo>
                  <a:lnTo>
                    <a:pt x="350" y="134"/>
                  </a:lnTo>
                  <a:lnTo>
                    <a:pt x="378" y="92"/>
                  </a:lnTo>
                  <a:lnTo>
                    <a:pt x="406" y="51"/>
                  </a:lnTo>
                  <a:lnTo>
                    <a:pt x="421" y="30"/>
                  </a:lnTo>
                  <a:lnTo>
                    <a:pt x="435" y="10"/>
                  </a:lnTo>
                  <a:lnTo>
                    <a:pt x="435" y="10"/>
                  </a:lnTo>
                  <a:lnTo>
                    <a:pt x="436" y="7"/>
                  </a:lnTo>
                  <a:lnTo>
                    <a:pt x="436" y="6"/>
                  </a:lnTo>
                  <a:lnTo>
                    <a:pt x="435" y="2"/>
                  </a:lnTo>
                  <a:lnTo>
                    <a:pt x="433" y="1"/>
                  </a:lnTo>
                  <a:lnTo>
                    <a:pt x="431" y="0"/>
                  </a:lnTo>
                  <a:lnTo>
                    <a:pt x="429" y="1"/>
                  </a:lnTo>
                  <a:lnTo>
                    <a:pt x="427" y="2"/>
                  </a:lnTo>
                  <a:lnTo>
                    <a:pt x="427" y="2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22" name="Freeform 534"/>
            <p:cNvSpPr/>
            <p:nvPr>
              <p:custDataLst>
                <p:tags r:id="rId17"/>
              </p:custDataLst>
            </p:nvPr>
          </p:nvSpPr>
          <p:spPr bwMode="auto">
            <a:xfrm>
              <a:off x="2122488" y="2501900"/>
              <a:ext cx="22225" cy="41275"/>
            </a:xfrm>
            <a:custGeom>
              <a:avLst/>
              <a:gdLst/>
              <a:ahLst/>
              <a:cxnLst>
                <a:cxn ang="0">
                  <a:pos x="42" y="6"/>
                </a:cxn>
                <a:cxn ang="0">
                  <a:pos x="42" y="6"/>
                </a:cxn>
                <a:cxn ang="0">
                  <a:pos x="40" y="17"/>
                </a:cxn>
                <a:cxn ang="0">
                  <a:pos x="36" y="27"/>
                </a:cxn>
                <a:cxn ang="0">
                  <a:pos x="29" y="36"/>
                </a:cxn>
                <a:cxn ang="0">
                  <a:pos x="23" y="46"/>
                </a:cxn>
                <a:cxn ang="0">
                  <a:pos x="23" y="46"/>
                </a:cxn>
                <a:cxn ang="0">
                  <a:pos x="16" y="57"/>
                </a:cxn>
                <a:cxn ang="0">
                  <a:pos x="10" y="69"/>
                </a:cxn>
                <a:cxn ang="0">
                  <a:pos x="4" y="82"/>
                </a:cxn>
                <a:cxn ang="0">
                  <a:pos x="0" y="95"/>
                </a:cxn>
                <a:cxn ang="0">
                  <a:pos x="0" y="95"/>
                </a:cxn>
                <a:cxn ang="0">
                  <a:pos x="0" y="98"/>
                </a:cxn>
                <a:cxn ang="0">
                  <a:pos x="2" y="100"/>
                </a:cxn>
                <a:cxn ang="0">
                  <a:pos x="4" y="102"/>
                </a:cxn>
                <a:cxn ang="0">
                  <a:pos x="10" y="102"/>
                </a:cxn>
                <a:cxn ang="0">
                  <a:pos x="11" y="100"/>
                </a:cxn>
                <a:cxn ang="0">
                  <a:pos x="12" y="99"/>
                </a:cxn>
                <a:cxn ang="0">
                  <a:pos x="12" y="99"/>
                </a:cxn>
                <a:cxn ang="0">
                  <a:pos x="16" y="83"/>
                </a:cxn>
                <a:cxn ang="0">
                  <a:pos x="23" y="70"/>
                </a:cxn>
                <a:cxn ang="0">
                  <a:pos x="29" y="56"/>
                </a:cxn>
                <a:cxn ang="0">
                  <a:pos x="38" y="43"/>
                </a:cxn>
                <a:cxn ang="0">
                  <a:pos x="38" y="43"/>
                </a:cxn>
                <a:cxn ang="0">
                  <a:pos x="44" y="35"/>
                </a:cxn>
                <a:cxn ang="0">
                  <a:pos x="49" y="26"/>
                </a:cxn>
                <a:cxn ang="0">
                  <a:pos x="51" y="15"/>
                </a:cxn>
                <a:cxn ang="0">
                  <a:pos x="54" y="6"/>
                </a:cxn>
                <a:cxn ang="0">
                  <a:pos x="54" y="6"/>
                </a:cxn>
                <a:cxn ang="0">
                  <a:pos x="54" y="4"/>
                </a:cxn>
                <a:cxn ang="0">
                  <a:pos x="53" y="1"/>
                </a:cxn>
                <a:cxn ang="0">
                  <a:pos x="50" y="1"/>
                </a:cxn>
                <a:cxn ang="0">
                  <a:pos x="49" y="0"/>
                </a:cxn>
                <a:cxn ang="0">
                  <a:pos x="45" y="1"/>
                </a:cxn>
                <a:cxn ang="0">
                  <a:pos x="44" y="4"/>
                </a:cxn>
                <a:cxn ang="0">
                  <a:pos x="42" y="6"/>
                </a:cxn>
                <a:cxn ang="0">
                  <a:pos x="42" y="6"/>
                </a:cxn>
              </a:cxnLst>
              <a:rect l="0" t="0" r="r" b="b"/>
              <a:pathLst>
                <a:path w="54" h="102">
                  <a:moveTo>
                    <a:pt x="42" y="6"/>
                  </a:moveTo>
                  <a:lnTo>
                    <a:pt x="42" y="6"/>
                  </a:lnTo>
                  <a:lnTo>
                    <a:pt x="40" y="17"/>
                  </a:lnTo>
                  <a:lnTo>
                    <a:pt x="36" y="27"/>
                  </a:lnTo>
                  <a:lnTo>
                    <a:pt x="29" y="36"/>
                  </a:lnTo>
                  <a:lnTo>
                    <a:pt x="23" y="46"/>
                  </a:lnTo>
                  <a:lnTo>
                    <a:pt x="23" y="46"/>
                  </a:lnTo>
                  <a:lnTo>
                    <a:pt x="16" y="57"/>
                  </a:lnTo>
                  <a:lnTo>
                    <a:pt x="10" y="69"/>
                  </a:lnTo>
                  <a:lnTo>
                    <a:pt x="4" y="82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0" y="98"/>
                  </a:lnTo>
                  <a:lnTo>
                    <a:pt x="2" y="100"/>
                  </a:lnTo>
                  <a:lnTo>
                    <a:pt x="4" y="102"/>
                  </a:lnTo>
                  <a:lnTo>
                    <a:pt x="10" y="102"/>
                  </a:lnTo>
                  <a:lnTo>
                    <a:pt x="11" y="100"/>
                  </a:lnTo>
                  <a:lnTo>
                    <a:pt x="12" y="99"/>
                  </a:lnTo>
                  <a:lnTo>
                    <a:pt x="12" y="99"/>
                  </a:lnTo>
                  <a:lnTo>
                    <a:pt x="16" y="83"/>
                  </a:lnTo>
                  <a:lnTo>
                    <a:pt x="23" y="70"/>
                  </a:lnTo>
                  <a:lnTo>
                    <a:pt x="29" y="56"/>
                  </a:lnTo>
                  <a:lnTo>
                    <a:pt x="38" y="43"/>
                  </a:lnTo>
                  <a:lnTo>
                    <a:pt x="38" y="43"/>
                  </a:lnTo>
                  <a:lnTo>
                    <a:pt x="44" y="35"/>
                  </a:lnTo>
                  <a:lnTo>
                    <a:pt x="49" y="26"/>
                  </a:lnTo>
                  <a:lnTo>
                    <a:pt x="51" y="15"/>
                  </a:lnTo>
                  <a:lnTo>
                    <a:pt x="54" y="6"/>
                  </a:lnTo>
                  <a:lnTo>
                    <a:pt x="54" y="6"/>
                  </a:lnTo>
                  <a:lnTo>
                    <a:pt x="54" y="4"/>
                  </a:lnTo>
                  <a:lnTo>
                    <a:pt x="53" y="1"/>
                  </a:lnTo>
                  <a:lnTo>
                    <a:pt x="50" y="1"/>
                  </a:lnTo>
                  <a:lnTo>
                    <a:pt x="49" y="0"/>
                  </a:lnTo>
                  <a:lnTo>
                    <a:pt x="45" y="1"/>
                  </a:lnTo>
                  <a:lnTo>
                    <a:pt x="44" y="4"/>
                  </a:lnTo>
                  <a:lnTo>
                    <a:pt x="42" y="6"/>
                  </a:lnTo>
                  <a:lnTo>
                    <a:pt x="42" y="6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23" name="Freeform 535"/>
            <p:cNvSpPr/>
            <p:nvPr>
              <p:custDataLst>
                <p:tags r:id="rId18"/>
              </p:custDataLst>
            </p:nvPr>
          </p:nvSpPr>
          <p:spPr bwMode="auto">
            <a:xfrm>
              <a:off x="2152651" y="2535238"/>
              <a:ext cx="22225" cy="46038"/>
            </a:xfrm>
            <a:custGeom>
              <a:avLst/>
              <a:gdLst/>
              <a:ahLst/>
              <a:cxnLst>
                <a:cxn ang="0">
                  <a:pos x="46" y="2"/>
                </a:cxn>
                <a:cxn ang="0">
                  <a:pos x="46" y="2"/>
                </a:cxn>
                <a:cxn ang="0">
                  <a:pos x="43" y="17"/>
                </a:cxn>
                <a:cxn ang="0">
                  <a:pos x="38" y="29"/>
                </a:cxn>
                <a:cxn ang="0">
                  <a:pos x="26" y="55"/>
                </a:cxn>
                <a:cxn ang="0">
                  <a:pos x="2" y="104"/>
                </a:cxn>
                <a:cxn ang="0">
                  <a:pos x="2" y="104"/>
                </a:cxn>
                <a:cxn ang="0">
                  <a:pos x="0" y="107"/>
                </a:cxn>
                <a:cxn ang="0">
                  <a:pos x="2" y="108"/>
                </a:cxn>
                <a:cxn ang="0">
                  <a:pos x="4" y="112"/>
                </a:cxn>
                <a:cxn ang="0">
                  <a:pos x="8" y="114"/>
                </a:cxn>
                <a:cxn ang="0">
                  <a:pos x="9" y="112"/>
                </a:cxn>
                <a:cxn ang="0">
                  <a:pos x="11" y="110"/>
                </a:cxn>
                <a:cxn ang="0">
                  <a:pos x="11" y="110"/>
                </a:cxn>
                <a:cxn ang="0">
                  <a:pos x="37" y="59"/>
                </a:cxn>
                <a:cxn ang="0">
                  <a:pos x="49" y="32"/>
                </a:cxn>
                <a:cxn ang="0">
                  <a:pos x="54" y="19"/>
                </a:cxn>
                <a:cxn ang="0">
                  <a:pos x="58" y="6"/>
                </a:cxn>
                <a:cxn ang="0">
                  <a:pos x="58" y="6"/>
                </a:cxn>
                <a:cxn ang="0">
                  <a:pos x="58" y="4"/>
                </a:cxn>
                <a:cxn ang="0">
                  <a:pos x="57" y="1"/>
                </a:cxn>
                <a:cxn ang="0">
                  <a:pos x="54" y="0"/>
                </a:cxn>
                <a:cxn ang="0">
                  <a:pos x="49" y="0"/>
                </a:cxn>
                <a:cxn ang="0">
                  <a:pos x="47" y="1"/>
                </a:cxn>
                <a:cxn ang="0">
                  <a:pos x="46" y="2"/>
                </a:cxn>
                <a:cxn ang="0">
                  <a:pos x="46" y="2"/>
                </a:cxn>
              </a:cxnLst>
              <a:rect l="0" t="0" r="r" b="b"/>
              <a:pathLst>
                <a:path w="58" h="114">
                  <a:moveTo>
                    <a:pt x="46" y="2"/>
                  </a:moveTo>
                  <a:lnTo>
                    <a:pt x="46" y="2"/>
                  </a:lnTo>
                  <a:lnTo>
                    <a:pt x="43" y="17"/>
                  </a:lnTo>
                  <a:lnTo>
                    <a:pt x="38" y="29"/>
                  </a:lnTo>
                  <a:lnTo>
                    <a:pt x="26" y="55"/>
                  </a:lnTo>
                  <a:lnTo>
                    <a:pt x="2" y="104"/>
                  </a:lnTo>
                  <a:lnTo>
                    <a:pt x="2" y="104"/>
                  </a:lnTo>
                  <a:lnTo>
                    <a:pt x="0" y="107"/>
                  </a:lnTo>
                  <a:lnTo>
                    <a:pt x="2" y="108"/>
                  </a:lnTo>
                  <a:lnTo>
                    <a:pt x="4" y="112"/>
                  </a:lnTo>
                  <a:lnTo>
                    <a:pt x="8" y="114"/>
                  </a:lnTo>
                  <a:lnTo>
                    <a:pt x="9" y="112"/>
                  </a:lnTo>
                  <a:lnTo>
                    <a:pt x="11" y="110"/>
                  </a:lnTo>
                  <a:lnTo>
                    <a:pt x="11" y="110"/>
                  </a:lnTo>
                  <a:lnTo>
                    <a:pt x="37" y="59"/>
                  </a:lnTo>
                  <a:lnTo>
                    <a:pt x="49" y="32"/>
                  </a:lnTo>
                  <a:lnTo>
                    <a:pt x="54" y="19"/>
                  </a:lnTo>
                  <a:lnTo>
                    <a:pt x="58" y="6"/>
                  </a:lnTo>
                  <a:lnTo>
                    <a:pt x="58" y="6"/>
                  </a:lnTo>
                  <a:lnTo>
                    <a:pt x="58" y="4"/>
                  </a:lnTo>
                  <a:lnTo>
                    <a:pt x="57" y="1"/>
                  </a:lnTo>
                  <a:lnTo>
                    <a:pt x="54" y="0"/>
                  </a:lnTo>
                  <a:lnTo>
                    <a:pt x="49" y="0"/>
                  </a:lnTo>
                  <a:lnTo>
                    <a:pt x="47" y="1"/>
                  </a:lnTo>
                  <a:lnTo>
                    <a:pt x="46" y="2"/>
                  </a:lnTo>
                  <a:lnTo>
                    <a:pt x="46" y="2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24" name="Freeform 536"/>
            <p:cNvSpPr/>
            <p:nvPr>
              <p:custDataLst>
                <p:tags r:id="rId19"/>
              </p:custDataLst>
            </p:nvPr>
          </p:nvSpPr>
          <p:spPr bwMode="auto">
            <a:xfrm>
              <a:off x="2176463" y="2573338"/>
              <a:ext cx="23813" cy="34925"/>
            </a:xfrm>
            <a:custGeom>
              <a:avLst/>
              <a:gdLst/>
              <a:ahLst/>
              <a:cxnLst>
                <a:cxn ang="0">
                  <a:pos x="51" y="1"/>
                </a:cxn>
                <a:cxn ang="0">
                  <a:pos x="51" y="1"/>
                </a:cxn>
                <a:cxn ang="0">
                  <a:pos x="35" y="20"/>
                </a:cxn>
                <a:cxn ang="0">
                  <a:pos x="22" y="38"/>
                </a:cxn>
                <a:cxn ang="0">
                  <a:pos x="10" y="57"/>
                </a:cxn>
                <a:cxn ang="0">
                  <a:pos x="0" y="78"/>
                </a:cxn>
                <a:cxn ang="0">
                  <a:pos x="0" y="78"/>
                </a:cxn>
                <a:cxn ang="0">
                  <a:pos x="0" y="81"/>
                </a:cxn>
                <a:cxn ang="0">
                  <a:pos x="0" y="84"/>
                </a:cxn>
                <a:cxn ang="0">
                  <a:pos x="4" y="86"/>
                </a:cxn>
                <a:cxn ang="0">
                  <a:pos x="5" y="88"/>
                </a:cxn>
                <a:cxn ang="0">
                  <a:pos x="8" y="88"/>
                </a:cxn>
                <a:cxn ang="0">
                  <a:pos x="9" y="86"/>
                </a:cxn>
                <a:cxn ang="0">
                  <a:pos x="10" y="85"/>
                </a:cxn>
                <a:cxn ang="0">
                  <a:pos x="10" y="85"/>
                </a:cxn>
                <a:cxn ang="0">
                  <a:pos x="19" y="64"/>
                </a:cxn>
                <a:cxn ang="0">
                  <a:pos x="31" y="44"/>
                </a:cxn>
                <a:cxn ang="0">
                  <a:pos x="44" y="26"/>
                </a:cxn>
                <a:cxn ang="0">
                  <a:pos x="59" y="9"/>
                </a:cxn>
                <a:cxn ang="0">
                  <a:pos x="59" y="9"/>
                </a:cxn>
                <a:cxn ang="0">
                  <a:pos x="60" y="8"/>
                </a:cxn>
                <a:cxn ang="0">
                  <a:pos x="60" y="5"/>
                </a:cxn>
                <a:cxn ang="0">
                  <a:pos x="59" y="1"/>
                </a:cxn>
                <a:cxn ang="0">
                  <a:pos x="55" y="0"/>
                </a:cxn>
                <a:cxn ang="0">
                  <a:pos x="53" y="0"/>
                </a:cxn>
                <a:cxn ang="0">
                  <a:pos x="51" y="1"/>
                </a:cxn>
                <a:cxn ang="0">
                  <a:pos x="51" y="1"/>
                </a:cxn>
              </a:cxnLst>
              <a:rect l="0" t="0" r="r" b="b"/>
              <a:pathLst>
                <a:path w="60" h="88">
                  <a:moveTo>
                    <a:pt x="51" y="1"/>
                  </a:moveTo>
                  <a:lnTo>
                    <a:pt x="51" y="1"/>
                  </a:lnTo>
                  <a:lnTo>
                    <a:pt x="35" y="20"/>
                  </a:lnTo>
                  <a:lnTo>
                    <a:pt x="22" y="38"/>
                  </a:lnTo>
                  <a:lnTo>
                    <a:pt x="10" y="57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81"/>
                  </a:lnTo>
                  <a:lnTo>
                    <a:pt x="0" y="84"/>
                  </a:lnTo>
                  <a:lnTo>
                    <a:pt x="4" y="86"/>
                  </a:lnTo>
                  <a:lnTo>
                    <a:pt x="5" y="88"/>
                  </a:lnTo>
                  <a:lnTo>
                    <a:pt x="8" y="88"/>
                  </a:lnTo>
                  <a:lnTo>
                    <a:pt x="9" y="86"/>
                  </a:lnTo>
                  <a:lnTo>
                    <a:pt x="10" y="85"/>
                  </a:lnTo>
                  <a:lnTo>
                    <a:pt x="10" y="85"/>
                  </a:lnTo>
                  <a:lnTo>
                    <a:pt x="19" y="64"/>
                  </a:lnTo>
                  <a:lnTo>
                    <a:pt x="31" y="44"/>
                  </a:lnTo>
                  <a:lnTo>
                    <a:pt x="44" y="26"/>
                  </a:lnTo>
                  <a:lnTo>
                    <a:pt x="59" y="9"/>
                  </a:lnTo>
                  <a:lnTo>
                    <a:pt x="59" y="9"/>
                  </a:lnTo>
                  <a:lnTo>
                    <a:pt x="60" y="8"/>
                  </a:lnTo>
                  <a:lnTo>
                    <a:pt x="60" y="5"/>
                  </a:lnTo>
                  <a:lnTo>
                    <a:pt x="59" y="1"/>
                  </a:lnTo>
                  <a:lnTo>
                    <a:pt x="55" y="0"/>
                  </a:lnTo>
                  <a:lnTo>
                    <a:pt x="53" y="0"/>
                  </a:lnTo>
                  <a:lnTo>
                    <a:pt x="51" y="1"/>
                  </a:lnTo>
                  <a:lnTo>
                    <a:pt x="51" y="1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25" name="Freeform 537"/>
            <p:cNvSpPr/>
            <p:nvPr>
              <p:custDataLst>
                <p:tags r:id="rId20"/>
              </p:custDataLst>
            </p:nvPr>
          </p:nvSpPr>
          <p:spPr bwMode="auto">
            <a:xfrm>
              <a:off x="2200276" y="2609850"/>
              <a:ext cx="26988" cy="36513"/>
            </a:xfrm>
            <a:custGeom>
              <a:avLst/>
              <a:gdLst/>
              <a:ahLst/>
              <a:cxnLst>
                <a:cxn ang="0">
                  <a:pos x="59" y="2"/>
                </a:cxn>
                <a:cxn ang="0">
                  <a:pos x="59" y="2"/>
                </a:cxn>
                <a:cxn ang="0">
                  <a:pos x="50" y="11"/>
                </a:cxn>
                <a:cxn ang="0">
                  <a:pos x="42" y="21"/>
                </a:cxn>
                <a:cxn ang="0">
                  <a:pos x="28" y="42"/>
                </a:cxn>
                <a:cxn ang="0">
                  <a:pos x="16" y="65"/>
                </a:cxn>
                <a:cxn ang="0">
                  <a:pos x="1" y="87"/>
                </a:cxn>
                <a:cxn ang="0">
                  <a:pos x="1" y="87"/>
                </a:cxn>
                <a:cxn ang="0">
                  <a:pos x="0" y="89"/>
                </a:cxn>
                <a:cxn ang="0">
                  <a:pos x="0" y="91"/>
                </a:cxn>
                <a:cxn ang="0">
                  <a:pos x="1" y="93"/>
                </a:cxn>
                <a:cxn ang="0">
                  <a:pos x="3" y="95"/>
                </a:cxn>
                <a:cxn ang="0">
                  <a:pos x="8" y="95"/>
                </a:cxn>
                <a:cxn ang="0">
                  <a:pos x="9" y="95"/>
                </a:cxn>
                <a:cxn ang="0">
                  <a:pos x="12" y="92"/>
                </a:cxn>
                <a:cxn ang="0">
                  <a:pos x="12" y="92"/>
                </a:cxn>
                <a:cxn ang="0">
                  <a:pos x="25" y="71"/>
                </a:cxn>
                <a:cxn ang="0">
                  <a:pos x="37" y="49"/>
                </a:cxn>
                <a:cxn ang="0">
                  <a:pos x="51" y="29"/>
                </a:cxn>
                <a:cxn ang="0">
                  <a:pos x="59" y="19"/>
                </a:cxn>
                <a:cxn ang="0">
                  <a:pos x="68" y="10"/>
                </a:cxn>
                <a:cxn ang="0">
                  <a:pos x="68" y="10"/>
                </a:cxn>
                <a:cxn ang="0">
                  <a:pos x="69" y="8"/>
                </a:cxn>
                <a:cxn ang="0">
                  <a:pos x="69" y="6"/>
                </a:cxn>
                <a:cxn ang="0">
                  <a:pos x="68" y="2"/>
                </a:cxn>
                <a:cxn ang="0">
                  <a:pos x="64" y="0"/>
                </a:cxn>
                <a:cxn ang="0">
                  <a:pos x="62" y="0"/>
                </a:cxn>
                <a:cxn ang="0">
                  <a:pos x="59" y="2"/>
                </a:cxn>
                <a:cxn ang="0">
                  <a:pos x="59" y="2"/>
                </a:cxn>
              </a:cxnLst>
              <a:rect l="0" t="0" r="r" b="b"/>
              <a:pathLst>
                <a:path w="69" h="95">
                  <a:moveTo>
                    <a:pt x="59" y="2"/>
                  </a:moveTo>
                  <a:lnTo>
                    <a:pt x="59" y="2"/>
                  </a:lnTo>
                  <a:lnTo>
                    <a:pt x="50" y="11"/>
                  </a:lnTo>
                  <a:lnTo>
                    <a:pt x="42" y="21"/>
                  </a:lnTo>
                  <a:lnTo>
                    <a:pt x="28" y="42"/>
                  </a:lnTo>
                  <a:lnTo>
                    <a:pt x="16" y="65"/>
                  </a:lnTo>
                  <a:lnTo>
                    <a:pt x="1" y="87"/>
                  </a:lnTo>
                  <a:lnTo>
                    <a:pt x="1" y="87"/>
                  </a:lnTo>
                  <a:lnTo>
                    <a:pt x="0" y="89"/>
                  </a:lnTo>
                  <a:lnTo>
                    <a:pt x="0" y="91"/>
                  </a:lnTo>
                  <a:lnTo>
                    <a:pt x="1" y="93"/>
                  </a:lnTo>
                  <a:lnTo>
                    <a:pt x="3" y="95"/>
                  </a:lnTo>
                  <a:lnTo>
                    <a:pt x="8" y="95"/>
                  </a:lnTo>
                  <a:lnTo>
                    <a:pt x="9" y="95"/>
                  </a:lnTo>
                  <a:lnTo>
                    <a:pt x="12" y="92"/>
                  </a:lnTo>
                  <a:lnTo>
                    <a:pt x="12" y="92"/>
                  </a:lnTo>
                  <a:lnTo>
                    <a:pt x="25" y="71"/>
                  </a:lnTo>
                  <a:lnTo>
                    <a:pt x="37" y="49"/>
                  </a:lnTo>
                  <a:lnTo>
                    <a:pt x="51" y="29"/>
                  </a:lnTo>
                  <a:lnTo>
                    <a:pt x="59" y="19"/>
                  </a:lnTo>
                  <a:lnTo>
                    <a:pt x="68" y="10"/>
                  </a:lnTo>
                  <a:lnTo>
                    <a:pt x="68" y="10"/>
                  </a:lnTo>
                  <a:lnTo>
                    <a:pt x="69" y="8"/>
                  </a:lnTo>
                  <a:lnTo>
                    <a:pt x="69" y="6"/>
                  </a:lnTo>
                  <a:lnTo>
                    <a:pt x="68" y="2"/>
                  </a:lnTo>
                  <a:lnTo>
                    <a:pt x="64" y="0"/>
                  </a:lnTo>
                  <a:lnTo>
                    <a:pt x="62" y="0"/>
                  </a:lnTo>
                  <a:lnTo>
                    <a:pt x="59" y="2"/>
                  </a:lnTo>
                  <a:lnTo>
                    <a:pt x="59" y="2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26" name="Freeform 538"/>
            <p:cNvSpPr/>
            <p:nvPr>
              <p:custDataLst>
                <p:tags r:id="rId21"/>
              </p:custDataLst>
            </p:nvPr>
          </p:nvSpPr>
          <p:spPr bwMode="auto">
            <a:xfrm>
              <a:off x="2228851" y="2640013"/>
              <a:ext cx="19050" cy="38100"/>
            </a:xfrm>
            <a:custGeom>
              <a:avLst/>
              <a:gdLst/>
              <a:ahLst/>
              <a:cxnLst>
                <a:cxn ang="0">
                  <a:pos x="40" y="2"/>
                </a:cxn>
                <a:cxn ang="0">
                  <a:pos x="40" y="2"/>
                </a:cxn>
                <a:cxn ang="0">
                  <a:pos x="30" y="12"/>
                </a:cxn>
                <a:cxn ang="0">
                  <a:pos x="24" y="24"/>
                </a:cxn>
                <a:cxn ang="0">
                  <a:pos x="17" y="34"/>
                </a:cxn>
                <a:cxn ang="0">
                  <a:pos x="12" y="47"/>
                </a:cxn>
                <a:cxn ang="0">
                  <a:pos x="12" y="47"/>
                </a:cxn>
                <a:cxn ang="0">
                  <a:pos x="4" y="68"/>
                </a:cxn>
                <a:cxn ang="0">
                  <a:pos x="2" y="79"/>
                </a:cxn>
                <a:cxn ang="0">
                  <a:pos x="0" y="89"/>
                </a:cxn>
                <a:cxn ang="0">
                  <a:pos x="0" y="89"/>
                </a:cxn>
                <a:cxn ang="0">
                  <a:pos x="0" y="92"/>
                </a:cxn>
                <a:cxn ang="0">
                  <a:pos x="2" y="94"/>
                </a:cxn>
                <a:cxn ang="0">
                  <a:pos x="6" y="96"/>
                </a:cxn>
                <a:cxn ang="0">
                  <a:pos x="9" y="94"/>
                </a:cxn>
                <a:cxn ang="0">
                  <a:pos x="11" y="92"/>
                </a:cxn>
                <a:cxn ang="0">
                  <a:pos x="12" y="89"/>
                </a:cxn>
                <a:cxn ang="0">
                  <a:pos x="12" y="89"/>
                </a:cxn>
                <a:cxn ang="0">
                  <a:pos x="13" y="79"/>
                </a:cxn>
                <a:cxn ang="0">
                  <a:pos x="16" y="68"/>
                </a:cxn>
                <a:cxn ang="0">
                  <a:pos x="24" y="49"/>
                </a:cxn>
                <a:cxn ang="0">
                  <a:pos x="24" y="49"/>
                </a:cxn>
                <a:cxn ang="0">
                  <a:pos x="29" y="37"/>
                </a:cxn>
                <a:cxn ang="0">
                  <a:pos x="34" y="28"/>
                </a:cxn>
                <a:cxn ang="0">
                  <a:pos x="41" y="19"/>
                </a:cxn>
                <a:cxn ang="0">
                  <a:pos x="47" y="9"/>
                </a:cxn>
                <a:cxn ang="0">
                  <a:pos x="47" y="9"/>
                </a:cxn>
                <a:cxn ang="0">
                  <a:pos x="49" y="8"/>
                </a:cxn>
                <a:cxn ang="0">
                  <a:pos x="50" y="6"/>
                </a:cxn>
                <a:cxn ang="0">
                  <a:pos x="47" y="2"/>
                </a:cxn>
                <a:cxn ang="0">
                  <a:pos x="43" y="0"/>
                </a:cxn>
                <a:cxn ang="0">
                  <a:pos x="42" y="0"/>
                </a:cxn>
                <a:cxn ang="0">
                  <a:pos x="40" y="2"/>
                </a:cxn>
                <a:cxn ang="0">
                  <a:pos x="40" y="2"/>
                </a:cxn>
              </a:cxnLst>
              <a:rect l="0" t="0" r="r" b="b"/>
              <a:pathLst>
                <a:path w="50" h="96">
                  <a:moveTo>
                    <a:pt x="40" y="2"/>
                  </a:moveTo>
                  <a:lnTo>
                    <a:pt x="40" y="2"/>
                  </a:lnTo>
                  <a:lnTo>
                    <a:pt x="30" y="12"/>
                  </a:lnTo>
                  <a:lnTo>
                    <a:pt x="24" y="24"/>
                  </a:lnTo>
                  <a:lnTo>
                    <a:pt x="17" y="34"/>
                  </a:lnTo>
                  <a:lnTo>
                    <a:pt x="12" y="47"/>
                  </a:lnTo>
                  <a:lnTo>
                    <a:pt x="12" y="47"/>
                  </a:lnTo>
                  <a:lnTo>
                    <a:pt x="4" y="68"/>
                  </a:lnTo>
                  <a:lnTo>
                    <a:pt x="2" y="79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0" y="92"/>
                  </a:lnTo>
                  <a:lnTo>
                    <a:pt x="2" y="94"/>
                  </a:lnTo>
                  <a:lnTo>
                    <a:pt x="6" y="96"/>
                  </a:lnTo>
                  <a:lnTo>
                    <a:pt x="9" y="94"/>
                  </a:lnTo>
                  <a:lnTo>
                    <a:pt x="11" y="92"/>
                  </a:lnTo>
                  <a:lnTo>
                    <a:pt x="12" y="89"/>
                  </a:lnTo>
                  <a:lnTo>
                    <a:pt x="12" y="89"/>
                  </a:lnTo>
                  <a:lnTo>
                    <a:pt x="13" y="79"/>
                  </a:lnTo>
                  <a:lnTo>
                    <a:pt x="16" y="68"/>
                  </a:lnTo>
                  <a:lnTo>
                    <a:pt x="24" y="49"/>
                  </a:lnTo>
                  <a:lnTo>
                    <a:pt x="24" y="49"/>
                  </a:lnTo>
                  <a:lnTo>
                    <a:pt x="29" y="37"/>
                  </a:lnTo>
                  <a:lnTo>
                    <a:pt x="34" y="28"/>
                  </a:lnTo>
                  <a:lnTo>
                    <a:pt x="41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49" y="8"/>
                  </a:lnTo>
                  <a:lnTo>
                    <a:pt x="50" y="6"/>
                  </a:lnTo>
                  <a:lnTo>
                    <a:pt x="47" y="2"/>
                  </a:lnTo>
                  <a:lnTo>
                    <a:pt x="43" y="0"/>
                  </a:lnTo>
                  <a:lnTo>
                    <a:pt x="42" y="0"/>
                  </a:lnTo>
                  <a:lnTo>
                    <a:pt x="40" y="2"/>
                  </a:lnTo>
                  <a:lnTo>
                    <a:pt x="40" y="2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27" name="Freeform 539"/>
            <p:cNvSpPr/>
            <p:nvPr>
              <p:custDataLst>
                <p:tags r:id="rId22"/>
              </p:custDataLst>
            </p:nvPr>
          </p:nvSpPr>
          <p:spPr bwMode="auto">
            <a:xfrm>
              <a:off x="2257426" y="2651125"/>
              <a:ext cx="20638" cy="42863"/>
            </a:xfrm>
            <a:custGeom>
              <a:avLst/>
              <a:gdLst/>
              <a:ahLst/>
              <a:cxnLst>
                <a:cxn ang="0">
                  <a:pos x="42" y="5"/>
                </a:cxn>
                <a:cxn ang="0">
                  <a:pos x="42" y="5"/>
                </a:cxn>
                <a:cxn ang="0">
                  <a:pos x="41" y="12"/>
                </a:cxn>
                <a:cxn ang="0">
                  <a:pos x="39" y="17"/>
                </a:cxn>
                <a:cxn ang="0">
                  <a:pos x="34" y="29"/>
                </a:cxn>
                <a:cxn ang="0">
                  <a:pos x="28" y="40"/>
                </a:cxn>
                <a:cxn ang="0">
                  <a:pos x="20" y="51"/>
                </a:cxn>
                <a:cxn ang="0">
                  <a:pos x="20" y="51"/>
                </a:cxn>
                <a:cxn ang="0">
                  <a:pos x="13" y="63"/>
                </a:cxn>
                <a:cxn ang="0">
                  <a:pos x="8" y="76"/>
                </a:cxn>
                <a:cxn ang="0">
                  <a:pos x="0" y="102"/>
                </a:cxn>
                <a:cxn ang="0">
                  <a:pos x="0" y="102"/>
                </a:cxn>
                <a:cxn ang="0">
                  <a:pos x="0" y="104"/>
                </a:cxn>
                <a:cxn ang="0">
                  <a:pos x="2" y="107"/>
                </a:cxn>
                <a:cxn ang="0">
                  <a:pos x="4" y="108"/>
                </a:cxn>
                <a:cxn ang="0">
                  <a:pos x="9" y="108"/>
                </a:cxn>
                <a:cxn ang="0">
                  <a:pos x="11" y="107"/>
                </a:cxn>
                <a:cxn ang="0">
                  <a:pos x="12" y="106"/>
                </a:cxn>
                <a:cxn ang="0">
                  <a:pos x="12" y="106"/>
                </a:cxn>
                <a:cxn ang="0">
                  <a:pos x="16" y="90"/>
                </a:cxn>
                <a:cxn ang="0">
                  <a:pos x="22" y="74"/>
                </a:cxn>
                <a:cxn ang="0">
                  <a:pos x="29" y="60"/>
                </a:cxn>
                <a:cxn ang="0">
                  <a:pos x="37" y="46"/>
                </a:cxn>
                <a:cxn ang="0">
                  <a:pos x="37" y="46"/>
                </a:cxn>
                <a:cxn ang="0">
                  <a:pos x="43" y="36"/>
                </a:cxn>
                <a:cxn ang="0">
                  <a:pos x="49" y="26"/>
                </a:cxn>
                <a:cxn ang="0">
                  <a:pos x="51" y="15"/>
                </a:cxn>
                <a:cxn ang="0">
                  <a:pos x="54" y="5"/>
                </a:cxn>
                <a:cxn ang="0">
                  <a:pos x="54" y="5"/>
                </a:cxn>
                <a:cxn ang="0">
                  <a:pos x="54" y="2"/>
                </a:cxn>
                <a:cxn ang="0">
                  <a:pos x="53" y="1"/>
                </a:cxn>
                <a:cxn ang="0">
                  <a:pos x="50" y="0"/>
                </a:cxn>
                <a:cxn ang="0">
                  <a:pos x="49" y="0"/>
                </a:cxn>
                <a:cxn ang="0">
                  <a:pos x="45" y="1"/>
                </a:cxn>
                <a:cxn ang="0">
                  <a:pos x="43" y="2"/>
                </a:cxn>
                <a:cxn ang="0">
                  <a:pos x="42" y="5"/>
                </a:cxn>
                <a:cxn ang="0">
                  <a:pos x="42" y="5"/>
                </a:cxn>
              </a:cxnLst>
              <a:rect l="0" t="0" r="r" b="b"/>
              <a:pathLst>
                <a:path w="54" h="108">
                  <a:moveTo>
                    <a:pt x="42" y="5"/>
                  </a:moveTo>
                  <a:lnTo>
                    <a:pt x="42" y="5"/>
                  </a:lnTo>
                  <a:lnTo>
                    <a:pt x="41" y="12"/>
                  </a:lnTo>
                  <a:lnTo>
                    <a:pt x="39" y="17"/>
                  </a:lnTo>
                  <a:lnTo>
                    <a:pt x="34" y="29"/>
                  </a:lnTo>
                  <a:lnTo>
                    <a:pt x="28" y="40"/>
                  </a:lnTo>
                  <a:lnTo>
                    <a:pt x="20" y="51"/>
                  </a:lnTo>
                  <a:lnTo>
                    <a:pt x="20" y="51"/>
                  </a:lnTo>
                  <a:lnTo>
                    <a:pt x="13" y="63"/>
                  </a:lnTo>
                  <a:lnTo>
                    <a:pt x="8" y="76"/>
                  </a:lnTo>
                  <a:lnTo>
                    <a:pt x="0" y="102"/>
                  </a:lnTo>
                  <a:lnTo>
                    <a:pt x="0" y="102"/>
                  </a:lnTo>
                  <a:lnTo>
                    <a:pt x="0" y="104"/>
                  </a:lnTo>
                  <a:lnTo>
                    <a:pt x="2" y="107"/>
                  </a:lnTo>
                  <a:lnTo>
                    <a:pt x="4" y="108"/>
                  </a:lnTo>
                  <a:lnTo>
                    <a:pt x="9" y="108"/>
                  </a:lnTo>
                  <a:lnTo>
                    <a:pt x="11" y="107"/>
                  </a:lnTo>
                  <a:lnTo>
                    <a:pt x="12" y="106"/>
                  </a:lnTo>
                  <a:lnTo>
                    <a:pt x="12" y="106"/>
                  </a:lnTo>
                  <a:lnTo>
                    <a:pt x="16" y="90"/>
                  </a:lnTo>
                  <a:lnTo>
                    <a:pt x="22" y="74"/>
                  </a:lnTo>
                  <a:lnTo>
                    <a:pt x="29" y="60"/>
                  </a:lnTo>
                  <a:lnTo>
                    <a:pt x="37" y="46"/>
                  </a:lnTo>
                  <a:lnTo>
                    <a:pt x="37" y="46"/>
                  </a:lnTo>
                  <a:lnTo>
                    <a:pt x="43" y="36"/>
                  </a:lnTo>
                  <a:lnTo>
                    <a:pt x="49" y="26"/>
                  </a:lnTo>
                  <a:lnTo>
                    <a:pt x="51" y="15"/>
                  </a:lnTo>
                  <a:lnTo>
                    <a:pt x="54" y="5"/>
                  </a:lnTo>
                  <a:lnTo>
                    <a:pt x="54" y="5"/>
                  </a:lnTo>
                  <a:lnTo>
                    <a:pt x="54" y="2"/>
                  </a:lnTo>
                  <a:lnTo>
                    <a:pt x="53" y="1"/>
                  </a:lnTo>
                  <a:lnTo>
                    <a:pt x="50" y="0"/>
                  </a:lnTo>
                  <a:lnTo>
                    <a:pt x="49" y="0"/>
                  </a:lnTo>
                  <a:lnTo>
                    <a:pt x="45" y="1"/>
                  </a:lnTo>
                  <a:lnTo>
                    <a:pt x="43" y="2"/>
                  </a:lnTo>
                  <a:lnTo>
                    <a:pt x="42" y="5"/>
                  </a:lnTo>
                  <a:lnTo>
                    <a:pt x="42" y="5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28" name="Freeform 540"/>
            <p:cNvSpPr/>
            <p:nvPr>
              <p:custDataLst>
                <p:tags r:id="rId23"/>
              </p:custDataLst>
            </p:nvPr>
          </p:nvSpPr>
          <p:spPr bwMode="auto">
            <a:xfrm>
              <a:off x="2287588" y="2657475"/>
              <a:ext cx="12700" cy="28575"/>
            </a:xfrm>
            <a:custGeom>
              <a:avLst/>
              <a:gdLst/>
              <a:ahLst/>
              <a:cxnLst>
                <a:cxn ang="0">
                  <a:pos x="24" y="5"/>
                </a:cxn>
                <a:cxn ang="0">
                  <a:pos x="24" y="5"/>
                </a:cxn>
                <a:cxn ang="0">
                  <a:pos x="22" y="13"/>
                </a:cxn>
                <a:cxn ang="0">
                  <a:pos x="21" y="21"/>
                </a:cxn>
                <a:cxn ang="0">
                  <a:pos x="16" y="35"/>
                </a:cxn>
                <a:cxn ang="0">
                  <a:pos x="9" y="50"/>
                </a:cxn>
                <a:cxn ang="0">
                  <a:pos x="1" y="64"/>
                </a:cxn>
                <a:cxn ang="0">
                  <a:pos x="1" y="64"/>
                </a:cxn>
                <a:cxn ang="0">
                  <a:pos x="0" y="65"/>
                </a:cxn>
                <a:cxn ang="0">
                  <a:pos x="0" y="68"/>
                </a:cxn>
                <a:cxn ang="0">
                  <a:pos x="3" y="71"/>
                </a:cxn>
                <a:cxn ang="0">
                  <a:pos x="8" y="72"/>
                </a:cxn>
                <a:cxn ang="0">
                  <a:pos x="9" y="71"/>
                </a:cxn>
                <a:cxn ang="0">
                  <a:pos x="11" y="69"/>
                </a:cxn>
                <a:cxn ang="0">
                  <a:pos x="11" y="69"/>
                </a:cxn>
                <a:cxn ang="0">
                  <a:pos x="20" y="55"/>
                </a:cxn>
                <a:cxn ang="0">
                  <a:pos x="28" y="39"/>
                </a:cxn>
                <a:cxn ang="0">
                  <a:pos x="33" y="22"/>
                </a:cxn>
                <a:cxn ang="0">
                  <a:pos x="34" y="14"/>
                </a:cxn>
                <a:cxn ang="0">
                  <a:pos x="34" y="5"/>
                </a:cxn>
                <a:cxn ang="0">
                  <a:pos x="34" y="5"/>
                </a:cxn>
                <a:cxn ang="0">
                  <a:pos x="34" y="3"/>
                </a:cxn>
                <a:cxn ang="0">
                  <a:pos x="33" y="1"/>
                </a:cxn>
                <a:cxn ang="0">
                  <a:pos x="29" y="0"/>
                </a:cxn>
                <a:cxn ang="0">
                  <a:pos x="25" y="1"/>
                </a:cxn>
                <a:cxn ang="0">
                  <a:pos x="24" y="3"/>
                </a:cxn>
                <a:cxn ang="0">
                  <a:pos x="24" y="5"/>
                </a:cxn>
                <a:cxn ang="0">
                  <a:pos x="24" y="5"/>
                </a:cxn>
              </a:cxnLst>
              <a:rect l="0" t="0" r="r" b="b"/>
              <a:pathLst>
                <a:path w="34" h="72">
                  <a:moveTo>
                    <a:pt x="24" y="5"/>
                  </a:moveTo>
                  <a:lnTo>
                    <a:pt x="24" y="5"/>
                  </a:lnTo>
                  <a:lnTo>
                    <a:pt x="22" y="13"/>
                  </a:lnTo>
                  <a:lnTo>
                    <a:pt x="21" y="21"/>
                  </a:lnTo>
                  <a:lnTo>
                    <a:pt x="16" y="35"/>
                  </a:lnTo>
                  <a:lnTo>
                    <a:pt x="9" y="50"/>
                  </a:lnTo>
                  <a:lnTo>
                    <a:pt x="1" y="64"/>
                  </a:lnTo>
                  <a:lnTo>
                    <a:pt x="1" y="64"/>
                  </a:lnTo>
                  <a:lnTo>
                    <a:pt x="0" y="65"/>
                  </a:lnTo>
                  <a:lnTo>
                    <a:pt x="0" y="68"/>
                  </a:lnTo>
                  <a:lnTo>
                    <a:pt x="3" y="71"/>
                  </a:lnTo>
                  <a:lnTo>
                    <a:pt x="8" y="72"/>
                  </a:lnTo>
                  <a:lnTo>
                    <a:pt x="9" y="71"/>
                  </a:lnTo>
                  <a:lnTo>
                    <a:pt x="11" y="69"/>
                  </a:lnTo>
                  <a:lnTo>
                    <a:pt x="11" y="69"/>
                  </a:lnTo>
                  <a:lnTo>
                    <a:pt x="20" y="55"/>
                  </a:lnTo>
                  <a:lnTo>
                    <a:pt x="28" y="39"/>
                  </a:lnTo>
                  <a:lnTo>
                    <a:pt x="33" y="22"/>
                  </a:lnTo>
                  <a:lnTo>
                    <a:pt x="34" y="14"/>
                  </a:lnTo>
                  <a:lnTo>
                    <a:pt x="34" y="5"/>
                  </a:lnTo>
                  <a:lnTo>
                    <a:pt x="34" y="5"/>
                  </a:lnTo>
                  <a:lnTo>
                    <a:pt x="34" y="3"/>
                  </a:lnTo>
                  <a:lnTo>
                    <a:pt x="33" y="1"/>
                  </a:lnTo>
                  <a:lnTo>
                    <a:pt x="29" y="0"/>
                  </a:lnTo>
                  <a:lnTo>
                    <a:pt x="25" y="1"/>
                  </a:lnTo>
                  <a:lnTo>
                    <a:pt x="24" y="3"/>
                  </a:lnTo>
                  <a:lnTo>
                    <a:pt x="24" y="5"/>
                  </a:lnTo>
                  <a:lnTo>
                    <a:pt x="24" y="5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29" name="Freeform 541"/>
            <p:cNvSpPr/>
            <p:nvPr>
              <p:custDataLst>
                <p:tags r:id="rId24"/>
              </p:custDataLst>
            </p:nvPr>
          </p:nvSpPr>
          <p:spPr bwMode="auto">
            <a:xfrm>
              <a:off x="2328863" y="2549525"/>
              <a:ext cx="19050" cy="38100"/>
            </a:xfrm>
            <a:custGeom>
              <a:avLst/>
              <a:gdLst/>
              <a:ahLst/>
              <a:cxnLst>
                <a:cxn ang="0">
                  <a:pos x="38" y="6"/>
                </a:cxn>
                <a:cxn ang="0">
                  <a:pos x="38" y="6"/>
                </a:cxn>
                <a:cxn ang="0">
                  <a:pos x="37" y="11"/>
                </a:cxn>
                <a:cxn ang="0">
                  <a:pos x="34" y="15"/>
                </a:cxn>
                <a:cxn ang="0">
                  <a:pos x="31" y="19"/>
                </a:cxn>
                <a:cxn ang="0">
                  <a:pos x="28" y="23"/>
                </a:cxn>
                <a:cxn ang="0">
                  <a:pos x="28" y="23"/>
                </a:cxn>
                <a:cxn ang="0">
                  <a:pos x="20" y="34"/>
                </a:cxn>
                <a:cxn ang="0">
                  <a:pos x="14" y="48"/>
                </a:cxn>
                <a:cxn ang="0">
                  <a:pos x="14" y="48"/>
                </a:cxn>
                <a:cxn ang="0">
                  <a:pos x="8" y="58"/>
                </a:cxn>
                <a:cxn ang="0">
                  <a:pos x="4" y="70"/>
                </a:cxn>
                <a:cxn ang="0">
                  <a:pos x="2" y="82"/>
                </a:cxn>
                <a:cxn ang="0">
                  <a:pos x="0" y="95"/>
                </a:cxn>
                <a:cxn ang="0">
                  <a:pos x="0" y="95"/>
                </a:cxn>
                <a:cxn ang="0">
                  <a:pos x="0" y="97"/>
                </a:cxn>
                <a:cxn ang="0">
                  <a:pos x="2" y="99"/>
                </a:cxn>
                <a:cxn ang="0">
                  <a:pos x="6" y="100"/>
                </a:cxn>
                <a:cxn ang="0">
                  <a:pos x="10" y="99"/>
                </a:cxn>
                <a:cxn ang="0">
                  <a:pos x="11" y="97"/>
                </a:cxn>
                <a:cxn ang="0">
                  <a:pos x="12" y="95"/>
                </a:cxn>
                <a:cxn ang="0">
                  <a:pos x="12" y="95"/>
                </a:cxn>
                <a:cxn ang="0">
                  <a:pos x="14" y="80"/>
                </a:cxn>
                <a:cxn ang="0">
                  <a:pos x="17" y="67"/>
                </a:cxn>
                <a:cxn ang="0">
                  <a:pos x="23" y="55"/>
                </a:cxn>
                <a:cxn ang="0">
                  <a:pos x="29" y="42"/>
                </a:cxn>
                <a:cxn ang="0">
                  <a:pos x="29" y="42"/>
                </a:cxn>
                <a:cxn ang="0">
                  <a:pos x="34" y="34"/>
                </a:cxn>
                <a:cxn ang="0">
                  <a:pos x="41" y="27"/>
                </a:cxn>
                <a:cxn ang="0">
                  <a:pos x="46" y="17"/>
                </a:cxn>
                <a:cxn ang="0">
                  <a:pos x="49" y="14"/>
                </a:cxn>
                <a:cxn ang="0">
                  <a:pos x="50" y="8"/>
                </a:cxn>
                <a:cxn ang="0">
                  <a:pos x="50" y="8"/>
                </a:cxn>
                <a:cxn ang="0">
                  <a:pos x="49" y="6"/>
                </a:cxn>
                <a:cxn ang="0">
                  <a:pos x="49" y="3"/>
                </a:cxn>
                <a:cxn ang="0">
                  <a:pos x="45" y="2"/>
                </a:cxn>
                <a:cxn ang="0">
                  <a:pos x="42" y="0"/>
                </a:cxn>
                <a:cxn ang="0">
                  <a:pos x="41" y="2"/>
                </a:cxn>
                <a:cxn ang="0">
                  <a:pos x="40" y="3"/>
                </a:cxn>
                <a:cxn ang="0">
                  <a:pos x="38" y="6"/>
                </a:cxn>
                <a:cxn ang="0">
                  <a:pos x="38" y="6"/>
                </a:cxn>
              </a:cxnLst>
              <a:rect l="0" t="0" r="r" b="b"/>
              <a:pathLst>
                <a:path w="50" h="100">
                  <a:moveTo>
                    <a:pt x="38" y="6"/>
                  </a:moveTo>
                  <a:lnTo>
                    <a:pt x="38" y="6"/>
                  </a:lnTo>
                  <a:lnTo>
                    <a:pt x="37" y="11"/>
                  </a:lnTo>
                  <a:lnTo>
                    <a:pt x="34" y="15"/>
                  </a:lnTo>
                  <a:lnTo>
                    <a:pt x="31" y="19"/>
                  </a:lnTo>
                  <a:lnTo>
                    <a:pt x="28" y="23"/>
                  </a:lnTo>
                  <a:lnTo>
                    <a:pt x="28" y="23"/>
                  </a:lnTo>
                  <a:lnTo>
                    <a:pt x="20" y="34"/>
                  </a:lnTo>
                  <a:lnTo>
                    <a:pt x="14" y="48"/>
                  </a:lnTo>
                  <a:lnTo>
                    <a:pt x="14" y="48"/>
                  </a:lnTo>
                  <a:lnTo>
                    <a:pt x="8" y="58"/>
                  </a:lnTo>
                  <a:lnTo>
                    <a:pt x="4" y="70"/>
                  </a:lnTo>
                  <a:lnTo>
                    <a:pt x="2" y="82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2" y="99"/>
                  </a:lnTo>
                  <a:lnTo>
                    <a:pt x="6" y="100"/>
                  </a:lnTo>
                  <a:lnTo>
                    <a:pt x="10" y="99"/>
                  </a:lnTo>
                  <a:lnTo>
                    <a:pt x="11" y="97"/>
                  </a:lnTo>
                  <a:lnTo>
                    <a:pt x="12" y="95"/>
                  </a:lnTo>
                  <a:lnTo>
                    <a:pt x="12" y="95"/>
                  </a:lnTo>
                  <a:lnTo>
                    <a:pt x="14" y="80"/>
                  </a:lnTo>
                  <a:lnTo>
                    <a:pt x="17" y="67"/>
                  </a:lnTo>
                  <a:lnTo>
                    <a:pt x="23" y="55"/>
                  </a:lnTo>
                  <a:lnTo>
                    <a:pt x="29" y="42"/>
                  </a:lnTo>
                  <a:lnTo>
                    <a:pt x="29" y="42"/>
                  </a:lnTo>
                  <a:lnTo>
                    <a:pt x="34" y="34"/>
                  </a:lnTo>
                  <a:lnTo>
                    <a:pt x="41" y="27"/>
                  </a:lnTo>
                  <a:lnTo>
                    <a:pt x="46" y="17"/>
                  </a:lnTo>
                  <a:lnTo>
                    <a:pt x="49" y="14"/>
                  </a:lnTo>
                  <a:lnTo>
                    <a:pt x="50" y="8"/>
                  </a:lnTo>
                  <a:lnTo>
                    <a:pt x="50" y="8"/>
                  </a:lnTo>
                  <a:lnTo>
                    <a:pt x="49" y="6"/>
                  </a:lnTo>
                  <a:lnTo>
                    <a:pt x="49" y="3"/>
                  </a:lnTo>
                  <a:lnTo>
                    <a:pt x="45" y="2"/>
                  </a:lnTo>
                  <a:lnTo>
                    <a:pt x="42" y="0"/>
                  </a:lnTo>
                  <a:lnTo>
                    <a:pt x="41" y="2"/>
                  </a:lnTo>
                  <a:lnTo>
                    <a:pt x="40" y="3"/>
                  </a:lnTo>
                  <a:lnTo>
                    <a:pt x="38" y="6"/>
                  </a:lnTo>
                  <a:lnTo>
                    <a:pt x="38" y="6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30" name="Freeform 542"/>
            <p:cNvSpPr/>
            <p:nvPr>
              <p:custDataLst>
                <p:tags r:id="rId25"/>
              </p:custDataLst>
            </p:nvPr>
          </p:nvSpPr>
          <p:spPr bwMode="auto">
            <a:xfrm>
              <a:off x="2368551" y="2554288"/>
              <a:ext cx="26988" cy="34925"/>
            </a:xfrm>
            <a:custGeom>
              <a:avLst/>
              <a:gdLst/>
              <a:ahLst/>
              <a:cxnLst>
                <a:cxn ang="0">
                  <a:pos x="59" y="3"/>
                </a:cxn>
                <a:cxn ang="0">
                  <a:pos x="59" y="3"/>
                </a:cxn>
                <a:cxn ang="0">
                  <a:pos x="53" y="13"/>
                </a:cxn>
                <a:cxn ang="0">
                  <a:pos x="45" y="22"/>
                </a:cxn>
                <a:cxn ang="0">
                  <a:pos x="29" y="39"/>
                </a:cxn>
                <a:cxn ang="0">
                  <a:pos x="29" y="39"/>
                </a:cxn>
                <a:cxn ang="0">
                  <a:pos x="21" y="50"/>
                </a:cxn>
                <a:cxn ang="0">
                  <a:pos x="15" y="62"/>
                </a:cxn>
                <a:cxn ang="0">
                  <a:pos x="2" y="83"/>
                </a:cxn>
                <a:cxn ang="0">
                  <a:pos x="2" y="83"/>
                </a:cxn>
                <a:cxn ang="0">
                  <a:pos x="0" y="85"/>
                </a:cxn>
                <a:cxn ang="0">
                  <a:pos x="0" y="88"/>
                </a:cxn>
                <a:cxn ang="0">
                  <a:pos x="3" y="90"/>
                </a:cxn>
                <a:cxn ang="0">
                  <a:pos x="8" y="92"/>
                </a:cxn>
                <a:cxn ang="0">
                  <a:pos x="10" y="90"/>
                </a:cxn>
                <a:cxn ang="0">
                  <a:pos x="12" y="89"/>
                </a:cxn>
                <a:cxn ang="0">
                  <a:pos x="12" y="89"/>
                </a:cxn>
                <a:cxn ang="0">
                  <a:pos x="25" y="66"/>
                </a:cxn>
                <a:cxn ang="0">
                  <a:pos x="32" y="55"/>
                </a:cxn>
                <a:cxn ang="0">
                  <a:pos x="40" y="45"/>
                </a:cxn>
                <a:cxn ang="0">
                  <a:pos x="40" y="45"/>
                </a:cxn>
                <a:cxn ang="0">
                  <a:pos x="55" y="28"/>
                </a:cxn>
                <a:cxn ang="0">
                  <a:pos x="62" y="19"/>
                </a:cxn>
                <a:cxn ang="0">
                  <a:pos x="68" y="9"/>
                </a:cxn>
                <a:cxn ang="0">
                  <a:pos x="68" y="9"/>
                </a:cxn>
                <a:cxn ang="0">
                  <a:pos x="70" y="7"/>
                </a:cxn>
                <a:cxn ang="0">
                  <a:pos x="70" y="4"/>
                </a:cxn>
                <a:cxn ang="0">
                  <a:pos x="66" y="2"/>
                </a:cxn>
                <a:cxn ang="0">
                  <a:pos x="62" y="0"/>
                </a:cxn>
                <a:cxn ang="0">
                  <a:pos x="61" y="2"/>
                </a:cxn>
                <a:cxn ang="0">
                  <a:pos x="59" y="3"/>
                </a:cxn>
                <a:cxn ang="0">
                  <a:pos x="59" y="3"/>
                </a:cxn>
              </a:cxnLst>
              <a:rect l="0" t="0" r="r" b="b"/>
              <a:pathLst>
                <a:path w="70" h="92">
                  <a:moveTo>
                    <a:pt x="59" y="3"/>
                  </a:moveTo>
                  <a:lnTo>
                    <a:pt x="59" y="3"/>
                  </a:lnTo>
                  <a:lnTo>
                    <a:pt x="53" y="13"/>
                  </a:lnTo>
                  <a:lnTo>
                    <a:pt x="45" y="22"/>
                  </a:lnTo>
                  <a:lnTo>
                    <a:pt x="29" y="39"/>
                  </a:lnTo>
                  <a:lnTo>
                    <a:pt x="29" y="39"/>
                  </a:lnTo>
                  <a:lnTo>
                    <a:pt x="21" y="50"/>
                  </a:lnTo>
                  <a:lnTo>
                    <a:pt x="15" y="62"/>
                  </a:lnTo>
                  <a:lnTo>
                    <a:pt x="2" y="83"/>
                  </a:lnTo>
                  <a:lnTo>
                    <a:pt x="2" y="83"/>
                  </a:lnTo>
                  <a:lnTo>
                    <a:pt x="0" y="85"/>
                  </a:lnTo>
                  <a:lnTo>
                    <a:pt x="0" y="88"/>
                  </a:lnTo>
                  <a:lnTo>
                    <a:pt x="3" y="90"/>
                  </a:lnTo>
                  <a:lnTo>
                    <a:pt x="8" y="92"/>
                  </a:lnTo>
                  <a:lnTo>
                    <a:pt x="10" y="90"/>
                  </a:lnTo>
                  <a:lnTo>
                    <a:pt x="12" y="89"/>
                  </a:lnTo>
                  <a:lnTo>
                    <a:pt x="12" y="89"/>
                  </a:lnTo>
                  <a:lnTo>
                    <a:pt x="25" y="66"/>
                  </a:lnTo>
                  <a:lnTo>
                    <a:pt x="32" y="55"/>
                  </a:lnTo>
                  <a:lnTo>
                    <a:pt x="40" y="45"/>
                  </a:lnTo>
                  <a:lnTo>
                    <a:pt x="40" y="45"/>
                  </a:lnTo>
                  <a:lnTo>
                    <a:pt x="55" y="28"/>
                  </a:lnTo>
                  <a:lnTo>
                    <a:pt x="62" y="19"/>
                  </a:lnTo>
                  <a:lnTo>
                    <a:pt x="68" y="9"/>
                  </a:lnTo>
                  <a:lnTo>
                    <a:pt x="68" y="9"/>
                  </a:lnTo>
                  <a:lnTo>
                    <a:pt x="70" y="7"/>
                  </a:lnTo>
                  <a:lnTo>
                    <a:pt x="70" y="4"/>
                  </a:lnTo>
                  <a:lnTo>
                    <a:pt x="66" y="2"/>
                  </a:lnTo>
                  <a:lnTo>
                    <a:pt x="62" y="0"/>
                  </a:lnTo>
                  <a:lnTo>
                    <a:pt x="61" y="2"/>
                  </a:lnTo>
                  <a:lnTo>
                    <a:pt x="59" y="3"/>
                  </a:lnTo>
                  <a:lnTo>
                    <a:pt x="59" y="3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31" name="Freeform 543"/>
            <p:cNvSpPr/>
            <p:nvPr>
              <p:custDataLst>
                <p:tags r:id="rId26"/>
              </p:custDataLst>
            </p:nvPr>
          </p:nvSpPr>
          <p:spPr bwMode="auto">
            <a:xfrm>
              <a:off x="2411413" y="2559050"/>
              <a:ext cx="19050" cy="34925"/>
            </a:xfrm>
            <a:custGeom>
              <a:avLst/>
              <a:gdLst/>
              <a:ahLst/>
              <a:cxnLst>
                <a:cxn ang="0">
                  <a:pos x="39" y="1"/>
                </a:cxn>
                <a:cxn ang="0">
                  <a:pos x="39" y="1"/>
                </a:cxn>
                <a:cxn ang="0">
                  <a:pos x="32" y="9"/>
                </a:cxn>
                <a:cxn ang="0">
                  <a:pos x="27" y="18"/>
                </a:cxn>
                <a:cxn ang="0">
                  <a:pos x="19" y="37"/>
                </a:cxn>
                <a:cxn ang="0">
                  <a:pos x="19" y="37"/>
                </a:cxn>
                <a:cxn ang="0">
                  <a:pos x="10" y="59"/>
                </a:cxn>
                <a:cxn ang="0">
                  <a:pos x="0" y="80"/>
                </a:cxn>
                <a:cxn ang="0">
                  <a:pos x="0" y="80"/>
                </a:cxn>
                <a:cxn ang="0">
                  <a:pos x="0" y="82"/>
                </a:cxn>
                <a:cxn ang="0">
                  <a:pos x="0" y="85"/>
                </a:cxn>
                <a:cxn ang="0">
                  <a:pos x="1" y="86"/>
                </a:cxn>
                <a:cxn ang="0">
                  <a:pos x="4" y="86"/>
                </a:cxn>
                <a:cxn ang="0">
                  <a:pos x="8" y="86"/>
                </a:cxn>
                <a:cxn ang="0">
                  <a:pos x="9" y="85"/>
                </a:cxn>
                <a:cxn ang="0">
                  <a:pos x="10" y="84"/>
                </a:cxn>
                <a:cxn ang="0">
                  <a:pos x="10" y="84"/>
                </a:cxn>
                <a:cxn ang="0">
                  <a:pos x="15" y="73"/>
                </a:cxn>
                <a:cxn ang="0">
                  <a:pos x="19" y="65"/>
                </a:cxn>
                <a:cxn ang="0">
                  <a:pos x="25" y="56"/>
                </a:cxn>
                <a:cxn ang="0">
                  <a:pos x="29" y="47"/>
                </a:cxn>
                <a:cxn ang="0">
                  <a:pos x="29" y="47"/>
                </a:cxn>
                <a:cxn ang="0">
                  <a:pos x="31" y="37"/>
                </a:cxn>
                <a:cxn ang="0">
                  <a:pos x="36" y="27"/>
                </a:cxn>
                <a:cxn ang="0">
                  <a:pos x="42" y="18"/>
                </a:cxn>
                <a:cxn ang="0">
                  <a:pos x="47" y="9"/>
                </a:cxn>
                <a:cxn ang="0">
                  <a:pos x="47" y="9"/>
                </a:cxn>
                <a:cxn ang="0">
                  <a:pos x="48" y="8"/>
                </a:cxn>
                <a:cxn ang="0">
                  <a:pos x="49" y="5"/>
                </a:cxn>
                <a:cxn ang="0">
                  <a:pos x="47" y="1"/>
                </a:cxn>
                <a:cxn ang="0">
                  <a:pos x="43" y="0"/>
                </a:cxn>
                <a:cxn ang="0">
                  <a:pos x="42" y="0"/>
                </a:cxn>
                <a:cxn ang="0">
                  <a:pos x="39" y="1"/>
                </a:cxn>
                <a:cxn ang="0">
                  <a:pos x="39" y="1"/>
                </a:cxn>
              </a:cxnLst>
              <a:rect l="0" t="0" r="r" b="b"/>
              <a:pathLst>
                <a:path w="49" h="86">
                  <a:moveTo>
                    <a:pt x="39" y="1"/>
                  </a:moveTo>
                  <a:lnTo>
                    <a:pt x="39" y="1"/>
                  </a:lnTo>
                  <a:lnTo>
                    <a:pt x="32" y="9"/>
                  </a:lnTo>
                  <a:lnTo>
                    <a:pt x="27" y="18"/>
                  </a:lnTo>
                  <a:lnTo>
                    <a:pt x="19" y="37"/>
                  </a:lnTo>
                  <a:lnTo>
                    <a:pt x="19" y="37"/>
                  </a:lnTo>
                  <a:lnTo>
                    <a:pt x="10" y="59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0" y="85"/>
                  </a:lnTo>
                  <a:lnTo>
                    <a:pt x="1" y="86"/>
                  </a:lnTo>
                  <a:lnTo>
                    <a:pt x="4" y="86"/>
                  </a:lnTo>
                  <a:lnTo>
                    <a:pt x="8" y="86"/>
                  </a:lnTo>
                  <a:lnTo>
                    <a:pt x="9" y="85"/>
                  </a:lnTo>
                  <a:lnTo>
                    <a:pt x="10" y="84"/>
                  </a:lnTo>
                  <a:lnTo>
                    <a:pt x="10" y="84"/>
                  </a:lnTo>
                  <a:lnTo>
                    <a:pt x="15" y="73"/>
                  </a:lnTo>
                  <a:lnTo>
                    <a:pt x="19" y="65"/>
                  </a:lnTo>
                  <a:lnTo>
                    <a:pt x="25" y="56"/>
                  </a:lnTo>
                  <a:lnTo>
                    <a:pt x="29" y="47"/>
                  </a:lnTo>
                  <a:lnTo>
                    <a:pt x="29" y="47"/>
                  </a:lnTo>
                  <a:lnTo>
                    <a:pt x="31" y="37"/>
                  </a:lnTo>
                  <a:lnTo>
                    <a:pt x="36" y="27"/>
                  </a:lnTo>
                  <a:lnTo>
                    <a:pt x="42" y="18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48" y="8"/>
                  </a:lnTo>
                  <a:lnTo>
                    <a:pt x="49" y="5"/>
                  </a:lnTo>
                  <a:lnTo>
                    <a:pt x="47" y="1"/>
                  </a:lnTo>
                  <a:lnTo>
                    <a:pt x="43" y="0"/>
                  </a:lnTo>
                  <a:lnTo>
                    <a:pt x="42" y="0"/>
                  </a:lnTo>
                  <a:lnTo>
                    <a:pt x="39" y="1"/>
                  </a:lnTo>
                  <a:lnTo>
                    <a:pt x="39" y="1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32" name="Freeform 544"/>
            <p:cNvSpPr/>
            <p:nvPr>
              <p:custDataLst>
                <p:tags r:id="rId27"/>
              </p:custDataLst>
            </p:nvPr>
          </p:nvSpPr>
          <p:spPr bwMode="auto">
            <a:xfrm>
              <a:off x="2459038" y="2557463"/>
              <a:ext cx="20638" cy="31750"/>
            </a:xfrm>
            <a:custGeom>
              <a:avLst/>
              <a:gdLst/>
              <a:ahLst/>
              <a:cxnLst>
                <a:cxn ang="0">
                  <a:pos x="38" y="4"/>
                </a:cxn>
                <a:cxn ang="0">
                  <a:pos x="38" y="4"/>
                </a:cxn>
                <a:cxn ang="0">
                  <a:pos x="30" y="22"/>
                </a:cxn>
                <a:cxn ang="0">
                  <a:pos x="21" y="41"/>
                </a:cxn>
                <a:cxn ang="0">
                  <a:pos x="12" y="58"/>
                </a:cxn>
                <a:cxn ang="0">
                  <a:pos x="2" y="75"/>
                </a:cxn>
                <a:cxn ang="0">
                  <a:pos x="2" y="75"/>
                </a:cxn>
                <a:cxn ang="0">
                  <a:pos x="0" y="77"/>
                </a:cxn>
                <a:cxn ang="0">
                  <a:pos x="0" y="80"/>
                </a:cxn>
                <a:cxn ang="0">
                  <a:pos x="3" y="82"/>
                </a:cxn>
                <a:cxn ang="0">
                  <a:pos x="7" y="84"/>
                </a:cxn>
                <a:cxn ang="0">
                  <a:pos x="10" y="82"/>
                </a:cxn>
                <a:cxn ang="0">
                  <a:pos x="11" y="81"/>
                </a:cxn>
                <a:cxn ang="0">
                  <a:pos x="11" y="81"/>
                </a:cxn>
                <a:cxn ang="0">
                  <a:pos x="23" y="63"/>
                </a:cxn>
                <a:cxn ang="0">
                  <a:pos x="32" y="45"/>
                </a:cxn>
                <a:cxn ang="0">
                  <a:pos x="42" y="26"/>
                </a:cxn>
                <a:cxn ang="0">
                  <a:pos x="50" y="8"/>
                </a:cxn>
                <a:cxn ang="0">
                  <a:pos x="50" y="8"/>
                </a:cxn>
                <a:cxn ang="0">
                  <a:pos x="50" y="5"/>
                </a:cxn>
                <a:cxn ang="0">
                  <a:pos x="49" y="3"/>
                </a:cxn>
                <a:cxn ang="0">
                  <a:pos x="47" y="1"/>
                </a:cxn>
                <a:cxn ang="0">
                  <a:pos x="46" y="0"/>
                </a:cxn>
                <a:cxn ang="0">
                  <a:pos x="42" y="1"/>
                </a:cxn>
                <a:cxn ang="0">
                  <a:pos x="40" y="3"/>
                </a:cxn>
                <a:cxn ang="0">
                  <a:pos x="38" y="4"/>
                </a:cxn>
                <a:cxn ang="0">
                  <a:pos x="38" y="4"/>
                </a:cxn>
              </a:cxnLst>
              <a:rect l="0" t="0" r="r" b="b"/>
              <a:pathLst>
                <a:path w="50" h="84">
                  <a:moveTo>
                    <a:pt x="38" y="4"/>
                  </a:moveTo>
                  <a:lnTo>
                    <a:pt x="38" y="4"/>
                  </a:lnTo>
                  <a:lnTo>
                    <a:pt x="30" y="22"/>
                  </a:lnTo>
                  <a:lnTo>
                    <a:pt x="21" y="41"/>
                  </a:lnTo>
                  <a:lnTo>
                    <a:pt x="12" y="58"/>
                  </a:lnTo>
                  <a:lnTo>
                    <a:pt x="2" y="75"/>
                  </a:lnTo>
                  <a:lnTo>
                    <a:pt x="2" y="75"/>
                  </a:lnTo>
                  <a:lnTo>
                    <a:pt x="0" y="77"/>
                  </a:lnTo>
                  <a:lnTo>
                    <a:pt x="0" y="80"/>
                  </a:lnTo>
                  <a:lnTo>
                    <a:pt x="3" y="82"/>
                  </a:lnTo>
                  <a:lnTo>
                    <a:pt x="7" y="84"/>
                  </a:lnTo>
                  <a:lnTo>
                    <a:pt x="10" y="82"/>
                  </a:lnTo>
                  <a:lnTo>
                    <a:pt x="11" y="81"/>
                  </a:lnTo>
                  <a:lnTo>
                    <a:pt x="11" y="81"/>
                  </a:lnTo>
                  <a:lnTo>
                    <a:pt x="23" y="63"/>
                  </a:lnTo>
                  <a:lnTo>
                    <a:pt x="32" y="45"/>
                  </a:lnTo>
                  <a:lnTo>
                    <a:pt x="42" y="26"/>
                  </a:lnTo>
                  <a:lnTo>
                    <a:pt x="50" y="8"/>
                  </a:lnTo>
                  <a:lnTo>
                    <a:pt x="50" y="8"/>
                  </a:lnTo>
                  <a:lnTo>
                    <a:pt x="50" y="5"/>
                  </a:lnTo>
                  <a:lnTo>
                    <a:pt x="49" y="3"/>
                  </a:lnTo>
                  <a:lnTo>
                    <a:pt x="47" y="1"/>
                  </a:lnTo>
                  <a:lnTo>
                    <a:pt x="46" y="0"/>
                  </a:lnTo>
                  <a:lnTo>
                    <a:pt x="42" y="1"/>
                  </a:lnTo>
                  <a:lnTo>
                    <a:pt x="40" y="3"/>
                  </a:lnTo>
                  <a:lnTo>
                    <a:pt x="38" y="4"/>
                  </a:lnTo>
                  <a:lnTo>
                    <a:pt x="38" y="4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33" name="Freeform 545"/>
            <p:cNvSpPr/>
            <p:nvPr>
              <p:custDataLst>
                <p:tags r:id="rId28"/>
              </p:custDataLst>
            </p:nvPr>
          </p:nvSpPr>
          <p:spPr bwMode="auto">
            <a:xfrm>
              <a:off x="2495551" y="2557463"/>
              <a:ext cx="23813" cy="31750"/>
            </a:xfrm>
            <a:custGeom>
              <a:avLst/>
              <a:gdLst/>
              <a:ahLst/>
              <a:cxnLst>
                <a:cxn ang="0">
                  <a:pos x="50" y="5"/>
                </a:cxn>
                <a:cxn ang="0">
                  <a:pos x="50" y="5"/>
                </a:cxn>
                <a:cxn ang="0">
                  <a:pos x="48" y="10"/>
                </a:cxn>
                <a:cxn ang="0">
                  <a:pos x="47" y="16"/>
                </a:cxn>
                <a:cxn ang="0">
                  <a:pos x="42" y="26"/>
                </a:cxn>
                <a:cxn ang="0">
                  <a:pos x="35" y="35"/>
                </a:cxn>
                <a:cxn ang="0">
                  <a:pos x="29" y="43"/>
                </a:cxn>
                <a:cxn ang="0">
                  <a:pos x="29" y="43"/>
                </a:cxn>
                <a:cxn ang="0">
                  <a:pos x="17" y="58"/>
                </a:cxn>
                <a:cxn ang="0">
                  <a:pos x="10" y="64"/>
                </a:cxn>
                <a:cxn ang="0">
                  <a:pos x="3" y="69"/>
                </a:cxn>
                <a:cxn ang="0">
                  <a:pos x="3" y="69"/>
                </a:cxn>
                <a:cxn ang="0">
                  <a:pos x="1" y="71"/>
                </a:cxn>
                <a:cxn ang="0">
                  <a:pos x="0" y="73"/>
                </a:cxn>
                <a:cxn ang="0">
                  <a:pos x="1" y="77"/>
                </a:cxn>
                <a:cxn ang="0">
                  <a:pos x="4" y="80"/>
                </a:cxn>
                <a:cxn ang="0">
                  <a:pos x="6" y="80"/>
                </a:cxn>
                <a:cxn ang="0">
                  <a:pos x="8" y="78"/>
                </a:cxn>
                <a:cxn ang="0">
                  <a:pos x="8" y="78"/>
                </a:cxn>
                <a:cxn ang="0">
                  <a:pos x="18" y="72"/>
                </a:cxn>
                <a:cxn ang="0">
                  <a:pos x="27" y="63"/>
                </a:cxn>
                <a:cxn ang="0">
                  <a:pos x="43" y="44"/>
                </a:cxn>
                <a:cxn ang="0">
                  <a:pos x="43" y="44"/>
                </a:cxn>
                <a:cxn ang="0">
                  <a:pos x="50" y="35"/>
                </a:cxn>
                <a:cxn ang="0">
                  <a:pos x="55" y="26"/>
                </a:cxn>
                <a:cxn ang="0">
                  <a:pos x="59" y="17"/>
                </a:cxn>
                <a:cxn ang="0">
                  <a:pos x="60" y="5"/>
                </a:cxn>
                <a:cxn ang="0">
                  <a:pos x="60" y="5"/>
                </a:cxn>
                <a:cxn ang="0">
                  <a:pos x="60" y="3"/>
                </a:cxn>
                <a:cxn ang="0">
                  <a:pos x="59" y="1"/>
                </a:cxn>
                <a:cxn ang="0">
                  <a:pos x="55" y="0"/>
                </a:cxn>
                <a:cxn ang="0">
                  <a:pos x="51" y="1"/>
                </a:cxn>
                <a:cxn ang="0">
                  <a:pos x="50" y="3"/>
                </a:cxn>
                <a:cxn ang="0">
                  <a:pos x="50" y="5"/>
                </a:cxn>
                <a:cxn ang="0">
                  <a:pos x="50" y="5"/>
                </a:cxn>
              </a:cxnLst>
              <a:rect l="0" t="0" r="r" b="b"/>
              <a:pathLst>
                <a:path w="60" h="80">
                  <a:moveTo>
                    <a:pt x="50" y="5"/>
                  </a:moveTo>
                  <a:lnTo>
                    <a:pt x="50" y="5"/>
                  </a:lnTo>
                  <a:lnTo>
                    <a:pt x="48" y="10"/>
                  </a:lnTo>
                  <a:lnTo>
                    <a:pt x="47" y="16"/>
                  </a:lnTo>
                  <a:lnTo>
                    <a:pt x="42" y="26"/>
                  </a:lnTo>
                  <a:lnTo>
                    <a:pt x="35" y="35"/>
                  </a:lnTo>
                  <a:lnTo>
                    <a:pt x="29" y="43"/>
                  </a:lnTo>
                  <a:lnTo>
                    <a:pt x="29" y="43"/>
                  </a:lnTo>
                  <a:lnTo>
                    <a:pt x="17" y="58"/>
                  </a:lnTo>
                  <a:lnTo>
                    <a:pt x="10" y="64"/>
                  </a:lnTo>
                  <a:lnTo>
                    <a:pt x="3" y="69"/>
                  </a:lnTo>
                  <a:lnTo>
                    <a:pt x="3" y="69"/>
                  </a:lnTo>
                  <a:lnTo>
                    <a:pt x="1" y="71"/>
                  </a:lnTo>
                  <a:lnTo>
                    <a:pt x="0" y="73"/>
                  </a:lnTo>
                  <a:lnTo>
                    <a:pt x="1" y="77"/>
                  </a:lnTo>
                  <a:lnTo>
                    <a:pt x="4" y="80"/>
                  </a:lnTo>
                  <a:lnTo>
                    <a:pt x="6" y="80"/>
                  </a:lnTo>
                  <a:lnTo>
                    <a:pt x="8" y="78"/>
                  </a:lnTo>
                  <a:lnTo>
                    <a:pt x="8" y="78"/>
                  </a:lnTo>
                  <a:lnTo>
                    <a:pt x="18" y="72"/>
                  </a:lnTo>
                  <a:lnTo>
                    <a:pt x="27" y="63"/>
                  </a:lnTo>
                  <a:lnTo>
                    <a:pt x="43" y="44"/>
                  </a:lnTo>
                  <a:lnTo>
                    <a:pt x="43" y="44"/>
                  </a:lnTo>
                  <a:lnTo>
                    <a:pt x="50" y="35"/>
                  </a:lnTo>
                  <a:lnTo>
                    <a:pt x="55" y="26"/>
                  </a:lnTo>
                  <a:lnTo>
                    <a:pt x="59" y="17"/>
                  </a:lnTo>
                  <a:lnTo>
                    <a:pt x="60" y="5"/>
                  </a:lnTo>
                  <a:lnTo>
                    <a:pt x="60" y="5"/>
                  </a:lnTo>
                  <a:lnTo>
                    <a:pt x="60" y="3"/>
                  </a:lnTo>
                  <a:lnTo>
                    <a:pt x="59" y="1"/>
                  </a:lnTo>
                  <a:lnTo>
                    <a:pt x="55" y="0"/>
                  </a:lnTo>
                  <a:lnTo>
                    <a:pt x="51" y="1"/>
                  </a:lnTo>
                  <a:lnTo>
                    <a:pt x="50" y="3"/>
                  </a:lnTo>
                  <a:lnTo>
                    <a:pt x="50" y="5"/>
                  </a:lnTo>
                  <a:lnTo>
                    <a:pt x="50" y="5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34" name="Freeform 546"/>
            <p:cNvSpPr/>
            <p:nvPr>
              <p:custDataLst>
                <p:tags r:id="rId29"/>
              </p:custDataLst>
            </p:nvPr>
          </p:nvSpPr>
          <p:spPr bwMode="auto">
            <a:xfrm>
              <a:off x="2541588" y="2557463"/>
              <a:ext cx="17463" cy="28575"/>
            </a:xfrm>
            <a:custGeom>
              <a:avLst/>
              <a:gdLst/>
              <a:ahLst/>
              <a:cxnLst>
                <a:cxn ang="0">
                  <a:pos x="35" y="3"/>
                </a:cxn>
                <a:cxn ang="0">
                  <a:pos x="35" y="3"/>
                </a:cxn>
                <a:cxn ang="0">
                  <a:pos x="27" y="18"/>
                </a:cxn>
                <a:cxn ang="0">
                  <a:pos x="21" y="34"/>
                </a:cxn>
                <a:cxn ang="0">
                  <a:pos x="12" y="48"/>
                </a:cxn>
                <a:cxn ang="0">
                  <a:pos x="8" y="56"/>
                </a:cxn>
                <a:cxn ang="0">
                  <a:pos x="1" y="63"/>
                </a:cxn>
                <a:cxn ang="0">
                  <a:pos x="1" y="63"/>
                </a:cxn>
                <a:cxn ang="0">
                  <a:pos x="0" y="64"/>
                </a:cxn>
                <a:cxn ang="0">
                  <a:pos x="0" y="67"/>
                </a:cxn>
                <a:cxn ang="0">
                  <a:pos x="2" y="71"/>
                </a:cxn>
                <a:cxn ang="0">
                  <a:pos x="5" y="72"/>
                </a:cxn>
                <a:cxn ang="0">
                  <a:pos x="8" y="72"/>
                </a:cxn>
                <a:cxn ang="0">
                  <a:pos x="10" y="71"/>
                </a:cxn>
                <a:cxn ang="0">
                  <a:pos x="10" y="71"/>
                </a:cxn>
                <a:cxn ang="0">
                  <a:pos x="15" y="64"/>
                </a:cxn>
                <a:cxn ang="0">
                  <a:pos x="21" y="56"/>
                </a:cxn>
                <a:cxn ang="0">
                  <a:pos x="29" y="41"/>
                </a:cxn>
                <a:cxn ang="0">
                  <a:pos x="36" y="25"/>
                </a:cxn>
                <a:cxn ang="0">
                  <a:pos x="44" y="9"/>
                </a:cxn>
                <a:cxn ang="0">
                  <a:pos x="44" y="9"/>
                </a:cxn>
                <a:cxn ang="0">
                  <a:pos x="46" y="7"/>
                </a:cxn>
                <a:cxn ang="0">
                  <a:pos x="46" y="4"/>
                </a:cxn>
                <a:cxn ang="0">
                  <a:pos x="43" y="1"/>
                </a:cxn>
                <a:cxn ang="0">
                  <a:pos x="39" y="0"/>
                </a:cxn>
                <a:cxn ang="0">
                  <a:pos x="36" y="1"/>
                </a:cxn>
                <a:cxn ang="0">
                  <a:pos x="35" y="3"/>
                </a:cxn>
                <a:cxn ang="0">
                  <a:pos x="35" y="3"/>
                </a:cxn>
              </a:cxnLst>
              <a:rect l="0" t="0" r="r" b="b"/>
              <a:pathLst>
                <a:path w="46" h="72">
                  <a:moveTo>
                    <a:pt x="35" y="3"/>
                  </a:moveTo>
                  <a:lnTo>
                    <a:pt x="35" y="3"/>
                  </a:lnTo>
                  <a:lnTo>
                    <a:pt x="27" y="18"/>
                  </a:lnTo>
                  <a:lnTo>
                    <a:pt x="21" y="34"/>
                  </a:lnTo>
                  <a:lnTo>
                    <a:pt x="12" y="48"/>
                  </a:lnTo>
                  <a:lnTo>
                    <a:pt x="8" y="56"/>
                  </a:lnTo>
                  <a:lnTo>
                    <a:pt x="1" y="63"/>
                  </a:lnTo>
                  <a:lnTo>
                    <a:pt x="1" y="63"/>
                  </a:lnTo>
                  <a:lnTo>
                    <a:pt x="0" y="64"/>
                  </a:lnTo>
                  <a:lnTo>
                    <a:pt x="0" y="67"/>
                  </a:lnTo>
                  <a:lnTo>
                    <a:pt x="2" y="71"/>
                  </a:lnTo>
                  <a:lnTo>
                    <a:pt x="5" y="72"/>
                  </a:lnTo>
                  <a:lnTo>
                    <a:pt x="8" y="72"/>
                  </a:lnTo>
                  <a:lnTo>
                    <a:pt x="10" y="71"/>
                  </a:lnTo>
                  <a:lnTo>
                    <a:pt x="10" y="71"/>
                  </a:lnTo>
                  <a:lnTo>
                    <a:pt x="15" y="64"/>
                  </a:lnTo>
                  <a:lnTo>
                    <a:pt x="21" y="56"/>
                  </a:lnTo>
                  <a:lnTo>
                    <a:pt x="29" y="41"/>
                  </a:lnTo>
                  <a:lnTo>
                    <a:pt x="36" y="25"/>
                  </a:lnTo>
                  <a:lnTo>
                    <a:pt x="44" y="9"/>
                  </a:lnTo>
                  <a:lnTo>
                    <a:pt x="44" y="9"/>
                  </a:lnTo>
                  <a:lnTo>
                    <a:pt x="46" y="7"/>
                  </a:lnTo>
                  <a:lnTo>
                    <a:pt x="46" y="4"/>
                  </a:lnTo>
                  <a:lnTo>
                    <a:pt x="43" y="1"/>
                  </a:lnTo>
                  <a:lnTo>
                    <a:pt x="39" y="0"/>
                  </a:lnTo>
                  <a:lnTo>
                    <a:pt x="36" y="1"/>
                  </a:lnTo>
                  <a:lnTo>
                    <a:pt x="35" y="3"/>
                  </a:lnTo>
                  <a:lnTo>
                    <a:pt x="35" y="3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35" name="Freeform 547"/>
            <p:cNvSpPr/>
            <p:nvPr>
              <p:custDataLst>
                <p:tags r:id="rId30"/>
              </p:custDataLst>
            </p:nvPr>
          </p:nvSpPr>
          <p:spPr bwMode="auto">
            <a:xfrm>
              <a:off x="2581276" y="2555875"/>
              <a:ext cx="25400" cy="31750"/>
            </a:xfrm>
            <a:custGeom>
              <a:avLst/>
              <a:gdLst/>
              <a:ahLst/>
              <a:cxnLst>
                <a:cxn ang="0">
                  <a:pos x="54" y="3"/>
                </a:cxn>
                <a:cxn ang="0">
                  <a:pos x="54" y="3"/>
                </a:cxn>
                <a:cxn ang="0">
                  <a:pos x="47" y="12"/>
                </a:cxn>
                <a:cxn ang="0">
                  <a:pos x="39" y="20"/>
                </a:cxn>
                <a:cxn ang="0">
                  <a:pos x="33" y="29"/>
                </a:cxn>
                <a:cxn ang="0">
                  <a:pos x="26" y="38"/>
                </a:cxn>
                <a:cxn ang="0">
                  <a:pos x="26" y="38"/>
                </a:cxn>
                <a:cxn ang="0">
                  <a:pos x="15" y="56"/>
                </a:cxn>
                <a:cxn ang="0">
                  <a:pos x="8" y="66"/>
                </a:cxn>
                <a:cxn ang="0">
                  <a:pos x="1" y="75"/>
                </a:cxn>
                <a:cxn ang="0">
                  <a:pos x="1" y="75"/>
                </a:cxn>
                <a:cxn ang="0">
                  <a:pos x="0" y="76"/>
                </a:cxn>
                <a:cxn ang="0">
                  <a:pos x="0" y="79"/>
                </a:cxn>
                <a:cxn ang="0">
                  <a:pos x="1" y="83"/>
                </a:cxn>
                <a:cxn ang="0">
                  <a:pos x="4" y="84"/>
                </a:cxn>
                <a:cxn ang="0">
                  <a:pos x="5" y="84"/>
                </a:cxn>
                <a:cxn ang="0">
                  <a:pos x="8" y="84"/>
                </a:cxn>
                <a:cxn ang="0">
                  <a:pos x="9" y="83"/>
                </a:cxn>
                <a:cxn ang="0">
                  <a:pos x="9" y="83"/>
                </a:cxn>
                <a:cxn ang="0">
                  <a:pos x="22" y="66"/>
                </a:cxn>
                <a:cxn ang="0">
                  <a:pos x="34" y="47"/>
                </a:cxn>
                <a:cxn ang="0">
                  <a:pos x="34" y="47"/>
                </a:cxn>
                <a:cxn ang="0">
                  <a:pos x="41" y="37"/>
                </a:cxn>
                <a:cxn ang="0">
                  <a:pos x="49" y="28"/>
                </a:cxn>
                <a:cxn ang="0">
                  <a:pos x="56" y="18"/>
                </a:cxn>
                <a:cxn ang="0">
                  <a:pos x="64" y="9"/>
                </a:cxn>
                <a:cxn ang="0">
                  <a:pos x="64" y="9"/>
                </a:cxn>
                <a:cxn ang="0">
                  <a:pos x="64" y="7"/>
                </a:cxn>
                <a:cxn ang="0">
                  <a:pos x="64" y="4"/>
                </a:cxn>
                <a:cxn ang="0">
                  <a:pos x="64" y="3"/>
                </a:cxn>
                <a:cxn ang="0">
                  <a:pos x="62" y="1"/>
                </a:cxn>
                <a:cxn ang="0">
                  <a:pos x="58" y="0"/>
                </a:cxn>
                <a:cxn ang="0">
                  <a:pos x="55" y="1"/>
                </a:cxn>
                <a:cxn ang="0">
                  <a:pos x="54" y="3"/>
                </a:cxn>
                <a:cxn ang="0">
                  <a:pos x="54" y="3"/>
                </a:cxn>
              </a:cxnLst>
              <a:rect l="0" t="0" r="r" b="b"/>
              <a:pathLst>
                <a:path w="64" h="84">
                  <a:moveTo>
                    <a:pt x="54" y="3"/>
                  </a:moveTo>
                  <a:lnTo>
                    <a:pt x="54" y="3"/>
                  </a:lnTo>
                  <a:lnTo>
                    <a:pt x="47" y="12"/>
                  </a:lnTo>
                  <a:lnTo>
                    <a:pt x="39" y="20"/>
                  </a:lnTo>
                  <a:lnTo>
                    <a:pt x="33" y="29"/>
                  </a:lnTo>
                  <a:lnTo>
                    <a:pt x="26" y="38"/>
                  </a:lnTo>
                  <a:lnTo>
                    <a:pt x="26" y="38"/>
                  </a:lnTo>
                  <a:lnTo>
                    <a:pt x="15" y="56"/>
                  </a:lnTo>
                  <a:lnTo>
                    <a:pt x="8" y="66"/>
                  </a:lnTo>
                  <a:lnTo>
                    <a:pt x="1" y="75"/>
                  </a:lnTo>
                  <a:lnTo>
                    <a:pt x="1" y="75"/>
                  </a:lnTo>
                  <a:lnTo>
                    <a:pt x="0" y="76"/>
                  </a:lnTo>
                  <a:lnTo>
                    <a:pt x="0" y="79"/>
                  </a:lnTo>
                  <a:lnTo>
                    <a:pt x="1" y="83"/>
                  </a:lnTo>
                  <a:lnTo>
                    <a:pt x="4" y="84"/>
                  </a:lnTo>
                  <a:lnTo>
                    <a:pt x="5" y="84"/>
                  </a:lnTo>
                  <a:lnTo>
                    <a:pt x="8" y="84"/>
                  </a:lnTo>
                  <a:lnTo>
                    <a:pt x="9" y="83"/>
                  </a:lnTo>
                  <a:lnTo>
                    <a:pt x="9" y="83"/>
                  </a:lnTo>
                  <a:lnTo>
                    <a:pt x="22" y="66"/>
                  </a:lnTo>
                  <a:lnTo>
                    <a:pt x="34" y="47"/>
                  </a:lnTo>
                  <a:lnTo>
                    <a:pt x="34" y="47"/>
                  </a:lnTo>
                  <a:lnTo>
                    <a:pt x="41" y="37"/>
                  </a:lnTo>
                  <a:lnTo>
                    <a:pt x="49" y="28"/>
                  </a:lnTo>
                  <a:lnTo>
                    <a:pt x="56" y="18"/>
                  </a:lnTo>
                  <a:lnTo>
                    <a:pt x="64" y="9"/>
                  </a:lnTo>
                  <a:lnTo>
                    <a:pt x="64" y="9"/>
                  </a:lnTo>
                  <a:lnTo>
                    <a:pt x="64" y="7"/>
                  </a:lnTo>
                  <a:lnTo>
                    <a:pt x="64" y="4"/>
                  </a:lnTo>
                  <a:lnTo>
                    <a:pt x="64" y="3"/>
                  </a:lnTo>
                  <a:lnTo>
                    <a:pt x="62" y="1"/>
                  </a:lnTo>
                  <a:lnTo>
                    <a:pt x="58" y="0"/>
                  </a:lnTo>
                  <a:lnTo>
                    <a:pt x="55" y="1"/>
                  </a:lnTo>
                  <a:lnTo>
                    <a:pt x="54" y="3"/>
                  </a:lnTo>
                  <a:lnTo>
                    <a:pt x="54" y="3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36" name="Freeform 548"/>
            <p:cNvSpPr/>
            <p:nvPr>
              <p:custDataLst>
                <p:tags r:id="rId31"/>
              </p:custDataLst>
            </p:nvPr>
          </p:nvSpPr>
          <p:spPr bwMode="auto">
            <a:xfrm>
              <a:off x="2620963" y="2552700"/>
              <a:ext cx="17463" cy="28575"/>
            </a:xfrm>
            <a:custGeom>
              <a:avLst/>
              <a:gdLst/>
              <a:ahLst/>
              <a:cxnLst>
                <a:cxn ang="0">
                  <a:pos x="32" y="7"/>
                </a:cxn>
                <a:cxn ang="0">
                  <a:pos x="32" y="7"/>
                </a:cxn>
                <a:cxn ang="0">
                  <a:pos x="29" y="13"/>
                </a:cxn>
                <a:cxn ang="0">
                  <a:pos x="26" y="20"/>
                </a:cxn>
                <a:cxn ang="0">
                  <a:pos x="20" y="33"/>
                </a:cxn>
                <a:cxn ang="0">
                  <a:pos x="20" y="33"/>
                </a:cxn>
                <a:cxn ang="0">
                  <a:pos x="2" y="64"/>
                </a:cxn>
                <a:cxn ang="0">
                  <a:pos x="2" y="64"/>
                </a:cxn>
                <a:cxn ang="0">
                  <a:pos x="0" y="67"/>
                </a:cxn>
                <a:cxn ang="0">
                  <a:pos x="0" y="68"/>
                </a:cxn>
                <a:cxn ang="0">
                  <a:pos x="3" y="72"/>
                </a:cxn>
                <a:cxn ang="0">
                  <a:pos x="8" y="72"/>
                </a:cxn>
                <a:cxn ang="0">
                  <a:pos x="9" y="72"/>
                </a:cxn>
                <a:cxn ang="0">
                  <a:pos x="11" y="70"/>
                </a:cxn>
                <a:cxn ang="0">
                  <a:pos x="11" y="70"/>
                </a:cxn>
                <a:cxn ang="0">
                  <a:pos x="32" y="36"/>
                </a:cxn>
                <a:cxn ang="0">
                  <a:pos x="32" y="36"/>
                </a:cxn>
                <a:cxn ang="0">
                  <a:pos x="38" y="21"/>
                </a:cxn>
                <a:cxn ang="0">
                  <a:pos x="41" y="13"/>
                </a:cxn>
                <a:cxn ang="0">
                  <a:pos x="42" y="7"/>
                </a:cxn>
                <a:cxn ang="0">
                  <a:pos x="42" y="7"/>
                </a:cxn>
                <a:cxn ang="0">
                  <a:pos x="42" y="4"/>
                </a:cxn>
                <a:cxn ang="0">
                  <a:pos x="41" y="2"/>
                </a:cxn>
                <a:cxn ang="0">
                  <a:pos x="39" y="2"/>
                </a:cxn>
                <a:cxn ang="0">
                  <a:pos x="38" y="0"/>
                </a:cxn>
                <a:cxn ang="0">
                  <a:pos x="33" y="3"/>
                </a:cxn>
                <a:cxn ang="0">
                  <a:pos x="32" y="4"/>
                </a:cxn>
                <a:cxn ang="0">
                  <a:pos x="32" y="7"/>
                </a:cxn>
                <a:cxn ang="0">
                  <a:pos x="32" y="7"/>
                </a:cxn>
              </a:cxnLst>
              <a:rect l="0" t="0" r="r" b="b"/>
              <a:pathLst>
                <a:path w="42" h="72">
                  <a:moveTo>
                    <a:pt x="32" y="7"/>
                  </a:moveTo>
                  <a:lnTo>
                    <a:pt x="32" y="7"/>
                  </a:lnTo>
                  <a:lnTo>
                    <a:pt x="29" y="13"/>
                  </a:lnTo>
                  <a:lnTo>
                    <a:pt x="26" y="20"/>
                  </a:lnTo>
                  <a:lnTo>
                    <a:pt x="20" y="33"/>
                  </a:lnTo>
                  <a:lnTo>
                    <a:pt x="20" y="33"/>
                  </a:lnTo>
                  <a:lnTo>
                    <a:pt x="2" y="64"/>
                  </a:lnTo>
                  <a:lnTo>
                    <a:pt x="2" y="64"/>
                  </a:lnTo>
                  <a:lnTo>
                    <a:pt x="0" y="67"/>
                  </a:lnTo>
                  <a:lnTo>
                    <a:pt x="0" y="68"/>
                  </a:lnTo>
                  <a:lnTo>
                    <a:pt x="3" y="72"/>
                  </a:lnTo>
                  <a:lnTo>
                    <a:pt x="8" y="72"/>
                  </a:lnTo>
                  <a:lnTo>
                    <a:pt x="9" y="72"/>
                  </a:lnTo>
                  <a:lnTo>
                    <a:pt x="11" y="70"/>
                  </a:lnTo>
                  <a:lnTo>
                    <a:pt x="11" y="70"/>
                  </a:lnTo>
                  <a:lnTo>
                    <a:pt x="32" y="36"/>
                  </a:lnTo>
                  <a:lnTo>
                    <a:pt x="32" y="36"/>
                  </a:lnTo>
                  <a:lnTo>
                    <a:pt x="38" y="21"/>
                  </a:lnTo>
                  <a:lnTo>
                    <a:pt x="41" y="13"/>
                  </a:lnTo>
                  <a:lnTo>
                    <a:pt x="42" y="7"/>
                  </a:lnTo>
                  <a:lnTo>
                    <a:pt x="42" y="7"/>
                  </a:lnTo>
                  <a:lnTo>
                    <a:pt x="42" y="4"/>
                  </a:lnTo>
                  <a:lnTo>
                    <a:pt x="41" y="2"/>
                  </a:lnTo>
                  <a:lnTo>
                    <a:pt x="39" y="2"/>
                  </a:lnTo>
                  <a:lnTo>
                    <a:pt x="38" y="0"/>
                  </a:lnTo>
                  <a:lnTo>
                    <a:pt x="33" y="3"/>
                  </a:lnTo>
                  <a:lnTo>
                    <a:pt x="32" y="4"/>
                  </a:lnTo>
                  <a:lnTo>
                    <a:pt x="32" y="7"/>
                  </a:lnTo>
                  <a:lnTo>
                    <a:pt x="32" y="7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37" name="Freeform 549"/>
            <p:cNvSpPr/>
            <p:nvPr>
              <p:custDataLst>
                <p:tags r:id="rId32"/>
              </p:custDataLst>
            </p:nvPr>
          </p:nvSpPr>
          <p:spPr bwMode="auto">
            <a:xfrm>
              <a:off x="2263776" y="2451100"/>
              <a:ext cx="22225" cy="39688"/>
            </a:xfrm>
            <a:custGeom>
              <a:avLst/>
              <a:gdLst/>
              <a:ahLst/>
              <a:cxnLst>
                <a:cxn ang="0">
                  <a:pos x="47" y="3"/>
                </a:cxn>
                <a:cxn ang="0">
                  <a:pos x="47" y="3"/>
                </a:cxn>
                <a:cxn ang="0">
                  <a:pos x="38" y="12"/>
                </a:cxn>
                <a:cxn ang="0">
                  <a:pos x="31" y="24"/>
                </a:cxn>
                <a:cxn ang="0">
                  <a:pos x="23" y="34"/>
                </a:cxn>
                <a:cxn ang="0">
                  <a:pos x="18" y="46"/>
                </a:cxn>
                <a:cxn ang="0">
                  <a:pos x="8" y="71"/>
                </a:cxn>
                <a:cxn ang="0">
                  <a:pos x="0" y="96"/>
                </a:cxn>
                <a:cxn ang="0">
                  <a:pos x="0" y="96"/>
                </a:cxn>
                <a:cxn ang="0">
                  <a:pos x="0" y="98"/>
                </a:cxn>
                <a:cxn ang="0">
                  <a:pos x="0" y="101"/>
                </a:cxn>
                <a:cxn ang="0">
                  <a:pos x="4" y="102"/>
                </a:cxn>
                <a:cxn ang="0">
                  <a:pos x="8" y="102"/>
                </a:cxn>
                <a:cxn ang="0">
                  <a:pos x="9" y="101"/>
                </a:cxn>
                <a:cxn ang="0">
                  <a:pos x="10" y="100"/>
                </a:cxn>
                <a:cxn ang="0">
                  <a:pos x="10" y="100"/>
                </a:cxn>
                <a:cxn ang="0">
                  <a:pos x="18" y="76"/>
                </a:cxn>
                <a:cxn ang="0">
                  <a:pos x="29" y="53"/>
                </a:cxn>
                <a:cxn ang="0">
                  <a:pos x="34" y="41"/>
                </a:cxn>
                <a:cxn ang="0">
                  <a:pos x="39" y="30"/>
                </a:cxn>
                <a:cxn ang="0">
                  <a:pos x="47" y="20"/>
                </a:cxn>
                <a:cxn ang="0">
                  <a:pos x="55" y="11"/>
                </a:cxn>
                <a:cxn ang="0">
                  <a:pos x="55" y="11"/>
                </a:cxn>
                <a:cxn ang="0">
                  <a:pos x="56" y="8"/>
                </a:cxn>
                <a:cxn ang="0">
                  <a:pos x="56" y="6"/>
                </a:cxn>
                <a:cxn ang="0">
                  <a:pos x="55" y="3"/>
                </a:cxn>
                <a:cxn ang="0">
                  <a:pos x="51" y="0"/>
                </a:cxn>
                <a:cxn ang="0">
                  <a:pos x="48" y="0"/>
                </a:cxn>
                <a:cxn ang="0">
                  <a:pos x="47" y="3"/>
                </a:cxn>
                <a:cxn ang="0">
                  <a:pos x="47" y="3"/>
                </a:cxn>
              </a:cxnLst>
              <a:rect l="0" t="0" r="r" b="b"/>
              <a:pathLst>
                <a:path w="56" h="102">
                  <a:moveTo>
                    <a:pt x="47" y="3"/>
                  </a:moveTo>
                  <a:lnTo>
                    <a:pt x="47" y="3"/>
                  </a:lnTo>
                  <a:lnTo>
                    <a:pt x="38" y="12"/>
                  </a:lnTo>
                  <a:lnTo>
                    <a:pt x="31" y="24"/>
                  </a:lnTo>
                  <a:lnTo>
                    <a:pt x="23" y="34"/>
                  </a:lnTo>
                  <a:lnTo>
                    <a:pt x="18" y="46"/>
                  </a:lnTo>
                  <a:lnTo>
                    <a:pt x="8" y="71"/>
                  </a:lnTo>
                  <a:lnTo>
                    <a:pt x="0" y="96"/>
                  </a:lnTo>
                  <a:lnTo>
                    <a:pt x="0" y="96"/>
                  </a:lnTo>
                  <a:lnTo>
                    <a:pt x="0" y="98"/>
                  </a:lnTo>
                  <a:lnTo>
                    <a:pt x="0" y="101"/>
                  </a:lnTo>
                  <a:lnTo>
                    <a:pt x="4" y="102"/>
                  </a:lnTo>
                  <a:lnTo>
                    <a:pt x="8" y="102"/>
                  </a:lnTo>
                  <a:lnTo>
                    <a:pt x="9" y="101"/>
                  </a:lnTo>
                  <a:lnTo>
                    <a:pt x="10" y="100"/>
                  </a:lnTo>
                  <a:lnTo>
                    <a:pt x="10" y="100"/>
                  </a:lnTo>
                  <a:lnTo>
                    <a:pt x="18" y="76"/>
                  </a:lnTo>
                  <a:lnTo>
                    <a:pt x="29" y="53"/>
                  </a:lnTo>
                  <a:lnTo>
                    <a:pt x="34" y="41"/>
                  </a:lnTo>
                  <a:lnTo>
                    <a:pt x="39" y="30"/>
                  </a:lnTo>
                  <a:lnTo>
                    <a:pt x="47" y="20"/>
                  </a:lnTo>
                  <a:lnTo>
                    <a:pt x="55" y="11"/>
                  </a:lnTo>
                  <a:lnTo>
                    <a:pt x="55" y="11"/>
                  </a:lnTo>
                  <a:lnTo>
                    <a:pt x="56" y="8"/>
                  </a:lnTo>
                  <a:lnTo>
                    <a:pt x="56" y="6"/>
                  </a:lnTo>
                  <a:lnTo>
                    <a:pt x="55" y="3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7" y="3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38" name="Freeform 550"/>
            <p:cNvSpPr/>
            <p:nvPr>
              <p:custDataLst>
                <p:tags r:id="rId33"/>
              </p:custDataLst>
            </p:nvPr>
          </p:nvSpPr>
          <p:spPr bwMode="auto">
            <a:xfrm>
              <a:off x="2317751" y="2460625"/>
              <a:ext cx="14288" cy="34925"/>
            </a:xfrm>
            <a:custGeom>
              <a:avLst/>
              <a:gdLst/>
              <a:ahLst/>
              <a:cxnLst>
                <a:cxn ang="0">
                  <a:pos x="24" y="5"/>
                </a:cxn>
                <a:cxn ang="0">
                  <a:pos x="24" y="5"/>
                </a:cxn>
                <a:cxn ang="0">
                  <a:pos x="22" y="16"/>
                </a:cxn>
                <a:cxn ang="0">
                  <a:pos x="21" y="26"/>
                </a:cxn>
                <a:cxn ang="0">
                  <a:pos x="16" y="46"/>
                </a:cxn>
                <a:cxn ang="0">
                  <a:pos x="1" y="84"/>
                </a:cxn>
                <a:cxn ang="0">
                  <a:pos x="1" y="84"/>
                </a:cxn>
                <a:cxn ang="0">
                  <a:pos x="0" y="86"/>
                </a:cxn>
                <a:cxn ang="0">
                  <a:pos x="1" y="87"/>
                </a:cxn>
                <a:cxn ang="0">
                  <a:pos x="4" y="90"/>
                </a:cxn>
                <a:cxn ang="0">
                  <a:pos x="9" y="90"/>
                </a:cxn>
                <a:cxn ang="0">
                  <a:pos x="10" y="89"/>
                </a:cxn>
                <a:cxn ang="0">
                  <a:pos x="12" y="86"/>
                </a:cxn>
                <a:cxn ang="0">
                  <a:pos x="12" y="86"/>
                </a:cxn>
                <a:cxn ang="0">
                  <a:pos x="26" y="47"/>
                </a:cxn>
                <a:cxn ang="0">
                  <a:pos x="33" y="26"/>
                </a:cxn>
                <a:cxn ang="0">
                  <a:pos x="34" y="16"/>
                </a:cxn>
                <a:cxn ang="0">
                  <a:pos x="35" y="5"/>
                </a:cxn>
                <a:cxn ang="0">
                  <a:pos x="35" y="5"/>
                </a:cxn>
                <a:cxn ang="0">
                  <a:pos x="34" y="2"/>
                </a:cxn>
                <a:cxn ang="0">
                  <a:pos x="33" y="1"/>
                </a:cxn>
                <a:cxn ang="0">
                  <a:pos x="29" y="0"/>
                </a:cxn>
                <a:cxn ang="0">
                  <a:pos x="25" y="1"/>
                </a:cxn>
                <a:cxn ang="0">
                  <a:pos x="24" y="2"/>
                </a:cxn>
                <a:cxn ang="0">
                  <a:pos x="24" y="5"/>
                </a:cxn>
                <a:cxn ang="0">
                  <a:pos x="24" y="5"/>
                </a:cxn>
              </a:cxnLst>
              <a:rect l="0" t="0" r="r" b="b"/>
              <a:pathLst>
                <a:path w="35" h="90">
                  <a:moveTo>
                    <a:pt x="24" y="5"/>
                  </a:moveTo>
                  <a:lnTo>
                    <a:pt x="24" y="5"/>
                  </a:lnTo>
                  <a:lnTo>
                    <a:pt x="22" y="16"/>
                  </a:lnTo>
                  <a:lnTo>
                    <a:pt x="21" y="26"/>
                  </a:lnTo>
                  <a:lnTo>
                    <a:pt x="16" y="46"/>
                  </a:lnTo>
                  <a:lnTo>
                    <a:pt x="1" y="84"/>
                  </a:lnTo>
                  <a:lnTo>
                    <a:pt x="1" y="84"/>
                  </a:lnTo>
                  <a:lnTo>
                    <a:pt x="0" y="86"/>
                  </a:lnTo>
                  <a:lnTo>
                    <a:pt x="1" y="87"/>
                  </a:lnTo>
                  <a:lnTo>
                    <a:pt x="4" y="90"/>
                  </a:lnTo>
                  <a:lnTo>
                    <a:pt x="9" y="90"/>
                  </a:lnTo>
                  <a:lnTo>
                    <a:pt x="10" y="89"/>
                  </a:lnTo>
                  <a:lnTo>
                    <a:pt x="12" y="86"/>
                  </a:lnTo>
                  <a:lnTo>
                    <a:pt x="12" y="86"/>
                  </a:lnTo>
                  <a:lnTo>
                    <a:pt x="26" y="47"/>
                  </a:lnTo>
                  <a:lnTo>
                    <a:pt x="33" y="26"/>
                  </a:lnTo>
                  <a:lnTo>
                    <a:pt x="34" y="16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4" y="2"/>
                  </a:lnTo>
                  <a:lnTo>
                    <a:pt x="33" y="1"/>
                  </a:lnTo>
                  <a:lnTo>
                    <a:pt x="29" y="0"/>
                  </a:lnTo>
                  <a:lnTo>
                    <a:pt x="25" y="1"/>
                  </a:lnTo>
                  <a:lnTo>
                    <a:pt x="24" y="2"/>
                  </a:lnTo>
                  <a:lnTo>
                    <a:pt x="24" y="5"/>
                  </a:lnTo>
                  <a:lnTo>
                    <a:pt x="24" y="5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39" name="Freeform 551"/>
            <p:cNvSpPr/>
            <p:nvPr>
              <p:custDataLst>
                <p:tags r:id="rId34"/>
              </p:custDataLst>
            </p:nvPr>
          </p:nvSpPr>
          <p:spPr bwMode="auto">
            <a:xfrm>
              <a:off x="2513013" y="2446338"/>
              <a:ext cx="12700" cy="31750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22" y="5"/>
                </a:cxn>
                <a:cxn ang="0">
                  <a:pos x="22" y="14"/>
                </a:cxn>
                <a:cxn ang="0">
                  <a:pos x="21" y="22"/>
                </a:cxn>
                <a:cxn ang="0">
                  <a:pos x="16" y="39"/>
                </a:cxn>
                <a:cxn ang="0">
                  <a:pos x="8" y="55"/>
                </a:cxn>
                <a:cxn ang="0">
                  <a:pos x="0" y="70"/>
                </a:cxn>
                <a:cxn ang="0">
                  <a:pos x="0" y="70"/>
                </a:cxn>
                <a:cxn ang="0">
                  <a:pos x="0" y="73"/>
                </a:cxn>
                <a:cxn ang="0">
                  <a:pos x="0" y="76"/>
                </a:cxn>
                <a:cxn ang="0">
                  <a:pos x="2" y="78"/>
                </a:cxn>
                <a:cxn ang="0">
                  <a:pos x="5" y="80"/>
                </a:cxn>
                <a:cxn ang="0">
                  <a:pos x="6" y="80"/>
                </a:cxn>
                <a:cxn ang="0">
                  <a:pos x="9" y="78"/>
                </a:cxn>
                <a:cxn ang="0">
                  <a:pos x="10" y="76"/>
                </a:cxn>
                <a:cxn ang="0">
                  <a:pos x="10" y="76"/>
                </a:cxn>
                <a:cxn ang="0">
                  <a:pos x="18" y="59"/>
                </a:cxn>
                <a:cxn ang="0">
                  <a:pos x="26" y="42"/>
                </a:cxn>
                <a:cxn ang="0">
                  <a:pos x="31" y="23"/>
                </a:cxn>
                <a:cxn ang="0">
                  <a:pos x="33" y="14"/>
                </a:cxn>
                <a:cxn ang="0">
                  <a:pos x="34" y="5"/>
                </a:cxn>
                <a:cxn ang="0">
                  <a:pos x="34" y="5"/>
                </a:cxn>
                <a:cxn ang="0">
                  <a:pos x="34" y="2"/>
                </a:cxn>
                <a:cxn ang="0">
                  <a:pos x="33" y="1"/>
                </a:cxn>
                <a:cxn ang="0">
                  <a:pos x="29" y="0"/>
                </a:cxn>
                <a:cxn ang="0">
                  <a:pos x="25" y="1"/>
                </a:cxn>
                <a:cxn ang="0">
                  <a:pos x="23" y="2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34" h="80">
                  <a:moveTo>
                    <a:pt x="22" y="5"/>
                  </a:moveTo>
                  <a:lnTo>
                    <a:pt x="22" y="5"/>
                  </a:lnTo>
                  <a:lnTo>
                    <a:pt x="22" y="14"/>
                  </a:lnTo>
                  <a:lnTo>
                    <a:pt x="21" y="22"/>
                  </a:lnTo>
                  <a:lnTo>
                    <a:pt x="16" y="39"/>
                  </a:lnTo>
                  <a:lnTo>
                    <a:pt x="8" y="55"/>
                  </a:lnTo>
                  <a:lnTo>
                    <a:pt x="0" y="70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6"/>
                  </a:lnTo>
                  <a:lnTo>
                    <a:pt x="2" y="78"/>
                  </a:lnTo>
                  <a:lnTo>
                    <a:pt x="5" y="80"/>
                  </a:lnTo>
                  <a:lnTo>
                    <a:pt x="6" y="80"/>
                  </a:lnTo>
                  <a:lnTo>
                    <a:pt x="9" y="78"/>
                  </a:lnTo>
                  <a:lnTo>
                    <a:pt x="10" y="76"/>
                  </a:lnTo>
                  <a:lnTo>
                    <a:pt x="10" y="76"/>
                  </a:lnTo>
                  <a:lnTo>
                    <a:pt x="18" y="59"/>
                  </a:lnTo>
                  <a:lnTo>
                    <a:pt x="26" y="42"/>
                  </a:lnTo>
                  <a:lnTo>
                    <a:pt x="31" y="23"/>
                  </a:lnTo>
                  <a:lnTo>
                    <a:pt x="33" y="14"/>
                  </a:lnTo>
                  <a:lnTo>
                    <a:pt x="34" y="5"/>
                  </a:lnTo>
                  <a:lnTo>
                    <a:pt x="34" y="5"/>
                  </a:lnTo>
                  <a:lnTo>
                    <a:pt x="34" y="2"/>
                  </a:lnTo>
                  <a:lnTo>
                    <a:pt x="33" y="1"/>
                  </a:lnTo>
                  <a:lnTo>
                    <a:pt x="29" y="0"/>
                  </a:lnTo>
                  <a:lnTo>
                    <a:pt x="25" y="1"/>
                  </a:lnTo>
                  <a:lnTo>
                    <a:pt x="23" y="2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40" name="Freeform 552"/>
            <p:cNvSpPr/>
            <p:nvPr>
              <p:custDataLst>
                <p:tags r:id="rId35"/>
              </p:custDataLst>
            </p:nvPr>
          </p:nvSpPr>
          <p:spPr bwMode="auto">
            <a:xfrm>
              <a:off x="2552701" y="2446338"/>
              <a:ext cx="14288" cy="31750"/>
            </a:xfrm>
            <a:custGeom>
              <a:avLst/>
              <a:gdLst/>
              <a:ahLst/>
              <a:cxnLst>
                <a:cxn ang="0">
                  <a:pos x="23" y="5"/>
                </a:cxn>
                <a:cxn ang="0">
                  <a:pos x="23" y="5"/>
                </a:cxn>
                <a:cxn ang="0">
                  <a:pos x="22" y="14"/>
                </a:cxn>
                <a:cxn ang="0">
                  <a:pos x="21" y="22"/>
                </a:cxn>
                <a:cxn ang="0">
                  <a:pos x="16" y="39"/>
                </a:cxn>
                <a:cxn ang="0">
                  <a:pos x="9" y="55"/>
                </a:cxn>
                <a:cxn ang="0">
                  <a:pos x="1" y="70"/>
                </a:cxn>
                <a:cxn ang="0">
                  <a:pos x="1" y="70"/>
                </a:cxn>
                <a:cxn ang="0">
                  <a:pos x="0" y="73"/>
                </a:cxn>
                <a:cxn ang="0">
                  <a:pos x="1" y="76"/>
                </a:cxn>
                <a:cxn ang="0">
                  <a:pos x="4" y="78"/>
                </a:cxn>
                <a:cxn ang="0">
                  <a:pos x="5" y="80"/>
                </a:cxn>
                <a:cxn ang="0">
                  <a:pos x="8" y="80"/>
                </a:cxn>
                <a:cxn ang="0">
                  <a:pos x="9" y="78"/>
                </a:cxn>
                <a:cxn ang="0">
                  <a:pos x="12" y="76"/>
                </a:cxn>
                <a:cxn ang="0">
                  <a:pos x="12" y="76"/>
                </a:cxn>
                <a:cxn ang="0">
                  <a:pos x="19" y="59"/>
                </a:cxn>
                <a:cxn ang="0">
                  <a:pos x="27" y="42"/>
                </a:cxn>
                <a:cxn ang="0">
                  <a:pos x="33" y="23"/>
                </a:cxn>
                <a:cxn ang="0">
                  <a:pos x="34" y="14"/>
                </a:cxn>
                <a:cxn ang="0">
                  <a:pos x="35" y="5"/>
                </a:cxn>
                <a:cxn ang="0">
                  <a:pos x="35" y="5"/>
                </a:cxn>
                <a:cxn ang="0">
                  <a:pos x="34" y="2"/>
                </a:cxn>
                <a:cxn ang="0">
                  <a:pos x="33" y="1"/>
                </a:cxn>
                <a:cxn ang="0">
                  <a:pos x="29" y="0"/>
                </a:cxn>
                <a:cxn ang="0">
                  <a:pos x="25" y="1"/>
                </a:cxn>
                <a:cxn ang="0">
                  <a:pos x="23" y="2"/>
                </a:cxn>
                <a:cxn ang="0">
                  <a:pos x="23" y="5"/>
                </a:cxn>
                <a:cxn ang="0">
                  <a:pos x="23" y="5"/>
                </a:cxn>
              </a:cxnLst>
              <a:rect l="0" t="0" r="r" b="b"/>
              <a:pathLst>
                <a:path w="35" h="80">
                  <a:moveTo>
                    <a:pt x="23" y="5"/>
                  </a:moveTo>
                  <a:lnTo>
                    <a:pt x="23" y="5"/>
                  </a:lnTo>
                  <a:lnTo>
                    <a:pt x="22" y="14"/>
                  </a:lnTo>
                  <a:lnTo>
                    <a:pt x="21" y="22"/>
                  </a:lnTo>
                  <a:lnTo>
                    <a:pt x="16" y="39"/>
                  </a:lnTo>
                  <a:lnTo>
                    <a:pt x="9" y="55"/>
                  </a:lnTo>
                  <a:lnTo>
                    <a:pt x="1" y="70"/>
                  </a:lnTo>
                  <a:lnTo>
                    <a:pt x="1" y="70"/>
                  </a:lnTo>
                  <a:lnTo>
                    <a:pt x="0" y="73"/>
                  </a:lnTo>
                  <a:lnTo>
                    <a:pt x="1" y="76"/>
                  </a:lnTo>
                  <a:lnTo>
                    <a:pt x="4" y="78"/>
                  </a:lnTo>
                  <a:lnTo>
                    <a:pt x="5" y="80"/>
                  </a:lnTo>
                  <a:lnTo>
                    <a:pt x="8" y="80"/>
                  </a:lnTo>
                  <a:lnTo>
                    <a:pt x="9" y="78"/>
                  </a:lnTo>
                  <a:lnTo>
                    <a:pt x="12" y="76"/>
                  </a:lnTo>
                  <a:lnTo>
                    <a:pt x="12" y="76"/>
                  </a:lnTo>
                  <a:lnTo>
                    <a:pt x="19" y="59"/>
                  </a:lnTo>
                  <a:lnTo>
                    <a:pt x="27" y="42"/>
                  </a:lnTo>
                  <a:lnTo>
                    <a:pt x="33" y="23"/>
                  </a:lnTo>
                  <a:lnTo>
                    <a:pt x="34" y="14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4" y="2"/>
                  </a:lnTo>
                  <a:lnTo>
                    <a:pt x="33" y="1"/>
                  </a:lnTo>
                  <a:lnTo>
                    <a:pt x="29" y="0"/>
                  </a:lnTo>
                  <a:lnTo>
                    <a:pt x="25" y="1"/>
                  </a:lnTo>
                  <a:lnTo>
                    <a:pt x="23" y="2"/>
                  </a:lnTo>
                  <a:lnTo>
                    <a:pt x="23" y="5"/>
                  </a:lnTo>
                  <a:lnTo>
                    <a:pt x="23" y="5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41" name="Freeform 553"/>
            <p:cNvSpPr/>
            <p:nvPr>
              <p:custDataLst>
                <p:tags r:id="rId36"/>
              </p:custDataLst>
            </p:nvPr>
          </p:nvSpPr>
          <p:spPr bwMode="auto">
            <a:xfrm>
              <a:off x="2598738" y="2465388"/>
              <a:ext cx="12700" cy="39688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22" y="5"/>
                </a:cxn>
                <a:cxn ang="0">
                  <a:pos x="21" y="27"/>
                </a:cxn>
                <a:cxn ang="0">
                  <a:pos x="16" y="51"/>
                </a:cxn>
                <a:cxn ang="0">
                  <a:pos x="9" y="72"/>
                </a:cxn>
                <a:cxn ang="0">
                  <a:pos x="0" y="92"/>
                </a:cxn>
                <a:cxn ang="0">
                  <a:pos x="0" y="92"/>
                </a:cxn>
                <a:cxn ang="0">
                  <a:pos x="0" y="95"/>
                </a:cxn>
                <a:cxn ang="0">
                  <a:pos x="0" y="98"/>
                </a:cxn>
                <a:cxn ang="0">
                  <a:pos x="3" y="100"/>
                </a:cxn>
                <a:cxn ang="0">
                  <a:pos x="5" y="102"/>
                </a:cxn>
                <a:cxn ang="0">
                  <a:pos x="6" y="102"/>
                </a:cxn>
                <a:cxn ang="0">
                  <a:pos x="9" y="100"/>
                </a:cxn>
                <a:cxn ang="0">
                  <a:pos x="10" y="99"/>
                </a:cxn>
                <a:cxn ang="0">
                  <a:pos x="10" y="99"/>
                </a:cxn>
                <a:cxn ang="0">
                  <a:pos x="20" y="77"/>
                </a:cxn>
                <a:cxn ang="0">
                  <a:pos x="27" y="53"/>
                </a:cxn>
                <a:cxn ang="0">
                  <a:pos x="31" y="30"/>
                </a:cxn>
                <a:cxn ang="0">
                  <a:pos x="34" y="5"/>
                </a:cxn>
                <a:cxn ang="0">
                  <a:pos x="34" y="5"/>
                </a:cxn>
                <a:cxn ang="0">
                  <a:pos x="34" y="2"/>
                </a:cxn>
                <a:cxn ang="0">
                  <a:pos x="33" y="1"/>
                </a:cxn>
                <a:cxn ang="0">
                  <a:pos x="29" y="0"/>
                </a:cxn>
                <a:cxn ang="0">
                  <a:pos x="25" y="1"/>
                </a:cxn>
                <a:cxn ang="0">
                  <a:pos x="24" y="2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34" h="102">
                  <a:moveTo>
                    <a:pt x="22" y="5"/>
                  </a:moveTo>
                  <a:lnTo>
                    <a:pt x="22" y="5"/>
                  </a:lnTo>
                  <a:lnTo>
                    <a:pt x="21" y="27"/>
                  </a:lnTo>
                  <a:lnTo>
                    <a:pt x="16" y="51"/>
                  </a:lnTo>
                  <a:lnTo>
                    <a:pt x="9" y="72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5"/>
                  </a:lnTo>
                  <a:lnTo>
                    <a:pt x="0" y="98"/>
                  </a:lnTo>
                  <a:lnTo>
                    <a:pt x="3" y="100"/>
                  </a:lnTo>
                  <a:lnTo>
                    <a:pt x="5" y="102"/>
                  </a:lnTo>
                  <a:lnTo>
                    <a:pt x="6" y="102"/>
                  </a:lnTo>
                  <a:lnTo>
                    <a:pt x="9" y="100"/>
                  </a:lnTo>
                  <a:lnTo>
                    <a:pt x="10" y="99"/>
                  </a:lnTo>
                  <a:lnTo>
                    <a:pt x="10" y="99"/>
                  </a:lnTo>
                  <a:lnTo>
                    <a:pt x="20" y="77"/>
                  </a:lnTo>
                  <a:lnTo>
                    <a:pt x="27" y="53"/>
                  </a:lnTo>
                  <a:lnTo>
                    <a:pt x="31" y="30"/>
                  </a:lnTo>
                  <a:lnTo>
                    <a:pt x="34" y="5"/>
                  </a:lnTo>
                  <a:lnTo>
                    <a:pt x="34" y="5"/>
                  </a:lnTo>
                  <a:lnTo>
                    <a:pt x="34" y="2"/>
                  </a:lnTo>
                  <a:lnTo>
                    <a:pt x="33" y="1"/>
                  </a:lnTo>
                  <a:lnTo>
                    <a:pt x="29" y="0"/>
                  </a:lnTo>
                  <a:lnTo>
                    <a:pt x="25" y="1"/>
                  </a:lnTo>
                  <a:lnTo>
                    <a:pt x="24" y="2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42" name="Freeform 554"/>
            <p:cNvSpPr/>
            <p:nvPr>
              <p:custDataLst>
                <p:tags r:id="rId37"/>
              </p:custDataLst>
            </p:nvPr>
          </p:nvSpPr>
          <p:spPr bwMode="auto">
            <a:xfrm>
              <a:off x="2314576" y="2389188"/>
              <a:ext cx="377825" cy="211138"/>
            </a:xfrm>
            <a:custGeom>
              <a:avLst/>
              <a:gdLst/>
              <a:ahLst/>
              <a:cxnLst>
                <a:cxn ang="0">
                  <a:pos x="712" y="532"/>
                </a:cxn>
                <a:cxn ang="0">
                  <a:pos x="641" y="529"/>
                </a:cxn>
                <a:cxn ang="0">
                  <a:pos x="98" y="529"/>
                </a:cxn>
                <a:cxn ang="0">
                  <a:pos x="25" y="531"/>
                </a:cxn>
                <a:cxn ang="0">
                  <a:pos x="9" y="525"/>
                </a:cxn>
                <a:cxn ang="0">
                  <a:pos x="1" y="515"/>
                </a:cxn>
                <a:cxn ang="0">
                  <a:pos x="0" y="506"/>
                </a:cxn>
                <a:cxn ang="0">
                  <a:pos x="3" y="491"/>
                </a:cxn>
                <a:cxn ang="0">
                  <a:pos x="13" y="482"/>
                </a:cxn>
                <a:cxn ang="0">
                  <a:pos x="667" y="480"/>
                </a:cxn>
                <a:cxn ang="0">
                  <a:pos x="710" y="481"/>
                </a:cxn>
                <a:cxn ang="0">
                  <a:pos x="769" y="482"/>
                </a:cxn>
                <a:cxn ang="0">
                  <a:pos x="814" y="477"/>
                </a:cxn>
                <a:cxn ang="0">
                  <a:pos x="832" y="473"/>
                </a:cxn>
                <a:cxn ang="0">
                  <a:pos x="870" y="463"/>
                </a:cxn>
                <a:cxn ang="0">
                  <a:pos x="887" y="443"/>
                </a:cxn>
                <a:cxn ang="0">
                  <a:pos x="895" y="388"/>
                </a:cxn>
                <a:cxn ang="0">
                  <a:pos x="901" y="321"/>
                </a:cxn>
                <a:cxn ang="0">
                  <a:pos x="901" y="289"/>
                </a:cxn>
                <a:cxn ang="0">
                  <a:pos x="896" y="260"/>
                </a:cxn>
                <a:cxn ang="0">
                  <a:pos x="891" y="232"/>
                </a:cxn>
                <a:cxn ang="0">
                  <a:pos x="888" y="164"/>
                </a:cxn>
                <a:cxn ang="0">
                  <a:pos x="880" y="102"/>
                </a:cxn>
                <a:cxn ang="0">
                  <a:pos x="875" y="81"/>
                </a:cxn>
                <a:cxn ang="0">
                  <a:pos x="860" y="61"/>
                </a:cxn>
                <a:cxn ang="0">
                  <a:pos x="833" y="53"/>
                </a:cxn>
                <a:cxn ang="0">
                  <a:pos x="761" y="51"/>
                </a:cxn>
                <a:cxn ang="0">
                  <a:pos x="479" y="51"/>
                </a:cxn>
                <a:cxn ang="0">
                  <a:pos x="315" y="52"/>
                </a:cxn>
                <a:cxn ang="0">
                  <a:pos x="32" y="53"/>
                </a:cxn>
                <a:cxn ang="0">
                  <a:pos x="18" y="45"/>
                </a:cxn>
                <a:cxn ang="0">
                  <a:pos x="13" y="32"/>
                </a:cxn>
                <a:cxn ang="0">
                  <a:pos x="13" y="23"/>
                </a:cxn>
                <a:cxn ang="0">
                  <a:pos x="18" y="11"/>
                </a:cxn>
                <a:cxn ang="0">
                  <a:pos x="32" y="4"/>
                </a:cxn>
                <a:cxn ang="0">
                  <a:pos x="722" y="4"/>
                </a:cxn>
                <a:cxn ang="0">
                  <a:pos x="782" y="1"/>
                </a:cxn>
                <a:cxn ang="0">
                  <a:pos x="828" y="1"/>
                </a:cxn>
                <a:cxn ang="0">
                  <a:pos x="878" y="13"/>
                </a:cxn>
                <a:cxn ang="0">
                  <a:pos x="892" y="22"/>
                </a:cxn>
                <a:cxn ang="0">
                  <a:pos x="920" y="57"/>
                </a:cxn>
                <a:cxn ang="0">
                  <a:pos x="933" y="112"/>
                </a:cxn>
                <a:cxn ang="0">
                  <a:pos x="938" y="178"/>
                </a:cxn>
                <a:cxn ang="0">
                  <a:pos x="941" y="208"/>
                </a:cxn>
                <a:cxn ang="0">
                  <a:pos x="950" y="270"/>
                </a:cxn>
                <a:cxn ang="0">
                  <a:pos x="952" y="306"/>
                </a:cxn>
                <a:cxn ang="0">
                  <a:pos x="947" y="385"/>
                </a:cxn>
                <a:cxn ang="0">
                  <a:pos x="937" y="446"/>
                </a:cxn>
                <a:cxn ang="0">
                  <a:pos x="917" y="485"/>
                </a:cxn>
                <a:cxn ang="0">
                  <a:pos x="884" y="512"/>
                </a:cxn>
                <a:cxn ang="0">
                  <a:pos x="857" y="523"/>
                </a:cxn>
                <a:cxn ang="0">
                  <a:pos x="794" y="531"/>
                </a:cxn>
                <a:cxn ang="0">
                  <a:pos x="738" y="533"/>
                </a:cxn>
              </a:cxnLst>
              <a:rect l="0" t="0" r="r" b="b"/>
              <a:pathLst>
                <a:path w="952" h="533">
                  <a:moveTo>
                    <a:pt x="738" y="533"/>
                  </a:moveTo>
                  <a:lnTo>
                    <a:pt x="738" y="533"/>
                  </a:lnTo>
                  <a:lnTo>
                    <a:pt x="712" y="532"/>
                  </a:lnTo>
                  <a:lnTo>
                    <a:pt x="712" y="532"/>
                  </a:lnTo>
                  <a:lnTo>
                    <a:pt x="686" y="531"/>
                  </a:lnTo>
                  <a:lnTo>
                    <a:pt x="641" y="529"/>
                  </a:lnTo>
                  <a:lnTo>
                    <a:pt x="499" y="529"/>
                  </a:lnTo>
                  <a:lnTo>
                    <a:pt x="499" y="529"/>
                  </a:lnTo>
                  <a:lnTo>
                    <a:pt x="98" y="529"/>
                  </a:lnTo>
                  <a:lnTo>
                    <a:pt x="98" y="529"/>
                  </a:lnTo>
                  <a:lnTo>
                    <a:pt x="25" y="531"/>
                  </a:lnTo>
                  <a:lnTo>
                    <a:pt x="25" y="531"/>
                  </a:lnTo>
                  <a:lnTo>
                    <a:pt x="18" y="529"/>
                  </a:lnTo>
                  <a:lnTo>
                    <a:pt x="13" y="528"/>
                  </a:lnTo>
                  <a:lnTo>
                    <a:pt x="9" y="525"/>
                  </a:lnTo>
                  <a:lnTo>
                    <a:pt x="7" y="523"/>
                  </a:lnTo>
                  <a:lnTo>
                    <a:pt x="3" y="519"/>
                  </a:lnTo>
                  <a:lnTo>
                    <a:pt x="1" y="515"/>
                  </a:lnTo>
                  <a:lnTo>
                    <a:pt x="0" y="510"/>
                  </a:lnTo>
                  <a:lnTo>
                    <a:pt x="0" y="506"/>
                  </a:lnTo>
                  <a:lnTo>
                    <a:pt x="0" y="506"/>
                  </a:lnTo>
                  <a:lnTo>
                    <a:pt x="0" y="501"/>
                  </a:lnTo>
                  <a:lnTo>
                    <a:pt x="1" y="497"/>
                  </a:lnTo>
                  <a:lnTo>
                    <a:pt x="3" y="491"/>
                  </a:lnTo>
                  <a:lnTo>
                    <a:pt x="7" y="487"/>
                  </a:lnTo>
                  <a:lnTo>
                    <a:pt x="9" y="485"/>
                  </a:lnTo>
                  <a:lnTo>
                    <a:pt x="13" y="482"/>
                  </a:lnTo>
                  <a:lnTo>
                    <a:pt x="18" y="481"/>
                  </a:lnTo>
                  <a:lnTo>
                    <a:pt x="25" y="480"/>
                  </a:lnTo>
                  <a:lnTo>
                    <a:pt x="667" y="480"/>
                  </a:lnTo>
                  <a:lnTo>
                    <a:pt x="667" y="480"/>
                  </a:lnTo>
                  <a:lnTo>
                    <a:pt x="710" y="481"/>
                  </a:lnTo>
                  <a:lnTo>
                    <a:pt x="710" y="481"/>
                  </a:lnTo>
                  <a:lnTo>
                    <a:pt x="752" y="482"/>
                  </a:lnTo>
                  <a:lnTo>
                    <a:pt x="752" y="482"/>
                  </a:lnTo>
                  <a:lnTo>
                    <a:pt x="769" y="482"/>
                  </a:lnTo>
                  <a:lnTo>
                    <a:pt x="785" y="481"/>
                  </a:lnTo>
                  <a:lnTo>
                    <a:pt x="799" y="480"/>
                  </a:lnTo>
                  <a:lnTo>
                    <a:pt x="814" y="477"/>
                  </a:lnTo>
                  <a:lnTo>
                    <a:pt x="814" y="477"/>
                  </a:lnTo>
                  <a:lnTo>
                    <a:pt x="832" y="473"/>
                  </a:lnTo>
                  <a:lnTo>
                    <a:pt x="832" y="473"/>
                  </a:lnTo>
                  <a:lnTo>
                    <a:pt x="853" y="469"/>
                  </a:lnTo>
                  <a:lnTo>
                    <a:pt x="862" y="467"/>
                  </a:lnTo>
                  <a:lnTo>
                    <a:pt x="870" y="463"/>
                  </a:lnTo>
                  <a:lnTo>
                    <a:pt x="878" y="459"/>
                  </a:lnTo>
                  <a:lnTo>
                    <a:pt x="883" y="452"/>
                  </a:lnTo>
                  <a:lnTo>
                    <a:pt x="887" y="443"/>
                  </a:lnTo>
                  <a:lnTo>
                    <a:pt x="890" y="434"/>
                  </a:lnTo>
                  <a:lnTo>
                    <a:pt x="890" y="434"/>
                  </a:lnTo>
                  <a:lnTo>
                    <a:pt x="895" y="388"/>
                  </a:lnTo>
                  <a:lnTo>
                    <a:pt x="895" y="388"/>
                  </a:lnTo>
                  <a:lnTo>
                    <a:pt x="900" y="344"/>
                  </a:lnTo>
                  <a:lnTo>
                    <a:pt x="901" y="321"/>
                  </a:lnTo>
                  <a:lnTo>
                    <a:pt x="901" y="298"/>
                  </a:lnTo>
                  <a:lnTo>
                    <a:pt x="901" y="298"/>
                  </a:lnTo>
                  <a:lnTo>
                    <a:pt x="901" y="289"/>
                  </a:lnTo>
                  <a:lnTo>
                    <a:pt x="900" y="280"/>
                  </a:lnTo>
                  <a:lnTo>
                    <a:pt x="896" y="260"/>
                  </a:lnTo>
                  <a:lnTo>
                    <a:pt x="896" y="260"/>
                  </a:lnTo>
                  <a:lnTo>
                    <a:pt x="894" y="246"/>
                  </a:lnTo>
                  <a:lnTo>
                    <a:pt x="891" y="232"/>
                  </a:lnTo>
                  <a:lnTo>
                    <a:pt x="891" y="232"/>
                  </a:lnTo>
                  <a:lnTo>
                    <a:pt x="888" y="198"/>
                  </a:lnTo>
                  <a:lnTo>
                    <a:pt x="888" y="164"/>
                  </a:lnTo>
                  <a:lnTo>
                    <a:pt x="888" y="164"/>
                  </a:lnTo>
                  <a:lnTo>
                    <a:pt x="887" y="149"/>
                  </a:lnTo>
                  <a:lnTo>
                    <a:pt x="886" y="132"/>
                  </a:lnTo>
                  <a:lnTo>
                    <a:pt x="880" y="102"/>
                  </a:lnTo>
                  <a:lnTo>
                    <a:pt x="880" y="102"/>
                  </a:lnTo>
                  <a:lnTo>
                    <a:pt x="878" y="90"/>
                  </a:lnTo>
                  <a:lnTo>
                    <a:pt x="875" y="81"/>
                  </a:lnTo>
                  <a:lnTo>
                    <a:pt x="871" y="73"/>
                  </a:lnTo>
                  <a:lnTo>
                    <a:pt x="866" y="66"/>
                  </a:lnTo>
                  <a:lnTo>
                    <a:pt x="860" y="61"/>
                  </a:lnTo>
                  <a:lnTo>
                    <a:pt x="852" y="57"/>
                  </a:lnTo>
                  <a:lnTo>
                    <a:pt x="843" y="55"/>
                  </a:lnTo>
                  <a:lnTo>
                    <a:pt x="833" y="53"/>
                  </a:lnTo>
                  <a:lnTo>
                    <a:pt x="833" y="53"/>
                  </a:lnTo>
                  <a:lnTo>
                    <a:pt x="803" y="52"/>
                  </a:lnTo>
                  <a:lnTo>
                    <a:pt x="761" y="51"/>
                  </a:lnTo>
                  <a:lnTo>
                    <a:pt x="637" y="49"/>
                  </a:lnTo>
                  <a:lnTo>
                    <a:pt x="637" y="49"/>
                  </a:lnTo>
                  <a:lnTo>
                    <a:pt x="479" y="51"/>
                  </a:lnTo>
                  <a:lnTo>
                    <a:pt x="326" y="52"/>
                  </a:lnTo>
                  <a:lnTo>
                    <a:pt x="315" y="52"/>
                  </a:lnTo>
                  <a:lnTo>
                    <a:pt x="315" y="52"/>
                  </a:lnTo>
                  <a:lnTo>
                    <a:pt x="37" y="53"/>
                  </a:lnTo>
                  <a:lnTo>
                    <a:pt x="37" y="53"/>
                  </a:lnTo>
                  <a:lnTo>
                    <a:pt x="32" y="53"/>
                  </a:lnTo>
                  <a:lnTo>
                    <a:pt x="26" y="51"/>
                  </a:lnTo>
                  <a:lnTo>
                    <a:pt x="22" y="48"/>
                  </a:lnTo>
                  <a:lnTo>
                    <a:pt x="18" y="45"/>
                  </a:lnTo>
                  <a:lnTo>
                    <a:pt x="16" y="42"/>
                  </a:lnTo>
                  <a:lnTo>
                    <a:pt x="15" y="38"/>
                  </a:lnTo>
                  <a:lnTo>
                    <a:pt x="13" y="32"/>
                  </a:lnTo>
                  <a:lnTo>
                    <a:pt x="13" y="28"/>
                  </a:lnTo>
                  <a:lnTo>
                    <a:pt x="13" y="28"/>
                  </a:lnTo>
                  <a:lnTo>
                    <a:pt x="13" y="23"/>
                  </a:lnTo>
                  <a:lnTo>
                    <a:pt x="15" y="19"/>
                  </a:lnTo>
                  <a:lnTo>
                    <a:pt x="16" y="15"/>
                  </a:lnTo>
                  <a:lnTo>
                    <a:pt x="18" y="11"/>
                  </a:lnTo>
                  <a:lnTo>
                    <a:pt x="22" y="8"/>
                  </a:lnTo>
                  <a:lnTo>
                    <a:pt x="26" y="5"/>
                  </a:lnTo>
                  <a:lnTo>
                    <a:pt x="32" y="4"/>
                  </a:lnTo>
                  <a:lnTo>
                    <a:pt x="37" y="4"/>
                  </a:lnTo>
                  <a:lnTo>
                    <a:pt x="722" y="4"/>
                  </a:lnTo>
                  <a:lnTo>
                    <a:pt x="722" y="4"/>
                  </a:lnTo>
                  <a:lnTo>
                    <a:pt x="759" y="2"/>
                  </a:lnTo>
                  <a:lnTo>
                    <a:pt x="759" y="2"/>
                  </a:lnTo>
                  <a:lnTo>
                    <a:pt x="782" y="1"/>
                  </a:lnTo>
                  <a:lnTo>
                    <a:pt x="806" y="0"/>
                  </a:lnTo>
                  <a:lnTo>
                    <a:pt x="806" y="0"/>
                  </a:lnTo>
                  <a:lnTo>
                    <a:pt x="828" y="1"/>
                  </a:lnTo>
                  <a:lnTo>
                    <a:pt x="846" y="2"/>
                  </a:lnTo>
                  <a:lnTo>
                    <a:pt x="863" y="8"/>
                  </a:lnTo>
                  <a:lnTo>
                    <a:pt x="878" y="13"/>
                  </a:lnTo>
                  <a:lnTo>
                    <a:pt x="878" y="13"/>
                  </a:lnTo>
                  <a:lnTo>
                    <a:pt x="886" y="17"/>
                  </a:lnTo>
                  <a:lnTo>
                    <a:pt x="892" y="22"/>
                  </a:lnTo>
                  <a:lnTo>
                    <a:pt x="904" y="32"/>
                  </a:lnTo>
                  <a:lnTo>
                    <a:pt x="912" y="44"/>
                  </a:lnTo>
                  <a:lnTo>
                    <a:pt x="920" y="57"/>
                  </a:lnTo>
                  <a:lnTo>
                    <a:pt x="925" y="70"/>
                  </a:lnTo>
                  <a:lnTo>
                    <a:pt x="928" y="85"/>
                  </a:lnTo>
                  <a:lnTo>
                    <a:pt x="933" y="112"/>
                  </a:lnTo>
                  <a:lnTo>
                    <a:pt x="933" y="112"/>
                  </a:lnTo>
                  <a:lnTo>
                    <a:pt x="937" y="144"/>
                  </a:lnTo>
                  <a:lnTo>
                    <a:pt x="938" y="178"/>
                  </a:lnTo>
                  <a:lnTo>
                    <a:pt x="938" y="178"/>
                  </a:lnTo>
                  <a:lnTo>
                    <a:pt x="939" y="193"/>
                  </a:lnTo>
                  <a:lnTo>
                    <a:pt x="941" y="208"/>
                  </a:lnTo>
                  <a:lnTo>
                    <a:pt x="945" y="239"/>
                  </a:lnTo>
                  <a:lnTo>
                    <a:pt x="945" y="239"/>
                  </a:lnTo>
                  <a:lnTo>
                    <a:pt x="950" y="270"/>
                  </a:lnTo>
                  <a:lnTo>
                    <a:pt x="950" y="270"/>
                  </a:lnTo>
                  <a:lnTo>
                    <a:pt x="951" y="287"/>
                  </a:lnTo>
                  <a:lnTo>
                    <a:pt x="952" y="306"/>
                  </a:lnTo>
                  <a:lnTo>
                    <a:pt x="952" y="324"/>
                  </a:lnTo>
                  <a:lnTo>
                    <a:pt x="951" y="344"/>
                  </a:lnTo>
                  <a:lnTo>
                    <a:pt x="947" y="385"/>
                  </a:lnTo>
                  <a:lnTo>
                    <a:pt x="941" y="430"/>
                  </a:lnTo>
                  <a:lnTo>
                    <a:pt x="941" y="430"/>
                  </a:lnTo>
                  <a:lnTo>
                    <a:pt x="937" y="446"/>
                  </a:lnTo>
                  <a:lnTo>
                    <a:pt x="931" y="460"/>
                  </a:lnTo>
                  <a:lnTo>
                    <a:pt x="925" y="473"/>
                  </a:lnTo>
                  <a:lnTo>
                    <a:pt x="917" y="485"/>
                  </a:lnTo>
                  <a:lnTo>
                    <a:pt x="908" y="495"/>
                  </a:lnTo>
                  <a:lnTo>
                    <a:pt x="897" y="504"/>
                  </a:lnTo>
                  <a:lnTo>
                    <a:pt x="884" y="512"/>
                  </a:lnTo>
                  <a:lnTo>
                    <a:pt x="870" y="519"/>
                  </a:lnTo>
                  <a:lnTo>
                    <a:pt x="870" y="519"/>
                  </a:lnTo>
                  <a:lnTo>
                    <a:pt x="857" y="523"/>
                  </a:lnTo>
                  <a:lnTo>
                    <a:pt x="843" y="525"/>
                  </a:lnTo>
                  <a:lnTo>
                    <a:pt x="814" y="528"/>
                  </a:lnTo>
                  <a:lnTo>
                    <a:pt x="794" y="531"/>
                  </a:lnTo>
                  <a:lnTo>
                    <a:pt x="794" y="531"/>
                  </a:lnTo>
                  <a:lnTo>
                    <a:pt x="767" y="532"/>
                  </a:lnTo>
                  <a:lnTo>
                    <a:pt x="738" y="533"/>
                  </a:lnTo>
                  <a:lnTo>
                    <a:pt x="738" y="533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43" name="Freeform 555"/>
            <p:cNvSpPr/>
            <p:nvPr>
              <p:custDataLst>
                <p:tags r:id="rId38"/>
              </p:custDataLst>
            </p:nvPr>
          </p:nvSpPr>
          <p:spPr bwMode="auto">
            <a:xfrm>
              <a:off x="2085976" y="2305050"/>
              <a:ext cx="252413" cy="203200"/>
            </a:xfrm>
            <a:custGeom>
              <a:avLst/>
              <a:gdLst/>
              <a:ahLst/>
              <a:cxnLst>
                <a:cxn ang="0">
                  <a:pos x="20" y="510"/>
                </a:cxn>
                <a:cxn ang="0">
                  <a:pos x="3" y="497"/>
                </a:cxn>
                <a:cxn ang="0">
                  <a:pos x="0" y="485"/>
                </a:cxn>
                <a:cxn ang="0">
                  <a:pos x="5" y="475"/>
                </a:cxn>
                <a:cxn ang="0">
                  <a:pos x="50" y="407"/>
                </a:cxn>
                <a:cxn ang="0">
                  <a:pos x="123" y="305"/>
                </a:cxn>
                <a:cxn ang="0">
                  <a:pos x="156" y="267"/>
                </a:cxn>
                <a:cxn ang="0">
                  <a:pos x="225" y="192"/>
                </a:cxn>
                <a:cxn ang="0">
                  <a:pos x="271" y="135"/>
                </a:cxn>
                <a:cxn ang="0">
                  <a:pos x="306" y="90"/>
                </a:cxn>
                <a:cxn ang="0">
                  <a:pos x="346" y="53"/>
                </a:cxn>
                <a:cxn ang="0">
                  <a:pos x="381" y="31"/>
                </a:cxn>
                <a:cxn ang="0">
                  <a:pos x="441" y="8"/>
                </a:cxn>
                <a:cxn ang="0">
                  <a:pos x="505" y="0"/>
                </a:cxn>
                <a:cxn ang="0">
                  <a:pos x="544" y="4"/>
                </a:cxn>
                <a:cxn ang="0">
                  <a:pos x="581" y="15"/>
                </a:cxn>
                <a:cxn ang="0">
                  <a:pos x="611" y="36"/>
                </a:cxn>
                <a:cxn ang="0">
                  <a:pos x="628" y="68"/>
                </a:cxn>
                <a:cxn ang="0">
                  <a:pos x="636" y="118"/>
                </a:cxn>
                <a:cxn ang="0">
                  <a:pos x="633" y="196"/>
                </a:cxn>
                <a:cxn ang="0">
                  <a:pos x="631" y="240"/>
                </a:cxn>
                <a:cxn ang="0">
                  <a:pos x="628" y="251"/>
                </a:cxn>
                <a:cxn ang="0">
                  <a:pos x="619" y="261"/>
                </a:cxn>
                <a:cxn ang="0">
                  <a:pos x="606" y="265"/>
                </a:cxn>
                <a:cxn ang="0">
                  <a:pos x="597" y="263"/>
                </a:cxn>
                <a:cxn ang="0">
                  <a:pos x="585" y="255"/>
                </a:cxn>
                <a:cxn ang="0">
                  <a:pos x="581" y="240"/>
                </a:cxn>
                <a:cxn ang="0">
                  <a:pos x="584" y="196"/>
                </a:cxn>
                <a:cxn ang="0">
                  <a:pos x="586" y="148"/>
                </a:cxn>
                <a:cxn ang="0">
                  <a:pos x="582" y="103"/>
                </a:cxn>
                <a:cxn ang="0">
                  <a:pos x="571" y="76"/>
                </a:cxn>
                <a:cxn ang="0">
                  <a:pos x="547" y="57"/>
                </a:cxn>
                <a:cxn ang="0">
                  <a:pos x="523" y="52"/>
                </a:cxn>
                <a:cxn ang="0">
                  <a:pos x="491" y="52"/>
                </a:cxn>
                <a:cxn ang="0">
                  <a:pos x="452" y="57"/>
                </a:cxn>
                <a:cxn ang="0">
                  <a:pos x="401" y="77"/>
                </a:cxn>
                <a:cxn ang="0">
                  <a:pos x="373" y="95"/>
                </a:cxn>
                <a:cxn ang="0">
                  <a:pos x="336" y="137"/>
                </a:cxn>
                <a:cxn ang="0">
                  <a:pos x="321" y="157"/>
                </a:cxn>
                <a:cxn ang="0">
                  <a:pos x="225" y="265"/>
                </a:cxn>
                <a:cxn ang="0">
                  <a:pos x="147" y="353"/>
                </a:cxn>
                <a:cxn ang="0">
                  <a:pos x="91" y="435"/>
                </a:cxn>
                <a:cxn ang="0">
                  <a:pos x="47" y="501"/>
                </a:cxn>
                <a:cxn ang="0">
                  <a:pos x="38" y="509"/>
                </a:cxn>
                <a:cxn ang="0">
                  <a:pos x="26" y="511"/>
                </a:cxn>
              </a:cxnLst>
              <a:rect l="0" t="0" r="r" b="b"/>
              <a:pathLst>
                <a:path w="637" h="511">
                  <a:moveTo>
                    <a:pt x="26" y="511"/>
                  </a:moveTo>
                  <a:lnTo>
                    <a:pt x="26" y="511"/>
                  </a:lnTo>
                  <a:lnTo>
                    <a:pt x="20" y="510"/>
                  </a:lnTo>
                  <a:lnTo>
                    <a:pt x="12" y="507"/>
                  </a:lnTo>
                  <a:lnTo>
                    <a:pt x="7" y="503"/>
                  </a:lnTo>
                  <a:lnTo>
                    <a:pt x="3" y="497"/>
                  </a:lnTo>
                  <a:lnTo>
                    <a:pt x="3" y="497"/>
                  </a:lnTo>
                  <a:lnTo>
                    <a:pt x="0" y="492"/>
                  </a:lnTo>
                  <a:lnTo>
                    <a:pt x="0" y="485"/>
                  </a:lnTo>
                  <a:lnTo>
                    <a:pt x="2" y="480"/>
                  </a:lnTo>
                  <a:lnTo>
                    <a:pt x="5" y="475"/>
                  </a:lnTo>
                  <a:lnTo>
                    <a:pt x="5" y="475"/>
                  </a:lnTo>
                  <a:lnTo>
                    <a:pt x="29" y="441"/>
                  </a:lnTo>
                  <a:lnTo>
                    <a:pt x="50" y="407"/>
                  </a:lnTo>
                  <a:lnTo>
                    <a:pt x="50" y="407"/>
                  </a:lnTo>
                  <a:lnTo>
                    <a:pt x="74" y="373"/>
                  </a:lnTo>
                  <a:lnTo>
                    <a:pt x="98" y="339"/>
                  </a:lnTo>
                  <a:lnTo>
                    <a:pt x="123" y="305"/>
                  </a:lnTo>
                  <a:lnTo>
                    <a:pt x="138" y="288"/>
                  </a:lnTo>
                  <a:lnTo>
                    <a:pt x="152" y="272"/>
                  </a:lnTo>
                  <a:lnTo>
                    <a:pt x="156" y="267"/>
                  </a:lnTo>
                  <a:lnTo>
                    <a:pt x="156" y="267"/>
                  </a:lnTo>
                  <a:lnTo>
                    <a:pt x="202" y="217"/>
                  </a:lnTo>
                  <a:lnTo>
                    <a:pt x="225" y="192"/>
                  </a:lnTo>
                  <a:lnTo>
                    <a:pt x="247" y="166"/>
                  </a:lnTo>
                  <a:lnTo>
                    <a:pt x="247" y="166"/>
                  </a:lnTo>
                  <a:lnTo>
                    <a:pt x="271" y="135"/>
                  </a:lnTo>
                  <a:lnTo>
                    <a:pt x="271" y="135"/>
                  </a:lnTo>
                  <a:lnTo>
                    <a:pt x="289" y="112"/>
                  </a:lnTo>
                  <a:lnTo>
                    <a:pt x="306" y="90"/>
                  </a:lnTo>
                  <a:lnTo>
                    <a:pt x="326" y="70"/>
                  </a:lnTo>
                  <a:lnTo>
                    <a:pt x="335" y="61"/>
                  </a:lnTo>
                  <a:lnTo>
                    <a:pt x="346" y="53"/>
                  </a:lnTo>
                  <a:lnTo>
                    <a:pt x="346" y="53"/>
                  </a:lnTo>
                  <a:lnTo>
                    <a:pt x="363" y="42"/>
                  </a:lnTo>
                  <a:lnTo>
                    <a:pt x="381" y="31"/>
                  </a:lnTo>
                  <a:lnTo>
                    <a:pt x="401" y="22"/>
                  </a:lnTo>
                  <a:lnTo>
                    <a:pt x="421" y="14"/>
                  </a:lnTo>
                  <a:lnTo>
                    <a:pt x="441" y="8"/>
                  </a:lnTo>
                  <a:lnTo>
                    <a:pt x="463" y="4"/>
                  </a:lnTo>
                  <a:lnTo>
                    <a:pt x="484" y="1"/>
                  </a:lnTo>
                  <a:lnTo>
                    <a:pt x="505" y="0"/>
                  </a:lnTo>
                  <a:lnTo>
                    <a:pt x="505" y="0"/>
                  </a:lnTo>
                  <a:lnTo>
                    <a:pt x="525" y="1"/>
                  </a:lnTo>
                  <a:lnTo>
                    <a:pt x="544" y="4"/>
                  </a:lnTo>
                  <a:lnTo>
                    <a:pt x="564" y="8"/>
                  </a:lnTo>
                  <a:lnTo>
                    <a:pt x="581" y="15"/>
                  </a:lnTo>
                  <a:lnTo>
                    <a:pt x="581" y="15"/>
                  </a:lnTo>
                  <a:lnTo>
                    <a:pt x="593" y="21"/>
                  </a:lnTo>
                  <a:lnTo>
                    <a:pt x="602" y="29"/>
                  </a:lnTo>
                  <a:lnTo>
                    <a:pt x="611" y="36"/>
                  </a:lnTo>
                  <a:lnTo>
                    <a:pt x="618" y="47"/>
                  </a:lnTo>
                  <a:lnTo>
                    <a:pt x="623" y="57"/>
                  </a:lnTo>
                  <a:lnTo>
                    <a:pt x="628" y="68"/>
                  </a:lnTo>
                  <a:lnTo>
                    <a:pt x="631" y="80"/>
                  </a:lnTo>
                  <a:lnTo>
                    <a:pt x="633" y="93"/>
                  </a:lnTo>
                  <a:lnTo>
                    <a:pt x="636" y="118"/>
                  </a:lnTo>
                  <a:lnTo>
                    <a:pt x="637" y="145"/>
                  </a:lnTo>
                  <a:lnTo>
                    <a:pt x="636" y="171"/>
                  </a:lnTo>
                  <a:lnTo>
                    <a:pt x="633" y="196"/>
                  </a:lnTo>
                  <a:lnTo>
                    <a:pt x="633" y="196"/>
                  </a:lnTo>
                  <a:lnTo>
                    <a:pt x="632" y="220"/>
                  </a:lnTo>
                  <a:lnTo>
                    <a:pt x="631" y="240"/>
                  </a:lnTo>
                  <a:lnTo>
                    <a:pt x="631" y="240"/>
                  </a:lnTo>
                  <a:lnTo>
                    <a:pt x="629" y="246"/>
                  </a:lnTo>
                  <a:lnTo>
                    <a:pt x="628" y="251"/>
                  </a:lnTo>
                  <a:lnTo>
                    <a:pt x="626" y="255"/>
                  </a:lnTo>
                  <a:lnTo>
                    <a:pt x="623" y="259"/>
                  </a:lnTo>
                  <a:lnTo>
                    <a:pt x="619" y="261"/>
                  </a:lnTo>
                  <a:lnTo>
                    <a:pt x="615" y="263"/>
                  </a:lnTo>
                  <a:lnTo>
                    <a:pt x="610" y="264"/>
                  </a:lnTo>
                  <a:lnTo>
                    <a:pt x="606" y="265"/>
                  </a:lnTo>
                  <a:lnTo>
                    <a:pt x="606" y="265"/>
                  </a:lnTo>
                  <a:lnTo>
                    <a:pt x="601" y="264"/>
                  </a:lnTo>
                  <a:lnTo>
                    <a:pt x="597" y="263"/>
                  </a:lnTo>
                  <a:lnTo>
                    <a:pt x="593" y="261"/>
                  </a:lnTo>
                  <a:lnTo>
                    <a:pt x="589" y="259"/>
                  </a:lnTo>
                  <a:lnTo>
                    <a:pt x="585" y="255"/>
                  </a:lnTo>
                  <a:lnTo>
                    <a:pt x="582" y="251"/>
                  </a:lnTo>
                  <a:lnTo>
                    <a:pt x="581" y="246"/>
                  </a:lnTo>
                  <a:lnTo>
                    <a:pt x="581" y="240"/>
                  </a:lnTo>
                  <a:lnTo>
                    <a:pt x="581" y="240"/>
                  </a:lnTo>
                  <a:lnTo>
                    <a:pt x="581" y="220"/>
                  </a:lnTo>
                  <a:lnTo>
                    <a:pt x="584" y="196"/>
                  </a:lnTo>
                  <a:lnTo>
                    <a:pt x="584" y="196"/>
                  </a:lnTo>
                  <a:lnTo>
                    <a:pt x="585" y="172"/>
                  </a:lnTo>
                  <a:lnTo>
                    <a:pt x="586" y="148"/>
                  </a:lnTo>
                  <a:lnTo>
                    <a:pt x="585" y="124"/>
                  </a:lnTo>
                  <a:lnTo>
                    <a:pt x="584" y="114"/>
                  </a:lnTo>
                  <a:lnTo>
                    <a:pt x="582" y="103"/>
                  </a:lnTo>
                  <a:lnTo>
                    <a:pt x="580" y="93"/>
                  </a:lnTo>
                  <a:lnTo>
                    <a:pt x="576" y="84"/>
                  </a:lnTo>
                  <a:lnTo>
                    <a:pt x="571" y="76"/>
                  </a:lnTo>
                  <a:lnTo>
                    <a:pt x="564" y="68"/>
                  </a:lnTo>
                  <a:lnTo>
                    <a:pt x="556" y="63"/>
                  </a:lnTo>
                  <a:lnTo>
                    <a:pt x="547" y="57"/>
                  </a:lnTo>
                  <a:lnTo>
                    <a:pt x="537" y="55"/>
                  </a:lnTo>
                  <a:lnTo>
                    <a:pt x="523" y="52"/>
                  </a:lnTo>
                  <a:lnTo>
                    <a:pt x="523" y="52"/>
                  </a:lnTo>
                  <a:lnTo>
                    <a:pt x="504" y="52"/>
                  </a:lnTo>
                  <a:lnTo>
                    <a:pt x="504" y="52"/>
                  </a:lnTo>
                  <a:lnTo>
                    <a:pt x="491" y="52"/>
                  </a:lnTo>
                  <a:lnTo>
                    <a:pt x="478" y="53"/>
                  </a:lnTo>
                  <a:lnTo>
                    <a:pt x="465" y="55"/>
                  </a:lnTo>
                  <a:lnTo>
                    <a:pt x="452" y="57"/>
                  </a:lnTo>
                  <a:lnTo>
                    <a:pt x="425" y="65"/>
                  </a:lnTo>
                  <a:lnTo>
                    <a:pt x="401" y="77"/>
                  </a:lnTo>
                  <a:lnTo>
                    <a:pt x="401" y="77"/>
                  </a:lnTo>
                  <a:lnTo>
                    <a:pt x="391" y="82"/>
                  </a:lnTo>
                  <a:lnTo>
                    <a:pt x="382" y="89"/>
                  </a:lnTo>
                  <a:lnTo>
                    <a:pt x="373" y="95"/>
                  </a:lnTo>
                  <a:lnTo>
                    <a:pt x="365" y="103"/>
                  </a:lnTo>
                  <a:lnTo>
                    <a:pt x="351" y="120"/>
                  </a:lnTo>
                  <a:lnTo>
                    <a:pt x="336" y="137"/>
                  </a:lnTo>
                  <a:lnTo>
                    <a:pt x="336" y="137"/>
                  </a:lnTo>
                  <a:lnTo>
                    <a:pt x="321" y="157"/>
                  </a:lnTo>
                  <a:lnTo>
                    <a:pt x="321" y="157"/>
                  </a:lnTo>
                  <a:lnTo>
                    <a:pt x="274" y="212"/>
                  </a:lnTo>
                  <a:lnTo>
                    <a:pt x="225" y="265"/>
                  </a:lnTo>
                  <a:lnTo>
                    <a:pt x="225" y="265"/>
                  </a:lnTo>
                  <a:lnTo>
                    <a:pt x="168" y="328"/>
                  </a:lnTo>
                  <a:lnTo>
                    <a:pt x="168" y="328"/>
                  </a:lnTo>
                  <a:lnTo>
                    <a:pt x="147" y="353"/>
                  </a:lnTo>
                  <a:lnTo>
                    <a:pt x="127" y="380"/>
                  </a:lnTo>
                  <a:lnTo>
                    <a:pt x="109" y="408"/>
                  </a:lnTo>
                  <a:lnTo>
                    <a:pt x="91" y="435"/>
                  </a:lnTo>
                  <a:lnTo>
                    <a:pt x="91" y="435"/>
                  </a:lnTo>
                  <a:lnTo>
                    <a:pt x="70" y="468"/>
                  </a:lnTo>
                  <a:lnTo>
                    <a:pt x="47" y="501"/>
                  </a:lnTo>
                  <a:lnTo>
                    <a:pt x="47" y="501"/>
                  </a:lnTo>
                  <a:lnTo>
                    <a:pt x="43" y="505"/>
                  </a:lnTo>
                  <a:lnTo>
                    <a:pt x="38" y="509"/>
                  </a:lnTo>
                  <a:lnTo>
                    <a:pt x="33" y="511"/>
                  </a:lnTo>
                  <a:lnTo>
                    <a:pt x="26" y="511"/>
                  </a:lnTo>
                  <a:lnTo>
                    <a:pt x="26" y="511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44" name="Freeform 556"/>
            <p:cNvSpPr/>
            <p:nvPr>
              <p:custDataLst>
                <p:tags r:id="rId39"/>
              </p:custDataLst>
            </p:nvPr>
          </p:nvSpPr>
          <p:spPr bwMode="auto">
            <a:xfrm>
              <a:off x="2084388" y="2492375"/>
              <a:ext cx="250825" cy="215900"/>
            </a:xfrm>
            <a:custGeom>
              <a:avLst/>
              <a:gdLst/>
              <a:ahLst/>
              <a:cxnLst>
                <a:cxn ang="0">
                  <a:pos x="440" y="545"/>
                </a:cxn>
                <a:cxn ang="0">
                  <a:pos x="384" y="528"/>
                </a:cxn>
                <a:cxn ang="0">
                  <a:pos x="334" y="492"/>
                </a:cxn>
                <a:cxn ang="0">
                  <a:pos x="303" y="456"/>
                </a:cxn>
                <a:cxn ang="0">
                  <a:pos x="259" y="396"/>
                </a:cxn>
                <a:cxn ang="0">
                  <a:pos x="220" y="341"/>
                </a:cxn>
                <a:cxn ang="0">
                  <a:pos x="190" y="301"/>
                </a:cxn>
                <a:cxn ang="0">
                  <a:pos x="168" y="277"/>
                </a:cxn>
                <a:cxn ang="0">
                  <a:pos x="155" y="259"/>
                </a:cxn>
                <a:cxn ang="0">
                  <a:pos x="143" y="237"/>
                </a:cxn>
                <a:cxn ang="0">
                  <a:pos x="113" y="197"/>
                </a:cxn>
                <a:cxn ang="0">
                  <a:pos x="68" y="141"/>
                </a:cxn>
                <a:cxn ang="0">
                  <a:pos x="51" y="122"/>
                </a:cxn>
                <a:cxn ang="0">
                  <a:pos x="33" y="99"/>
                </a:cxn>
                <a:cxn ang="0">
                  <a:pos x="12" y="65"/>
                </a:cxn>
                <a:cxn ang="0">
                  <a:pos x="0" y="25"/>
                </a:cxn>
                <a:cxn ang="0">
                  <a:pos x="2" y="14"/>
                </a:cxn>
                <a:cxn ang="0">
                  <a:pos x="7" y="6"/>
                </a:cxn>
                <a:cxn ang="0">
                  <a:pos x="20" y="0"/>
                </a:cxn>
                <a:cxn ang="0">
                  <a:pos x="33" y="1"/>
                </a:cxn>
                <a:cxn ang="0">
                  <a:pos x="45" y="9"/>
                </a:cxn>
                <a:cxn ang="0">
                  <a:pos x="51" y="23"/>
                </a:cxn>
                <a:cxn ang="0">
                  <a:pos x="57" y="46"/>
                </a:cxn>
                <a:cxn ang="0">
                  <a:pos x="85" y="86"/>
                </a:cxn>
                <a:cxn ang="0">
                  <a:pos x="114" y="118"/>
                </a:cxn>
                <a:cxn ang="0">
                  <a:pos x="146" y="158"/>
                </a:cxn>
                <a:cxn ang="0">
                  <a:pos x="170" y="191"/>
                </a:cxn>
                <a:cxn ang="0">
                  <a:pos x="186" y="209"/>
                </a:cxn>
                <a:cxn ang="0">
                  <a:pos x="206" y="237"/>
                </a:cxn>
                <a:cxn ang="0">
                  <a:pos x="231" y="271"/>
                </a:cxn>
                <a:cxn ang="0">
                  <a:pos x="257" y="301"/>
                </a:cxn>
                <a:cxn ang="0">
                  <a:pos x="293" y="357"/>
                </a:cxn>
                <a:cxn ang="0">
                  <a:pos x="316" y="388"/>
                </a:cxn>
                <a:cxn ang="0">
                  <a:pos x="331" y="417"/>
                </a:cxn>
                <a:cxn ang="0">
                  <a:pos x="344" y="431"/>
                </a:cxn>
                <a:cxn ang="0">
                  <a:pos x="372" y="460"/>
                </a:cxn>
                <a:cxn ang="0">
                  <a:pos x="390" y="476"/>
                </a:cxn>
                <a:cxn ang="0">
                  <a:pos x="420" y="492"/>
                </a:cxn>
                <a:cxn ang="0">
                  <a:pos x="456" y="497"/>
                </a:cxn>
                <a:cxn ang="0">
                  <a:pos x="487" y="493"/>
                </a:cxn>
                <a:cxn ang="0">
                  <a:pos x="516" y="480"/>
                </a:cxn>
                <a:cxn ang="0">
                  <a:pos x="537" y="467"/>
                </a:cxn>
                <a:cxn ang="0">
                  <a:pos x="565" y="438"/>
                </a:cxn>
                <a:cxn ang="0">
                  <a:pos x="571" y="424"/>
                </a:cxn>
                <a:cxn ang="0">
                  <a:pos x="577" y="396"/>
                </a:cxn>
                <a:cxn ang="0">
                  <a:pos x="581" y="371"/>
                </a:cxn>
                <a:cxn ang="0">
                  <a:pos x="581" y="290"/>
                </a:cxn>
                <a:cxn ang="0">
                  <a:pos x="580" y="250"/>
                </a:cxn>
                <a:cxn ang="0">
                  <a:pos x="584" y="237"/>
                </a:cxn>
                <a:cxn ang="0">
                  <a:pos x="590" y="229"/>
                </a:cxn>
                <a:cxn ang="0">
                  <a:pos x="605" y="225"/>
                </a:cxn>
                <a:cxn ang="0">
                  <a:pos x="614" y="226"/>
                </a:cxn>
                <a:cxn ang="0">
                  <a:pos x="626" y="235"/>
                </a:cxn>
                <a:cxn ang="0">
                  <a:pos x="631" y="250"/>
                </a:cxn>
                <a:cxn ang="0">
                  <a:pos x="631" y="285"/>
                </a:cxn>
                <a:cxn ang="0">
                  <a:pos x="631" y="378"/>
                </a:cxn>
                <a:cxn ang="0">
                  <a:pos x="623" y="424"/>
                </a:cxn>
                <a:cxn ang="0">
                  <a:pos x="607" y="464"/>
                </a:cxn>
                <a:cxn ang="0">
                  <a:pos x="579" y="499"/>
                </a:cxn>
                <a:cxn ang="0">
                  <a:pos x="554" y="518"/>
                </a:cxn>
                <a:cxn ang="0">
                  <a:pos x="514" y="536"/>
                </a:cxn>
                <a:cxn ang="0">
                  <a:pos x="473" y="545"/>
                </a:cxn>
              </a:cxnLst>
              <a:rect l="0" t="0" r="r" b="b"/>
              <a:pathLst>
                <a:path w="632" h="545">
                  <a:moveTo>
                    <a:pt x="459" y="545"/>
                  </a:moveTo>
                  <a:lnTo>
                    <a:pt x="459" y="545"/>
                  </a:lnTo>
                  <a:lnTo>
                    <a:pt x="440" y="545"/>
                  </a:lnTo>
                  <a:lnTo>
                    <a:pt x="420" y="541"/>
                  </a:lnTo>
                  <a:lnTo>
                    <a:pt x="402" y="536"/>
                  </a:lnTo>
                  <a:lnTo>
                    <a:pt x="384" y="528"/>
                  </a:lnTo>
                  <a:lnTo>
                    <a:pt x="365" y="518"/>
                  </a:lnTo>
                  <a:lnTo>
                    <a:pt x="350" y="506"/>
                  </a:lnTo>
                  <a:lnTo>
                    <a:pt x="334" y="492"/>
                  </a:lnTo>
                  <a:lnTo>
                    <a:pt x="318" y="476"/>
                  </a:lnTo>
                  <a:lnTo>
                    <a:pt x="318" y="476"/>
                  </a:lnTo>
                  <a:lnTo>
                    <a:pt x="303" y="456"/>
                  </a:lnTo>
                  <a:lnTo>
                    <a:pt x="288" y="435"/>
                  </a:lnTo>
                  <a:lnTo>
                    <a:pt x="259" y="396"/>
                  </a:lnTo>
                  <a:lnTo>
                    <a:pt x="259" y="396"/>
                  </a:lnTo>
                  <a:lnTo>
                    <a:pt x="234" y="362"/>
                  </a:lnTo>
                  <a:lnTo>
                    <a:pt x="234" y="362"/>
                  </a:lnTo>
                  <a:lnTo>
                    <a:pt x="220" y="341"/>
                  </a:lnTo>
                  <a:lnTo>
                    <a:pt x="220" y="341"/>
                  </a:lnTo>
                  <a:lnTo>
                    <a:pt x="200" y="314"/>
                  </a:lnTo>
                  <a:lnTo>
                    <a:pt x="190" y="301"/>
                  </a:lnTo>
                  <a:lnTo>
                    <a:pt x="180" y="289"/>
                  </a:lnTo>
                  <a:lnTo>
                    <a:pt x="180" y="289"/>
                  </a:lnTo>
                  <a:lnTo>
                    <a:pt x="168" y="277"/>
                  </a:lnTo>
                  <a:lnTo>
                    <a:pt x="160" y="267"/>
                  </a:lnTo>
                  <a:lnTo>
                    <a:pt x="160" y="267"/>
                  </a:lnTo>
                  <a:lnTo>
                    <a:pt x="155" y="259"/>
                  </a:lnTo>
                  <a:lnTo>
                    <a:pt x="149" y="248"/>
                  </a:lnTo>
                  <a:lnTo>
                    <a:pt x="149" y="248"/>
                  </a:lnTo>
                  <a:lnTo>
                    <a:pt x="143" y="237"/>
                  </a:lnTo>
                  <a:lnTo>
                    <a:pt x="143" y="237"/>
                  </a:lnTo>
                  <a:lnTo>
                    <a:pt x="127" y="218"/>
                  </a:lnTo>
                  <a:lnTo>
                    <a:pt x="113" y="197"/>
                  </a:lnTo>
                  <a:lnTo>
                    <a:pt x="113" y="197"/>
                  </a:lnTo>
                  <a:lnTo>
                    <a:pt x="91" y="169"/>
                  </a:lnTo>
                  <a:lnTo>
                    <a:pt x="68" y="141"/>
                  </a:lnTo>
                  <a:lnTo>
                    <a:pt x="63" y="135"/>
                  </a:lnTo>
                  <a:lnTo>
                    <a:pt x="63" y="135"/>
                  </a:lnTo>
                  <a:lnTo>
                    <a:pt x="51" y="122"/>
                  </a:lnTo>
                  <a:lnTo>
                    <a:pt x="50" y="120"/>
                  </a:lnTo>
                  <a:lnTo>
                    <a:pt x="50" y="120"/>
                  </a:lnTo>
                  <a:lnTo>
                    <a:pt x="33" y="99"/>
                  </a:lnTo>
                  <a:lnTo>
                    <a:pt x="25" y="89"/>
                  </a:lnTo>
                  <a:lnTo>
                    <a:pt x="19" y="77"/>
                  </a:lnTo>
                  <a:lnTo>
                    <a:pt x="12" y="65"/>
                  </a:lnTo>
                  <a:lnTo>
                    <a:pt x="7" y="54"/>
                  </a:lnTo>
                  <a:lnTo>
                    <a:pt x="3" y="39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2" y="20"/>
                  </a:lnTo>
                  <a:lnTo>
                    <a:pt x="2" y="14"/>
                  </a:lnTo>
                  <a:lnTo>
                    <a:pt x="4" y="10"/>
                  </a:lnTo>
                  <a:lnTo>
                    <a:pt x="7" y="6"/>
                  </a:lnTo>
                  <a:lnTo>
                    <a:pt x="7" y="6"/>
                  </a:lnTo>
                  <a:lnTo>
                    <a:pt x="11" y="4"/>
                  </a:lnTo>
                  <a:lnTo>
                    <a:pt x="15" y="1"/>
                  </a:lnTo>
                  <a:lnTo>
                    <a:pt x="20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33" y="1"/>
                  </a:lnTo>
                  <a:lnTo>
                    <a:pt x="38" y="3"/>
                  </a:lnTo>
                  <a:lnTo>
                    <a:pt x="42" y="5"/>
                  </a:lnTo>
                  <a:lnTo>
                    <a:pt x="45" y="9"/>
                  </a:lnTo>
                  <a:lnTo>
                    <a:pt x="47" y="13"/>
                  </a:lnTo>
                  <a:lnTo>
                    <a:pt x="50" y="18"/>
                  </a:lnTo>
                  <a:lnTo>
                    <a:pt x="51" y="23"/>
                  </a:lnTo>
                  <a:lnTo>
                    <a:pt x="51" y="23"/>
                  </a:lnTo>
                  <a:lnTo>
                    <a:pt x="53" y="34"/>
                  </a:lnTo>
                  <a:lnTo>
                    <a:pt x="57" y="46"/>
                  </a:lnTo>
                  <a:lnTo>
                    <a:pt x="62" y="56"/>
                  </a:lnTo>
                  <a:lnTo>
                    <a:pt x="68" y="67"/>
                  </a:lnTo>
                  <a:lnTo>
                    <a:pt x="85" y="86"/>
                  </a:lnTo>
                  <a:lnTo>
                    <a:pt x="102" y="105"/>
                  </a:lnTo>
                  <a:lnTo>
                    <a:pt x="102" y="105"/>
                  </a:lnTo>
                  <a:lnTo>
                    <a:pt x="114" y="118"/>
                  </a:lnTo>
                  <a:lnTo>
                    <a:pt x="114" y="118"/>
                  </a:lnTo>
                  <a:lnTo>
                    <a:pt x="131" y="137"/>
                  </a:lnTo>
                  <a:lnTo>
                    <a:pt x="146" y="158"/>
                  </a:lnTo>
                  <a:lnTo>
                    <a:pt x="146" y="158"/>
                  </a:lnTo>
                  <a:lnTo>
                    <a:pt x="161" y="180"/>
                  </a:lnTo>
                  <a:lnTo>
                    <a:pt x="170" y="191"/>
                  </a:lnTo>
                  <a:lnTo>
                    <a:pt x="180" y="201"/>
                  </a:lnTo>
                  <a:lnTo>
                    <a:pt x="180" y="201"/>
                  </a:lnTo>
                  <a:lnTo>
                    <a:pt x="186" y="209"/>
                  </a:lnTo>
                  <a:lnTo>
                    <a:pt x="193" y="218"/>
                  </a:lnTo>
                  <a:lnTo>
                    <a:pt x="206" y="237"/>
                  </a:lnTo>
                  <a:lnTo>
                    <a:pt x="206" y="237"/>
                  </a:lnTo>
                  <a:lnTo>
                    <a:pt x="217" y="254"/>
                  </a:lnTo>
                  <a:lnTo>
                    <a:pt x="224" y="263"/>
                  </a:lnTo>
                  <a:lnTo>
                    <a:pt x="231" y="271"/>
                  </a:lnTo>
                  <a:lnTo>
                    <a:pt x="231" y="271"/>
                  </a:lnTo>
                  <a:lnTo>
                    <a:pt x="245" y="285"/>
                  </a:lnTo>
                  <a:lnTo>
                    <a:pt x="257" y="301"/>
                  </a:lnTo>
                  <a:lnTo>
                    <a:pt x="280" y="335"/>
                  </a:lnTo>
                  <a:lnTo>
                    <a:pt x="280" y="335"/>
                  </a:lnTo>
                  <a:lnTo>
                    <a:pt x="293" y="357"/>
                  </a:lnTo>
                  <a:lnTo>
                    <a:pt x="309" y="378"/>
                  </a:lnTo>
                  <a:lnTo>
                    <a:pt x="309" y="378"/>
                  </a:lnTo>
                  <a:lnTo>
                    <a:pt x="316" y="388"/>
                  </a:lnTo>
                  <a:lnTo>
                    <a:pt x="323" y="401"/>
                  </a:lnTo>
                  <a:lnTo>
                    <a:pt x="323" y="401"/>
                  </a:lnTo>
                  <a:lnTo>
                    <a:pt x="331" y="417"/>
                  </a:lnTo>
                  <a:lnTo>
                    <a:pt x="331" y="417"/>
                  </a:lnTo>
                  <a:lnTo>
                    <a:pt x="338" y="424"/>
                  </a:lnTo>
                  <a:lnTo>
                    <a:pt x="344" y="431"/>
                  </a:lnTo>
                  <a:lnTo>
                    <a:pt x="359" y="446"/>
                  </a:lnTo>
                  <a:lnTo>
                    <a:pt x="359" y="446"/>
                  </a:lnTo>
                  <a:lnTo>
                    <a:pt x="372" y="460"/>
                  </a:lnTo>
                  <a:lnTo>
                    <a:pt x="372" y="460"/>
                  </a:lnTo>
                  <a:lnTo>
                    <a:pt x="381" y="469"/>
                  </a:lnTo>
                  <a:lnTo>
                    <a:pt x="390" y="476"/>
                  </a:lnTo>
                  <a:lnTo>
                    <a:pt x="399" y="482"/>
                  </a:lnTo>
                  <a:lnTo>
                    <a:pt x="410" y="488"/>
                  </a:lnTo>
                  <a:lnTo>
                    <a:pt x="420" y="492"/>
                  </a:lnTo>
                  <a:lnTo>
                    <a:pt x="432" y="494"/>
                  </a:lnTo>
                  <a:lnTo>
                    <a:pt x="444" y="497"/>
                  </a:lnTo>
                  <a:lnTo>
                    <a:pt x="456" y="497"/>
                  </a:lnTo>
                  <a:lnTo>
                    <a:pt x="456" y="497"/>
                  </a:lnTo>
                  <a:lnTo>
                    <a:pt x="471" y="496"/>
                  </a:lnTo>
                  <a:lnTo>
                    <a:pt x="487" y="493"/>
                  </a:lnTo>
                  <a:lnTo>
                    <a:pt x="501" y="486"/>
                  </a:lnTo>
                  <a:lnTo>
                    <a:pt x="516" y="480"/>
                  </a:lnTo>
                  <a:lnTo>
                    <a:pt x="516" y="480"/>
                  </a:lnTo>
                  <a:lnTo>
                    <a:pt x="526" y="473"/>
                  </a:lnTo>
                  <a:lnTo>
                    <a:pt x="526" y="473"/>
                  </a:lnTo>
                  <a:lnTo>
                    <a:pt x="537" y="467"/>
                  </a:lnTo>
                  <a:lnTo>
                    <a:pt x="547" y="459"/>
                  </a:lnTo>
                  <a:lnTo>
                    <a:pt x="556" y="450"/>
                  </a:lnTo>
                  <a:lnTo>
                    <a:pt x="565" y="438"/>
                  </a:lnTo>
                  <a:lnTo>
                    <a:pt x="565" y="438"/>
                  </a:lnTo>
                  <a:lnTo>
                    <a:pt x="568" y="433"/>
                  </a:lnTo>
                  <a:lnTo>
                    <a:pt x="571" y="424"/>
                  </a:lnTo>
                  <a:lnTo>
                    <a:pt x="575" y="407"/>
                  </a:lnTo>
                  <a:lnTo>
                    <a:pt x="575" y="407"/>
                  </a:lnTo>
                  <a:lnTo>
                    <a:pt x="577" y="396"/>
                  </a:lnTo>
                  <a:lnTo>
                    <a:pt x="577" y="396"/>
                  </a:lnTo>
                  <a:lnTo>
                    <a:pt x="580" y="384"/>
                  </a:lnTo>
                  <a:lnTo>
                    <a:pt x="581" y="371"/>
                  </a:lnTo>
                  <a:lnTo>
                    <a:pt x="584" y="344"/>
                  </a:lnTo>
                  <a:lnTo>
                    <a:pt x="582" y="318"/>
                  </a:lnTo>
                  <a:lnTo>
                    <a:pt x="581" y="290"/>
                  </a:lnTo>
                  <a:lnTo>
                    <a:pt x="581" y="290"/>
                  </a:lnTo>
                  <a:lnTo>
                    <a:pt x="580" y="250"/>
                  </a:lnTo>
                  <a:lnTo>
                    <a:pt x="580" y="250"/>
                  </a:lnTo>
                  <a:lnTo>
                    <a:pt x="581" y="244"/>
                  </a:lnTo>
                  <a:lnTo>
                    <a:pt x="582" y="241"/>
                  </a:lnTo>
                  <a:lnTo>
                    <a:pt x="584" y="237"/>
                  </a:lnTo>
                  <a:lnTo>
                    <a:pt x="588" y="233"/>
                  </a:lnTo>
                  <a:lnTo>
                    <a:pt x="588" y="233"/>
                  </a:lnTo>
                  <a:lnTo>
                    <a:pt x="590" y="229"/>
                  </a:lnTo>
                  <a:lnTo>
                    <a:pt x="596" y="227"/>
                  </a:lnTo>
                  <a:lnTo>
                    <a:pt x="601" y="226"/>
                  </a:lnTo>
                  <a:lnTo>
                    <a:pt x="605" y="225"/>
                  </a:lnTo>
                  <a:lnTo>
                    <a:pt x="605" y="225"/>
                  </a:lnTo>
                  <a:lnTo>
                    <a:pt x="610" y="225"/>
                  </a:lnTo>
                  <a:lnTo>
                    <a:pt x="614" y="226"/>
                  </a:lnTo>
                  <a:lnTo>
                    <a:pt x="619" y="229"/>
                  </a:lnTo>
                  <a:lnTo>
                    <a:pt x="623" y="231"/>
                  </a:lnTo>
                  <a:lnTo>
                    <a:pt x="626" y="235"/>
                  </a:lnTo>
                  <a:lnTo>
                    <a:pt x="628" y="239"/>
                  </a:lnTo>
                  <a:lnTo>
                    <a:pt x="630" y="244"/>
                  </a:lnTo>
                  <a:lnTo>
                    <a:pt x="631" y="250"/>
                  </a:lnTo>
                  <a:lnTo>
                    <a:pt x="631" y="250"/>
                  </a:lnTo>
                  <a:lnTo>
                    <a:pt x="631" y="285"/>
                  </a:lnTo>
                  <a:lnTo>
                    <a:pt x="631" y="285"/>
                  </a:lnTo>
                  <a:lnTo>
                    <a:pt x="632" y="315"/>
                  </a:lnTo>
                  <a:lnTo>
                    <a:pt x="632" y="346"/>
                  </a:lnTo>
                  <a:lnTo>
                    <a:pt x="631" y="378"/>
                  </a:lnTo>
                  <a:lnTo>
                    <a:pt x="628" y="392"/>
                  </a:lnTo>
                  <a:lnTo>
                    <a:pt x="626" y="408"/>
                  </a:lnTo>
                  <a:lnTo>
                    <a:pt x="623" y="424"/>
                  </a:lnTo>
                  <a:lnTo>
                    <a:pt x="619" y="438"/>
                  </a:lnTo>
                  <a:lnTo>
                    <a:pt x="614" y="451"/>
                  </a:lnTo>
                  <a:lnTo>
                    <a:pt x="607" y="464"/>
                  </a:lnTo>
                  <a:lnTo>
                    <a:pt x="599" y="477"/>
                  </a:lnTo>
                  <a:lnTo>
                    <a:pt x="590" y="489"/>
                  </a:lnTo>
                  <a:lnTo>
                    <a:pt x="579" y="499"/>
                  </a:lnTo>
                  <a:lnTo>
                    <a:pt x="567" y="510"/>
                  </a:lnTo>
                  <a:lnTo>
                    <a:pt x="567" y="510"/>
                  </a:lnTo>
                  <a:lnTo>
                    <a:pt x="554" y="518"/>
                  </a:lnTo>
                  <a:lnTo>
                    <a:pt x="541" y="526"/>
                  </a:lnTo>
                  <a:lnTo>
                    <a:pt x="527" y="532"/>
                  </a:lnTo>
                  <a:lnTo>
                    <a:pt x="514" y="536"/>
                  </a:lnTo>
                  <a:lnTo>
                    <a:pt x="500" y="540"/>
                  </a:lnTo>
                  <a:lnTo>
                    <a:pt x="487" y="544"/>
                  </a:lnTo>
                  <a:lnTo>
                    <a:pt x="473" y="545"/>
                  </a:lnTo>
                  <a:lnTo>
                    <a:pt x="459" y="545"/>
                  </a:lnTo>
                  <a:lnTo>
                    <a:pt x="459" y="545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45" name="Freeform 557"/>
            <p:cNvSpPr/>
            <p:nvPr>
              <p:custDataLst>
                <p:tags r:id="rId40"/>
              </p:custDataLst>
            </p:nvPr>
          </p:nvSpPr>
          <p:spPr bwMode="auto">
            <a:xfrm>
              <a:off x="2146301" y="2049463"/>
              <a:ext cx="377825" cy="212725"/>
            </a:xfrm>
            <a:custGeom>
              <a:avLst/>
              <a:gdLst/>
              <a:ahLst/>
              <a:cxnLst>
                <a:cxn ang="0">
                  <a:pos x="240" y="532"/>
                </a:cxn>
                <a:cxn ang="0">
                  <a:pos x="311" y="529"/>
                </a:cxn>
                <a:cxn ang="0">
                  <a:pos x="854" y="529"/>
                </a:cxn>
                <a:cxn ang="0">
                  <a:pos x="928" y="529"/>
                </a:cxn>
                <a:cxn ang="0">
                  <a:pos x="943" y="525"/>
                </a:cxn>
                <a:cxn ang="0">
                  <a:pos x="951" y="514"/>
                </a:cxn>
                <a:cxn ang="0">
                  <a:pos x="952" y="504"/>
                </a:cxn>
                <a:cxn ang="0">
                  <a:pos x="949" y="491"/>
                </a:cxn>
                <a:cxn ang="0">
                  <a:pos x="939" y="482"/>
                </a:cxn>
                <a:cxn ang="0">
                  <a:pos x="285" y="480"/>
                </a:cxn>
                <a:cxn ang="0">
                  <a:pos x="242" y="481"/>
                </a:cxn>
                <a:cxn ang="0">
                  <a:pos x="183" y="482"/>
                </a:cxn>
                <a:cxn ang="0">
                  <a:pos x="140" y="477"/>
                </a:cxn>
                <a:cxn ang="0">
                  <a:pos x="120" y="473"/>
                </a:cxn>
                <a:cxn ang="0">
                  <a:pos x="82" y="463"/>
                </a:cxn>
                <a:cxn ang="0">
                  <a:pos x="65" y="443"/>
                </a:cxn>
                <a:cxn ang="0">
                  <a:pos x="58" y="388"/>
                </a:cxn>
                <a:cxn ang="0">
                  <a:pos x="51" y="320"/>
                </a:cxn>
                <a:cxn ang="0">
                  <a:pos x="51" y="289"/>
                </a:cxn>
                <a:cxn ang="0">
                  <a:pos x="56" y="259"/>
                </a:cxn>
                <a:cxn ang="0">
                  <a:pos x="61" y="231"/>
                </a:cxn>
                <a:cxn ang="0">
                  <a:pos x="64" y="164"/>
                </a:cxn>
                <a:cxn ang="0">
                  <a:pos x="72" y="100"/>
                </a:cxn>
                <a:cxn ang="0">
                  <a:pos x="78" y="79"/>
                </a:cxn>
                <a:cxn ang="0">
                  <a:pos x="92" y="61"/>
                </a:cxn>
                <a:cxn ang="0">
                  <a:pos x="120" y="53"/>
                </a:cxn>
                <a:cxn ang="0">
                  <a:pos x="192" y="51"/>
                </a:cxn>
                <a:cxn ang="0">
                  <a:pos x="552" y="51"/>
                </a:cxn>
                <a:cxn ang="0">
                  <a:pos x="792" y="52"/>
                </a:cxn>
                <a:cxn ang="0">
                  <a:pos x="921" y="52"/>
                </a:cxn>
                <a:cxn ang="0">
                  <a:pos x="934" y="45"/>
                </a:cxn>
                <a:cxn ang="0">
                  <a:pos x="939" y="32"/>
                </a:cxn>
                <a:cxn ang="0">
                  <a:pos x="939" y="23"/>
                </a:cxn>
                <a:cxn ang="0">
                  <a:pos x="934" y="10"/>
                </a:cxn>
                <a:cxn ang="0">
                  <a:pos x="921" y="4"/>
                </a:cxn>
                <a:cxn ang="0">
                  <a:pos x="231" y="2"/>
                </a:cxn>
                <a:cxn ang="0">
                  <a:pos x="170" y="0"/>
                </a:cxn>
                <a:cxn ang="0">
                  <a:pos x="125" y="0"/>
                </a:cxn>
                <a:cxn ang="0">
                  <a:pos x="74" y="13"/>
                </a:cxn>
                <a:cxn ang="0">
                  <a:pos x="60" y="21"/>
                </a:cxn>
                <a:cxn ang="0">
                  <a:pos x="34" y="56"/>
                </a:cxn>
                <a:cxn ang="0">
                  <a:pos x="19" y="111"/>
                </a:cxn>
                <a:cxn ang="0">
                  <a:pos x="14" y="178"/>
                </a:cxn>
                <a:cxn ang="0">
                  <a:pos x="13" y="208"/>
                </a:cxn>
                <a:cxn ang="0">
                  <a:pos x="2" y="270"/>
                </a:cxn>
                <a:cxn ang="0">
                  <a:pos x="0" y="306"/>
                </a:cxn>
                <a:cxn ang="0">
                  <a:pos x="5" y="384"/>
                </a:cxn>
                <a:cxn ang="0">
                  <a:pos x="15" y="446"/>
                </a:cxn>
                <a:cxn ang="0">
                  <a:pos x="35" y="485"/>
                </a:cxn>
                <a:cxn ang="0">
                  <a:pos x="68" y="511"/>
                </a:cxn>
                <a:cxn ang="0">
                  <a:pos x="95" y="523"/>
                </a:cxn>
                <a:cxn ang="0">
                  <a:pos x="158" y="529"/>
                </a:cxn>
                <a:cxn ang="0">
                  <a:pos x="214" y="533"/>
                </a:cxn>
              </a:cxnLst>
              <a:rect l="0" t="0" r="r" b="b"/>
              <a:pathLst>
                <a:path w="952" h="533">
                  <a:moveTo>
                    <a:pt x="214" y="533"/>
                  </a:moveTo>
                  <a:lnTo>
                    <a:pt x="214" y="533"/>
                  </a:lnTo>
                  <a:lnTo>
                    <a:pt x="240" y="532"/>
                  </a:lnTo>
                  <a:lnTo>
                    <a:pt x="240" y="532"/>
                  </a:lnTo>
                  <a:lnTo>
                    <a:pt x="266" y="531"/>
                  </a:lnTo>
                  <a:lnTo>
                    <a:pt x="311" y="529"/>
                  </a:lnTo>
                  <a:lnTo>
                    <a:pt x="455" y="528"/>
                  </a:lnTo>
                  <a:lnTo>
                    <a:pt x="455" y="528"/>
                  </a:lnTo>
                  <a:lnTo>
                    <a:pt x="854" y="529"/>
                  </a:lnTo>
                  <a:lnTo>
                    <a:pt x="854" y="529"/>
                  </a:lnTo>
                  <a:lnTo>
                    <a:pt x="928" y="529"/>
                  </a:lnTo>
                  <a:lnTo>
                    <a:pt x="928" y="529"/>
                  </a:lnTo>
                  <a:lnTo>
                    <a:pt x="934" y="529"/>
                  </a:lnTo>
                  <a:lnTo>
                    <a:pt x="939" y="528"/>
                  </a:lnTo>
                  <a:lnTo>
                    <a:pt x="943" y="525"/>
                  </a:lnTo>
                  <a:lnTo>
                    <a:pt x="947" y="521"/>
                  </a:lnTo>
                  <a:lnTo>
                    <a:pt x="949" y="519"/>
                  </a:lnTo>
                  <a:lnTo>
                    <a:pt x="951" y="514"/>
                  </a:lnTo>
                  <a:lnTo>
                    <a:pt x="952" y="510"/>
                  </a:lnTo>
                  <a:lnTo>
                    <a:pt x="952" y="504"/>
                  </a:lnTo>
                  <a:lnTo>
                    <a:pt x="952" y="504"/>
                  </a:lnTo>
                  <a:lnTo>
                    <a:pt x="952" y="501"/>
                  </a:lnTo>
                  <a:lnTo>
                    <a:pt x="951" y="495"/>
                  </a:lnTo>
                  <a:lnTo>
                    <a:pt x="949" y="491"/>
                  </a:lnTo>
                  <a:lnTo>
                    <a:pt x="947" y="487"/>
                  </a:lnTo>
                  <a:lnTo>
                    <a:pt x="943" y="485"/>
                  </a:lnTo>
                  <a:lnTo>
                    <a:pt x="939" y="482"/>
                  </a:lnTo>
                  <a:lnTo>
                    <a:pt x="934" y="481"/>
                  </a:lnTo>
                  <a:lnTo>
                    <a:pt x="928" y="480"/>
                  </a:lnTo>
                  <a:lnTo>
                    <a:pt x="285" y="480"/>
                  </a:lnTo>
                  <a:lnTo>
                    <a:pt x="285" y="480"/>
                  </a:lnTo>
                  <a:lnTo>
                    <a:pt x="242" y="481"/>
                  </a:lnTo>
                  <a:lnTo>
                    <a:pt x="242" y="481"/>
                  </a:lnTo>
                  <a:lnTo>
                    <a:pt x="200" y="482"/>
                  </a:lnTo>
                  <a:lnTo>
                    <a:pt x="200" y="482"/>
                  </a:lnTo>
                  <a:lnTo>
                    <a:pt x="183" y="482"/>
                  </a:lnTo>
                  <a:lnTo>
                    <a:pt x="167" y="481"/>
                  </a:lnTo>
                  <a:lnTo>
                    <a:pt x="153" y="480"/>
                  </a:lnTo>
                  <a:lnTo>
                    <a:pt x="140" y="477"/>
                  </a:lnTo>
                  <a:lnTo>
                    <a:pt x="140" y="477"/>
                  </a:lnTo>
                  <a:lnTo>
                    <a:pt x="120" y="473"/>
                  </a:lnTo>
                  <a:lnTo>
                    <a:pt x="120" y="473"/>
                  </a:lnTo>
                  <a:lnTo>
                    <a:pt x="99" y="469"/>
                  </a:lnTo>
                  <a:lnTo>
                    <a:pt x="90" y="467"/>
                  </a:lnTo>
                  <a:lnTo>
                    <a:pt x="82" y="463"/>
                  </a:lnTo>
                  <a:lnTo>
                    <a:pt x="74" y="457"/>
                  </a:lnTo>
                  <a:lnTo>
                    <a:pt x="69" y="451"/>
                  </a:lnTo>
                  <a:lnTo>
                    <a:pt x="65" y="443"/>
                  </a:lnTo>
                  <a:lnTo>
                    <a:pt x="64" y="433"/>
                  </a:lnTo>
                  <a:lnTo>
                    <a:pt x="64" y="433"/>
                  </a:lnTo>
                  <a:lnTo>
                    <a:pt x="58" y="388"/>
                  </a:lnTo>
                  <a:lnTo>
                    <a:pt x="58" y="388"/>
                  </a:lnTo>
                  <a:lnTo>
                    <a:pt x="53" y="342"/>
                  </a:lnTo>
                  <a:lnTo>
                    <a:pt x="51" y="320"/>
                  </a:lnTo>
                  <a:lnTo>
                    <a:pt x="51" y="298"/>
                  </a:lnTo>
                  <a:lnTo>
                    <a:pt x="51" y="298"/>
                  </a:lnTo>
                  <a:lnTo>
                    <a:pt x="51" y="289"/>
                  </a:lnTo>
                  <a:lnTo>
                    <a:pt x="52" y="278"/>
                  </a:lnTo>
                  <a:lnTo>
                    <a:pt x="56" y="259"/>
                  </a:lnTo>
                  <a:lnTo>
                    <a:pt x="56" y="259"/>
                  </a:lnTo>
                  <a:lnTo>
                    <a:pt x="58" y="246"/>
                  </a:lnTo>
                  <a:lnTo>
                    <a:pt x="61" y="231"/>
                  </a:lnTo>
                  <a:lnTo>
                    <a:pt x="61" y="231"/>
                  </a:lnTo>
                  <a:lnTo>
                    <a:pt x="64" y="198"/>
                  </a:lnTo>
                  <a:lnTo>
                    <a:pt x="64" y="164"/>
                  </a:lnTo>
                  <a:lnTo>
                    <a:pt x="64" y="164"/>
                  </a:lnTo>
                  <a:lnTo>
                    <a:pt x="65" y="149"/>
                  </a:lnTo>
                  <a:lnTo>
                    <a:pt x="66" y="132"/>
                  </a:lnTo>
                  <a:lnTo>
                    <a:pt x="72" y="100"/>
                  </a:lnTo>
                  <a:lnTo>
                    <a:pt x="72" y="100"/>
                  </a:lnTo>
                  <a:lnTo>
                    <a:pt x="74" y="90"/>
                  </a:lnTo>
                  <a:lnTo>
                    <a:pt x="78" y="79"/>
                  </a:lnTo>
                  <a:lnTo>
                    <a:pt x="82" y="72"/>
                  </a:lnTo>
                  <a:lnTo>
                    <a:pt x="87" y="65"/>
                  </a:lnTo>
                  <a:lnTo>
                    <a:pt x="92" y="61"/>
                  </a:lnTo>
                  <a:lnTo>
                    <a:pt x="100" y="57"/>
                  </a:lnTo>
                  <a:lnTo>
                    <a:pt x="109" y="55"/>
                  </a:lnTo>
                  <a:lnTo>
                    <a:pt x="120" y="53"/>
                  </a:lnTo>
                  <a:lnTo>
                    <a:pt x="120" y="53"/>
                  </a:lnTo>
                  <a:lnTo>
                    <a:pt x="149" y="52"/>
                  </a:lnTo>
                  <a:lnTo>
                    <a:pt x="192" y="51"/>
                  </a:lnTo>
                  <a:lnTo>
                    <a:pt x="315" y="49"/>
                  </a:lnTo>
                  <a:lnTo>
                    <a:pt x="315" y="49"/>
                  </a:lnTo>
                  <a:lnTo>
                    <a:pt x="552" y="51"/>
                  </a:lnTo>
                  <a:lnTo>
                    <a:pt x="783" y="52"/>
                  </a:lnTo>
                  <a:lnTo>
                    <a:pt x="792" y="52"/>
                  </a:lnTo>
                  <a:lnTo>
                    <a:pt x="792" y="52"/>
                  </a:lnTo>
                  <a:lnTo>
                    <a:pt x="915" y="53"/>
                  </a:lnTo>
                  <a:lnTo>
                    <a:pt x="915" y="53"/>
                  </a:lnTo>
                  <a:lnTo>
                    <a:pt x="921" y="52"/>
                  </a:lnTo>
                  <a:lnTo>
                    <a:pt x="926" y="51"/>
                  </a:lnTo>
                  <a:lnTo>
                    <a:pt x="930" y="48"/>
                  </a:lnTo>
                  <a:lnTo>
                    <a:pt x="934" y="45"/>
                  </a:lnTo>
                  <a:lnTo>
                    <a:pt x="936" y="42"/>
                  </a:lnTo>
                  <a:lnTo>
                    <a:pt x="939" y="38"/>
                  </a:lnTo>
                  <a:lnTo>
                    <a:pt x="939" y="32"/>
                  </a:lnTo>
                  <a:lnTo>
                    <a:pt x="940" y="28"/>
                  </a:lnTo>
                  <a:lnTo>
                    <a:pt x="940" y="28"/>
                  </a:lnTo>
                  <a:lnTo>
                    <a:pt x="939" y="23"/>
                  </a:lnTo>
                  <a:lnTo>
                    <a:pt x="939" y="19"/>
                  </a:lnTo>
                  <a:lnTo>
                    <a:pt x="936" y="14"/>
                  </a:lnTo>
                  <a:lnTo>
                    <a:pt x="934" y="10"/>
                  </a:lnTo>
                  <a:lnTo>
                    <a:pt x="930" y="8"/>
                  </a:lnTo>
                  <a:lnTo>
                    <a:pt x="926" y="5"/>
                  </a:lnTo>
                  <a:lnTo>
                    <a:pt x="921" y="4"/>
                  </a:lnTo>
                  <a:lnTo>
                    <a:pt x="915" y="2"/>
                  </a:lnTo>
                  <a:lnTo>
                    <a:pt x="231" y="2"/>
                  </a:lnTo>
                  <a:lnTo>
                    <a:pt x="231" y="2"/>
                  </a:lnTo>
                  <a:lnTo>
                    <a:pt x="193" y="1"/>
                  </a:lnTo>
                  <a:lnTo>
                    <a:pt x="193" y="1"/>
                  </a:lnTo>
                  <a:lnTo>
                    <a:pt x="170" y="0"/>
                  </a:lnTo>
                  <a:lnTo>
                    <a:pt x="146" y="0"/>
                  </a:lnTo>
                  <a:lnTo>
                    <a:pt x="146" y="0"/>
                  </a:lnTo>
                  <a:lnTo>
                    <a:pt x="125" y="0"/>
                  </a:lnTo>
                  <a:lnTo>
                    <a:pt x="106" y="2"/>
                  </a:lnTo>
                  <a:lnTo>
                    <a:pt x="89" y="6"/>
                  </a:lnTo>
                  <a:lnTo>
                    <a:pt x="74" y="13"/>
                  </a:lnTo>
                  <a:lnTo>
                    <a:pt x="74" y="13"/>
                  </a:lnTo>
                  <a:lnTo>
                    <a:pt x="66" y="17"/>
                  </a:lnTo>
                  <a:lnTo>
                    <a:pt x="60" y="21"/>
                  </a:lnTo>
                  <a:lnTo>
                    <a:pt x="49" y="31"/>
                  </a:lnTo>
                  <a:lnTo>
                    <a:pt x="40" y="43"/>
                  </a:lnTo>
                  <a:lnTo>
                    <a:pt x="34" y="56"/>
                  </a:lnTo>
                  <a:lnTo>
                    <a:pt x="28" y="70"/>
                  </a:lnTo>
                  <a:lnTo>
                    <a:pt x="24" y="83"/>
                  </a:lnTo>
                  <a:lnTo>
                    <a:pt x="19" y="111"/>
                  </a:lnTo>
                  <a:lnTo>
                    <a:pt x="19" y="111"/>
                  </a:lnTo>
                  <a:lnTo>
                    <a:pt x="15" y="142"/>
                  </a:lnTo>
                  <a:lnTo>
                    <a:pt x="14" y="178"/>
                  </a:lnTo>
                  <a:lnTo>
                    <a:pt x="14" y="178"/>
                  </a:lnTo>
                  <a:lnTo>
                    <a:pt x="14" y="192"/>
                  </a:lnTo>
                  <a:lnTo>
                    <a:pt x="13" y="208"/>
                  </a:lnTo>
                  <a:lnTo>
                    <a:pt x="7" y="239"/>
                  </a:lnTo>
                  <a:lnTo>
                    <a:pt x="7" y="239"/>
                  </a:lnTo>
                  <a:lnTo>
                    <a:pt x="2" y="270"/>
                  </a:lnTo>
                  <a:lnTo>
                    <a:pt x="2" y="270"/>
                  </a:lnTo>
                  <a:lnTo>
                    <a:pt x="1" y="287"/>
                  </a:lnTo>
                  <a:lnTo>
                    <a:pt x="0" y="306"/>
                  </a:lnTo>
                  <a:lnTo>
                    <a:pt x="0" y="324"/>
                  </a:lnTo>
                  <a:lnTo>
                    <a:pt x="1" y="344"/>
                  </a:lnTo>
                  <a:lnTo>
                    <a:pt x="5" y="384"/>
                  </a:lnTo>
                  <a:lnTo>
                    <a:pt x="11" y="429"/>
                  </a:lnTo>
                  <a:lnTo>
                    <a:pt x="11" y="429"/>
                  </a:lnTo>
                  <a:lnTo>
                    <a:pt x="15" y="446"/>
                  </a:lnTo>
                  <a:lnTo>
                    <a:pt x="21" y="460"/>
                  </a:lnTo>
                  <a:lnTo>
                    <a:pt x="27" y="473"/>
                  </a:lnTo>
                  <a:lnTo>
                    <a:pt x="35" y="485"/>
                  </a:lnTo>
                  <a:lnTo>
                    <a:pt x="44" y="494"/>
                  </a:lnTo>
                  <a:lnTo>
                    <a:pt x="55" y="503"/>
                  </a:lnTo>
                  <a:lnTo>
                    <a:pt x="68" y="511"/>
                  </a:lnTo>
                  <a:lnTo>
                    <a:pt x="83" y="519"/>
                  </a:lnTo>
                  <a:lnTo>
                    <a:pt x="83" y="519"/>
                  </a:lnTo>
                  <a:lnTo>
                    <a:pt x="95" y="523"/>
                  </a:lnTo>
                  <a:lnTo>
                    <a:pt x="109" y="525"/>
                  </a:lnTo>
                  <a:lnTo>
                    <a:pt x="138" y="528"/>
                  </a:lnTo>
                  <a:lnTo>
                    <a:pt x="158" y="529"/>
                  </a:lnTo>
                  <a:lnTo>
                    <a:pt x="158" y="529"/>
                  </a:lnTo>
                  <a:lnTo>
                    <a:pt x="187" y="532"/>
                  </a:lnTo>
                  <a:lnTo>
                    <a:pt x="214" y="533"/>
                  </a:lnTo>
                  <a:lnTo>
                    <a:pt x="214" y="533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46" name="Freeform 558"/>
            <p:cNvSpPr/>
            <p:nvPr>
              <p:custDataLst>
                <p:tags r:id="rId41"/>
              </p:custDataLst>
            </p:nvPr>
          </p:nvSpPr>
          <p:spPr bwMode="auto">
            <a:xfrm>
              <a:off x="2501901" y="1965325"/>
              <a:ext cx="250825" cy="203200"/>
            </a:xfrm>
            <a:custGeom>
              <a:avLst/>
              <a:gdLst/>
              <a:ahLst/>
              <a:cxnLst>
                <a:cxn ang="0">
                  <a:pos x="617" y="510"/>
                </a:cxn>
                <a:cxn ang="0">
                  <a:pos x="633" y="497"/>
                </a:cxn>
                <a:cxn ang="0">
                  <a:pos x="636" y="485"/>
                </a:cxn>
                <a:cxn ang="0">
                  <a:pos x="632" y="473"/>
                </a:cxn>
                <a:cxn ang="0">
                  <a:pos x="586" y="407"/>
                </a:cxn>
                <a:cxn ang="0">
                  <a:pos x="513" y="303"/>
                </a:cxn>
                <a:cxn ang="0">
                  <a:pos x="480" y="267"/>
                </a:cxn>
                <a:cxn ang="0">
                  <a:pos x="412" y="191"/>
                </a:cxn>
                <a:cxn ang="0">
                  <a:pos x="365" y="133"/>
                </a:cxn>
                <a:cxn ang="0">
                  <a:pos x="330" y="90"/>
                </a:cxn>
                <a:cxn ang="0">
                  <a:pos x="292" y="52"/>
                </a:cxn>
                <a:cxn ang="0">
                  <a:pos x="255" y="30"/>
                </a:cxn>
                <a:cxn ang="0">
                  <a:pos x="195" y="8"/>
                </a:cxn>
                <a:cxn ang="0">
                  <a:pos x="132" y="0"/>
                </a:cxn>
                <a:cxn ang="0">
                  <a:pos x="92" y="4"/>
                </a:cxn>
                <a:cxn ang="0">
                  <a:pos x="55" y="14"/>
                </a:cxn>
                <a:cxn ang="0">
                  <a:pos x="26" y="36"/>
                </a:cxn>
                <a:cxn ang="0">
                  <a:pos x="9" y="68"/>
                </a:cxn>
                <a:cxn ang="0">
                  <a:pos x="0" y="118"/>
                </a:cxn>
                <a:cxn ang="0">
                  <a:pos x="3" y="195"/>
                </a:cxn>
                <a:cxn ang="0">
                  <a:pos x="5" y="240"/>
                </a:cxn>
                <a:cxn ang="0">
                  <a:pos x="8" y="251"/>
                </a:cxn>
                <a:cxn ang="0">
                  <a:pos x="17" y="261"/>
                </a:cxn>
                <a:cxn ang="0">
                  <a:pos x="31" y="264"/>
                </a:cxn>
                <a:cxn ang="0">
                  <a:pos x="41" y="263"/>
                </a:cxn>
                <a:cxn ang="0">
                  <a:pos x="51" y="255"/>
                </a:cxn>
                <a:cxn ang="0">
                  <a:pos x="56" y="240"/>
                </a:cxn>
                <a:cxn ang="0">
                  <a:pos x="54" y="196"/>
                </a:cxn>
                <a:cxn ang="0">
                  <a:pos x="50" y="148"/>
                </a:cxn>
                <a:cxn ang="0">
                  <a:pos x="55" y="102"/>
                </a:cxn>
                <a:cxn ang="0">
                  <a:pos x="67" y="76"/>
                </a:cxn>
                <a:cxn ang="0">
                  <a:pos x="89" y="57"/>
                </a:cxn>
                <a:cxn ang="0">
                  <a:pos x="113" y="52"/>
                </a:cxn>
                <a:cxn ang="0">
                  <a:pos x="145" y="52"/>
                </a:cxn>
                <a:cxn ang="0">
                  <a:pos x="186" y="57"/>
                </a:cxn>
                <a:cxn ang="0">
                  <a:pos x="235" y="76"/>
                </a:cxn>
                <a:cxn ang="0">
                  <a:pos x="263" y="95"/>
                </a:cxn>
                <a:cxn ang="0">
                  <a:pos x="300" y="137"/>
                </a:cxn>
                <a:cxn ang="0">
                  <a:pos x="315" y="157"/>
                </a:cxn>
                <a:cxn ang="0">
                  <a:pos x="411" y="264"/>
                </a:cxn>
                <a:cxn ang="0">
                  <a:pos x="489" y="353"/>
                </a:cxn>
                <a:cxn ang="0">
                  <a:pos x="546" y="435"/>
                </a:cxn>
                <a:cxn ang="0">
                  <a:pos x="589" y="501"/>
                </a:cxn>
                <a:cxn ang="0">
                  <a:pos x="598" y="509"/>
                </a:cxn>
                <a:cxn ang="0">
                  <a:pos x="610" y="511"/>
                </a:cxn>
              </a:cxnLst>
              <a:rect l="0" t="0" r="r" b="b"/>
              <a:pathLst>
                <a:path w="636" h="511">
                  <a:moveTo>
                    <a:pt x="610" y="511"/>
                  </a:moveTo>
                  <a:lnTo>
                    <a:pt x="610" y="511"/>
                  </a:lnTo>
                  <a:lnTo>
                    <a:pt x="617" y="510"/>
                  </a:lnTo>
                  <a:lnTo>
                    <a:pt x="624" y="507"/>
                  </a:lnTo>
                  <a:lnTo>
                    <a:pt x="629" y="503"/>
                  </a:lnTo>
                  <a:lnTo>
                    <a:pt x="633" y="497"/>
                  </a:lnTo>
                  <a:lnTo>
                    <a:pt x="633" y="497"/>
                  </a:lnTo>
                  <a:lnTo>
                    <a:pt x="636" y="492"/>
                  </a:lnTo>
                  <a:lnTo>
                    <a:pt x="636" y="485"/>
                  </a:lnTo>
                  <a:lnTo>
                    <a:pt x="634" y="480"/>
                  </a:lnTo>
                  <a:lnTo>
                    <a:pt x="632" y="473"/>
                  </a:lnTo>
                  <a:lnTo>
                    <a:pt x="632" y="473"/>
                  </a:lnTo>
                  <a:lnTo>
                    <a:pt x="608" y="439"/>
                  </a:lnTo>
                  <a:lnTo>
                    <a:pt x="586" y="407"/>
                  </a:lnTo>
                  <a:lnTo>
                    <a:pt x="586" y="407"/>
                  </a:lnTo>
                  <a:lnTo>
                    <a:pt x="563" y="373"/>
                  </a:lnTo>
                  <a:lnTo>
                    <a:pt x="539" y="337"/>
                  </a:lnTo>
                  <a:lnTo>
                    <a:pt x="513" y="303"/>
                  </a:lnTo>
                  <a:lnTo>
                    <a:pt x="500" y="288"/>
                  </a:lnTo>
                  <a:lnTo>
                    <a:pt x="485" y="272"/>
                  </a:lnTo>
                  <a:lnTo>
                    <a:pt x="480" y="267"/>
                  </a:lnTo>
                  <a:lnTo>
                    <a:pt x="480" y="267"/>
                  </a:lnTo>
                  <a:lnTo>
                    <a:pt x="434" y="217"/>
                  </a:lnTo>
                  <a:lnTo>
                    <a:pt x="412" y="191"/>
                  </a:lnTo>
                  <a:lnTo>
                    <a:pt x="390" y="165"/>
                  </a:lnTo>
                  <a:lnTo>
                    <a:pt x="390" y="165"/>
                  </a:lnTo>
                  <a:lnTo>
                    <a:pt x="365" y="133"/>
                  </a:lnTo>
                  <a:lnTo>
                    <a:pt x="365" y="133"/>
                  </a:lnTo>
                  <a:lnTo>
                    <a:pt x="348" y="111"/>
                  </a:lnTo>
                  <a:lnTo>
                    <a:pt x="330" y="90"/>
                  </a:lnTo>
                  <a:lnTo>
                    <a:pt x="311" y="69"/>
                  </a:lnTo>
                  <a:lnTo>
                    <a:pt x="301" y="61"/>
                  </a:lnTo>
                  <a:lnTo>
                    <a:pt x="292" y="52"/>
                  </a:lnTo>
                  <a:lnTo>
                    <a:pt x="292" y="52"/>
                  </a:lnTo>
                  <a:lnTo>
                    <a:pt x="273" y="40"/>
                  </a:lnTo>
                  <a:lnTo>
                    <a:pt x="255" y="30"/>
                  </a:lnTo>
                  <a:lnTo>
                    <a:pt x="235" y="21"/>
                  </a:lnTo>
                  <a:lnTo>
                    <a:pt x="216" y="13"/>
                  </a:lnTo>
                  <a:lnTo>
                    <a:pt x="195" y="8"/>
                  </a:lnTo>
                  <a:lnTo>
                    <a:pt x="174" y="2"/>
                  </a:lnTo>
                  <a:lnTo>
                    <a:pt x="153" y="0"/>
                  </a:lnTo>
                  <a:lnTo>
                    <a:pt x="132" y="0"/>
                  </a:lnTo>
                  <a:lnTo>
                    <a:pt x="132" y="0"/>
                  </a:lnTo>
                  <a:lnTo>
                    <a:pt x="111" y="0"/>
                  </a:lnTo>
                  <a:lnTo>
                    <a:pt x="92" y="4"/>
                  </a:lnTo>
                  <a:lnTo>
                    <a:pt x="73" y="8"/>
                  </a:lnTo>
                  <a:lnTo>
                    <a:pt x="55" y="14"/>
                  </a:lnTo>
                  <a:lnTo>
                    <a:pt x="55" y="14"/>
                  </a:lnTo>
                  <a:lnTo>
                    <a:pt x="43" y="21"/>
                  </a:lnTo>
                  <a:lnTo>
                    <a:pt x="34" y="29"/>
                  </a:lnTo>
                  <a:lnTo>
                    <a:pt x="26" y="36"/>
                  </a:lnTo>
                  <a:lnTo>
                    <a:pt x="18" y="46"/>
                  </a:lnTo>
                  <a:lnTo>
                    <a:pt x="13" y="56"/>
                  </a:lnTo>
                  <a:lnTo>
                    <a:pt x="9" y="68"/>
                  </a:lnTo>
                  <a:lnTo>
                    <a:pt x="5" y="80"/>
                  </a:lnTo>
                  <a:lnTo>
                    <a:pt x="3" y="91"/>
                  </a:lnTo>
                  <a:lnTo>
                    <a:pt x="0" y="118"/>
                  </a:lnTo>
                  <a:lnTo>
                    <a:pt x="0" y="144"/>
                  </a:lnTo>
                  <a:lnTo>
                    <a:pt x="1" y="170"/>
                  </a:lnTo>
                  <a:lnTo>
                    <a:pt x="3" y="195"/>
                  </a:lnTo>
                  <a:lnTo>
                    <a:pt x="3" y="195"/>
                  </a:lnTo>
                  <a:lnTo>
                    <a:pt x="5" y="220"/>
                  </a:lnTo>
                  <a:lnTo>
                    <a:pt x="5" y="240"/>
                  </a:lnTo>
                  <a:lnTo>
                    <a:pt x="5" y="240"/>
                  </a:lnTo>
                  <a:lnTo>
                    <a:pt x="7" y="246"/>
                  </a:lnTo>
                  <a:lnTo>
                    <a:pt x="8" y="251"/>
                  </a:lnTo>
                  <a:lnTo>
                    <a:pt x="11" y="255"/>
                  </a:lnTo>
                  <a:lnTo>
                    <a:pt x="13" y="259"/>
                  </a:lnTo>
                  <a:lnTo>
                    <a:pt x="17" y="261"/>
                  </a:lnTo>
                  <a:lnTo>
                    <a:pt x="22" y="263"/>
                  </a:lnTo>
                  <a:lnTo>
                    <a:pt x="26" y="264"/>
                  </a:lnTo>
                  <a:lnTo>
                    <a:pt x="31" y="264"/>
                  </a:lnTo>
                  <a:lnTo>
                    <a:pt x="31" y="264"/>
                  </a:lnTo>
                  <a:lnTo>
                    <a:pt x="35" y="264"/>
                  </a:lnTo>
                  <a:lnTo>
                    <a:pt x="41" y="263"/>
                  </a:lnTo>
                  <a:lnTo>
                    <a:pt x="45" y="261"/>
                  </a:lnTo>
                  <a:lnTo>
                    <a:pt x="48" y="259"/>
                  </a:lnTo>
                  <a:lnTo>
                    <a:pt x="51" y="255"/>
                  </a:lnTo>
                  <a:lnTo>
                    <a:pt x="54" y="251"/>
                  </a:lnTo>
                  <a:lnTo>
                    <a:pt x="55" y="246"/>
                  </a:lnTo>
                  <a:lnTo>
                    <a:pt x="56" y="240"/>
                  </a:lnTo>
                  <a:lnTo>
                    <a:pt x="56" y="240"/>
                  </a:lnTo>
                  <a:lnTo>
                    <a:pt x="55" y="220"/>
                  </a:lnTo>
                  <a:lnTo>
                    <a:pt x="54" y="196"/>
                  </a:lnTo>
                  <a:lnTo>
                    <a:pt x="54" y="196"/>
                  </a:lnTo>
                  <a:lnTo>
                    <a:pt x="51" y="171"/>
                  </a:lnTo>
                  <a:lnTo>
                    <a:pt x="50" y="148"/>
                  </a:lnTo>
                  <a:lnTo>
                    <a:pt x="51" y="124"/>
                  </a:lnTo>
                  <a:lnTo>
                    <a:pt x="52" y="112"/>
                  </a:lnTo>
                  <a:lnTo>
                    <a:pt x="55" y="102"/>
                  </a:lnTo>
                  <a:lnTo>
                    <a:pt x="58" y="93"/>
                  </a:lnTo>
                  <a:lnTo>
                    <a:pt x="62" y="84"/>
                  </a:lnTo>
                  <a:lnTo>
                    <a:pt x="67" y="76"/>
                  </a:lnTo>
                  <a:lnTo>
                    <a:pt x="72" y="68"/>
                  </a:lnTo>
                  <a:lnTo>
                    <a:pt x="80" y="63"/>
                  </a:lnTo>
                  <a:lnTo>
                    <a:pt x="89" y="57"/>
                  </a:lnTo>
                  <a:lnTo>
                    <a:pt x="99" y="53"/>
                  </a:lnTo>
                  <a:lnTo>
                    <a:pt x="113" y="52"/>
                  </a:lnTo>
                  <a:lnTo>
                    <a:pt x="113" y="52"/>
                  </a:lnTo>
                  <a:lnTo>
                    <a:pt x="132" y="51"/>
                  </a:lnTo>
                  <a:lnTo>
                    <a:pt x="132" y="51"/>
                  </a:lnTo>
                  <a:lnTo>
                    <a:pt x="145" y="52"/>
                  </a:lnTo>
                  <a:lnTo>
                    <a:pt x="158" y="53"/>
                  </a:lnTo>
                  <a:lnTo>
                    <a:pt x="173" y="55"/>
                  </a:lnTo>
                  <a:lnTo>
                    <a:pt x="186" y="57"/>
                  </a:lnTo>
                  <a:lnTo>
                    <a:pt x="211" y="65"/>
                  </a:lnTo>
                  <a:lnTo>
                    <a:pt x="235" y="76"/>
                  </a:lnTo>
                  <a:lnTo>
                    <a:pt x="235" y="76"/>
                  </a:lnTo>
                  <a:lnTo>
                    <a:pt x="246" y="81"/>
                  </a:lnTo>
                  <a:lnTo>
                    <a:pt x="255" y="87"/>
                  </a:lnTo>
                  <a:lnTo>
                    <a:pt x="263" y="95"/>
                  </a:lnTo>
                  <a:lnTo>
                    <a:pt x="271" y="103"/>
                  </a:lnTo>
                  <a:lnTo>
                    <a:pt x="285" y="120"/>
                  </a:lnTo>
                  <a:lnTo>
                    <a:pt x="300" y="137"/>
                  </a:lnTo>
                  <a:lnTo>
                    <a:pt x="300" y="137"/>
                  </a:lnTo>
                  <a:lnTo>
                    <a:pt x="315" y="157"/>
                  </a:lnTo>
                  <a:lnTo>
                    <a:pt x="315" y="157"/>
                  </a:lnTo>
                  <a:lnTo>
                    <a:pt x="362" y="212"/>
                  </a:lnTo>
                  <a:lnTo>
                    <a:pt x="411" y="264"/>
                  </a:lnTo>
                  <a:lnTo>
                    <a:pt x="411" y="264"/>
                  </a:lnTo>
                  <a:lnTo>
                    <a:pt x="468" y="328"/>
                  </a:lnTo>
                  <a:lnTo>
                    <a:pt x="468" y="328"/>
                  </a:lnTo>
                  <a:lnTo>
                    <a:pt x="489" y="353"/>
                  </a:lnTo>
                  <a:lnTo>
                    <a:pt x="509" y="380"/>
                  </a:lnTo>
                  <a:lnTo>
                    <a:pt x="527" y="408"/>
                  </a:lnTo>
                  <a:lnTo>
                    <a:pt x="546" y="435"/>
                  </a:lnTo>
                  <a:lnTo>
                    <a:pt x="546" y="435"/>
                  </a:lnTo>
                  <a:lnTo>
                    <a:pt x="566" y="468"/>
                  </a:lnTo>
                  <a:lnTo>
                    <a:pt x="589" y="501"/>
                  </a:lnTo>
                  <a:lnTo>
                    <a:pt x="589" y="501"/>
                  </a:lnTo>
                  <a:lnTo>
                    <a:pt x="593" y="505"/>
                  </a:lnTo>
                  <a:lnTo>
                    <a:pt x="598" y="509"/>
                  </a:lnTo>
                  <a:lnTo>
                    <a:pt x="603" y="510"/>
                  </a:lnTo>
                  <a:lnTo>
                    <a:pt x="610" y="511"/>
                  </a:lnTo>
                  <a:lnTo>
                    <a:pt x="610" y="511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47" name="Freeform 559"/>
            <p:cNvSpPr/>
            <p:nvPr>
              <p:custDataLst>
                <p:tags r:id="rId42"/>
              </p:custDataLst>
            </p:nvPr>
          </p:nvSpPr>
          <p:spPr bwMode="auto">
            <a:xfrm>
              <a:off x="2503488" y="2152650"/>
              <a:ext cx="250825" cy="217488"/>
            </a:xfrm>
            <a:custGeom>
              <a:avLst/>
              <a:gdLst/>
              <a:ahLst/>
              <a:cxnLst>
                <a:cxn ang="0">
                  <a:pos x="192" y="545"/>
                </a:cxn>
                <a:cxn ang="0">
                  <a:pos x="248" y="528"/>
                </a:cxn>
                <a:cxn ang="0">
                  <a:pos x="299" y="493"/>
                </a:cxn>
                <a:cxn ang="0">
                  <a:pos x="330" y="456"/>
                </a:cxn>
                <a:cxn ang="0">
                  <a:pos x="374" y="396"/>
                </a:cxn>
                <a:cxn ang="0">
                  <a:pos x="412" y="342"/>
                </a:cxn>
                <a:cxn ang="0">
                  <a:pos x="442" y="302"/>
                </a:cxn>
                <a:cxn ang="0">
                  <a:pos x="464" y="278"/>
                </a:cxn>
                <a:cxn ang="0">
                  <a:pos x="477" y="260"/>
                </a:cxn>
                <a:cxn ang="0">
                  <a:pos x="489" y="236"/>
                </a:cxn>
                <a:cxn ang="0">
                  <a:pos x="521" y="198"/>
                </a:cxn>
                <a:cxn ang="0">
                  <a:pos x="564" y="142"/>
                </a:cxn>
                <a:cxn ang="0">
                  <a:pos x="581" y="123"/>
                </a:cxn>
                <a:cxn ang="0">
                  <a:pos x="599" y="99"/>
                </a:cxn>
                <a:cxn ang="0">
                  <a:pos x="620" y="66"/>
                </a:cxn>
                <a:cxn ang="0">
                  <a:pos x="632" y="26"/>
                </a:cxn>
                <a:cxn ang="0">
                  <a:pos x="630" y="15"/>
                </a:cxn>
                <a:cxn ang="0">
                  <a:pos x="626" y="7"/>
                </a:cxn>
                <a:cxn ang="0">
                  <a:pos x="613" y="1"/>
                </a:cxn>
                <a:cxn ang="0">
                  <a:pos x="599" y="2"/>
                </a:cxn>
                <a:cxn ang="0">
                  <a:pos x="587" y="10"/>
                </a:cxn>
                <a:cxn ang="0">
                  <a:pos x="582" y="23"/>
                </a:cxn>
                <a:cxn ang="0">
                  <a:pos x="575" y="47"/>
                </a:cxn>
                <a:cxn ang="0">
                  <a:pos x="548" y="86"/>
                </a:cxn>
                <a:cxn ang="0">
                  <a:pos x="518" y="117"/>
                </a:cxn>
                <a:cxn ang="0">
                  <a:pos x="488" y="159"/>
                </a:cxn>
                <a:cxn ang="0">
                  <a:pos x="463" y="192"/>
                </a:cxn>
                <a:cxn ang="0">
                  <a:pos x="446" y="210"/>
                </a:cxn>
                <a:cxn ang="0">
                  <a:pos x="426" y="236"/>
                </a:cxn>
                <a:cxn ang="0">
                  <a:pos x="401" y="270"/>
                </a:cxn>
                <a:cxn ang="0">
                  <a:pos x="375" y="302"/>
                </a:cxn>
                <a:cxn ang="0">
                  <a:pos x="339" y="358"/>
                </a:cxn>
                <a:cxn ang="0">
                  <a:pos x="316" y="389"/>
                </a:cxn>
                <a:cxn ang="0">
                  <a:pos x="301" y="417"/>
                </a:cxn>
                <a:cxn ang="0">
                  <a:pos x="289" y="433"/>
                </a:cxn>
                <a:cxn ang="0">
                  <a:pos x="260" y="461"/>
                </a:cxn>
                <a:cxn ang="0">
                  <a:pos x="243" y="477"/>
                </a:cxn>
                <a:cxn ang="0">
                  <a:pos x="212" y="493"/>
                </a:cxn>
                <a:cxn ang="0">
                  <a:pos x="178" y="498"/>
                </a:cxn>
                <a:cxn ang="0">
                  <a:pos x="146" y="493"/>
                </a:cxn>
                <a:cxn ang="0">
                  <a:pos x="116" y="480"/>
                </a:cxn>
                <a:cxn ang="0">
                  <a:pos x="95" y="467"/>
                </a:cxn>
                <a:cxn ang="0">
                  <a:pos x="67" y="439"/>
                </a:cxn>
                <a:cxn ang="0">
                  <a:pos x="61" y="425"/>
                </a:cxn>
                <a:cxn ang="0">
                  <a:pos x="56" y="397"/>
                </a:cxn>
                <a:cxn ang="0">
                  <a:pos x="51" y="371"/>
                </a:cxn>
                <a:cxn ang="0">
                  <a:pos x="51" y="290"/>
                </a:cxn>
                <a:cxn ang="0">
                  <a:pos x="52" y="251"/>
                </a:cxn>
                <a:cxn ang="0">
                  <a:pos x="48" y="236"/>
                </a:cxn>
                <a:cxn ang="0">
                  <a:pos x="42" y="230"/>
                </a:cxn>
                <a:cxn ang="0">
                  <a:pos x="27" y="226"/>
                </a:cxn>
                <a:cxn ang="0">
                  <a:pos x="18" y="227"/>
                </a:cxn>
                <a:cxn ang="0">
                  <a:pos x="6" y="235"/>
                </a:cxn>
                <a:cxn ang="0">
                  <a:pos x="3" y="251"/>
                </a:cxn>
                <a:cxn ang="0">
                  <a:pos x="1" y="286"/>
                </a:cxn>
                <a:cxn ang="0">
                  <a:pos x="3" y="378"/>
                </a:cxn>
                <a:cxn ang="0">
                  <a:pos x="9" y="423"/>
                </a:cxn>
                <a:cxn ang="0">
                  <a:pos x="26" y="465"/>
                </a:cxn>
                <a:cxn ang="0">
                  <a:pos x="54" y="501"/>
                </a:cxn>
                <a:cxn ang="0">
                  <a:pos x="78" y="519"/>
                </a:cxn>
                <a:cxn ang="0">
                  <a:pos x="118" y="537"/>
                </a:cxn>
                <a:cxn ang="0">
                  <a:pos x="159" y="546"/>
                </a:cxn>
              </a:cxnLst>
              <a:rect l="0" t="0" r="r" b="b"/>
              <a:pathLst>
                <a:path w="632" h="546">
                  <a:moveTo>
                    <a:pt x="173" y="546"/>
                  </a:moveTo>
                  <a:lnTo>
                    <a:pt x="173" y="546"/>
                  </a:lnTo>
                  <a:lnTo>
                    <a:pt x="192" y="545"/>
                  </a:lnTo>
                  <a:lnTo>
                    <a:pt x="212" y="542"/>
                  </a:lnTo>
                  <a:lnTo>
                    <a:pt x="231" y="536"/>
                  </a:lnTo>
                  <a:lnTo>
                    <a:pt x="248" y="528"/>
                  </a:lnTo>
                  <a:lnTo>
                    <a:pt x="267" y="519"/>
                  </a:lnTo>
                  <a:lnTo>
                    <a:pt x="284" y="506"/>
                  </a:lnTo>
                  <a:lnTo>
                    <a:pt x="299" y="493"/>
                  </a:lnTo>
                  <a:lnTo>
                    <a:pt x="314" y="476"/>
                  </a:lnTo>
                  <a:lnTo>
                    <a:pt x="314" y="476"/>
                  </a:lnTo>
                  <a:lnTo>
                    <a:pt x="330" y="456"/>
                  </a:lnTo>
                  <a:lnTo>
                    <a:pt x="344" y="436"/>
                  </a:lnTo>
                  <a:lnTo>
                    <a:pt x="374" y="396"/>
                  </a:lnTo>
                  <a:lnTo>
                    <a:pt x="374" y="396"/>
                  </a:lnTo>
                  <a:lnTo>
                    <a:pt x="398" y="363"/>
                  </a:lnTo>
                  <a:lnTo>
                    <a:pt x="398" y="363"/>
                  </a:lnTo>
                  <a:lnTo>
                    <a:pt x="412" y="342"/>
                  </a:lnTo>
                  <a:lnTo>
                    <a:pt x="412" y="342"/>
                  </a:lnTo>
                  <a:lnTo>
                    <a:pt x="432" y="315"/>
                  </a:lnTo>
                  <a:lnTo>
                    <a:pt x="442" y="302"/>
                  </a:lnTo>
                  <a:lnTo>
                    <a:pt x="454" y="289"/>
                  </a:lnTo>
                  <a:lnTo>
                    <a:pt x="454" y="289"/>
                  </a:lnTo>
                  <a:lnTo>
                    <a:pt x="464" y="278"/>
                  </a:lnTo>
                  <a:lnTo>
                    <a:pt x="472" y="268"/>
                  </a:lnTo>
                  <a:lnTo>
                    <a:pt x="472" y="268"/>
                  </a:lnTo>
                  <a:lnTo>
                    <a:pt x="477" y="260"/>
                  </a:lnTo>
                  <a:lnTo>
                    <a:pt x="483" y="249"/>
                  </a:lnTo>
                  <a:lnTo>
                    <a:pt x="483" y="249"/>
                  </a:lnTo>
                  <a:lnTo>
                    <a:pt x="489" y="236"/>
                  </a:lnTo>
                  <a:lnTo>
                    <a:pt x="489" y="236"/>
                  </a:lnTo>
                  <a:lnTo>
                    <a:pt x="505" y="219"/>
                  </a:lnTo>
                  <a:lnTo>
                    <a:pt x="521" y="198"/>
                  </a:lnTo>
                  <a:lnTo>
                    <a:pt x="521" y="198"/>
                  </a:lnTo>
                  <a:lnTo>
                    <a:pt x="541" y="170"/>
                  </a:lnTo>
                  <a:lnTo>
                    <a:pt x="564" y="142"/>
                  </a:lnTo>
                  <a:lnTo>
                    <a:pt x="569" y="136"/>
                  </a:lnTo>
                  <a:lnTo>
                    <a:pt x="569" y="136"/>
                  </a:lnTo>
                  <a:lnTo>
                    <a:pt x="581" y="123"/>
                  </a:lnTo>
                  <a:lnTo>
                    <a:pt x="582" y="120"/>
                  </a:lnTo>
                  <a:lnTo>
                    <a:pt x="582" y="120"/>
                  </a:lnTo>
                  <a:lnTo>
                    <a:pt x="599" y="99"/>
                  </a:lnTo>
                  <a:lnTo>
                    <a:pt x="607" y="89"/>
                  </a:lnTo>
                  <a:lnTo>
                    <a:pt x="615" y="78"/>
                  </a:lnTo>
                  <a:lnTo>
                    <a:pt x="620" y="66"/>
                  </a:lnTo>
                  <a:lnTo>
                    <a:pt x="625" y="53"/>
                  </a:lnTo>
                  <a:lnTo>
                    <a:pt x="629" y="40"/>
                  </a:lnTo>
                  <a:lnTo>
                    <a:pt x="632" y="26"/>
                  </a:lnTo>
                  <a:lnTo>
                    <a:pt x="632" y="26"/>
                  </a:lnTo>
                  <a:lnTo>
                    <a:pt x="632" y="21"/>
                  </a:lnTo>
                  <a:lnTo>
                    <a:pt x="630" y="15"/>
                  </a:lnTo>
                  <a:lnTo>
                    <a:pt x="629" y="11"/>
                  </a:lnTo>
                  <a:lnTo>
                    <a:pt x="626" y="7"/>
                  </a:lnTo>
                  <a:lnTo>
                    <a:pt x="626" y="7"/>
                  </a:lnTo>
                  <a:lnTo>
                    <a:pt x="623" y="5"/>
                  </a:lnTo>
                  <a:lnTo>
                    <a:pt x="617" y="2"/>
                  </a:lnTo>
                  <a:lnTo>
                    <a:pt x="613" y="1"/>
                  </a:lnTo>
                  <a:lnTo>
                    <a:pt x="608" y="0"/>
                  </a:lnTo>
                  <a:lnTo>
                    <a:pt x="608" y="0"/>
                  </a:lnTo>
                  <a:lnTo>
                    <a:pt x="599" y="2"/>
                  </a:lnTo>
                  <a:lnTo>
                    <a:pt x="595" y="4"/>
                  </a:lnTo>
                  <a:lnTo>
                    <a:pt x="591" y="6"/>
                  </a:lnTo>
                  <a:lnTo>
                    <a:pt x="587" y="10"/>
                  </a:lnTo>
                  <a:lnTo>
                    <a:pt x="585" y="14"/>
                  </a:lnTo>
                  <a:lnTo>
                    <a:pt x="582" y="18"/>
                  </a:lnTo>
                  <a:lnTo>
                    <a:pt x="582" y="23"/>
                  </a:lnTo>
                  <a:lnTo>
                    <a:pt x="582" y="23"/>
                  </a:lnTo>
                  <a:lnTo>
                    <a:pt x="579" y="35"/>
                  </a:lnTo>
                  <a:lnTo>
                    <a:pt x="575" y="47"/>
                  </a:lnTo>
                  <a:lnTo>
                    <a:pt x="570" y="57"/>
                  </a:lnTo>
                  <a:lnTo>
                    <a:pt x="564" y="68"/>
                  </a:lnTo>
                  <a:lnTo>
                    <a:pt x="548" y="86"/>
                  </a:lnTo>
                  <a:lnTo>
                    <a:pt x="531" y="104"/>
                  </a:lnTo>
                  <a:lnTo>
                    <a:pt x="531" y="104"/>
                  </a:lnTo>
                  <a:lnTo>
                    <a:pt x="518" y="117"/>
                  </a:lnTo>
                  <a:lnTo>
                    <a:pt x="518" y="117"/>
                  </a:lnTo>
                  <a:lnTo>
                    <a:pt x="502" y="138"/>
                  </a:lnTo>
                  <a:lnTo>
                    <a:pt x="488" y="159"/>
                  </a:lnTo>
                  <a:lnTo>
                    <a:pt x="488" y="159"/>
                  </a:lnTo>
                  <a:lnTo>
                    <a:pt x="471" y="181"/>
                  </a:lnTo>
                  <a:lnTo>
                    <a:pt x="463" y="192"/>
                  </a:lnTo>
                  <a:lnTo>
                    <a:pt x="454" y="201"/>
                  </a:lnTo>
                  <a:lnTo>
                    <a:pt x="454" y="201"/>
                  </a:lnTo>
                  <a:lnTo>
                    <a:pt x="446" y="210"/>
                  </a:lnTo>
                  <a:lnTo>
                    <a:pt x="439" y="218"/>
                  </a:lnTo>
                  <a:lnTo>
                    <a:pt x="426" y="236"/>
                  </a:lnTo>
                  <a:lnTo>
                    <a:pt x="426" y="236"/>
                  </a:lnTo>
                  <a:lnTo>
                    <a:pt x="415" y="255"/>
                  </a:lnTo>
                  <a:lnTo>
                    <a:pt x="408" y="262"/>
                  </a:lnTo>
                  <a:lnTo>
                    <a:pt x="401" y="270"/>
                  </a:lnTo>
                  <a:lnTo>
                    <a:pt x="401" y="270"/>
                  </a:lnTo>
                  <a:lnTo>
                    <a:pt x="388" y="286"/>
                  </a:lnTo>
                  <a:lnTo>
                    <a:pt x="375" y="302"/>
                  </a:lnTo>
                  <a:lnTo>
                    <a:pt x="353" y="336"/>
                  </a:lnTo>
                  <a:lnTo>
                    <a:pt x="353" y="336"/>
                  </a:lnTo>
                  <a:lnTo>
                    <a:pt x="339" y="358"/>
                  </a:lnTo>
                  <a:lnTo>
                    <a:pt x="324" y="378"/>
                  </a:lnTo>
                  <a:lnTo>
                    <a:pt x="324" y="378"/>
                  </a:lnTo>
                  <a:lnTo>
                    <a:pt x="316" y="389"/>
                  </a:lnTo>
                  <a:lnTo>
                    <a:pt x="310" y="401"/>
                  </a:lnTo>
                  <a:lnTo>
                    <a:pt x="310" y="401"/>
                  </a:lnTo>
                  <a:lnTo>
                    <a:pt x="301" y="417"/>
                  </a:lnTo>
                  <a:lnTo>
                    <a:pt x="301" y="417"/>
                  </a:lnTo>
                  <a:lnTo>
                    <a:pt x="296" y="425"/>
                  </a:lnTo>
                  <a:lnTo>
                    <a:pt x="289" y="433"/>
                  </a:lnTo>
                  <a:lnTo>
                    <a:pt x="275" y="447"/>
                  </a:lnTo>
                  <a:lnTo>
                    <a:pt x="275" y="447"/>
                  </a:lnTo>
                  <a:lnTo>
                    <a:pt x="260" y="461"/>
                  </a:lnTo>
                  <a:lnTo>
                    <a:pt x="260" y="461"/>
                  </a:lnTo>
                  <a:lnTo>
                    <a:pt x="252" y="469"/>
                  </a:lnTo>
                  <a:lnTo>
                    <a:pt x="243" y="477"/>
                  </a:lnTo>
                  <a:lnTo>
                    <a:pt x="233" y="484"/>
                  </a:lnTo>
                  <a:lnTo>
                    <a:pt x="222" y="487"/>
                  </a:lnTo>
                  <a:lnTo>
                    <a:pt x="212" y="493"/>
                  </a:lnTo>
                  <a:lnTo>
                    <a:pt x="200" y="495"/>
                  </a:lnTo>
                  <a:lnTo>
                    <a:pt x="190" y="497"/>
                  </a:lnTo>
                  <a:lnTo>
                    <a:pt x="178" y="498"/>
                  </a:lnTo>
                  <a:lnTo>
                    <a:pt x="178" y="498"/>
                  </a:lnTo>
                  <a:lnTo>
                    <a:pt x="162" y="497"/>
                  </a:lnTo>
                  <a:lnTo>
                    <a:pt x="146" y="493"/>
                  </a:lnTo>
                  <a:lnTo>
                    <a:pt x="131" y="487"/>
                  </a:lnTo>
                  <a:lnTo>
                    <a:pt x="116" y="480"/>
                  </a:lnTo>
                  <a:lnTo>
                    <a:pt x="116" y="480"/>
                  </a:lnTo>
                  <a:lnTo>
                    <a:pt x="107" y="474"/>
                  </a:lnTo>
                  <a:lnTo>
                    <a:pt x="107" y="474"/>
                  </a:lnTo>
                  <a:lnTo>
                    <a:pt x="95" y="467"/>
                  </a:lnTo>
                  <a:lnTo>
                    <a:pt x="85" y="460"/>
                  </a:lnTo>
                  <a:lnTo>
                    <a:pt x="76" y="451"/>
                  </a:lnTo>
                  <a:lnTo>
                    <a:pt x="67" y="439"/>
                  </a:lnTo>
                  <a:lnTo>
                    <a:pt x="67" y="439"/>
                  </a:lnTo>
                  <a:lnTo>
                    <a:pt x="64" y="433"/>
                  </a:lnTo>
                  <a:lnTo>
                    <a:pt x="61" y="425"/>
                  </a:lnTo>
                  <a:lnTo>
                    <a:pt x="57" y="408"/>
                  </a:lnTo>
                  <a:lnTo>
                    <a:pt x="57" y="408"/>
                  </a:lnTo>
                  <a:lnTo>
                    <a:pt x="56" y="397"/>
                  </a:lnTo>
                  <a:lnTo>
                    <a:pt x="56" y="397"/>
                  </a:lnTo>
                  <a:lnTo>
                    <a:pt x="52" y="384"/>
                  </a:lnTo>
                  <a:lnTo>
                    <a:pt x="51" y="371"/>
                  </a:lnTo>
                  <a:lnTo>
                    <a:pt x="50" y="345"/>
                  </a:lnTo>
                  <a:lnTo>
                    <a:pt x="50" y="317"/>
                  </a:lnTo>
                  <a:lnTo>
                    <a:pt x="51" y="290"/>
                  </a:lnTo>
                  <a:lnTo>
                    <a:pt x="51" y="290"/>
                  </a:lnTo>
                  <a:lnTo>
                    <a:pt x="52" y="251"/>
                  </a:lnTo>
                  <a:lnTo>
                    <a:pt x="52" y="251"/>
                  </a:lnTo>
                  <a:lnTo>
                    <a:pt x="52" y="245"/>
                  </a:lnTo>
                  <a:lnTo>
                    <a:pt x="51" y="240"/>
                  </a:lnTo>
                  <a:lnTo>
                    <a:pt x="48" y="236"/>
                  </a:lnTo>
                  <a:lnTo>
                    <a:pt x="46" y="232"/>
                  </a:lnTo>
                  <a:lnTo>
                    <a:pt x="46" y="232"/>
                  </a:lnTo>
                  <a:lnTo>
                    <a:pt x="42" y="230"/>
                  </a:lnTo>
                  <a:lnTo>
                    <a:pt x="38" y="227"/>
                  </a:lnTo>
                  <a:lnTo>
                    <a:pt x="33" y="226"/>
                  </a:lnTo>
                  <a:lnTo>
                    <a:pt x="27" y="226"/>
                  </a:lnTo>
                  <a:lnTo>
                    <a:pt x="27" y="226"/>
                  </a:lnTo>
                  <a:lnTo>
                    <a:pt x="22" y="226"/>
                  </a:lnTo>
                  <a:lnTo>
                    <a:pt x="18" y="227"/>
                  </a:lnTo>
                  <a:lnTo>
                    <a:pt x="14" y="230"/>
                  </a:lnTo>
                  <a:lnTo>
                    <a:pt x="10" y="232"/>
                  </a:lnTo>
                  <a:lnTo>
                    <a:pt x="6" y="235"/>
                  </a:lnTo>
                  <a:lnTo>
                    <a:pt x="4" y="239"/>
                  </a:lnTo>
                  <a:lnTo>
                    <a:pt x="3" y="244"/>
                  </a:lnTo>
                  <a:lnTo>
                    <a:pt x="3" y="251"/>
                  </a:lnTo>
                  <a:lnTo>
                    <a:pt x="3" y="251"/>
                  </a:lnTo>
                  <a:lnTo>
                    <a:pt x="1" y="286"/>
                  </a:lnTo>
                  <a:lnTo>
                    <a:pt x="1" y="286"/>
                  </a:lnTo>
                  <a:lnTo>
                    <a:pt x="0" y="316"/>
                  </a:lnTo>
                  <a:lnTo>
                    <a:pt x="0" y="346"/>
                  </a:lnTo>
                  <a:lnTo>
                    <a:pt x="3" y="378"/>
                  </a:lnTo>
                  <a:lnTo>
                    <a:pt x="4" y="393"/>
                  </a:lnTo>
                  <a:lnTo>
                    <a:pt x="6" y="409"/>
                  </a:lnTo>
                  <a:lnTo>
                    <a:pt x="9" y="423"/>
                  </a:lnTo>
                  <a:lnTo>
                    <a:pt x="14" y="438"/>
                  </a:lnTo>
                  <a:lnTo>
                    <a:pt x="20" y="452"/>
                  </a:lnTo>
                  <a:lnTo>
                    <a:pt x="26" y="465"/>
                  </a:lnTo>
                  <a:lnTo>
                    <a:pt x="34" y="478"/>
                  </a:lnTo>
                  <a:lnTo>
                    <a:pt x="43" y="490"/>
                  </a:lnTo>
                  <a:lnTo>
                    <a:pt x="54" y="501"/>
                  </a:lnTo>
                  <a:lnTo>
                    <a:pt x="65" y="511"/>
                  </a:lnTo>
                  <a:lnTo>
                    <a:pt x="65" y="511"/>
                  </a:lnTo>
                  <a:lnTo>
                    <a:pt x="78" y="519"/>
                  </a:lnTo>
                  <a:lnTo>
                    <a:pt x="91" y="527"/>
                  </a:lnTo>
                  <a:lnTo>
                    <a:pt x="105" y="532"/>
                  </a:lnTo>
                  <a:lnTo>
                    <a:pt x="118" y="537"/>
                  </a:lnTo>
                  <a:lnTo>
                    <a:pt x="132" y="541"/>
                  </a:lnTo>
                  <a:lnTo>
                    <a:pt x="145" y="544"/>
                  </a:lnTo>
                  <a:lnTo>
                    <a:pt x="159" y="546"/>
                  </a:lnTo>
                  <a:lnTo>
                    <a:pt x="173" y="546"/>
                  </a:lnTo>
                  <a:lnTo>
                    <a:pt x="173" y="546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</p:grp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998720" cy="902335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4998085" cy="48685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1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4626610" cy="7213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Traversing Binary Trees</a:t>
            </a:r>
          </a:p>
        </p:txBody>
      </p:sp>
      <p:sp>
        <p:nvSpPr>
          <p:cNvPr id="12" name="日期占位符 3"/>
          <p:cNvSpPr>
            <a:spLocks noGrp="1"/>
          </p:cNvSpPr>
          <p:nvPr>
            <p:ph type="dt" sz="quarter" idx="10"/>
            <p:custDataLst>
              <p:tags r:id="rId4"/>
            </p:custDataLst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23/09/11</a:t>
            </a:r>
          </a:p>
        </p:txBody>
      </p:sp>
      <p:pic>
        <p:nvPicPr>
          <p:cNvPr id="13" name="图片 12" descr="华工标志（透明版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048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Trees and Binary trees – Lecture 4-1</a:t>
            </a:r>
          </a:p>
        </p:txBody>
      </p:sp>
      <p:sp>
        <p:nvSpPr>
          <p:cNvPr id="2048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AC47542-928C-4E26-BFAD-9DBD6174F32A}" type="slidenum">
              <a:rPr lang="en-US" altLang="zh-CN" sz="790"/>
              <a:pPr/>
              <a:t>18</a:t>
            </a:fld>
            <a:endParaRPr lang="en-US" altLang="zh-CN" sz="790"/>
          </a:p>
        </p:txBody>
      </p:sp>
      <p:sp>
        <p:nvSpPr>
          <p:cNvPr id="20486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346710" y="1613535"/>
            <a:ext cx="5092700" cy="4351020"/>
          </a:xfrm>
        </p:spPr>
        <p:txBody>
          <a:bodyPr>
            <a:no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Preorder</a:t>
            </a:r>
            <a:r>
              <a:rPr lang="en-US" altLang="zh-CN" sz="2000" dirty="0">
                <a:ea typeface="宋体" panose="02010600030101010101" pitchFamily="2" charset="-122"/>
              </a:rPr>
              <a:t>: Node, then Children (starting </a:t>
            </a:r>
            <a:br>
              <a:rPr lang="en-US" altLang="zh-CN" sz="2000" dirty="0">
                <a:ea typeface="宋体" panose="02010600030101010101" pitchFamily="2" charset="-122"/>
              </a:rPr>
            </a:br>
            <a:r>
              <a:rPr lang="en-US" altLang="zh-CN" sz="2000" dirty="0">
                <a:ea typeface="宋体" panose="02010600030101010101" pitchFamily="2" charset="-122"/>
              </a:rPr>
              <a:t>with the left) recursively </a:t>
            </a:r>
          </a:p>
          <a:p>
            <a:pPr lvl="1"/>
            <a:r>
              <a:rPr lang="en-US" altLang="zh-CN" sz="2800" dirty="0">
                <a:ea typeface="宋体" panose="02010600030101010101" pitchFamily="2" charset="-122"/>
              </a:rPr>
              <a:t>+ * + A B C D</a:t>
            </a:r>
            <a:endParaRPr lang="en-US" altLang="zh-CN" sz="20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r>
              <a:rPr lang="en-US" altLang="zh-CN" sz="2000" dirty="0" err="1">
                <a:solidFill>
                  <a:srgbClr val="FF0000"/>
                </a:solidFill>
                <a:ea typeface="宋体" panose="02010600030101010101" pitchFamily="2" charset="-122"/>
              </a:rPr>
              <a:t>Inorder</a:t>
            </a:r>
            <a:r>
              <a:rPr lang="en-US" altLang="zh-CN" sz="2000" dirty="0">
                <a:ea typeface="宋体" panose="02010600030101010101" pitchFamily="2" charset="-122"/>
              </a:rPr>
              <a:t>: Left child recursively, Node, </a:t>
            </a:r>
            <a:br>
              <a:rPr lang="en-US" altLang="zh-CN" sz="2000" dirty="0">
                <a:ea typeface="宋体" panose="02010600030101010101" pitchFamily="2" charset="-122"/>
              </a:rPr>
            </a:br>
            <a:r>
              <a:rPr lang="en-US" altLang="zh-CN" sz="2000" dirty="0">
                <a:ea typeface="宋体" panose="02010600030101010101" pitchFamily="2" charset="-122"/>
              </a:rPr>
              <a:t>Right child recursively</a:t>
            </a:r>
          </a:p>
          <a:p>
            <a:pPr lvl="1"/>
            <a:r>
              <a:rPr lang="en-US" altLang="zh-CN" sz="1800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A + B * C + D</a:t>
            </a:r>
          </a:p>
          <a:p>
            <a:r>
              <a:rPr lang="en-US" altLang="zh-CN" sz="2000" dirty="0" err="1">
                <a:solidFill>
                  <a:srgbClr val="FF0000"/>
                </a:solidFill>
                <a:ea typeface="宋体" panose="02010600030101010101" pitchFamily="2" charset="-122"/>
              </a:rPr>
              <a:t>Postorder</a:t>
            </a:r>
            <a:r>
              <a:rPr lang="en-US" altLang="zh-CN" sz="2000" dirty="0">
                <a:ea typeface="宋体" panose="02010600030101010101" pitchFamily="2" charset="-122"/>
              </a:rPr>
              <a:t>: Children recursively, then Node</a:t>
            </a:r>
          </a:p>
          <a:p>
            <a:pPr lvl="1"/>
            <a:r>
              <a:rPr lang="en-US" altLang="zh-CN" sz="2800" dirty="0">
                <a:ea typeface="宋体" panose="02010600030101010101" pitchFamily="2" charset="-122"/>
              </a:rPr>
              <a:t>A B + C * D +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5350510" y="2087880"/>
            <a:ext cx="3609340" cy="3350260"/>
            <a:chOff x="3945934" y="2987824"/>
            <a:chExt cx="2238170" cy="2077284"/>
          </a:xfrm>
        </p:grpSpPr>
        <p:grpSp>
          <p:nvGrpSpPr>
            <p:cNvPr id="5" name="组合 4"/>
            <p:cNvGrpSpPr/>
            <p:nvPr/>
          </p:nvGrpSpPr>
          <p:grpSpPr>
            <a:xfrm>
              <a:off x="3945934" y="4663325"/>
              <a:ext cx="398814" cy="401176"/>
              <a:chOff x="4437112" y="4859980"/>
              <a:chExt cx="398814" cy="401176"/>
            </a:xfrm>
          </p:grpSpPr>
          <p:sp>
            <p:nvSpPr>
              <p:cNvPr id="20487" name="Oval 1029"/>
              <p:cNvSpPr>
                <a:spLocks noChangeArrowheads="1"/>
              </p:cNvSpPr>
              <p:nvPr/>
            </p:nvSpPr>
            <p:spPr bwMode="auto">
              <a:xfrm>
                <a:off x="4437112" y="4859980"/>
                <a:ext cx="398814" cy="401176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endParaRPr lang="zh-CN" altLang="en-US" sz="2400">
                  <a:ea typeface="宋体" panose="02010600030101010101" pitchFamily="2" charset="-122"/>
                </a:endParaRPr>
              </a:p>
            </p:txBody>
          </p:sp>
          <p:sp>
            <p:nvSpPr>
              <p:cNvPr id="20491" name="Text Box 1038"/>
              <p:cNvSpPr txBox="1">
                <a:spLocks noChangeArrowheads="1"/>
              </p:cNvSpPr>
              <p:nvPr/>
            </p:nvSpPr>
            <p:spPr bwMode="auto">
              <a:xfrm>
                <a:off x="4464947" y="4859980"/>
                <a:ext cx="353117" cy="3236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zh-CN" sz="28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</a:p>
            </p:txBody>
          </p:sp>
        </p:grpSp>
        <p:grpSp>
          <p:nvGrpSpPr>
            <p:cNvPr id="3" name="组合 2"/>
            <p:cNvGrpSpPr/>
            <p:nvPr/>
          </p:nvGrpSpPr>
          <p:grpSpPr>
            <a:xfrm>
              <a:off x="4869160" y="3557393"/>
              <a:ext cx="398814" cy="401176"/>
              <a:chOff x="5101801" y="3589588"/>
              <a:chExt cx="398814" cy="401176"/>
            </a:xfrm>
          </p:grpSpPr>
          <p:sp>
            <p:nvSpPr>
              <p:cNvPr id="20488" name="Oval 1030"/>
              <p:cNvSpPr>
                <a:spLocks noChangeArrowheads="1"/>
              </p:cNvSpPr>
              <p:nvPr/>
            </p:nvSpPr>
            <p:spPr bwMode="auto">
              <a:xfrm>
                <a:off x="5101801" y="3589588"/>
                <a:ext cx="398814" cy="401176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endParaRPr lang="zh-CN" altLang="en-US" sz="2400">
                  <a:ea typeface="宋体" panose="02010600030101010101" pitchFamily="2" charset="-122"/>
                </a:endParaRPr>
              </a:p>
            </p:txBody>
          </p:sp>
          <p:sp>
            <p:nvSpPr>
              <p:cNvPr id="20492" name="Text Box 1039"/>
              <p:cNvSpPr txBox="1">
                <a:spLocks noChangeArrowheads="1"/>
              </p:cNvSpPr>
              <p:nvPr/>
            </p:nvSpPr>
            <p:spPr bwMode="auto">
              <a:xfrm>
                <a:off x="5117335" y="3650012"/>
                <a:ext cx="353117" cy="3236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zh-CN" sz="28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*</a:t>
                </a: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4847359" y="4663932"/>
              <a:ext cx="398814" cy="401176"/>
              <a:chOff x="5101801" y="4859980"/>
              <a:chExt cx="398814" cy="401176"/>
            </a:xfrm>
          </p:grpSpPr>
          <p:sp>
            <p:nvSpPr>
              <p:cNvPr id="20489" name="Oval 1031"/>
              <p:cNvSpPr>
                <a:spLocks noChangeArrowheads="1"/>
              </p:cNvSpPr>
              <p:nvPr/>
            </p:nvSpPr>
            <p:spPr bwMode="auto">
              <a:xfrm>
                <a:off x="5101801" y="4859980"/>
                <a:ext cx="398814" cy="401176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endParaRPr lang="zh-CN" altLang="en-US" sz="2400">
                  <a:ea typeface="宋体" panose="02010600030101010101" pitchFamily="2" charset="-122"/>
                </a:endParaRPr>
              </a:p>
            </p:txBody>
          </p:sp>
          <p:sp>
            <p:nvSpPr>
              <p:cNvPr id="20493" name="Text Box 1040"/>
              <p:cNvSpPr txBox="1">
                <a:spLocks noChangeArrowheads="1"/>
              </p:cNvSpPr>
              <p:nvPr/>
            </p:nvSpPr>
            <p:spPr bwMode="auto">
              <a:xfrm>
                <a:off x="5146874" y="4872858"/>
                <a:ext cx="353117" cy="3236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zh-CN" sz="28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5381312" y="4126808"/>
              <a:ext cx="398814" cy="401176"/>
              <a:chOff x="5434146" y="4191353"/>
              <a:chExt cx="398814" cy="401176"/>
            </a:xfrm>
          </p:grpSpPr>
          <p:sp>
            <p:nvSpPr>
              <p:cNvPr id="20494" name="Oval 1042"/>
              <p:cNvSpPr>
                <a:spLocks noChangeArrowheads="1"/>
              </p:cNvSpPr>
              <p:nvPr/>
            </p:nvSpPr>
            <p:spPr bwMode="auto">
              <a:xfrm>
                <a:off x="5434146" y="4191353"/>
                <a:ext cx="398814" cy="401176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endParaRPr lang="zh-CN" altLang="en-US" sz="2400">
                  <a:ea typeface="宋体" panose="02010600030101010101" pitchFamily="2" charset="-122"/>
                </a:endParaRPr>
              </a:p>
            </p:txBody>
          </p:sp>
          <p:sp>
            <p:nvSpPr>
              <p:cNvPr id="20496" name="Text Box 1046"/>
              <p:cNvSpPr txBox="1">
                <a:spLocks noChangeArrowheads="1"/>
              </p:cNvSpPr>
              <p:nvPr/>
            </p:nvSpPr>
            <p:spPr bwMode="auto">
              <a:xfrm>
                <a:off x="5479219" y="4204231"/>
                <a:ext cx="353117" cy="3236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zh-CN" sz="28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5785290" y="3567687"/>
              <a:ext cx="398814" cy="401176"/>
              <a:chOff x="5766490" y="3589588"/>
              <a:chExt cx="398814" cy="401176"/>
            </a:xfrm>
          </p:grpSpPr>
          <p:sp>
            <p:nvSpPr>
              <p:cNvPr id="20495" name="Oval 1043"/>
              <p:cNvSpPr>
                <a:spLocks noChangeArrowheads="1"/>
              </p:cNvSpPr>
              <p:nvPr/>
            </p:nvSpPr>
            <p:spPr bwMode="auto">
              <a:xfrm>
                <a:off x="5766490" y="3589588"/>
                <a:ext cx="398814" cy="401176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endParaRPr lang="zh-CN" altLang="en-US" sz="2400">
                  <a:ea typeface="宋体" panose="02010600030101010101" pitchFamily="2" charset="-122"/>
                </a:endParaRPr>
              </a:p>
            </p:txBody>
          </p:sp>
          <p:sp>
            <p:nvSpPr>
              <p:cNvPr id="20497" name="Text Box 1047"/>
              <p:cNvSpPr txBox="1">
                <a:spLocks noChangeArrowheads="1"/>
              </p:cNvSpPr>
              <p:nvPr/>
            </p:nvSpPr>
            <p:spPr bwMode="auto">
              <a:xfrm>
                <a:off x="5798685" y="3602466"/>
                <a:ext cx="353117" cy="3236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zh-CN" sz="28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>
              <a:off x="4365104" y="4133513"/>
              <a:ext cx="398814" cy="401176"/>
              <a:chOff x="4769457" y="4258215"/>
              <a:chExt cx="398814" cy="401176"/>
            </a:xfrm>
          </p:grpSpPr>
          <p:sp>
            <p:nvSpPr>
              <p:cNvPr id="20490" name="Oval 1032"/>
              <p:cNvSpPr>
                <a:spLocks noChangeArrowheads="1"/>
              </p:cNvSpPr>
              <p:nvPr/>
            </p:nvSpPr>
            <p:spPr bwMode="auto">
              <a:xfrm>
                <a:off x="4769457" y="4258215"/>
                <a:ext cx="398814" cy="401176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endParaRPr lang="zh-CN" altLang="en-US" sz="2400">
                  <a:ea typeface="宋体" panose="02010600030101010101" pitchFamily="2" charset="-122"/>
                </a:endParaRPr>
              </a:p>
            </p:txBody>
          </p:sp>
          <p:sp>
            <p:nvSpPr>
              <p:cNvPr id="20498" name="Text Box 1049"/>
              <p:cNvSpPr txBox="1">
                <a:spLocks noChangeArrowheads="1"/>
              </p:cNvSpPr>
              <p:nvPr/>
            </p:nvSpPr>
            <p:spPr bwMode="auto">
              <a:xfrm>
                <a:off x="4835926" y="4316166"/>
                <a:ext cx="265875" cy="2854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zh-CN" sz="2400" dirty="0">
                    <a:ea typeface="宋体" panose="02010600030101010101" pitchFamily="2" charset="-122"/>
                  </a:rPr>
                  <a:t>+</a:t>
                </a:r>
              </a:p>
            </p:txBody>
          </p:sp>
        </p:grpSp>
        <p:sp>
          <p:nvSpPr>
            <p:cNvPr id="20499" name="Line 1050"/>
            <p:cNvSpPr>
              <a:spLocks noChangeShapeType="1"/>
            </p:cNvSpPr>
            <p:nvPr/>
          </p:nvSpPr>
          <p:spPr bwMode="auto">
            <a:xfrm flipH="1">
              <a:off x="4290309" y="4492235"/>
              <a:ext cx="132938" cy="200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20500" name="Line 1051"/>
            <p:cNvSpPr>
              <a:spLocks noChangeShapeType="1"/>
            </p:cNvSpPr>
            <p:nvPr/>
          </p:nvSpPr>
          <p:spPr bwMode="auto">
            <a:xfrm>
              <a:off x="4725144" y="4481996"/>
              <a:ext cx="176615" cy="2340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20501" name="Line 1052"/>
            <p:cNvSpPr>
              <a:spLocks noChangeShapeType="1"/>
            </p:cNvSpPr>
            <p:nvPr/>
          </p:nvSpPr>
          <p:spPr bwMode="auto">
            <a:xfrm flipH="1">
              <a:off x="4702988" y="3917462"/>
              <a:ext cx="213842" cy="2416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20502" name="Line 1055"/>
            <p:cNvSpPr>
              <a:spLocks noChangeShapeType="1"/>
            </p:cNvSpPr>
            <p:nvPr/>
          </p:nvSpPr>
          <p:spPr bwMode="auto">
            <a:xfrm>
              <a:off x="5239356" y="3907803"/>
              <a:ext cx="212651" cy="2513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20503" name="Oval 1056"/>
            <p:cNvSpPr>
              <a:spLocks noChangeArrowheads="1"/>
            </p:cNvSpPr>
            <p:nvPr/>
          </p:nvSpPr>
          <p:spPr bwMode="auto">
            <a:xfrm>
              <a:off x="5301208" y="2987824"/>
              <a:ext cx="398814" cy="40117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20504" name="Line 1057"/>
            <p:cNvSpPr>
              <a:spLocks noChangeShapeType="1"/>
            </p:cNvSpPr>
            <p:nvPr/>
          </p:nvSpPr>
          <p:spPr bwMode="auto">
            <a:xfrm flipH="1">
              <a:off x="5168270" y="3350366"/>
              <a:ext cx="204946" cy="2392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20505" name="Text Box 1060"/>
            <p:cNvSpPr txBox="1">
              <a:spLocks noChangeArrowheads="1"/>
            </p:cNvSpPr>
            <p:nvPr/>
          </p:nvSpPr>
          <p:spPr bwMode="auto">
            <a:xfrm>
              <a:off x="5367325" y="3026725"/>
              <a:ext cx="226995" cy="2854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400" dirty="0"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20506" name="Line 1061"/>
            <p:cNvSpPr>
              <a:spLocks noChangeShapeType="1"/>
            </p:cNvSpPr>
            <p:nvPr/>
          </p:nvSpPr>
          <p:spPr bwMode="auto">
            <a:xfrm>
              <a:off x="5633553" y="3322138"/>
              <a:ext cx="238179" cy="267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</p:grpSp>
      <p:sp>
        <p:nvSpPr>
          <p:cNvPr id="37" name="矩形 36"/>
          <p:cNvSpPr/>
          <p:nvPr/>
        </p:nvSpPr>
        <p:spPr>
          <a:xfrm>
            <a:off x="7524328" y="1556792"/>
            <a:ext cx="7120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PO(+)</a:t>
            </a:r>
            <a:endParaRPr lang="zh-CN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516216" y="2564904"/>
            <a:ext cx="7120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PO(*)</a:t>
            </a:r>
            <a:endParaRPr lang="zh-CN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8604448" y="2708920"/>
            <a:ext cx="7537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bg2">
                    <a:lumMod val="75000"/>
                  </a:schemeClr>
                </a:solidFill>
                <a:ea typeface="宋体" panose="02010600030101010101" pitchFamily="2" charset="-122"/>
              </a:rPr>
              <a:t>PO(D)</a:t>
            </a:r>
            <a:endParaRPr lang="zh-CN" altLang="en-US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5724128" y="5877272"/>
            <a:ext cx="249138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+ * + A B C D</a:t>
            </a:r>
            <a:endParaRPr lang="en-US" altLang="zh-CN" sz="200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5804162" y="3573016"/>
            <a:ext cx="7120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PO(+)</a:t>
            </a:r>
            <a:endParaRPr lang="zh-CN" altLang="en-US" dirty="0"/>
          </a:p>
        </p:txBody>
      </p:sp>
      <p:sp>
        <p:nvSpPr>
          <p:cNvPr id="42" name="矩形 41"/>
          <p:cNvSpPr/>
          <p:nvPr/>
        </p:nvSpPr>
        <p:spPr>
          <a:xfrm>
            <a:off x="8210756" y="3789040"/>
            <a:ext cx="7537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bg2">
                    <a:lumMod val="75000"/>
                  </a:schemeClr>
                </a:solidFill>
                <a:ea typeface="宋体" panose="02010600030101010101" pitchFamily="2" charset="-122"/>
              </a:rPr>
              <a:t>PO(C)</a:t>
            </a:r>
            <a:endParaRPr lang="zh-CN" altLang="en-US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4932040" y="4509120"/>
            <a:ext cx="7296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PO(A)</a:t>
            </a:r>
            <a:endParaRPr lang="zh-CN" altLang="en-US" dirty="0"/>
          </a:p>
        </p:txBody>
      </p:sp>
      <p:sp>
        <p:nvSpPr>
          <p:cNvPr id="44" name="矩形 43"/>
          <p:cNvSpPr/>
          <p:nvPr/>
        </p:nvSpPr>
        <p:spPr>
          <a:xfrm>
            <a:off x="7380312" y="4653136"/>
            <a:ext cx="7537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bg2">
                    <a:lumMod val="75000"/>
                  </a:schemeClr>
                </a:solidFill>
                <a:ea typeface="宋体" panose="02010600030101010101" pitchFamily="2" charset="-122"/>
              </a:rPr>
              <a:t>PO(B)</a:t>
            </a:r>
            <a:endParaRPr lang="zh-CN" altLang="en-US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427984" y="5733256"/>
            <a:ext cx="10887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PO(NULL)</a:t>
            </a:r>
            <a:endParaRPr lang="zh-CN" altLang="en-US" dirty="0"/>
          </a:p>
        </p:txBody>
      </p:sp>
      <p:sp>
        <p:nvSpPr>
          <p:cNvPr id="46" name="Line 1050"/>
          <p:cNvSpPr>
            <a:spLocks noChangeShapeType="1"/>
          </p:cNvSpPr>
          <p:nvPr/>
        </p:nvSpPr>
        <p:spPr bwMode="auto">
          <a:xfrm flipH="1">
            <a:off x="5292080" y="5373216"/>
            <a:ext cx="214380" cy="32351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47" name="Line 1051"/>
          <p:cNvSpPr>
            <a:spLocks noChangeShapeType="1"/>
          </p:cNvSpPr>
          <p:nvPr/>
        </p:nvSpPr>
        <p:spPr bwMode="auto">
          <a:xfrm>
            <a:off x="5868145" y="5373217"/>
            <a:ext cx="216024" cy="28803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48" name="矩形 47"/>
          <p:cNvSpPr/>
          <p:nvPr/>
        </p:nvSpPr>
        <p:spPr>
          <a:xfrm>
            <a:off x="5796136" y="5651956"/>
            <a:ext cx="11063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bg2">
                    <a:lumMod val="75000"/>
                  </a:schemeClr>
                </a:solidFill>
                <a:ea typeface="宋体" panose="02010600030101010101" pitchFamily="2" charset="-122"/>
              </a:rPr>
              <a:t>PO(NULL)</a:t>
            </a:r>
            <a:endParaRPr lang="zh-CN" altLang="en-US" b="1" dirty="0">
              <a:solidFill>
                <a:schemeClr val="bg2">
                  <a:lumMod val="75000"/>
                </a:schemeClr>
              </a:solidFill>
            </a:endParaRPr>
          </a:p>
        </p:txBody>
      </p:sp>
      <p:cxnSp>
        <p:nvCxnSpPr>
          <p:cNvPr id="50" name="形状 49"/>
          <p:cNvCxnSpPr/>
          <p:nvPr/>
        </p:nvCxnSpPr>
        <p:spPr>
          <a:xfrm rot="5400000">
            <a:off x="6948264" y="1916832"/>
            <a:ext cx="864096" cy="432048"/>
          </a:xfrm>
          <a:prstGeom prst="curvedConnector3">
            <a:avLst>
              <a:gd name="adj1" fmla="val -2044"/>
            </a:avLst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形状 49"/>
          <p:cNvCxnSpPr/>
          <p:nvPr/>
        </p:nvCxnSpPr>
        <p:spPr>
          <a:xfrm rot="5400000">
            <a:off x="5940152" y="2924944"/>
            <a:ext cx="864096" cy="432048"/>
          </a:xfrm>
          <a:prstGeom prst="curvedConnector3">
            <a:avLst>
              <a:gd name="adj1" fmla="val -2044"/>
            </a:avLst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形状 49"/>
          <p:cNvCxnSpPr/>
          <p:nvPr/>
        </p:nvCxnSpPr>
        <p:spPr>
          <a:xfrm rot="5400000">
            <a:off x="5148064" y="3933056"/>
            <a:ext cx="864096" cy="432048"/>
          </a:xfrm>
          <a:prstGeom prst="curvedConnector3">
            <a:avLst>
              <a:gd name="adj1" fmla="val -2044"/>
            </a:avLst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形状 49"/>
          <p:cNvCxnSpPr/>
          <p:nvPr/>
        </p:nvCxnSpPr>
        <p:spPr>
          <a:xfrm rot="5400000">
            <a:off x="4644008" y="5085184"/>
            <a:ext cx="864096" cy="432048"/>
          </a:xfrm>
          <a:prstGeom prst="curvedConnector3">
            <a:avLst>
              <a:gd name="adj1" fmla="val -2044"/>
            </a:avLst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形状 49"/>
          <p:cNvCxnSpPr/>
          <p:nvPr/>
        </p:nvCxnSpPr>
        <p:spPr>
          <a:xfrm rot="5400000" flipH="1" flipV="1">
            <a:off x="5230052" y="5507252"/>
            <a:ext cx="648072" cy="379999"/>
          </a:xfrm>
          <a:prstGeom prst="curvedConnector3">
            <a:avLst>
              <a:gd name="adj1" fmla="val 23400"/>
            </a:avLst>
          </a:prstGeom>
          <a:ln w="12700">
            <a:solidFill>
              <a:srgbClr val="008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>
            <a:endCxn id="48" idx="0"/>
          </p:cNvCxnSpPr>
          <p:nvPr/>
        </p:nvCxnSpPr>
        <p:spPr>
          <a:xfrm>
            <a:off x="6012160" y="5229200"/>
            <a:ext cx="337173" cy="422756"/>
          </a:xfrm>
          <a:prstGeom prst="straightConnector1">
            <a:avLst/>
          </a:prstGeom>
          <a:ln w="127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形状 49"/>
          <p:cNvCxnSpPr/>
          <p:nvPr/>
        </p:nvCxnSpPr>
        <p:spPr>
          <a:xfrm rot="5400000" flipH="1" flipV="1">
            <a:off x="5760132" y="4977172"/>
            <a:ext cx="1152128" cy="360040"/>
          </a:xfrm>
          <a:prstGeom prst="curvedConnector3">
            <a:avLst>
              <a:gd name="adj1" fmla="val -742"/>
            </a:avLst>
          </a:prstGeom>
          <a:ln w="12700">
            <a:solidFill>
              <a:srgbClr val="008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/>
          <p:cNvCxnSpPr/>
          <p:nvPr/>
        </p:nvCxnSpPr>
        <p:spPr>
          <a:xfrm>
            <a:off x="6732240" y="4365104"/>
            <a:ext cx="337173" cy="422756"/>
          </a:xfrm>
          <a:prstGeom prst="straightConnector1">
            <a:avLst/>
          </a:prstGeom>
          <a:ln w="127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形状 49"/>
          <p:cNvCxnSpPr/>
          <p:nvPr/>
        </p:nvCxnSpPr>
        <p:spPr>
          <a:xfrm rot="5400000" flipH="1" flipV="1">
            <a:off x="6552220" y="3969060"/>
            <a:ext cx="1152128" cy="360040"/>
          </a:xfrm>
          <a:prstGeom prst="curvedConnector3">
            <a:avLst>
              <a:gd name="adj1" fmla="val -742"/>
            </a:avLst>
          </a:prstGeom>
          <a:ln w="12700">
            <a:solidFill>
              <a:srgbClr val="008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94"/>
          <p:cNvCxnSpPr/>
          <p:nvPr/>
        </p:nvCxnSpPr>
        <p:spPr>
          <a:xfrm>
            <a:off x="7524328" y="3501008"/>
            <a:ext cx="337173" cy="422756"/>
          </a:xfrm>
          <a:prstGeom prst="straightConnector1">
            <a:avLst/>
          </a:prstGeom>
          <a:ln w="127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形状 49"/>
          <p:cNvCxnSpPr/>
          <p:nvPr/>
        </p:nvCxnSpPr>
        <p:spPr>
          <a:xfrm rot="5400000" flipH="1" flipV="1">
            <a:off x="7272300" y="3104964"/>
            <a:ext cx="1152128" cy="360040"/>
          </a:xfrm>
          <a:prstGeom prst="curvedConnector3">
            <a:avLst>
              <a:gd name="adj1" fmla="val -742"/>
            </a:avLst>
          </a:prstGeom>
          <a:ln w="12700">
            <a:solidFill>
              <a:srgbClr val="008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箭头连接符 100"/>
          <p:cNvCxnSpPr/>
          <p:nvPr/>
        </p:nvCxnSpPr>
        <p:spPr>
          <a:xfrm>
            <a:off x="8244408" y="2564904"/>
            <a:ext cx="337173" cy="422756"/>
          </a:xfrm>
          <a:prstGeom prst="straightConnector1">
            <a:avLst/>
          </a:prstGeom>
          <a:ln w="127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形状 49"/>
          <p:cNvCxnSpPr>
            <a:endCxn id="20503" idx="7"/>
          </p:cNvCxnSpPr>
          <p:nvPr/>
        </p:nvCxnSpPr>
        <p:spPr>
          <a:xfrm rot="16200000" flipV="1">
            <a:off x="7973578" y="2294074"/>
            <a:ext cx="814318" cy="591438"/>
          </a:xfrm>
          <a:prstGeom prst="curvedConnector3">
            <a:avLst>
              <a:gd name="adj1" fmla="val 139709"/>
            </a:avLst>
          </a:prstGeom>
          <a:ln w="12700">
            <a:solidFill>
              <a:srgbClr val="008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下箭头 105"/>
          <p:cNvSpPr/>
          <p:nvPr/>
        </p:nvSpPr>
        <p:spPr>
          <a:xfrm rot="2585913">
            <a:off x="5422352" y="2666583"/>
            <a:ext cx="366559" cy="710634"/>
          </a:xfrm>
          <a:prstGeom prst="down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矩形 106"/>
          <p:cNvSpPr/>
          <p:nvPr/>
        </p:nvSpPr>
        <p:spPr>
          <a:xfrm>
            <a:off x="5236622" y="262762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递</a:t>
            </a:r>
          </a:p>
        </p:txBody>
      </p:sp>
      <p:sp>
        <p:nvSpPr>
          <p:cNvPr id="108" name="下箭头 107"/>
          <p:cNvSpPr/>
          <p:nvPr/>
        </p:nvSpPr>
        <p:spPr>
          <a:xfrm rot="13533821">
            <a:off x="8005678" y="4826506"/>
            <a:ext cx="366559" cy="710634"/>
          </a:xfrm>
          <a:prstGeom prst="downArrow">
            <a:avLst/>
          </a:prstGeom>
          <a:noFill/>
          <a:ln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8000"/>
              </a:solidFill>
            </a:endParaRPr>
          </a:p>
        </p:txBody>
      </p:sp>
      <p:sp>
        <p:nvSpPr>
          <p:cNvPr id="109" name="矩形 108"/>
          <p:cNvSpPr/>
          <p:nvPr/>
        </p:nvSpPr>
        <p:spPr>
          <a:xfrm>
            <a:off x="8100392" y="5219908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归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998720" cy="902335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91880" cy="48685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4626610" cy="7213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Traversing Binary Trees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sz="quarter" idx="10"/>
            <p:custDataLst>
              <p:tags r:id="rId4"/>
            </p:custDataLst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23/09/11</a:t>
            </a:r>
          </a:p>
        </p:txBody>
      </p:sp>
      <p:pic>
        <p:nvPicPr>
          <p:cNvPr id="2" name="图片 1" descr="华工标志（透明版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4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048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Trees and Binary trees – Lecture 4-1</a:t>
            </a:r>
          </a:p>
        </p:txBody>
      </p:sp>
      <p:sp>
        <p:nvSpPr>
          <p:cNvPr id="2048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AC47542-928C-4E26-BFAD-9DBD6174F32A}" type="slidenum">
              <a:rPr lang="en-US" altLang="zh-CN" sz="790"/>
              <a:pPr/>
              <a:t>19</a:t>
            </a:fld>
            <a:endParaRPr lang="en-US" altLang="zh-CN" sz="790"/>
          </a:p>
        </p:txBody>
      </p:sp>
      <p:sp>
        <p:nvSpPr>
          <p:cNvPr id="10" name="矩形 9"/>
          <p:cNvSpPr/>
          <p:nvPr/>
        </p:nvSpPr>
        <p:spPr>
          <a:xfrm>
            <a:off x="467995" y="1701165"/>
            <a:ext cx="8080375" cy="436816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sz="32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//Implementing preorder traversal as a recursive</a:t>
            </a:r>
          </a:p>
          <a:p>
            <a:r>
              <a:rPr lang="en-US" altLang="zh-CN" sz="32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function</a:t>
            </a:r>
          </a:p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template&lt;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typename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E&gt;</a:t>
            </a:r>
          </a:p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preorder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BinNode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&lt;E&gt;* root){</a:t>
            </a:r>
          </a:p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if (root == NULL) return; </a:t>
            </a:r>
            <a:r>
              <a:rPr lang="en-US" altLang="zh-CN" sz="32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//Empty subtree</a:t>
            </a:r>
          </a:p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visit(root);  </a:t>
            </a:r>
            <a:r>
              <a:rPr lang="en-US" altLang="zh-CN" sz="32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//Perform desired action</a:t>
            </a:r>
          </a:p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preorder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(root-&gt;left());</a:t>
            </a:r>
          </a:p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preorder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(root-&gt;right());</a:t>
            </a:r>
          </a:p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grpSp>
        <p:nvGrpSpPr>
          <p:cNvPr id="1279" name="组合 1278"/>
          <p:cNvGrpSpPr/>
          <p:nvPr/>
        </p:nvGrpSpPr>
        <p:grpSpPr>
          <a:xfrm>
            <a:off x="7901730" y="5772133"/>
            <a:ext cx="893233" cy="990600"/>
            <a:chOff x="2084388" y="1965325"/>
            <a:chExt cx="669925" cy="742950"/>
          </a:xfrm>
          <a:solidFill>
            <a:srgbClr val="1E7AB6"/>
          </a:solidFill>
        </p:grpSpPr>
        <p:sp>
          <p:nvSpPr>
            <p:cNvPr id="12811" name="Freeform 523"/>
            <p:cNvSpPr/>
            <p:nvPr>
              <p:custDataLst>
                <p:tags r:id="rId6"/>
              </p:custDataLst>
            </p:nvPr>
          </p:nvSpPr>
          <p:spPr bwMode="auto">
            <a:xfrm>
              <a:off x="2165351" y="2058988"/>
              <a:ext cx="85725" cy="117475"/>
            </a:xfrm>
            <a:custGeom>
              <a:avLst/>
              <a:gdLst/>
              <a:ahLst/>
              <a:cxnLst>
                <a:cxn ang="0">
                  <a:pos x="209" y="0"/>
                </a:cxn>
                <a:cxn ang="0">
                  <a:pos x="209" y="0"/>
                </a:cxn>
                <a:cxn ang="0">
                  <a:pos x="202" y="2"/>
                </a:cxn>
                <a:cxn ang="0">
                  <a:pos x="197" y="5"/>
                </a:cxn>
                <a:cxn ang="0">
                  <a:pos x="192" y="9"/>
                </a:cxn>
                <a:cxn ang="0">
                  <a:pos x="187" y="14"/>
                </a:cxn>
                <a:cxn ang="0">
                  <a:pos x="178" y="24"/>
                </a:cxn>
                <a:cxn ang="0">
                  <a:pos x="170" y="36"/>
                </a:cxn>
                <a:cxn ang="0">
                  <a:pos x="170" y="36"/>
                </a:cxn>
                <a:cxn ang="0">
                  <a:pos x="153" y="58"/>
                </a:cxn>
                <a:cxn ang="0">
                  <a:pos x="136" y="82"/>
                </a:cxn>
                <a:cxn ang="0">
                  <a:pos x="99" y="126"/>
                </a:cxn>
                <a:cxn ang="0">
                  <a:pos x="99" y="126"/>
                </a:cxn>
                <a:cxn ang="0">
                  <a:pos x="68" y="166"/>
                </a:cxn>
                <a:cxn ang="0">
                  <a:pos x="52" y="185"/>
                </a:cxn>
                <a:cxn ang="0">
                  <a:pos x="39" y="206"/>
                </a:cxn>
                <a:cxn ang="0">
                  <a:pos x="39" y="206"/>
                </a:cxn>
                <a:cxn ang="0">
                  <a:pos x="26" y="226"/>
                </a:cxn>
                <a:cxn ang="0">
                  <a:pos x="14" y="245"/>
                </a:cxn>
                <a:cxn ang="0">
                  <a:pos x="9" y="257"/>
                </a:cxn>
                <a:cxn ang="0">
                  <a:pos x="4" y="268"/>
                </a:cxn>
                <a:cxn ang="0">
                  <a:pos x="1" y="279"/>
                </a:cxn>
                <a:cxn ang="0">
                  <a:pos x="0" y="290"/>
                </a:cxn>
                <a:cxn ang="0">
                  <a:pos x="0" y="290"/>
                </a:cxn>
                <a:cxn ang="0">
                  <a:pos x="0" y="293"/>
                </a:cxn>
                <a:cxn ang="0">
                  <a:pos x="1" y="294"/>
                </a:cxn>
                <a:cxn ang="0">
                  <a:pos x="2" y="295"/>
                </a:cxn>
                <a:cxn ang="0">
                  <a:pos x="5" y="296"/>
                </a:cxn>
                <a:cxn ang="0">
                  <a:pos x="9" y="294"/>
                </a:cxn>
                <a:cxn ang="0">
                  <a:pos x="10" y="293"/>
                </a:cxn>
                <a:cxn ang="0">
                  <a:pos x="10" y="290"/>
                </a:cxn>
                <a:cxn ang="0">
                  <a:pos x="10" y="290"/>
                </a:cxn>
                <a:cxn ang="0">
                  <a:pos x="13" y="279"/>
                </a:cxn>
                <a:cxn ang="0">
                  <a:pos x="15" y="269"/>
                </a:cxn>
                <a:cxn ang="0">
                  <a:pos x="19" y="260"/>
                </a:cxn>
                <a:cxn ang="0">
                  <a:pos x="25" y="249"/>
                </a:cxn>
                <a:cxn ang="0">
                  <a:pos x="36" y="230"/>
                </a:cxn>
                <a:cxn ang="0">
                  <a:pos x="48" y="211"/>
                </a:cxn>
                <a:cxn ang="0">
                  <a:pos x="48" y="211"/>
                </a:cxn>
                <a:cxn ang="0">
                  <a:pos x="62" y="192"/>
                </a:cxn>
                <a:cxn ang="0">
                  <a:pos x="77" y="172"/>
                </a:cxn>
                <a:cxn ang="0">
                  <a:pos x="107" y="134"/>
                </a:cxn>
                <a:cxn ang="0">
                  <a:pos x="107" y="134"/>
                </a:cxn>
                <a:cxn ang="0">
                  <a:pos x="121" y="117"/>
                </a:cxn>
                <a:cxn ang="0">
                  <a:pos x="136" y="99"/>
                </a:cxn>
                <a:cxn ang="0">
                  <a:pos x="163" y="62"/>
                </a:cxn>
                <a:cxn ang="0">
                  <a:pos x="163" y="62"/>
                </a:cxn>
                <a:cxn ang="0">
                  <a:pos x="174" y="49"/>
                </a:cxn>
                <a:cxn ang="0">
                  <a:pos x="185" y="32"/>
                </a:cxn>
                <a:cxn ang="0">
                  <a:pos x="191" y="24"/>
                </a:cxn>
                <a:cxn ang="0">
                  <a:pos x="197" y="18"/>
                </a:cxn>
                <a:cxn ang="0">
                  <a:pos x="205" y="14"/>
                </a:cxn>
                <a:cxn ang="0">
                  <a:pos x="212" y="10"/>
                </a:cxn>
                <a:cxn ang="0">
                  <a:pos x="212" y="10"/>
                </a:cxn>
                <a:cxn ang="0">
                  <a:pos x="214" y="10"/>
                </a:cxn>
                <a:cxn ang="0">
                  <a:pos x="216" y="7"/>
                </a:cxn>
                <a:cxn ang="0">
                  <a:pos x="216" y="4"/>
                </a:cxn>
                <a:cxn ang="0">
                  <a:pos x="213" y="1"/>
                </a:cxn>
                <a:cxn ang="0">
                  <a:pos x="212" y="0"/>
                </a:cxn>
                <a:cxn ang="0">
                  <a:pos x="209" y="0"/>
                </a:cxn>
                <a:cxn ang="0">
                  <a:pos x="209" y="0"/>
                </a:cxn>
              </a:cxnLst>
              <a:rect l="0" t="0" r="r" b="b"/>
              <a:pathLst>
                <a:path w="216" h="296">
                  <a:moveTo>
                    <a:pt x="209" y="0"/>
                  </a:moveTo>
                  <a:lnTo>
                    <a:pt x="209" y="0"/>
                  </a:lnTo>
                  <a:lnTo>
                    <a:pt x="202" y="2"/>
                  </a:lnTo>
                  <a:lnTo>
                    <a:pt x="197" y="5"/>
                  </a:lnTo>
                  <a:lnTo>
                    <a:pt x="192" y="9"/>
                  </a:lnTo>
                  <a:lnTo>
                    <a:pt x="187" y="14"/>
                  </a:lnTo>
                  <a:lnTo>
                    <a:pt x="178" y="24"/>
                  </a:lnTo>
                  <a:lnTo>
                    <a:pt x="170" y="36"/>
                  </a:lnTo>
                  <a:lnTo>
                    <a:pt x="170" y="36"/>
                  </a:lnTo>
                  <a:lnTo>
                    <a:pt x="153" y="58"/>
                  </a:lnTo>
                  <a:lnTo>
                    <a:pt x="136" y="82"/>
                  </a:lnTo>
                  <a:lnTo>
                    <a:pt x="99" y="126"/>
                  </a:lnTo>
                  <a:lnTo>
                    <a:pt x="99" y="126"/>
                  </a:lnTo>
                  <a:lnTo>
                    <a:pt x="68" y="166"/>
                  </a:lnTo>
                  <a:lnTo>
                    <a:pt x="52" y="185"/>
                  </a:lnTo>
                  <a:lnTo>
                    <a:pt x="39" y="206"/>
                  </a:lnTo>
                  <a:lnTo>
                    <a:pt x="39" y="206"/>
                  </a:lnTo>
                  <a:lnTo>
                    <a:pt x="26" y="226"/>
                  </a:lnTo>
                  <a:lnTo>
                    <a:pt x="14" y="245"/>
                  </a:lnTo>
                  <a:lnTo>
                    <a:pt x="9" y="257"/>
                  </a:lnTo>
                  <a:lnTo>
                    <a:pt x="4" y="268"/>
                  </a:lnTo>
                  <a:lnTo>
                    <a:pt x="1" y="279"/>
                  </a:lnTo>
                  <a:lnTo>
                    <a:pt x="0" y="290"/>
                  </a:lnTo>
                  <a:lnTo>
                    <a:pt x="0" y="290"/>
                  </a:lnTo>
                  <a:lnTo>
                    <a:pt x="0" y="293"/>
                  </a:lnTo>
                  <a:lnTo>
                    <a:pt x="1" y="294"/>
                  </a:lnTo>
                  <a:lnTo>
                    <a:pt x="2" y="295"/>
                  </a:lnTo>
                  <a:lnTo>
                    <a:pt x="5" y="296"/>
                  </a:lnTo>
                  <a:lnTo>
                    <a:pt x="9" y="294"/>
                  </a:lnTo>
                  <a:lnTo>
                    <a:pt x="10" y="293"/>
                  </a:lnTo>
                  <a:lnTo>
                    <a:pt x="10" y="290"/>
                  </a:lnTo>
                  <a:lnTo>
                    <a:pt x="10" y="290"/>
                  </a:lnTo>
                  <a:lnTo>
                    <a:pt x="13" y="279"/>
                  </a:lnTo>
                  <a:lnTo>
                    <a:pt x="15" y="269"/>
                  </a:lnTo>
                  <a:lnTo>
                    <a:pt x="19" y="260"/>
                  </a:lnTo>
                  <a:lnTo>
                    <a:pt x="25" y="249"/>
                  </a:lnTo>
                  <a:lnTo>
                    <a:pt x="36" y="230"/>
                  </a:lnTo>
                  <a:lnTo>
                    <a:pt x="48" y="211"/>
                  </a:lnTo>
                  <a:lnTo>
                    <a:pt x="48" y="211"/>
                  </a:lnTo>
                  <a:lnTo>
                    <a:pt x="62" y="192"/>
                  </a:lnTo>
                  <a:lnTo>
                    <a:pt x="77" y="172"/>
                  </a:lnTo>
                  <a:lnTo>
                    <a:pt x="107" y="134"/>
                  </a:lnTo>
                  <a:lnTo>
                    <a:pt x="107" y="134"/>
                  </a:lnTo>
                  <a:lnTo>
                    <a:pt x="121" y="117"/>
                  </a:lnTo>
                  <a:lnTo>
                    <a:pt x="136" y="99"/>
                  </a:lnTo>
                  <a:lnTo>
                    <a:pt x="163" y="62"/>
                  </a:lnTo>
                  <a:lnTo>
                    <a:pt x="163" y="62"/>
                  </a:lnTo>
                  <a:lnTo>
                    <a:pt x="174" y="49"/>
                  </a:lnTo>
                  <a:lnTo>
                    <a:pt x="185" y="32"/>
                  </a:lnTo>
                  <a:lnTo>
                    <a:pt x="191" y="24"/>
                  </a:lnTo>
                  <a:lnTo>
                    <a:pt x="197" y="18"/>
                  </a:lnTo>
                  <a:lnTo>
                    <a:pt x="205" y="14"/>
                  </a:lnTo>
                  <a:lnTo>
                    <a:pt x="212" y="10"/>
                  </a:lnTo>
                  <a:lnTo>
                    <a:pt x="212" y="10"/>
                  </a:lnTo>
                  <a:lnTo>
                    <a:pt x="214" y="10"/>
                  </a:lnTo>
                  <a:lnTo>
                    <a:pt x="216" y="7"/>
                  </a:lnTo>
                  <a:lnTo>
                    <a:pt x="216" y="4"/>
                  </a:lnTo>
                  <a:lnTo>
                    <a:pt x="213" y="1"/>
                  </a:lnTo>
                  <a:lnTo>
                    <a:pt x="212" y="0"/>
                  </a:lnTo>
                  <a:lnTo>
                    <a:pt x="209" y="0"/>
                  </a:lnTo>
                  <a:lnTo>
                    <a:pt x="209" y="0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12" name="Freeform 524"/>
            <p:cNvSpPr/>
            <p:nvPr>
              <p:custDataLst>
                <p:tags r:id="rId7"/>
              </p:custDataLst>
            </p:nvPr>
          </p:nvSpPr>
          <p:spPr bwMode="auto">
            <a:xfrm>
              <a:off x="2173288" y="2065338"/>
              <a:ext cx="122238" cy="155575"/>
            </a:xfrm>
            <a:custGeom>
              <a:avLst/>
              <a:gdLst/>
              <a:ahLst/>
              <a:cxnLst>
                <a:cxn ang="0">
                  <a:pos x="300" y="1"/>
                </a:cxn>
                <a:cxn ang="0">
                  <a:pos x="300" y="1"/>
                </a:cxn>
                <a:cxn ang="0">
                  <a:pos x="289" y="6"/>
                </a:cxn>
                <a:cxn ang="0">
                  <a:pos x="280" y="14"/>
                </a:cxn>
                <a:cxn ang="0">
                  <a:pos x="271" y="23"/>
                </a:cxn>
                <a:cxn ang="0">
                  <a:pos x="262" y="33"/>
                </a:cxn>
                <a:cxn ang="0">
                  <a:pos x="245" y="52"/>
                </a:cxn>
                <a:cxn ang="0">
                  <a:pos x="229" y="72"/>
                </a:cxn>
                <a:cxn ang="0">
                  <a:pos x="229" y="72"/>
                </a:cxn>
                <a:cxn ang="0">
                  <a:pos x="208" y="95"/>
                </a:cxn>
                <a:cxn ang="0">
                  <a:pos x="188" y="119"/>
                </a:cxn>
                <a:cxn ang="0">
                  <a:pos x="170" y="145"/>
                </a:cxn>
                <a:cxn ang="0">
                  <a:pos x="153" y="171"/>
                </a:cxn>
                <a:cxn ang="0">
                  <a:pos x="153" y="171"/>
                </a:cxn>
                <a:cxn ang="0">
                  <a:pos x="113" y="230"/>
                </a:cxn>
                <a:cxn ang="0">
                  <a:pos x="92" y="260"/>
                </a:cxn>
                <a:cxn ang="0">
                  <a:pos x="69" y="289"/>
                </a:cxn>
                <a:cxn ang="0">
                  <a:pos x="69" y="289"/>
                </a:cxn>
                <a:cxn ang="0">
                  <a:pos x="52" y="312"/>
                </a:cxn>
                <a:cxn ang="0">
                  <a:pos x="35" y="336"/>
                </a:cxn>
                <a:cxn ang="0">
                  <a:pos x="1" y="383"/>
                </a:cxn>
                <a:cxn ang="0">
                  <a:pos x="1" y="383"/>
                </a:cxn>
                <a:cxn ang="0">
                  <a:pos x="0" y="386"/>
                </a:cxn>
                <a:cxn ang="0">
                  <a:pos x="0" y="388"/>
                </a:cxn>
                <a:cxn ang="0">
                  <a:pos x="1" y="390"/>
                </a:cxn>
                <a:cxn ang="0">
                  <a:pos x="3" y="391"/>
                </a:cxn>
                <a:cxn ang="0">
                  <a:pos x="7" y="392"/>
                </a:cxn>
                <a:cxn ang="0">
                  <a:pos x="9" y="391"/>
                </a:cxn>
                <a:cxn ang="0">
                  <a:pos x="10" y="390"/>
                </a:cxn>
                <a:cxn ang="0">
                  <a:pos x="10" y="390"/>
                </a:cxn>
                <a:cxn ang="0">
                  <a:pos x="44" y="343"/>
                </a:cxn>
                <a:cxn ang="0">
                  <a:pos x="60" y="320"/>
                </a:cxn>
                <a:cxn ang="0">
                  <a:pos x="77" y="297"/>
                </a:cxn>
                <a:cxn ang="0">
                  <a:pos x="77" y="297"/>
                </a:cxn>
                <a:cxn ang="0">
                  <a:pos x="113" y="251"/>
                </a:cxn>
                <a:cxn ang="0">
                  <a:pos x="130" y="226"/>
                </a:cxn>
                <a:cxn ang="0">
                  <a:pos x="145" y="203"/>
                </a:cxn>
                <a:cxn ang="0">
                  <a:pos x="145" y="203"/>
                </a:cxn>
                <a:cxn ang="0">
                  <a:pos x="164" y="174"/>
                </a:cxn>
                <a:cxn ang="0">
                  <a:pos x="183" y="146"/>
                </a:cxn>
                <a:cxn ang="0">
                  <a:pos x="203" y="120"/>
                </a:cxn>
                <a:cxn ang="0">
                  <a:pos x="224" y="94"/>
                </a:cxn>
                <a:cxn ang="0">
                  <a:pos x="224" y="94"/>
                </a:cxn>
                <a:cxn ang="0">
                  <a:pos x="243" y="72"/>
                </a:cxn>
                <a:cxn ang="0">
                  <a:pos x="263" y="51"/>
                </a:cxn>
                <a:cxn ang="0">
                  <a:pos x="263" y="51"/>
                </a:cxn>
                <a:cxn ang="0">
                  <a:pos x="283" y="29"/>
                </a:cxn>
                <a:cxn ang="0">
                  <a:pos x="293" y="18"/>
                </a:cxn>
                <a:cxn ang="0">
                  <a:pos x="300" y="14"/>
                </a:cxn>
                <a:cxn ang="0">
                  <a:pos x="306" y="10"/>
                </a:cxn>
                <a:cxn ang="0">
                  <a:pos x="306" y="10"/>
                </a:cxn>
                <a:cxn ang="0">
                  <a:pos x="307" y="9"/>
                </a:cxn>
                <a:cxn ang="0">
                  <a:pos x="309" y="8"/>
                </a:cxn>
                <a:cxn ang="0">
                  <a:pos x="309" y="5"/>
                </a:cxn>
                <a:cxn ang="0">
                  <a:pos x="307" y="4"/>
                </a:cxn>
                <a:cxn ang="0">
                  <a:pos x="305" y="1"/>
                </a:cxn>
                <a:cxn ang="0">
                  <a:pos x="302" y="0"/>
                </a:cxn>
                <a:cxn ang="0">
                  <a:pos x="300" y="1"/>
                </a:cxn>
                <a:cxn ang="0">
                  <a:pos x="300" y="1"/>
                </a:cxn>
              </a:cxnLst>
              <a:rect l="0" t="0" r="r" b="b"/>
              <a:pathLst>
                <a:path w="309" h="392">
                  <a:moveTo>
                    <a:pt x="300" y="1"/>
                  </a:moveTo>
                  <a:lnTo>
                    <a:pt x="300" y="1"/>
                  </a:lnTo>
                  <a:lnTo>
                    <a:pt x="289" y="6"/>
                  </a:lnTo>
                  <a:lnTo>
                    <a:pt x="280" y="14"/>
                  </a:lnTo>
                  <a:lnTo>
                    <a:pt x="271" y="23"/>
                  </a:lnTo>
                  <a:lnTo>
                    <a:pt x="262" y="33"/>
                  </a:lnTo>
                  <a:lnTo>
                    <a:pt x="245" y="52"/>
                  </a:lnTo>
                  <a:lnTo>
                    <a:pt x="229" y="72"/>
                  </a:lnTo>
                  <a:lnTo>
                    <a:pt x="229" y="72"/>
                  </a:lnTo>
                  <a:lnTo>
                    <a:pt x="208" y="95"/>
                  </a:lnTo>
                  <a:lnTo>
                    <a:pt x="188" y="119"/>
                  </a:lnTo>
                  <a:lnTo>
                    <a:pt x="170" y="145"/>
                  </a:lnTo>
                  <a:lnTo>
                    <a:pt x="153" y="171"/>
                  </a:lnTo>
                  <a:lnTo>
                    <a:pt x="153" y="171"/>
                  </a:lnTo>
                  <a:lnTo>
                    <a:pt x="113" y="230"/>
                  </a:lnTo>
                  <a:lnTo>
                    <a:pt x="92" y="260"/>
                  </a:lnTo>
                  <a:lnTo>
                    <a:pt x="69" y="289"/>
                  </a:lnTo>
                  <a:lnTo>
                    <a:pt x="69" y="289"/>
                  </a:lnTo>
                  <a:lnTo>
                    <a:pt x="52" y="312"/>
                  </a:lnTo>
                  <a:lnTo>
                    <a:pt x="35" y="336"/>
                  </a:lnTo>
                  <a:lnTo>
                    <a:pt x="1" y="383"/>
                  </a:lnTo>
                  <a:lnTo>
                    <a:pt x="1" y="383"/>
                  </a:lnTo>
                  <a:lnTo>
                    <a:pt x="0" y="386"/>
                  </a:lnTo>
                  <a:lnTo>
                    <a:pt x="0" y="388"/>
                  </a:lnTo>
                  <a:lnTo>
                    <a:pt x="1" y="390"/>
                  </a:lnTo>
                  <a:lnTo>
                    <a:pt x="3" y="391"/>
                  </a:lnTo>
                  <a:lnTo>
                    <a:pt x="7" y="392"/>
                  </a:lnTo>
                  <a:lnTo>
                    <a:pt x="9" y="391"/>
                  </a:lnTo>
                  <a:lnTo>
                    <a:pt x="10" y="390"/>
                  </a:lnTo>
                  <a:lnTo>
                    <a:pt x="10" y="390"/>
                  </a:lnTo>
                  <a:lnTo>
                    <a:pt x="44" y="343"/>
                  </a:lnTo>
                  <a:lnTo>
                    <a:pt x="60" y="320"/>
                  </a:lnTo>
                  <a:lnTo>
                    <a:pt x="77" y="297"/>
                  </a:lnTo>
                  <a:lnTo>
                    <a:pt x="77" y="297"/>
                  </a:lnTo>
                  <a:lnTo>
                    <a:pt x="113" y="251"/>
                  </a:lnTo>
                  <a:lnTo>
                    <a:pt x="130" y="226"/>
                  </a:lnTo>
                  <a:lnTo>
                    <a:pt x="145" y="203"/>
                  </a:lnTo>
                  <a:lnTo>
                    <a:pt x="145" y="203"/>
                  </a:lnTo>
                  <a:lnTo>
                    <a:pt x="164" y="174"/>
                  </a:lnTo>
                  <a:lnTo>
                    <a:pt x="183" y="146"/>
                  </a:lnTo>
                  <a:lnTo>
                    <a:pt x="203" y="120"/>
                  </a:lnTo>
                  <a:lnTo>
                    <a:pt x="224" y="94"/>
                  </a:lnTo>
                  <a:lnTo>
                    <a:pt x="224" y="94"/>
                  </a:lnTo>
                  <a:lnTo>
                    <a:pt x="243" y="72"/>
                  </a:lnTo>
                  <a:lnTo>
                    <a:pt x="263" y="51"/>
                  </a:lnTo>
                  <a:lnTo>
                    <a:pt x="263" y="51"/>
                  </a:lnTo>
                  <a:lnTo>
                    <a:pt x="283" y="29"/>
                  </a:lnTo>
                  <a:lnTo>
                    <a:pt x="293" y="18"/>
                  </a:lnTo>
                  <a:lnTo>
                    <a:pt x="300" y="14"/>
                  </a:lnTo>
                  <a:lnTo>
                    <a:pt x="306" y="10"/>
                  </a:lnTo>
                  <a:lnTo>
                    <a:pt x="306" y="10"/>
                  </a:lnTo>
                  <a:lnTo>
                    <a:pt x="307" y="9"/>
                  </a:lnTo>
                  <a:lnTo>
                    <a:pt x="309" y="8"/>
                  </a:lnTo>
                  <a:lnTo>
                    <a:pt x="309" y="5"/>
                  </a:lnTo>
                  <a:lnTo>
                    <a:pt x="307" y="4"/>
                  </a:lnTo>
                  <a:lnTo>
                    <a:pt x="305" y="1"/>
                  </a:lnTo>
                  <a:lnTo>
                    <a:pt x="302" y="0"/>
                  </a:lnTo>
                  <a:lnTo>
                    <a:pt x="300" y="1"/>
                  </a:lnTo>
                  <a:lnTo>
                    <a:pt x="300" y="1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13" name="Freeform 525"/>
            <p:cNvSpPr/>
            <p:nvPr>
              <p:custDataLst>
                <p:tags r:id="rId8"/>
              </p:custDataLst>
            </p:nvPr>
          </p:nvSpPr>
          <p:spPr bwMode="auto">
            <a:xfrm>
              <a:off x="2217738" y="2063750"/>
              <a:ext cx="133350" cy="182563"/>
            </a:xfrm>
            <a:custGeom>
              <a:avLst/>
              <a:gdLst/>
              <a:ahLst/>
              <a:cxnLst>
                <a:cxn ang="0">
                  <a:pos x="325" y="3"/>
                </a:cxn>
                <a:cxn ang="0">
                  <a:pos x="251" y="78"/>
                </a:cxn>
                <a:cxn ang="0">
                  <a:pos x="229" y="105"/>
                </a:cxn>
                <a:cxn ang="0">
                  <a:pos x="192" y="158"/>
                </a:cxn>
                <a:cxn ang="0">
                  <a:pos x="160" y="213"/>
                </a:cxn>
                <a:cxn ang="0">
                  <a:pos x="139" y="243"/>
                </a:cxn>
                <a:cxn ang="0">
                  <a:pos x="92" y="301"/>
                </a:cxn>
                <a:cxn ang="0">
                  <a:pos x="71" y="331"/>
                </a:cxn>
                <a:cxn ang="0">
                  <a:pos x="55" y="362"/>
                </a:cxn>
                <a:cxn ang="0">
                  <a:pos x="37" y="391"/>
                </a:cxn>
                <a:cxn ang="0">
                  <a:pos x="29" y="405"/>
                </a:cxn>
                <a:cxn ang="0">
                  <a:pos x="17" y="429"/>
                </a:cxn>
                <a:cxn ang="0">
                  <a:pos x="8" y="442"/>
                </a:cxn>
                <a:cxn ang="0">
                  <a:pos x="3" y="446"/>
                </a:cxn>
                <a:cxn ang="0">
                  <a:pos x="0" y="450"/>
                </a:cxn>
                <a:cxn ang="0">
                  <a:pos x="4" y="456"/>
                </a:cxn>
                <a:cxn ang="0">
                  <a:pos x="8" y="456"/>
                </a:cxn>
                <a:cxn ang="0">
                  <a:pos x="13" y="452"/>
                </a:cxn>
                <a:cxn ang="0">
                  <a:pos x="25" y="435"/>
                </a:cxn>
                <a:cxn ang="0">
                  <a:pos x="41" y="408"/>
                </a:cxn>
                <a:cxn ang="0">
                  <a:pos x="56" y="382"/>
                </a:cxn>
                <a:cxn ang="0">
                  <a:pos x="88" y="330"/>
                </a:cxn>
                <a:cxn ang="0">
                  <a:pos x="100" y="313"/>
                </a:cxn>
                <a:cxn ang="0">
                  <a:pos x="137" y="268"/>
                </a:cxn>
                <a:cxn ang="0">
                  <a:pos x="149" y="252"/>
                </a:cxn>
                <a:cxn ang="0">
                  <a:pos x="187" y="190"/>
                </a:cxn>
                <a:cxn ang="0">
                  <a:pos x="226" y="128"/>
                </a:cxn>
                <a:cxn ang="0">
                  <a:pos x="238" y="111"/>
                </a:cxn>
                <a:cxn ang="0">
                  <a:pos x="276" y="67"/>
                </a:cxn>
                <a:cxn ang="0">
                  <a:pos x="332" y="10"/>
                </a:cxn>
                <a:cxn ang="0">
                  <a:pos x="334" y="8"/>
                </a:cxn>
                <a:cxn ang="0">
                  <a:pos x="332" y="3"/>
                </a:cxn>
                <a:cxn ang="0">
                  <a:pos x="327" y="1"/>
                </a:cxn>
                <a:cxn ang="0">
                  <a:pos x="325" y="3"/>
                </a:cxn>
              </a:cxnLst>
              <a:rect l="0" t="0" r="r" b="b"/>
              <a:pathLst>
                <a:path w="334" h="458">
                  <a:moveTo>
                    <a:pt x="325" y="3"/>
                  </a:moveTo>
                  <a:lnTo>
                    <a:pt x="325" y="3"/>
                  </a:lnTo>
                  <a:lnTo>
                    <a:pt x="275" y="52"/>
                  </a:lnTo>
                  <a:lnTo>
                    <a:pt x="251" y="78"/>
                  </a:lnTo>
                  <a:lnTo>
                    <a:pt x="229" y="105"/>
                  </a:lnTo>
                  <a:lnTo>
                    <a:pt x="229" y="105"/>
                  </a:lnTo>
                  <a:lnTo>
                    <a:pt x="209" y="131"/>
                  </a:lnTo>
                  <a:lnTo>
                    <a:pt x="192" y="158"/>
                  </a:lnTo>
                  <a:lnTo>
                    <a:pt x="160" y="213"/>
                  </a:lnTo>
                  <a:lnTo>
                    <a:pt x="160" y="213"/>
                  </a:lnTo>
                  <a:lnTo>
                    <a:pt x="151" y="229"/>
                  </a:lnTo>
                  <a:lnTo>
                    <a:pt x="139" y="243"/>
                  </a:lnTo>
                  <a:lnTo>
                    <a:pt x="115" y="272"/>
                  </a:lnTo>
                  <a:lnTo>
                    <a:pt x="92" y="301"/>
                  </a:lnTo>
                  <a:lnTo>
                    <a:pt x="81" y="316"/>
                  </a:lnTo>
                  <a:lnTo>
                    <a:pt x="71" y="331"/>
                  </a:lnTo>
                  <a:lnTo>
                    <a:pt x="71" y="331"/>
                  </a:lnTo>
                  <a:lnTo>
                    <a:pt x="55" y="362"/>
                  </a:lnTo>
                  <a:lnTo>
                    <a:pt x="46" y="377"/>
                  </a:lnTo>
                  <a:lnTo>
                    <a:pt x="37" y="391"/>
                  </a:lnTo>
                  <a:lnTo>
                    <a:pt x="37" y="391"/>
                  </a:lnTo>
                  <a:lnTo>
                    <a:pt x="29" y="405"/>
                  </a:lnTo>
                  <a:lnTo>
                    <a:pt x="21" y="421"/>
                  </a:lnTo>
                  <a:lnTo>
                    <a:pt x="17" y="429"/>
                  </a:lnTo>
                  <a:lnTo>
                    <a:pt x="13" y="435"/>
                  </a:lnTo>
                  <a:lnTo>
                    <a:pt x="8" y="442"/>
                  </a:lnTo>
                  <a:lnTo>
                    <a:pt x="3" y="446"/>
                  </a:lnTo>
                  <a:lnTo>
                    <a:pt x="3" y="446"/>
                  </a:lnTo>
                  <a:lnTo>
                    <a:pt x="0" y="449"/>
                  </a:lnTo>
                  <a:lnTo>
                    <a:pt x="0" y="450"/>
                  </a:lnTo>
                  <a:lnTo>
                    <a:pt x="0" y="454"/>
                  </a:lnTo>
                  <a:lnTo>
                    <a:pt x="4" y="456"/>
                  </a:lnTo>
                  <a:lnTo>
                    <a:pt x="5" y="458"/>
                  </a:lnTo>
                  <a:lnTo>
                    <a:pt x="8" y="456"/>
                  </a:lnTo>
                  <a:lnTo>
                    <a:pt x="8" y="456"/>
                  </a:lnTo>
                  <a:lnTo>
                    <a:pt x="13" y="452"/>
                  </a:lnTo>
                  <a:lnTo>
                    <a:pt x="18" y="447"/>
                  </a:lnTo>
                  <a:lnTo>
                    <a:pt x="25" y="435"/>
                  </a:lnTo>
                  <a:lnTo>
                    <a:pt x="25" y="435"/>
                  </a:lnTo>
                  <a:lnTo>
                    <a:pt x="41" y="408"/>
                  </a:lnTo>
                  <a:lnTo>
                    <a:pt x="56" y="382"/>
                  </a:lnTo>
                  <a:lnTo>
                    <a:pt x="56" y="382"/>
                  </a:lnTo>
                  <a:lnTo>
                    <a:pt x="77" y="347"/>
                  </a:lnTo>
                  <a:lnTo>
                    <a:pt x="88" y="330"/>
                  </a:lnTo>
                  <a:lnTo>
                    <a:pt x="100" y="313"/>
                  </a:lnTo>
                  <a:lnTo>
                    <a:pt x="100" y="313"/>
                  </a:lnTo>
                  <a:lnTo>
                    <a:pt x="124" y="282"/>
                  </a:lnTo>
                  <a:lnTo>
                    <a:pt x="137" y="268"/>
                  </a:lnTo>
                  <a:lnTo>
                    <a:pt x="149" y="252"/>
                  </a:lnTo>
                  <a:lnTo>
                    <a:pt x="149" y="252"/>
                  </a:lnTo>
                  <a:lnTo>
                    <a:pt x="169" y="221"/>
                  </a:lnTo>
                  <a:lnTo>
                    <a:pt x="187" y="190"/>
                  </a:lnTo>
                  <a:lnTo>
                    <a:pt x="207" y="158"/>
                  </a:lnTo>
                  <a:lnTo>
                    <a:pt x="226" y="128"/>
                  </a:lnTo>
                  <a:lnTo>
                    <a:pt x="226" y="128"/>
                  </a:lnTo>
                  <a:lnTo>
                    <a:pt x="238" y="111"/>
                  </a:lnTo>
                  <a:lnTo>
                    <a:pt x="250" y="95"/>
                  </a:lnTo>
                  <a:lnTo>
                    <a:pt x="276" y="67"/>
                  </a:lnTo>
                  <a:lnTo>
                    <a:pt x="305" y="38"/>
                  </a:lnTo>
                  <a:lnTo>
                    <a:pt x="332" y="10"/>
                  </a:lnTo>
                  <a:lnTo>
                    <a:pt x="332" y="10"/>
                  </a:lnTo>
                  <a:lnTo>
                    <a:pt x="334" y="8"/>
                  </a:lnTo>
                  <a:lnTo>
                    <a:pt x="334" y="7"/>
                  </a:lnTo>
                  <a:lnTo>
                    <a:pt x="332" y="3"/>
                  </a:lnTo>
                  <a:lnTo>
                    <a:pt x="328" y="0"/>
                  </a:lnTo>
                  <a:lnTo>
                    <a:pt x="327" y="1"/>
                  </a:lnTo>
                  <a:lnTo>
                    <a:pt x="325" y="3"/>
                  </a:lnTo>
                  <a:lnTo>
                    <a:pt x="325" y="3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14" name="Freeform 526"/>
            <p:cNvSpPr/>
            <p:nvPr>
              <p:custDataLst>
                <p:tags r:id="rId9"/>
              </p:custDataLst>
            </p:nvPr>
          </p:nvSpPr>
          <p:spPr bwMode="auto">
            <a:xfrm>
              <a:off x="2266951" y="2062163"/>
              <a:ext cx="141288" cy="188913"/>
            </a:xfrm>
            <a:custGeom>
              <a:avLst/>
              <a:gdLst/>
              <a:ahLst/>
              <a:cxnLst>
                <a:cxn ang="0">
                  <a:pos x="348" y="2"/>
                </a:cxn>
                <a:cxn ang="0">
                  <a:pos x="348" y="2"/>
                </a:cxn>
                <a:cxn ang="0">
                  <a:pos x="297" y="53"/>
                </a:cxn>
                <a:cxn ang="0">
                  <a:pos x="250" y="106"/>
                </a:cxn>
                <a:cxn ang="0">
                  <a:pos x="203" y="161"/>
                </a:cxn>
                <a:cxn ang="0">
                  <a:pos x="180" y="190"/>
                </a:cxn>
                <a:cxn ang="0">
                  <a:pos x="159" y="219"/>
                </a:cxn>
                <a:cxn ang="0">
                  <a:pos x="159" y="219"/>
                </a:cxn>
                <a:cxn ang="0">
                  <a:pos x="137" y="250"/>
                </a:cxn>
                <a:cxn ang="0">
                  <a:pos x="116" y="282"/>
                </a:cxn>
                <a:cxn ang="0">
                  <a:pos x="76" y="344"/>
                </a:cxn>
                <a:cxn ang="0">
                  <a:pos x="76" y="344"/>
                </a:cxn>
                <a:cxn ang="0">
                  <a:pos x="56" y="377"/>
                </a:cxn>
                <a:cxn ang="0">
                  <a:pos x="38" y="410"/>
                </a:cxn>
                <a:cxn ang="0">
                  <a:pos x="38" y="410"/>
                </a:cxn>
                <a:cxn ang="0">
                  <a:pos x="30" y="425"/>
                </a:cxn>
                <a:cxn ang="0">
                  <a:pos x="23" y="441"/>
                </a:cxn>
                <a:cxn ang="0">
                  <a:pos x="19" y="449"/>
                </a:cxn>
                <a:cxn ang="0">
                  <a:pos x="14" y="456"/>
                </a:cxn>
                <a:cxn ang="0">
                  <a:pos x="9" y="462"/>
                </a:cxn>
                <a:cxn ang="0">
                  <a:pos x="2" y="469"/>
                </a:cxn>
                <a:cxn ang="0">
                  <a:pos x="2" y="469"/>
                </a:cxn>
                <a:cxn ang="0">
                  <a:pos x="0" y="471"/>
                </a:cxn>
                <a:cxn ang="0">
                  <a:pos x="0" y="473"/>
                </a:cxn>
                <a:cxn ang="0">
                  <a:pos x="1" y="476"/>
                </a:cxn>
                <a:cxn ang="0">
                  <a:pos x="2" y="479"/>
                </a:cxn>
                <a:cxn ang="0">
                  <a:pos x="4" y="479"/>
                </a:cxn>
                <a:cxn ang="0">
                  <a:pos x="5" y="479"/>
                </a:cxn>
                <a:cxn ang="0">
                  <a:pos x="8" y="479"/>
                </a:cxn>
                <a:cxn ang="0">
                  <a:pos x="8" y="479"/>
                </a:cxn>
                <a:cxn ang="0">
                  <a:pos x="18" y="470"/>
                </a:cxn>
                <a:cxn ang="0">
                  <a:pos x="26" y="459"/>
                </a:cxn>
                <a:cxn ang="0">
                  <a:pos x="34" y="448"/>
                </a:cxn>
                <a:cxn ang="0">
                  <a:pos x="40" y="436"/>
                </a:cxn>
                <a:cxn ang="0">
                  <a:pos x="51" y="412"/>
                </a:cxn>
                <a:cxn ang="0">
                  <a:pos x="64" y="388"/>
                </a:cxn>
                <a:cxn ang="0">
                  <a:pos x="64" y="388"/>
                </a:cxn>
                <a:cxn ang="0">
                  <a:pos x="83" y="352"/>
                </a:cxn>
                <a:cxn ang="0">
                  <a:pos x="106" y="318"/>
                </a:cxn>
                <a:cxn ang="0">
                  <a:pos x="150" y="250"/>
                </a:cxn>
                <a:cxn ang="0">
                  <a:pos x="150" y="250"/>
                </a:cxn>
                <a:cxn ang="0">
                  <a:pos x="174" y="218"/>
                </a:cxn>
                <a:cxn ang="0">
                  <a:pos x="197" y="186"/>
                </a:cxn>
                <a:cxn ang="0">
                  <a:pos x="222" y="156"/>
                </a:cxn>
                <a:cxn ang="0">
                  <a:pos x="247" y="125"/>
                </a:cxn>
                <a:cxn ang="0">
                  <a:pos x="273" y="96"/>
                </a:cxn>
                <a:cxn ang="0">
                  <a:pos x="301" y="66"/>
                </a:cxn>
                <a:cxn ang="0">
                  <a:pos x="356" y="10"/>
                </a:cxn>
                <a:cxn ang="0">
                  <a:pos x="356" y="10"/>
                </a:cxn>
                <a:cxn ang="0">
                  <a:pos x="357" y="7"/>
                </a:cxn>
                <a:cxn ang="0">
                  <a:pos x="357" y="6"/>
                </a:cxn>
                <a:cxn ang="0">
                  <a:pos x="356" y="2"/>
                </a:cxn>
                <a:cxn ang="0">
                  <a:pos x="352" y="0"/>
                </a:cxn>
                <a:cxn ang="0">
                  <a:pos x="349" y="0"/>
                </a:cxn>
                <a:cxn ang="0">
                  <a:pos x="348" y="2"/>
                </a:cxn>
                <a:cxn ang="0">
                  <a:pos x="348" y="2"/>
                </a:cxn>
              </a:cxnLst>
              <a:rect l="0" t="0" r="r" b="b"/>
              <a:pathLst>
                <a:path w="357" h="479">
                  <a:moveTo>
                    <a:pt x="348" y="2"/>
                  </a:moveTo>
                  <a:lnTo>
                    <a:pt x="348" y="2"/>
                  </a:lnTo>
                  <a:lnTo>
                    <a:pt x="297" y="53"/>
                  </a:lnTo>
                  <a:lnTo>
                    <a:pt x="250" y="106"/>
                  </a:lnTo>
                  <a:lnTo>
                    <a:pt x="203" y="161"/>
                  </a:lnTo>
                  <a:lnTo>
                    <a:pt x="180" y="190"/>
                  </a:lnTo>
                  <a:lnTo>
                    <a:pt x="159" y="219"/>
                  </a:lnTo>
                  <a:lnTo>
                    <a:pt x="159" y="219"/>
                  </a:lnTo>
                  <a:lnTo>
                    <a:pt x="137" y="250"/>
                  </a:lnTo>
                  <a:lnTo>
                    <a:pt x="116" y="282"/>
                  </a:lnTo>
                  <a:lnTo>
                    <a:pt x="76" y="344"/>
                  </a:lnTo>
                  <a:lnTo>
                    <a:pt x="76" y="344"/>
                  </a:lnTo>
                  <a:lnTo>
                    <a:pt x="56" y="377"/>
                  </a:lnTo>
                  <a:lnTo>
                    <a:pt x="38" y="410"/>
                  </a:lnTo>
                  <a:lnTo>
                    <a:pt x="38" y="410"/>
                  </a:lnTo>
                  <a:lnTo>
                    <a:pt x="30" y="425"/>
                  </a:lnTo>
                  <a:lnTo>
                    <a:pt x="23" y="441"/>
                  </a:lnTo>
                  <a:lnTo>
                    <a:pt x="19" y="449"/>
                  </a:lnTo>
                  <a:lnTo>
                    <a:pt x="14" y="456"/>
                  </a:lnTo>
                  <a:lnTo>
                    <a:pt x="9" y="462"/>
                  </a:lnTo>
                  <a:lnTo>
                    <a:pt x="2" y="469"/>
                  </a:lnTo>
                  <a:lnTo>
                    <a:pt x="2" y="469"/>
                  </a:lnTo>
                  <a:lnTo>
                    <a:pt x="0" y="471"/>
                  </a:lnTo>
                  <a:lnTo>
                    <a:pt x="0" y="473"/>
                  </a:lnTo>
                  <a:lnTo>
                    <a:pt x="1" y="476"/>
                  </a:lnTo>
                  <a:lnTo>
                    <a:pt x="2" y="479"/>
                  </a:lnTo>
                  <a:lnTo>
                    <a:pt x="4" y="479"/>
                  </a:lnTo>
                  <a:lnTo>
                    <a:pt x="5" y="479"/>
                  </a:lnTo>
                  <a:lnTo>
                    <a:pt x="8" y="479"/>
                  </a:lnTo>
                  <a:lnTo>
                    <a:pt x="8" y="479"/>
                  </a:lnTo>
                  <a:lnTo>
                    <a:pt x="18" y="470"/>
                  </a:lnTo>
                  <a:lnTo>
                    <a:pt x="26" y="459"/>
                  </a:lnTo>
                  <a:lnTo>
                    <a:pt x="34" y="448"/>
                  </a:lnTo>
                  <a:lnTo>
                    <a:pt x="40" y="436"/>
                  </a:lnTo>
                  <a:lnTo>
                    <a:pt x="51" y="412"/>
                  </a:lnTo>
                  <a:lnTo>
                    <a:pt x="64" y="388"/>
                  </a:lnTo>
                  <a:lnTo>
                    <a:pt x="64" y="388"/>
                  </a:lnTo>
                  <a:lnTo>
                    <a:pt x="83" y="352"/>
                  </a:lnTo>
                  <a:lnTo>
                    <a:pt x="106" y="318"/>
                  </a:lnTo>
                  <a:lnTo>
                    <a:pt x="150" y="250"/>
                  </a:lnTo>
                  <a:lnTo>
                    <a:pt x="150" y="250"/>
                  </a:lnTo>
                  <a:lnTo>
                    <a:pt x="174" y="218"/>
                  </a:lnTo>
                  <a:lnTo>
                    <a:pt x="197" y="186"/>
                  </a:lnTo>
                  <a:lnTo>
                    <a:pt x="222" y="156"/>
                  </a:lnTo>
                  <a:lnTo>
                    <a:pt x="247" y="125"/>
                  </a:lnTo>
                  <a:lnTo>
                    <a:pt x="273" y="96"/>
                  </a:lnTo>
                  <a:lnTo>
                    <a:pt x="301" y="66"/>
                  </a:lnTo>
                  <a:lnTo>
                    <a:pt x="356" y="10"/>
                  </a:lnTo>
                  <a:lnTo>
                    <a:pt x="356" y="10"/>
                  </a:lnTo>
                  <a:lnTo>
                    <a:pt x="357" y="7"/>
                  </a:lnTo>
                  <a:lnTo>
                    <a:pt x="357" y="6"/>
                  </a:lnTo>
                  <a:lnTo>
                    <a:pt x="356" y="2"/>
                  </a:lnTo>
                  <a:lnTo>
                    <a:pt x="352" y="0"/>
                  </a:lnTo>
                  <a:lnTo>
                    <a:pt x="349" y="0"/>
                  </a:lnTo>
                  <a:lnTo>
                    <a:pt x="348" y="2"/>
                  </a:lnTo>
                  <a:lnTo>
                    <a:pt x="348" y="2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15" name="Freeform 527"/>
            <p:cNvSpPr/>
            <p:nvPr>
              <p:custDataLst>
                <p:tags r:id="rId10"/>
              </p:custDataLst>
            </p:nvPr>
          </p:nvSpPr>
          <p:spPr bwMode="auto">
            <a:xfrm>
              <a:off x="2327276" y="2062163"/>
              <a:ext cx="134938" cy="182563"/>
            </a:xfrm>
            <a:custGeom>
              <a:avLst/>
              <a:gdLst/>
              <a:ahLst/>
              <a:cxnLst>
                <a:cxn ang="0">
                  <a:pos x="332" y="3"/>
                </a:cxn>
                <a:cxn ang="0">
                  <a:pos x="332" y="3"/>
                </a:cxn>
                <a:cxn ang="0">
                  <a:pos x="321" y="16"/>
                </a:cxn>
                <a:cxn ang="0">
                  <a:pos x="310" y="29"/>
                </a:cxn>
                <a:cxn ang="0">
                  <a:pos x="298" y="42"/>
                </a:cxn>
                <a:cxn ang="0">
                  <a:pos x="286" y="55"/>
                </a:cxn>
                <a:cxn ang="0">
                  <a:pos x="286" y="55"/>
                </a:cxn>
                <a:cxn ang="0">
                  <a:pos x="261" y="87"/>
                </a:cxn>
                <a:cxn ang="0">
                  <a:pos x="236" y="118"/>
                </a:cxn>
                <a:cxn ang="0">
                  <a:pos x="236" y="118"/>
                </a:cxn>
                <a:cxn ang="0">
                  <a:pos x="176" y="190"/>
                </a:cxn>
                <a:cxn ang="0">
                  <a:pos x="117" y="262"/>
                </a:cxn>
                <a:cxn ang="0">
                  <a:pos x="117" y="262"/>
                </a:cxn>
                <a:cxn ang="0">
                  <a:pos x="94" y="293"/>
                </a:cxn>
                <a:cxn ang="0">
                  <a:pos x="71" y="326"/>
                </a:cxn>
                <a:cxn ang="0">
                  <a:pos x="52" y="360"/>
                </a:cxn>
                <a:cxn ang="0">
                  <a:pos x="32" y="394"/>
                </a:cxn>
                <a:cxn ang="0">
                  <a:pos x="32" y="394"/>
                </a:cxn>
                <a:cxn ang="0">
                  <a:pos x="18" y="420"/>
                </a:cxn>
                <a:cxn ang="0">
                  <a:pos x="5" y="446"/>
                </a:cxn>
                <a:cxn ang="0">
                  <a:pos x="5" y="446"/>
                </a:cxn>
                <a:cxn ang="0">
                  <a:pos x="0" y="461"/>
                </a:cxn>
                <a:cxn ang="0">
                  <a:pos x="0" y="461"/>
                </a:cxn>
                <a:cxn ang="0">
                  <a:pos x="13" y="461"/>
                </a:cxn>
                <a:cxn ang="0">
                  <a:pos x="13" y="461"/>
                </a:cxn>
                <a:cxn ang="0">
                  <a:pos x="17" y="450"/>
                </a:cxn>
                <a:cxn ang="0">
                  <a:pos x="17" y="450"/>
                </a:cxn>
                <a:cxn ang="0">
                  <a:pos x="26" y="429"/>
                </a:cxn>
                <a:cxn ang="0">
                  <a:pos x="35" y="410"/>
                </a:cxn>
                <a:cxn ang="0">
                  <a:pos x="57" y="371"/>
                </a:cxn>
                <a:cxn ang="0">
                  <a:pos x="82" y="331"/>
                </a:cxn>
                <a:cxn ang="0">
                  <a:pos x="107" y="295"/>
                </a:cxn>
                <a:cxn ang="0">
                  <a:pos x="107" y="295"/>
                </a:cxn>
                <a:cxn ang="0">
                  <a:pos x="122" y="274"/>
                </a:cxn>
                <a:cxn ang="0">
                  <a:pos x="137" y="253"/>
                </a:cxn>
                <a:cxn ang="0">
                  <a:pos x="170" y="214"/>
                </a:cxn>
                <a:cxn ang="0">
                  <a:pos x="238" y="135"/>
                </a:cxn>
                <a:cxn ang="0">
                  <a:pos x="238" y="135"/>
                </a:cxn>
                <a:cxn ang="0">
                  <a:pos x="264" y="102"/>
                </a:cxn>
                <a:cxn ang="0">
                  <a:pos x="290" y="70"/>
                </a:cxn>
                <a:cxn ang="0">
                  <a:pos x="290" y="70"/>
                </a:cxn>
                <a:cxn ang="0">
                  <a:pos x="303" y="54"/>
                </a:cxn>
                <a:cxn ang="0">
                  <a:pos x="316" y="40"/>
                </a:cxn>
                <a:cxn ang="0">
                  <a:pos x="329" y="24"/>
                </a:cxn>
                <a:cxn ang="0">
                  <a:pos x="341" y="8"/>
                </a:cxn>
                <a:cxn ang="0">
                  <a:pos x="341" y="8"/>
                </a:cxn>
                <a:cxn ang="0">
                  <a:pos x="342" y="6"/>
                </a:cxn>
                <a:cxn ang="0">
                  <a:pos x="342" y="4"/>
                </a:cxn>
                <a:cxn ang="0">
                  <a:pos x="341" y="2"/>
                </a:cxn>
                <a:cxn ang="0">
                  <a:pos x="340" y="0"/>
                </a:cxn>
                <a:cxn ang="0">
                  <a:pos x="336" y="0"/>
                </a:cxn>
                <a:cxn ang="0">
                  <a:pos x="333" y="0"/>
                </a:cxn>
                <a:cxn ang="0">
                  <a:pos x="332" y="3"/>
                </a:cxn>
                <a:cxn ang="0">
                  <a:pos x="332" y="3"/>
                </a:cxn>
              </a:cxnLst>
              <a:rect l="0" t="0" r="r" b="b"/>
              <a:pathLst>
                <a:path w="342" h="461">
                  <a:moveTo>
                    <a:pt x="332" y="3"/>
                  </a:moveTo>
                  <a:lnTo>
                    <a:pt x="332" y="3"/>
                  </a:lnTo>
                  <a:lnTo>
                    <a:pt x="321" y="16"/>
                  </a:lnTo>
                  <a:lnTo>
                    <a:pt x="310" y="29"/>
                  </a:lnTo>
                  <a:lnTo>
                    <a:pt x="298" y="42"/>
                  </a:lnTo>
                  <a:lnTo>
                    <a:pt x="286" y="55"/>
                  </a:lnTo>
                  <a:lnTo>
                    <a:pt x="286" y="55"/>
                  </a:lnTo>
                  <a:lnTo>
                    <a:pt x="261" y="87"/>
                  </a:lnTo>
                  <a:lnTo>
                    <a:pt x="236" y="118"/>
                  </a:lnTo>
                  <a:lnTo>
                    <a:pt x="236" y="118"/>
                  </a:lnTo>
                  <a:lnTo>
                    <a:pt x="176" y="190"/>
                  </a:lnTo>
                  <a:lnTo>
                    <a:pt x="117" y="262"/>
                  </a:lnTo>
                  <a:lnTo>
                    <a:pt x="117" y="262"/>
                  </a:lnTo>
                  <a:lnTo>
                    <a:pt x="94" y="293"/>
                  </a:lnTo>
                  <a:lnTo>
                    <a:pt x="71" y="326"/>
                  </a:lnTo>
                  <a:lnTo>
                    <a:pt x="52" y="360"/>
                  </a:lnTo>
                  <a:lnTo>
                    <a:pt x="32" y="394"/>
                  </a:lnTo>
                  <a:lnTo>
                    <a:pt x="32" y="394"/>
                  </a:lnTo>
                  <a:lnTo>
                    <a:pt x="18" y="420"/>
                  </a:lnTo>
                  <a:lnTo>
                    <a:pt x="5" y="446"/>
                  </a:lnTo>
                  <a:lnTo>
                    <a:pt x="5" y="446"/>
                  </a:lnTo>
                  <a:lnTo>
                    <a:pt x="0" y="461"/>
                  </a:lnTo>
                  <a:lnTo>
                    <a:pt x="0" y="461"/>
                  </a:lnTo>
                  <a:lnTo>
                    <a:pt x="13" y="461"/>
                  </a:lnTo>
                  <a:lnTo>
                    <a:pt x="13" y="461"/>
                  </a:lnTo>
                  <a:lnTo>
                    <a:pt x="17" y="450"/>
                  </a:lnTo>
                  <a:lnTo>
                    <a:pt x="17" y="450"/>
                  </a:lnTo>
                  <a:lnTo>
                    <a:pt x="26" y="429"/>
                  </a:lnTo>
                  <a:lnTo>
                    <a:pt x="35" y="410"/>
                  </a:lnTo>
                  <a:lnTo>
                    <a:pt x="57" y="371"/>
                  </a:lnTo>
                  <a:lnTo>
                    <a:pt x="82" y="331"/>
                  </a:lnTo>
                  <a:lnTo>
                    <a:pt x="107" y="295"/>
                  </a:lnTo>
                  <a:lnTo>
                    <a:pt x="107" y="295"/>
                  </a:lnTo>
                  <a:lnTo>
                    <a:pt x="122" y="274"/>
                  </a:lnTo>
                  <a:lnTo>
                    <a:pt x="137" y="253"/>
                  </a:lnTo>
                  <a:lnTo>
                    <a:pt x="170" y="214"/>
                  </a:lnTo>
                  <a:lnTo>
                    <a:pt x="238" y="135"/>
                  </a:lnTo>
                  <a:lnTo>
                    <a:pt x="238" y="135"/>
                  </a:lnTo>
                  <a:lnTo>
                    <a:pt x="264" y="102"/>
                  </a:lnTo>
                  <a:lnTo>
                    <a:pt x="290" y="70"/>
                  </a:lnTo>
                  <a:lnTo>
                    <a:pt x="290" y="70"/>
                  </a:lnTo>
                  <a:lnTo>
                    <a:pt x="303" y="54"/>
                  </a:lnTo>
                  <a:lnTo>
                    <a:pt x="316" y="40"/>
                  </a:lnTo>
                  <a:lnTo>
                    <a:pt x="329" y="24"/>
                  </a:lnTo>
                  <a:lnTo>
                    <a:pt x="341" y="8"/>
                  </a:lnTo>
                  <a:lnTo>
                    <a:pt x="341" y="8"/>
                  </a:lnTo>
                  <a:lnTo>
                    <a:pt x="342" y="6"/>
                  </a:lnTo>
                  <a:lnTo>
                    <a:pt x="342" y="4"/>
                  </a:lnTo>
                  <a:lnTo>
                    <a:pt x="341" y="2"/>
                  </a:lnTo>
                  <a:lnTo>
                    <a:pt x="340" y="0"/>
                  </a:lnTo>
                  <a:lnTo>
                    <a:pt x="336" y="0"/>
                  </a:lnTo>
                  <a:lnTo>
                    <a:pt x="333" y="0"/>
                  </a:lnTo>
                  <a:lnTo>
                    <a:pt x="332" y="3"/>
                  </a:lnTo>
                  <a:lnTo>
                    <a:pt x="332" y="3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16" name="Freeform 528"/>
            <p:cNvSpPr/>
            <p:nvPr>
              <p:custDataLst>
                <p:tags r:id="rId11"/>
              </p:custDataLst>
            </p:nvPr>
          </p:nvSpPr>
          <p:spPr bwMode="auto">
            <a:xfrm>
              <a:off x="2390776" y="2068513"/>
              <a:ext cx="111125" cy="169863"/>
            </a:xfrm>
            <a:custGeom>
              <a:avLst/>
              <a:gdLst/>
              <a:ahLst/>
              <a:cxnLst>
                <a:cxn ang="0">
                  <a:pos x="271" y="2"/>
                </a:cxn>
                <a:cxn ang="0">
                  <a:pos x="271" y="2"/>
                </a:cxn>
                <a:cxn ang="0">
                  <a:pos x="236" y="59"/>
                </a:cxn>
                <a:cxn ang="0">
                  <a:pos x="200" y="115"/>
                </a:cxn>
                <a:cxn ang="0">
                  <a:pos x="165" y="172"/>
                </a:cxn>
                <a:cxn ang="0">
                  <a:pos x="130" y="229"/>
                </a:cxn>
                <a:cxn ang="0">
                  <a:pos x="130" y="229"/>
                </a:cxn>
                <a:cxn ang="0">
                  <a:pos x="113" y="252"/>
                </a:cxn>
                <a:cxn ang="0">
                  <a:pos x="96" y="274"/>
                </a:cxn>
                <a:cxn ang="0">
                  <a:pos x="59" y="320"/>
                </a:cxn>
                <a:cxn ang="0">
                  <a:pos x="42" y="344"/>
                </a:cxn>
                <a:cxn ang="0">
                  <a:pos x="26" y="367"/>
                </a:cxn>
                <a:cxn ang="0">
                  <a:pos x="12" y="392"/>
                </a:cxn>
                <a:cxn ang="0">
                  <a:pos x="0" y="418"/>
                </a:cxn>
                <a:cxn ang="0">
                  <a:pos x="0" y="418"/>
                </a:cxn>
                <a:cxn ang="0">
                  <a:pos x="0" y="421"/>
                </a:cxn>
                <a:cxn ang="0">
                  <a:pos x="0" y="423"/>
                </a:cxn>
                <a:cxn ang="0">
                  <a:pos x="3" y="425"/>
                </a:cxn>
                <a:cxn ang="0">
                  <a:pos x="4" y="426"/>
                </a:cxn>
                <a:cxn ang="0">
                  <a:pos x="8" y="425"/>
                </a:cxn>
                <a:cxn ang="0">
                  <a:pos x="11" y="423"/>
                </a:cxn>
                <a:cxn ang="0">
                  <a:pos x="12" y="422"/>
                </a:cxn>
                <a:cxn ang="0">
                  <a:pos x="12" y="422"/>
                </a:cxn>
                <a:cxn ang="0">
                  <a:pos x="17" y="408"/>
                </a:cxn>
                <a:cxn ang="0">
                  <a:pos x="24" y="395"/>
                </a:cxn>
                <a:cxn ang="0">
                  <a:pos x="38" y="369"/>
                </a:cxn>
                <a:cxn ang="0">
                  <a:pos x="55" y="344"/>
                </a:cxn>
                <a:cxn ang="0">
                  <a:pos x="72" y="320"/>
                </a:cxn>
                <a:cxn ang="0">
                  <a:pos x="110" y="273"/>
                </a:cxn>
                <a:cxn ang="0">
                  <a:pos x="128" y="250"/>
                </a:cxn>
                <a:cxn ang="0">
                  <a:pos x="145" y="225"/>
                </a:cxn>
                <a:cxn ang="0">
                  <a:pos x="145" y="225"/>
                </a:cxn>
                <a:cxn ang="0">
                  <a:pos x="179" y="171"/>
                </a:cxn>
                <a:cxn ang="0">
                  <a:pos x="213" y="116"/>
                </a:cxn>
                <a:cxn ang="0">
                  <a:pos x="246" y="63"/>
                </a:cxn>
                <a:cxn ang="0">
                  <a:pos x="281" y="9"/>
                </a:cxn>
                <a:cxn ang="0">
                  <a:pos x="281" y="9"/>
                </a:cxn>
                <a:cxn ang="0">
                  <a:pos x="283" y="6"/>
                </a:cxn>
                <a:cxn ang="0">
                  <a:pos x="281" y="4"/>
                </a:cxn>
                <a:cxn ang="0">
                  <a:pos x="281" y="2"/>
                </a:cxn>
                <a:cxn ang="0">
                  <a:pos x="279" y="1"/>
                </a:cxn>
                <a:cxn ang="0">
                  <a:pos x="275" y="0"/>
                </a:cxn>
                <a:cxn ang="0">
                  <a:pos x="273" y="1"/>
                </a:cxn>
                <a:cxn ang="0">
                  <a:pos x="271" y="2"/>
                </a:cxn>
                <a:cxn ang="0">
                  <a:pos x="271" y="2"/>
                </a:cxn>
              </a:cxnLst>
              <a:rect l="0" t="0" r="r" b="b"/>
              <a:pathLst>
                <a:path w="283" h="426">
                  <a:moveTo>
                    <a:pt x="271" y="2"/>
                  </a:moveTo>
                  <a:lnTo>
                    <a:pt x="271" y="2"/>
                  </a:lnTo>
                  <a:lnTo>
                    <a:pt x="236" y="59"/>
                  </a:lnTo>
                  <a:lnTo>
                    <a:pt x="200" y="115"/>
                  </a:lnTo>
                  <a:lnTo>
                    <a:pt x="165" y="172"/>
                  </a:lnTo>
                  <a:lnTo>
                    <a:pt x="130" y="229"/>
                  </a:lnTo>
                  <a:lnTo>
                    <a:pt x="130" y="229"/>
                  </a:lnTo>
                  <a:lnTo>
                    <a:pt x="113" y="252"/>
                  </a:lnTo>
                  <a:lnTo>
                    <a:pt x="96" y="274"/>
                  </a:lnTo>
                  <a:lnTo>
                    <a:pt x="59" y="320"/>
                  </a:lnTo>
                  <a:lnTo>
                    <a:pt x="42" y="344"/>
                  </a:lnTo>
                  <a:lnTo>
                    <a:pt x="26" y="367"/>
                  </a:lnTo>
                  <a:lnTo>
                    <a:pt x="12" y="392"/>
                  </a:lnTo>
                  <a:lnTo>
                    <a:pt x="0" y="418"/>
                  </a:lnTo>
                  <a:lnTo>
                    <a:pt x="0" y="418"/>
                  </a:lnTo>
                  <a:lnTo>
                    <a:pt x="0" y="421"/>
                  </a:lnTo>
                  <a:lnTo>
                    <a:pt x="0" y="423"/>
                  </a:lnTo>
                  <a:lnTo>
                    <a:pt x="3" y="425"/>
                  </a:lnTo>
                  <a:lnTo>
                    <a:pt x="4" y="426"/>
                  </a:lnTo>
                  <a:lnTo>
                    <a:pt x="8" y="425"/>
                  </a:lnTo>
                  <a:lnTo>
                    <a:pt x="11" y="423"/>
                  </a:lnTo>
                  <a:lnTo>
                    <a:pt x="12" y="422"/>
                  </a:lnTo>
                  <a:lnTo>
                    <a:pt x="12" y="422"/>
                  </a:lnTo>
                  <a:lnTo>
                    <a:pt x="17" y="408"/>
                  </a:lnTo>
                  <a:lnTo>
                    <a:pt x="24" y="395"/>
                  </a:lnTo>
                  <a:lnTo>
                    <a:pt x="38" y="369"/>
                  </a:lnTo>
                  <a:lnTo>
                    <a:pt x="55" y="344"/>
                  </a:lnTo>
                  <a:lnTo>
                    <a:pt x="72" y="320"/>
                  </a:lnTo>
                  <a:lnTo>
                    <a:pt x="110" y="273"/>
                  </a:lnTo>
                  <a:lnTo>
                    <a:pt x="128" y="250"/>
                  </a:lnTo>
                  <a:lnTo>
                    <a:pt x="145" y="225"/>
                  </a:lnTo>
                  <a:lnTo>
                    <a:pt x="145" y="225"/>
                  </a:lnTo>
                  <a:lnTo>
                    <a:pt x="179" y="171"/>
                  </a:lnTo>
                  <a:lnTo>
                    <a:pt x="213" y="116"/>
                  </a:lnTo>
                  <a:lnTo>
                    <a:pt x="246" y="63"/>
                  </a:lnTo>
                  <a:lnTo>
                    <a:pt x="281" y="9"/>
                  </a:lnTo>
                  <a:lnTo>
                    <a:pt x="281" y="9"/>
                  </a:lnTo>
                  <a:lnTo>
                    <a:pt x="283" y="6"/>
                  </a:lnTo>
                  <a:lnTo>
                    <a:pt x="281" y="4"/>
                  </a:lnTo>
                  <a:lnTo>
                    <a:pt x="281" y="2"/>
                  </a:lnTo>
                  <a:lnTo>
                    <a:pt x="279" y="1"/>
                  </a:lnTo>
                  <a:lnTo>
                    <a:pt x="275" y="0"/>
                  </a:lnTo>
                  <a:lnTo>
                    <a:pt x="273" y="1"/>
                  </a:lnTo>
                  <a:lnTo>
                    <a:pt x="271" y="2"/>
                  </a:lnTo>
                  <a:lnTo>
                    <a:pt x="271" y="2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17" name="Freeform 529"/>
            <p:cNvSpPr/>
            <p:nvPr>
              <p:custDataLst>
                <p:tags r:id="rId12"/>
              </p:custDataLst>
            </p:nvPr>
          </p:nvSpPr>
          <p:spPr bwMode="auto">
            <a:xfrm>
              <a:off x="2517776" y="1982788"/>
              <a:ext cx="58738" cy="74613"/>
            </a:xfrm>
            <a:custGeom>
              <a:avLst/>
              <a:gdLst/>
              <a:ahLst/>
              <a:cxnLst>
                <a:cxn ang="0">
                  <a:pos x="138" y="1"/>
                </a:cxn>
                <a:cxn ang="0">
                  <a:pos x="138" y="1"/>
                </a:cxn>
                <a:cxn ang="0">
                  <a:pos x="128" y="9"/>
                </a:cxn>
                <a:cxn ang="0">
                  <a:pos x="120" y="18"/>
                </a:cxn>
                <a:cxn ang="0">
                  <a:pos x="104" y="38"/>
                </a:cxn>
                <a:cxn ang="0">
                  <a:pos x="90" y="59"/>
                </a:cxn>
                <a:cxn ang="0">
                  <a:pos x="77" y="80"/>
                </a:cxn>
                <a:cxn ang="0">
                  <a:pos x="77" y="80"/>
                </a:cxn>
                <a:cxn ang="0">
                  <a:pos x="66" y="93"/>
                </a:cxn>
                <a:cxn ang="0">
                  <a:pos x="56" y="106"/>
                </a:cxn>
                <a:cxn ang="0">
                  <a:pos x="35" y="133"/>
                </a:cxn>
                <a:cxn ang="0">
                  <a:pos x="35" y="133"/>
                </a:cxn>
                <a:cxn ang="0">
                  <a:pos x="26" y="144"/>
                </a:cxn>
                <a:cxn ang="0">
                  <a:pos x="17" y="154"/>
                </a:cxn>
                <a:cxn ang="0">
                  <a:pos x="7" y="165"/>
                </a:cxn>
                <a:cxn ang="0">
                  <a:pos x="0" y="177"/>
                </a:cxn>
                <a:cxn ang="0">
                  <a:pos x="0" y="177"/>
                </a:cxn>
                <a:cxn ang="0">
                  <a:pos x="0" y="179"/>
                </a:cxn>
                <a:cxn ang="0">
                  <a:pos x="0" y="182"/>
                </a:cxn>
                <a:cxn ang="0">
                  <a:pos x="2" y="184"/>
                </a:cxn>
                <a:cxn ang="0">
                  <a:pos x="5" y="186"/>
                </a:cxn>
                <a:cxn ang="0">
                  <a:pos x="6" y="186"/>
                </a:cxn>
                <a:cxn ang="0">
                  <a:pos x="9" y="184"/>
                </a:cxn>
                <a:cxn ang="0">
                  <a:pos x="10" y="183"/>
                </a:cxn>
                <a:cxn ang="0">
                  <a:pos x="10" y="183"/>
                </a:cxn>
                <a:cxn ang="0">
                  <a:pos x="15" y="173"/>
                </a:cxn>
                <a:cxn ang="0">
                  <a:pos x="23" y="165"/>
                </a:cxn>
                <a:cxn ang="0">
                  <a:pos x="31" y="157"/>
                </a:cxn>
                <a:cxn ang="0">
                  <a:pos x="39" y="148"/>
                </a:cxn>
                <a:cxn ang="0">
                  <a:pos x="39" y="148"/>
                </a:cxn>
                <a:cxn ang="0">
                  <a:pos x="60" y="119"/>
                </a:cxn>
                <a:cxn ang="0">
                  <a:pos x="81" y="93"/>
                </a:cxn>
                <a:cxn ang="0">
                  <a:pos x="81" y="93"/>
                </a:cxn>
                <a:cxn ang="0">
                  <a:pos x="96" y="71"/>
                </a:cxn>
                <a:cxn ang="0">
                  <a:pos x="111" y="48"/>
                </a:cxn>
                <a:cxn ang="0">
                  <a:pos x="119" y="38"/>
                </a:cxn>
                <a:cxn ang="0">
                  <a:pos x="126" y="27"/>
                </a:cxn>
                <a:cxn ang="0">
                  <a:pos x="136" y="18"/>
                </a:cxn>
                <a:cxn ang="0">
                  <a:pos x="146" y="9"/>
                </a:cxn>
                <a:cxn ang="0">
                  <a:pos x="146" y="9"/>
                </a:cxn>
                <a:cxn ang="0">
                  <a:pos x="147" y="7"/>
                </a:cxn>
                <a:cxn ang="0">
                  <a:pos x="147" y="5"/>
                </a:cxn>
                <a:cxn ang="0">
                  <a:pos x="147" y="3"/>
                </a:cxn>
                <a:cxn ang="0">
                  <a:pos x="146" y="1"/>
                </a:cxn>
                <a:cxn ang="0">
                  <a:pos x="142" y="0"/>
                </a:cxn>
                <a:cxn ang="0">
                  <a:pos x="140" y="0"/>
                </a:cxn>
                <a:cxn ang="0">
                  <a:pos x="138" y="1"/>
                </a:cxn>
                <a:cxn ang="0">
                  <a:pos x="138" y="1"/>
                </a:cxn>
              </a:cxnLst>
              <a:rect l="0" t="0" r="r" b="b"/>
              <a:pathLst>
                <a:path w="147" h="186">
                  <a:moveTo>
                    <a:pt x="138" y="1"/>
                  </a:moveTo>
                  <a:lnTo>
                    <a:pt x="138" y="1"/>
                  </a:lnTo>
                  <a:lnTo>
                    <a:pt x="128" y="9"/>
                  </a:lnTo>
                  <a:lnTo>
                    <a:pt x="120" y="18"/>
                  </a:lnTo>
                  <a:lnTo>
                    <a:pt x="104" y="38"/>
                  </a:lnTo>
                  <a:lnTo>
                    <a:pt x="90" y="59"/>
                  </a:lnTo>
                  <a:lnTo>
                    <a:pt x="77" y="80"/>
                  </a:lnTo>
                  <a:lnTo>
                    <a:pt x="77" y="80"/>
                  </a:lnTo>
                  <a:lnTo>
                    <a:pt x="66" y="93"/>
                  </a:lnTo>
                  <a:lnTo>
                    <a:pt x="56" y="106"/>
                  </a:lnTo>
                  <a:lnTo>
                    <a:pt x="35" y="133"/>
                  </a:lnTo>
                  <a:lnTo>
                    <a:pt x="35" y="133"/>
                  </a:lnTo>
                  <a:lnTo>
                    <a:pt x="26" y="144"/>
                  </a:lnTo>
                  <a:lnTo>
                    <a:pt x="17" y="154"/>
                  </a:lnTo>
                  <a:lnTo>
                    <a:pt x="7" y="165"/>
                  </a:lnTo>
                  <a:lnTo>
                    <a:pt x="0" y="177"/>
                  </a:lnTo>
                  <a:lnTo>
                    <a:pt x="0" y="177"/>
                  </a:lnTo>
                  <a:lnTo>
                    <a:pt x="0" y="179"/>
                  </a:lnTo>
                  <a:lnTo>
                    <a:pt x="0" y="182"/>
                  </a:lnTo>
                  <a:lnTo>
                    <a:pt x="2" y="184"/>
                  </a:lnTo>
                  <a:lnTo>
                    <a:pt x="5" y="186"/>
                  </a:lnTo>
                  <a:lnTo>
                    <a:pt x="6" y="186"/>
                  </a:lnTo>
                  <a:lnTo>
                    <a:pt x="9" y="184"/>
                  </a:lnTo>
                  <a:lnTo>
                    <a:pt x="10" y="183"/>
                  </a:lnTo>
                  <a:lnTo>
                    <a:pt x="10" y="183"/>
                  </a:lnTo>
                  <a:lnTo>
                    <a:pt x="15" y="173"/>
                  </a:lnTo>
                  <a:lnTo>
                    <a:pt x="23" y="165"/>
                  </a:lnTo>
                  <a:lnTo>
                    <a:pt x="31" y="157"/>
                  </a:lnTo>
                  <a:lnTo>
                    <a:pt x="39" y="148"/>
                  </a:lnTo>
                  <a:lnTo>
                    <a:pt x="39" y="148"/>
                  </a:lnTo>
                  <a:lnTo>
                    <a:pt x="60" y="119"/>
                  </a:lnTo>
                  <a:lnTo>
                    <a:pt x="81" y="93"/>
                  </a:lnTo>
                  <a:lnTo>
                    <a:pt x="81" y="93"/>
                  </a:lnTo>
                  <a:lnTo>
                    <a:pt x="96" y="71"/>
                  </a:lnTo>
                  <a:lnTo>
                    <a:pt x="111" y="48"/>
                  </a:lnTo>
                  <a:lnTo>
                    <a:pt x="119" y="38"/>
                  </a:lnTo>
                  <a:lnTo>
                    <a:pt x="126" y="27"/>
                  </a:lnTo>
                  <a:lnTo>
                    <a:pt x="136" y="18"/>
                  </a:lnTo>
                  <a:lnTo>
                    <a:pt x="146" y="9"/>
                  </a:lnTo>
                  <a:lnTo>
                    <a:pt x="146" y="9"/>
                  </a:lnTo>
                  <a:lnTo>
                    <a:pt x="147" y="7"/>
                  </a:lnTo>
                  <a:lnTo>
                    <a:pt x="147" y="5"/>
                  </a:lnTo>
                  <a:lnTo>
                    <a:pt x="147" y="3"/>
                  </a:lnTo>
                  <a:lnTo>
                    <a:pt x="146" y="1"/>
                  </a:lnTo>
                  <a:lnTo>
                    <a:pt x="142" y="0"/>
                  </a:lnTo>
                  <a:lnTo>
                    <a:pt x="140" y="0"/>
                  </a:lnTo>
                  <a:lnTo>
                    <a:pt x="138" y="1"/>
                  </a:lnTo>
                  <a:lnTo>
                    <a:pt x="138" y="1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18" name="Freeform 530"/>
            <p:cNvSpPr/>
            <p:nvPr>
              <p:custDataLst>
                <p:tags r:id="rId13"/>
              </p:custDataLst>
            </p:nvPr>
          </p:nvSpPr>
          <p:spPr bwMode="auto">
            <a:xfrm>
              <a:off x="2454276" y="1998663"/>
              <a:ext cx="158750" cy="241300"/>
            </a:xfrm>
            <a:custGeom>
              <a:avLst/>
              <a:gdLst/>
              <a:ahLst/>
              <a:cxnLst>
                <a:cxn ang="0">
                  <a:pos x="388" y="4"/>
                </a:cxn>
                <a:cxn ang="0">
                  <a:pos x="382" y="17"/>
                </a:cxn>
                <a:cxn ang="0">
                  <a:pos x="374" y="29"/>
                </a:cxn>
                <a:cxn ang="0">
                  <a:pos x="348" y="73"/>
                </a:cxn>
                <a:cxn ang="0">
                  <a:pos x="294" y="156"/>
                </a:cxn>
                <a:cxn ang="0">
                  <a:pos x="181" y="323"/>
                </a:cxn>
                <a:cxn ang="0">
                  <a:pos x="158" y="362"/>
                </a:cxn>
                <a:cxn ang="0">
                  <a:pos x="112" y="439"/>
                </a:cxn>
                <a:cxn ang="0">
                  <a:pos x="87" y="477"/>
                </a:cxn>
                <a:cxn ang="0">
                  <a:pos x="39" y="549"/>
                </a:cxn>
                <a:cxn ang="0">
                  <a:pos x="18" y="575"/>
                </a:cxn>
                <a:cxn ang="0">
                  <a:pos x="0" y="604"/>
                </a:cxn>
                <a:cxn ang="0">
                  <a:pos x="0" y="607"/>
                </a:cxn>
                <a:cxn ang="0">
                  <a:pos x="2" y="611"/>
                </a:cxn>
                <a:cxn ang="0">
                  <a:pos x="7" y="611"/>
                </a:cxn>
                <a:cxn ang="0">
                  <a:pos x="11" y="608"/>
                </a:cxn>
                <a:cxn ang="0">
                  <a:pos x="15" y="599"/>
                </a:cxn>
                <a:cxn ang="0">
                  <a:pos x="31" y="577"/>
                </a:cxn>
                <a:cxn ang="0">
                  <a:pos x="55" y="547"/>
                </a:cxn>
                <a:cxn ang="0">
                  <a:pos x="78" y="511"/>
                </a:cxn>
                <a:cxn ang="0">
                  <a:pos x="103" y="476"/>
                </a:cxn>
                <a:cxn ang="0">
                  <a:pos x="128" y="437"/>
                </a:cxn>
                <a:cxn ang="0">
                  <a:pos x="174" y="358"/>
                </a:cxn>
                <a:cxn ang="0">
                  <a:pos x="198" y="320"/>
                </a:cxn>
                <a:cxn ang="0">
                  <a:pos x="310" y="152"/>
                </a:cxn>
                <a:cxn ang="0">
                  <a:pos x="363" y="69"/>
                </a:cxn>
                <a:cxn ang="0">
                  <a:pos x="383" y="39"/>
                </a:cxn>
                <a:cxn ang="0">
                  <a:pos x="397" y="14"/>
                </a:cxn>
                <a:cxn ang="0">
                  <a:pos x="400" y="6"/>
                </a:cxn>
                <a:cxn ang="0">
                  <a:pos x="399" y="1"/>
                </a:cxn>
                <a:cxn ang="0">
                  <a:pos x="391" y="0"/>
                </a:cxn>
                <a:cxn ang="0">
                  <a:pos x="388" y="4"/>
                </a:cxn>
              </a:cxnLst>
              <a:rect l="0" t="0" r="r" b="b"/>
              <a:pathLst>
                <a:path w="400" h="611">
                  <a:moveTo>
                    <a:pt x="388" y="4"/>
                  </a:moveTo>
                  <a:lnTo>
                    <a:pt x="388" y="4"/>
                  </a:lnTo>
                  <a:lnTo>
                    <a:pt x="386" y="10"/>
                  </a:lnTo>
                  <a:lnTo>
                    <a:pt x="382" y="17"/>
                  </a:lnTo>
                  <a:lnTo>
                    <a:pt x="374" y="29"/>
                  </a:lnTo>
                  <a:lnTo>
                    <a:pt x="374" y="29"/>
                  </a:lnTo>
                  <a:lnTo>
                    <a:pt x="348" y="73"/>
                  </a:lnTo>
                  <a:lnTo>
                    <a:pt x="348" y="73"/>
                  </a:lnTo>
                  <a:lnTo>
                    <a:pt x="321" y="115"/>
                  </a:lnTo>
                  <a:lnTo>
                    <a:pt x="294" y="156"/>
                  </a:lnTo>
                  <a:lnTo>
                    <a:pt x="294" y="156"/>
                  </a:lnTo>
                  <a:lnTo>
                    <a:pt x="181" y="323"/>
                  </a:lnTo>
                  <a:lnTo>
                    <a:pt x="181" y="323"/>
                  </a:lnTo>
                  <a:lnTo>
                    <a:pt x="158" y="362"/>
                  </a:lnTo>
                  <a:lnTo>
                    <a:pt x="136" y="401"/>
                  </a:lnTo>
                  <a:lnTo>
                    <a:pt x="112" y="439"/>
                  </a:lnTo>
                  <a:lnTo>
                    <a:pt x="87" y="477"/>
                  </a:lnTo>
                  <a:lnTo>
                    <a:pt x="87" y="477"/>
                  </a:lnTo>
                  <a:lnTo>
                    <a:pt x="62" y="513"/>
                  </a:lnTo>
                  <a:lnTo>
                    <a:pt x="39" y="549"/>
                  </a:lnTo>
                  <a:lnTo>
                    <a:pt x="39" y="549"/>
                  </a:lnTo>
                  <a:lnTo>
                    <a:pt x="18" y="575"/>
                  </a:lnTo>
                  <a:lnTo>
                    <a:pt x="7" y="590"/>
                  </a:lnTo>
                  <a:lnTo>
                    <a:pt x="0" y="604"/>
                  </a:lnTo>
                  <a:lnTo>
                    <a:pt x="0" y="604"/>
                  </a:lnTo>
                  <a:lnTo>
                    <a:pt x="0" y="607"/>
                  </a:lnTo>
                  <a:lnTo>
                    <a:pt x="1" y="609"/>
                  </a:lnTo>
                  <a:lnTo>
                    <a:pt x="2" y="611"/>
                  </a:lnTo>
                  <a:lnTo>
                    <a:pt x="4" y="611"/>
                  </a:lnTo>
                  <a:lnTo>
                    <a:pt x="7" y="611"/>
                  </a:lnTo>
                  <a:lnTo>
                    <a:pt x="10" y="609"/>
                  </a:lnTo>
                  <a:lnTo>
                    <a:pt x="11" y="608"/>
                  </a:lnTo>
                  <a:lnTo>
                    <a:pt x="11" y="608"/>
                  </a:lnTo>
                  <a:lnTo>
                    <a:pt x="15" y="599"/>
                  </a:lnTo>
                  <a:lnTo>
                    <a:pt x="19" y="591"/>
                  </a:lnTo>
                  <a:lnTo>
                    <a:pt x="31" y="577"/>
                  </a:lnTo>
                  <a:lnTo>
                    <a:pt x="43" y="561"/>
                  </a:lnTo>
                  <a:lnTo>
                    <a:pt x="55" y="547"/>
                  </a:lnTo>
                  <a:lnTo>
                    <a:pt x="55" y="547"/>
                  </a:lnTo>
                  <a:lnTo>
                    <a:pt x="78" y="511"/>
                  </a:lnTo>
                  <a:lnTo>
                    <a:pt x="103" y="476"/>
                  </a:lnTo>
                  <a:lnTo>
                    <a:pt x="103" y="476"/>
                  </a:lnTo>
                  <a:lnTo>
                    <a:pt x="116" y="456"/>
                  </a:lnTo>
                  <a:lnTo>
                    <a:pt x="128" y="437"/>
                  </a:lnTo>
                  <a:lnTo>
                    <a:pt x="151" y="397"/>
                  </a:lnTo>
                  <a:lnTo>
                    <a:pt x="174" y="358"/>
                  </a:lnTo>
                  <a:lnTo>
                    <a:pt x="198" y="320"/>
                  </a:lnTo>
                  <a:lnTo>
                    <a:pt x="198" y="320"/>
                  </a:lnTo>
                  <a:lnTo>
                    <a:pt x="310" y="152"/>
                  </a:lnTo>
                  <a:lnTo>
                    <a:pt x="310" y="152"/>
                  </a:lnTo>
                  <a:lnTo>
                    <a:pt x="337" y="111"/>
                  </a:lnTo>
                  <a:lnTo>
                    <a:pt x="363" y="69"/>
                  </a:lnTo>
                  <a:lnTo>
                    <a:pt x="363" y="69"/>
                  </a:lnTo>
                  <a:lnTo>
                    <a:pt x="383" y="39"/>
                  </a:lnTo>
                  <a:lnTo>
                    <a:pt x="393" y="22"/>
                  </a:lnTo>
                  <a:lnTo>
                    <a:pt x="397" y="14"/>
                  </a:lnTo>
                  <a:lnTo>
                    <a:pt x="400" y="6"/>
                  </a:lnTo>
                  <a:lnTo>
                    <a:pt x="400" y="6"/>
                  </a:lnTo>
                  <a:lnTo>
                    <a:pt x="400" y="4"/>
                  </a:lnTo>
                  <a:lnTo>
                    <a:pt x="399" y="1"/>
                  </a:lnTo>
                  <a:lnTo>
                    <a:pt x="395" y="0"/>
                  </a:lnTo>
                  <a:lnTo>
                    <a:pt x="391" y="0"/>
                  </a:lnTo>
                  <a:lnTo>
                    <a:pt x="389" y="1"/>
                  </a:lnTo>
                  <a:lnTo>
                    <a:pt x="388" y="4"/>
                  </a:lnTo>
                  <a:lnTo>
                    <a:pt x="388" y="4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19" name="Freeform 531"/>
            <p:cNvSpPr/>
            <p:nvPr>
              <p:custDataLst>
                <p:tags r:id="rId14"/>
              </p:custDataLst>
            </p:nvPr>
          </p:nvSpPr>
          <p:spPr bwMode="auto">
            <a:xfrm>
              <a:off x="2509838" y="2046288"/>
              <a:ext cx="133350" cy="195263"/>
            </a:xfrm>
            <a:custGeom>
              <a:avLst/>
              <a:gdLst/>
              <a:ahLst/>
              <a:cxnLst>
                <a:cxn ang="0">
                  <a:pos x="328" y="2"/>
                </a:cxn>
                <a:cxn ang="0">
                  <a:pos x="328" y="2"/>
                </a:cxn>
                <a:cxn ang="0">
                  <a:pos x="307" y="31"/>
                </a:cxn>
                <a:cxn ang="0">
                  <a:pos x="286" y="60"/>
                </a:cxn>
                <a:cxn ang="0">
                  <a:pos x="246" y="120"/>
                </a:cxn>
                <a:cxn ang="0">
                  <a:pos x="207" y="180"/>
                </a:cxn>
                <a:cxn ang="0">
                  <a:pos x="167" y="240"/>
                </a:cxn>
                <a:cxn ang="0">
                  <a:pos x="167" y="240"/>
                </a:cxn>
                <a:cxn ang="0">
                  <a:pos x="123" y="304"/>
                </a:cxn>
                <a:cxn ang="0">
                  <a:pos x="78" y="367"/>
                </a:cxn>
                <a:cxn ang="0">
                  <a:pos x="78" y="367"/>
                </a:cxn>
                <a:cxn ang="0">
                  <a:pos x="58" y="394"/>
                </a:cxn>
                <a:cxn ang="0">
                  <a:pos x="39" y="423"/>
                </a:cxn>
                <a:cxn ang="0">
                  <a:pos x="1" y="481"/>
                </a:cxn>
                <a:cxn ang="0">
                  <a:pos x="1" y="481"/>
                </a:cxn>
                <a:cxn ang="0">
                  <a:pos x="0" y="483"/>
                </a:cxn>
                <a:cxn ang="0">
                  <a:pos x="0" y="486"/>
                </a:cxn>
                <a:cxn ang="0">
                  <a:pos x="3" y="489"/>
                </a:cxn>
                <a:cxn ang="0">
                  <a:pos x="7" y="490"/>
                </a:cxn>
                <a:cxn ang="0">
                  <a:pos x="9" y="489"/>
                </a:cxn>
                <a:cxn ang="0">
                  <a:pos x="10" y="487"/>
                </a:cxn>
                <a:cxn ang="0">
                  <a:pos x="10" y="487"/>
                </a:cxn>
                <a:cxn ang="0">
                  <a:pos x="46" y="434"/>
                </a:cxn>
                <a:cxn ang="0">
                  <a:pos x="63" y="408"/>
                </a:cxn>
                <a:cxn ang="0">
                  <a:pos x="81" y="381"/>
                </a:cxn>
                <a:cxn ang="0">
                  <a:pos x="81" y="381"/>
                </a:cxn>
                <a:cxn ang="0">
                  <a:pos x="127" y="319"/>
                </a:cxn>
                <a:cxn ang="0">
                  <a:pos x="171" y="256"/>
                </a:cxn>
                <a:cxn ang="0">
                  <a:pos x="171" y="256"/>
                </a:cxn>
                <a:cxn ang="0">
                  <a:pos x="212" y="193"/>
                </a:cxn>
                <a:cxn ang="0">
                  <a:pos x="252" y="130"/>
                </a:cxn>
                <a:cxn ang="0">
                  <a:pos x="294" y="68"/>
                </a:cxn>
                <a:cxn ang="0">
                  <a:pos x="317" y="37"/>
                </a:cxn>
                <a:cxn ang="0">
                  <a:pos x="337" y="7"/>
                </a:cxn>
                <a:cxn ang="0">
                  <a:pos x="337" y="7"/>
                </a:cxn>
                <a:cxn ang="0">
                  <a:pos x="339" y="5"/>
                </a:cxn>
                <a:cxn ang="0">
                  <a:pos x="339" y="3"/>
                </a:cxn>
                <a:cxn ang="0">
                  <a:pos x="337" y="2"/>
                </a:cxn>
                <a:cxn ang="0">
                  <a:pos x="336" y="0"/>
                </a:cxn>
                <a:cxn ang="0">
                  <a:pos x="332" y="0"/>
                </a:cxn>
                <a:cxn ang="0">
                  <a:pos x="330" y="0"/>
                </a:cxn>
                <a:cxn ang="0">
                  <a:pos x="328" y="2"/>
                </a:cxn>
                <a:cxn ang="0">
                  <a:pos x="328" y="2"/>
                </a:cxn>
              </a:cxnLst>
              <a:rect l="0" t="0" r="r" b="b"/>
              <a:pathLst>
                <a:path w="339" h="490">
                  <a:moveTo>
                    <a:pt x="328" y="2"/>
                  </a:moveTo>
                  <a:lnTo>
                    <a:pt x="328" y="2"/>
                  </a:lnTo>
                  <a:lnTo>
                    <a:pt x="307" y="31"/>
                  </a:lnTo>
                  <a:lnTo>
                    <a:pt x="286" y="60"/>
                  </a:lnTo>
                  <a:lnTo>
                    <a:pt x="246" y="120"/>
                  </a:lnTo>
                  <a:lnTo>
                    <a:pt x="207" y="180"/>
                  </a:lnTo>
                  <a:lnTo>
                    <a:pt x="167" y="240"/>
                  </a:lnTo>
                  <a:lnTo>
                    <a:pt x="167" y="240"/>
                  </a:lnTo>
                  <a:lnTo>
                    <a:pt x="123" y="304"/>
                  </a:lnTo>
                  <a:lnTo>
                    <a:pt x="78" y="367"/>
                  </a:lnTo>
                  <a:lnTo>
                    <a:pt x="78" y="367"/>
                  </a:lnTo>
                  <a:lnTo>
                    <a:pt x="58" y="394"/>
                  </a:lnTo>
                  <a:lnTo>
                    <a:pt x="39" y="423"/>
                  </a:lnTo>
                  <a:lnTo>
                    <a:pt x="1" y="481"/>
                  </a:lnTo>
                  <a:lnTo>
                    <a:pt x="1" y="481"/>
                  </a:lnTo>
                  <a:lnTo>
                    <a:pt x="0" y="483"/>
                  </a:lnTo>
                  <a:lnTo>
                    <a:pt x="0" y="486"/>
                  </a:lnTo>
                  <a:lnTo>
                    <a:pt x="3" y="489"/>
                  </a:lnTo>
                  <a:lnTo>
                    <a:pt x="7" y="490"/>
                  </a:lnTo>
                  <a:lnTo>
                    <a:pt x="9" y="489"/>
                  </a:lnTo>
                  <a:lnTo>
                    <a:pt x="10" y="487"/>
                  </a:lnTo>
                  <a:lnTo>
                    <a:pt x="10" y="487"/>
                  </a:lnTo>
                  <a:lnTo>
                    <a:pt x="46" y="434"/>
                  </a:lnTo>
                  <a:lnTo>
                    <a:pt x="63" y="408"/>
                  </a:lnTo>
                  <a:lnTo>
                    <a:pt x="81" y="381"/>
                  </a:lnTo>
                  <a:lnTo>
                    <a:pt x="81" y="381"/>
                  </a:lnTo>
                  <a:lnTo>
                    <a:pt x="127" y="319"/>
                  </a:lnTo>
                  <a:lnTo>
                    <a:pt x="171" y="256"/>
                  </a:lnTo>
                  <a:lnTo>
                    <a:pt x="171" y="256"/>
                  </a:lnTo>
                  <a:lnTo>
                    <a:pt x="212" y="193"/>
                  </a:lnTo>
                  <a:lnTo>
                    <a:pt x="252" y="130"/>
                  </a:lnTo>
                  <a:lnTo>
                    <a:pt x="294" y="68"/>
                  </a:lnTo>
                  <a:lnTo>
                    <a:pt x="317" y="37"/>
                  </a:lnTo>
                  <a:lnTo>
                    <a:pt x="337" y="7"/>
                  </a:lnTo>
                  <a:lnTo>
                    <a:pt x="337" y="7"/>
                  </a:lnTo>
                  <a:lnTo>
                    <a:pt x="339" y="5"/>
                  </a:lnTo>
                  <a:lnTo>
                    <a:pt x="339" y="3"/>
                  </a:lnTo>
                  <a:lnTo>
                    <a:pt x="337" y="2"/>
                  </a:lnTo>
                  <a:lnTo>
                    <a:pt x="336" y="0"/>
                  </a:lnTo>
                  <a:lnTo>
                    <a:pt x="332" y="0"/>
                  </a:lnTo>
                  <a:lnTo>
                    <a:pt x="330" y="0"/>
                  </a:lnTo>
                  <a:lnTo>
                    <a:pt x="328" y="2"/>
                  </a:lnTo>
                  <a:lnTo>
                    <a:pt x="328" y="2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20" name="Freeform 532"/>
            <p:cNvSpPr/>
            <p:nvPr>
              <p:custDataLst>
                <p:tags r:id="rId15"/>
              </p:custDataLst>
            </p:nvPr>
          </p:nvSpPr>
          <p:spPr bwMode="auto">
            <a:xfrm>
              <a:off x="2527301" y="2079625"/>
              <a:ext cx="152400" cy="222250"/>
            </a:xfrm>
            <a:custGeom>
              <a:avLst/>
              <a:gdLst/>
              <a:ahLst/>
              <a:cxnLst>
                <a:cxn ang="0">
                  <a:pos x="374" y="3"/>
                </a:cxn>
                <a:cxn ang="0">
                  <a:pos x="374" y="3"/>
                </a:cxn>
                <a:cxn ang="0">
                  <a:pos x="362" y="16"/>
                </a:cxn>
                <a:cxn ang="0">
                  <a:pos x="349" y="31"/>
                </a:cxn>
                <a:cxn ang="0">
                  <a:pos x="327" y="61"/>
                </a:cxn>
                <a:cxn ang="0">
                  <a:pos x="306" y="93"/>
                </a:cxn>
                <a:cxn ang="0">
                  <a:pos x="285" y="124"/>
                </a:cxn>
                <a:cxn ang="0">
                  <a:pos x="285" y="124"/>
                </a:cxn>
                <a:cxn ang="0">
                  <a:pos x="259" y="162"/>
                </a:cxn>
                <a:cxn ang="0">
                  <a:pos x="235" y="200"/>
                </a:cxn>
                <a:cxn ang="0">
                  <a:pos x="212" y="239"/>
                </a:cxn>
                <a:cxn ang="0">
                  <a:pos x="188" y="277"/>
                </a:cxn>
                <a:cxn ang="0">
                  <a:pos x="188" y="277"/>
                </a:cxn>
                <a:cxn ang="0">
                  <a:pos x="165" y="315"/>
                </a:cxn>
                <a:cxn ang="0">
                  <a:pos x="140" y="353"/>
                </a:cxn>
                <a:cxn ang="0">
                  <a:pos x="114" y="390"/>
                </a:cxn>
                <a:cxn ang="0">
                  <a:pos x="99" y="407"/>
                </a:cxn>
                <a:cxn ang="0">
                  <a:pos x="85" y="424"/>
                </a:cxn>
                <a:cxn ang="0">
                  <a:pos x="85" y="424"/>
                </a:cxn>
                <a:cxn ang="0">
                  <a:pos x="60" y="454"/>
                </a:cxn>
                <a:cxn ang="0">
                  <a:pos x="39" y="485"/>
                </a:cxn>
                <a:cxn ang="0">
                  <a:pos x="18" y="518"/>
                </a:cxn>
                <a:cxn ang="0">
                  <a:pos x="1" y="552"/>
                </a:cxn>
                <a:cxn ang="0">
                  <a:pos x="1" y="552"/>
                </a:cxn>
                <a:cxn ang="0">
                  <a:pos x="0" y="554"/>
                </a:cxn>
                <a:cxn ang="0">
                  <a:pos x="0" y="556"/>
                </a:cxn>
                <a:cxn ang="0">
                  <a:pos x="2" y="560"/>
                </a:cxn>
                <a:cxn ang="0">
                  <a:pos x="6" y="560"/>
                </a:cxn>
                <a:cxn ang="0">
                  <a:pos x="9" y="560"/>
                </a:cxn>
                <a:cxn ang="0">
                  <a:pos x="10" y="557"/>
                </a:cxn>
                <a:cxn ang="0">
                  <a:pos x="10" y="557"/>
                </a:cxn>
                <a:cxn ang="0">
                  <a:pos x="30" y="522"/>
                </a:cxn>
                <a:cxn ang="0">
                  <a:pos x="51" y="488"/>
                </a:cxn>
                <a:cxn ang="0">
                  <a:pos x="74" y="456"/>
                </a:cxn>
                <a:cxn ang="0">
                  <a:pos x="99" y="425"/>
                </a:cxn>
                <a:cxn ang="0">
                  <a:pos x="99" y="425"/>
                </a:cxn>
                <a:cxn ang="0">
                  <a:pos x="112" y="411"/>
                </a:cxn>
                <a:cxn ang="0">
                  <a:pos x="123" y="395"/>
                </a:cxn>
                <a:cxn ang="0">
                  <a:pos x="145" y="365"/>
                </a:cxn>
                <a:cxn ang="0">
                  <a:pos x="187" y="301"/>
                </a:cxn>
                <a:cxn ang="0">
                  <a:pos x="187" y="301"/>
                </a:cxn>
                <a:cxn ang="0">
                  <a:pos x="210" y="265"/>
                </a:cxn>
                <a:cxn ang="0">
                  <a:pos x="233" y="229"/>
                </a:cxn>
                <a:cxn ang="0">
                  <a:pos x="277" y="157"/>
                </a:cxn>
                <a:cxn ang="0">
                  <a:pos x="277" y="157"/>
                </a:cxn>
                <a:cxn ang="0">
                  <a:pos x="301" y="120"/>
                </a:cxn>
                <a:cxn ang="0">
                  <a:pos x="325" y="86"/>
                </a:cxn>
                <a:cxn ang="0">
                  <a:pos x="325" y="86"/>
                </a:cxn>
                <a:cxn ang="0">
                  <a:pos x="352" y="47"/>
                </a:cxn>
                <a:cxn ang="0">
                  <a:pos x="366" y="27"/>
                </a:cxn>
                <a:cxn ang="0">
                  <a:pos x="383" y="10"/>
                </a:cxn>
                <a:cxn ang="0">
                  <a:pos x="383" y="10"/>
                </a:cxn>
                <a:cxn ang="0">
                  <a:pos x="384" y="8"/>
                </a:cxn>
                <a:cxn ang="0">
                  <a:pos x="384" y="6"/>
                </a:cxn>
                <a:cxn ang="0">
                  <a:pos x="382" y="3"/>
                </a:cxn>
                <a:cxn ang="0">
                  <a:pos x="379" y="0"/>
                </a:cxn>
                <a:cxn ang="0">
                  <a:pos x="376" y="1"/>
                </a:cxn>
                <a:cxn ang="0">
                  <a:pos x="374" y="3"/>
                </a:cxn>
                <a:cxn ang="0">
                  <a:pos x="374" y="3"/>
                </a:cxn>
              </a:cxnLst>
              <a:rect l="0" t="0" r="r" b="b"/>
              <a:pathLst>
                <a:path w="384" h="560">
                  <a:moveTo>
                    <a:pt x="374" y="3"/>
                  </a:moveTo>
                  <a:lnTo>
                    <a:pt x="374" y="3"/>
                  </a:lnTo>
                  <a:lnTo>
                    <a:pt x="362" y="16"/>
                  </a:lnTo>
                  <a:lnTo>
                    <a:pt x="349" y="31"/>
                  </a:lnTo>
                  <a:lnTo>
                    <a:pt x="327" y="61"/>
                  </a:lnTo>
                  <a:lnTo>
                    <a:pt x="306" y="93"/>
                  </a:lnTo>
                  <a:lnTo>
                    <a:pt x="285" y="124"/>
                  </a:lnTo>
                  <a:lnTo>
                    <a:pt x="285" y="124"/>
                  </a:lnTo>
                  <a:lnTo>
                    <a:pt x="259" y="162"/>
                  </a:lnTo>
                  <a:lnTo>
                    <a:pt x="235" y="200"/>
                  </a:lnTo>
                  <a:lnTo>
                    <a:pt x="212" y="239"/>
                  </a:lnTo>
                  <a:lnTo>
                    <a:pt x="188" y="277"/>
                  </a:lnTo>
                  <a:lnTo>
                    <a:pt x="188" y="277"/>
                  </a:lnTo>
                  <a:lnTo>
                    <a:pt x="165" y="315"/>
                  </a:lnTo>
                  <a:lnTo>
                    <a:pt x="140" y="353"/>
                  </a:lnTo>
                  <a:lnTo>
                    <a:pt x="114" y="390"/>
                  </a:lnTo>
                  <a:lnTo>
                    <a:pt x="99" y="407"/>
                  </a:lnTo>
                  <a:lnTo>
                    <a:pt x="85" y="424"/>
                  </a:lnTo>
                  <a:lnTo>
                    <a:pt x="85" y="424"/>
                  </a:lnTo>
                  <a:lnTo>
                    <a:pt x="60" y="454"/>
                  </a:lnTo>
                  <a:lnTo>
                    <a:pt x="39" y="485"/>
                  </a:lnTo>
                  <a:lnTo>
                    <a:pt x="18" y="518"/>
                  </a:lnTo>
                  <a:lnTo>
                    <a:pt x="1" y="552"/>
                  </a:lnTo>
                  <a:lnTo>
                    <a:pt x="1" y="552"/>
                  </a:lnTo>
                  <a:lnTo>
                    <a:pt x="0" y="554"/>
                  </a:lnTo>
                  <a:lnTo>
                    <a:pt x="0" y="556"/>
                  </a:lnTo>
                  <a:lnTo>
                    <a:pt x="2" y="560"/>
                  </a:lnTo>
                  <a:lnTo>
                    <a:pt x="6" y="560"/>
                  </a:lnTo>
                  <a:lnTo>
                    <a:pt x="9" y="560"/>
                  </a:lnTo>
                  <a:lnTo>
                    <a:pt x="10" y="557"/>
                  </a:lnTo>
                  <a:lnTo>
                    <a:pt x="10" y="557"/>
                  </a:lnTo>
                  <a:lnTo>
                    <a:pt x="30" y="522"/>
                  </a:lnTo>
                  <a:lnTo>
                    <a:pt x="51" y="488"/>
                  </a:lnTo>
                  <a:lnTo>
                    <a:pt x="74" y="456"/>
                  </a:lnTo>
                  <a:lnTo>
                    <a:pt x="99" y="425"/>
                  </a:lnTo>
                  <a:lnTo>
                    <a:pt x="99" y="425"/>
                  </a:lnTo>
                  <a:lnTo>
                    <a:pt x="112" y="411"/>
                  </a:lnTo>
                  <a:lnTo>
                    <a:pt x="123" y="395"/>
                  </a:lnTo>
                  <a:lnTo>
                    <a:pt x="145" y="365"/>
                  </a:lnTo>
                  <a:lnTo>
                    <a:pt x="187" y="301"/>
                  </a:lnTo>
                  <a:lnTo>
                    <a:pt x="187" y="301"/>
                  </a:lnTo>
                  <a:lnTo>
                    <a:pt x="210" y="265"/>
                  </a:lnTo>
                  <a:lnTo>
                    <a:pt x="233" y="229"/>
                  </a:lnTo>
                  <a:lnTo>
                    <a:pt x="277" y="157"/>
                  </a:lnTo>
                  <a:lnTo>
                    <a:pt x="277" y="157"/>
                  </a:lnTo>
                  <a:lnTo>
                    <a:pt x="301" y="120"/>
                  </a:lnTo>
                  <a:lnTo>
                    <a:pt x="325" y="86"/>
                  </a:lnTo>
                  <a:lnTo>
                    <a:pt x="325" y="86"/>
                  </a:lnTo>
                  <a:lnTo>
                    <a:pt x="352" y="47"/>
                  </a:lnTo>
                  <a:lnTo>
                    <a:pt x="366" y="27"/>
                  </a:lnTo>
                  <a:lnTo>
                    <a:pt x="383" y="10"/>
                  </a:lnTo>
                  <a:lnTo>
                    <a:pt x="383" y="10"/>
                  </a:lnTo>
                  <a:lnTo>
                    <a:pt x="384" y="8"/>
                  </a:lnTo>
                  <a:lnTo>
                    <a:pt x="384" y="6"/>
                  </a:lnTo>
                  <a:lnTo>
                    <a:pt x="382" y="3"/>
                  </a:lnTo>
                  <a:lnTo>
                    <a:pt x="379" y="0"/>
                  </a:lnTo>
                  <a:lnTo>
                    <a:pt x="376" y="1"/>
                  </a:lnTo>
                  <a:lnTo>
                    <a:pt x="374" y="3"/>
                  </a:lnTo>
                  <a:lnTo>
                    <a:pt x="374" y="3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21" name="Freeform 533"/>
            <p:cNvSpPr/>
            <p:nvPr>
              <p:custDataLst>
                <p:tags r:id="rId16"/>
              </p:custDataLst>
            </p:nvPr>
          </p:nvSpPr>
          <p:spPr bwMode="auto">
            <a:xfrm>
              <a:off x="2546351" y="2112963"/>
              <a:ext cx="173038" cy="250825"/>
            </a:xfrm>
            <a:custGeom>
              <a:avLst/>
              <a:gdLst/>
              <a:ahLst/>
              <a:cxnLst>
                <a:cxn ang="0">
                  <a:pos x="427" y="2"/>
                </a:cxn>
                <a:cxn ang="0">
                  <a:pos x="374" y="77"/>
                </a:cxn>
                <a:cxn ang="0">
                  <a:pos x="324" y="154"/>
                </a:cxn>
                <a:cxn ang="0">
                  <a:pos x="204" y="327"/>
                </a:cxn>
                <a:cxn ang="0">
                  <a:pos x="179" y="364"/>
                </a:cxn>
                <a:cxn ang="0">
                  <a:pos x="154" y="402"/>
                </a:cxn>
                <a:cxn ang="0">
                  <a:pos x="134" y="427"/>
                </a:cxn>
                <a:cxn ang="0">
                  <a:pos x="129" y="436"/>
                </a:cxn>
                <a:cxn ang="0">
                  <a:pos x="107" y="476"/>
                </a:cxn>
                <a:cxn ang="0">
                  <a:pos x="91" y="497"/>
                </a:cxn>
                <a:cxn ang="0">
                  <a:pos x="58" y="536"/>
                </a:cxn>
                <a:cxn ang="0">
                  <a:pos x="43" y="557"/>
                </a:cxn>
                <a:cxn ang="0">
                  <a:pos x="11" y="597"/>
                </a:cxn>
                <a:cxn ang="0">
                  <a:pos x="2" y="616"/>
                </a:cxn>
                <a:cxn ang="0">
                  <a:pos x="0" y="625"/>
                </a:cxn>
                <a:cxn ang="0">
                  <a:pos x="1" y="629"/>
                </a:cxn>
                <a:cxn ang="0">
                  <a:pos x="6" y="631"/>
                </a:cxn>
                <a:cxn ang="0">
                  <a:pos x="10" y="630"/>
                </a:cxn>
                <a:cxn ang="0">
                  <a:pos x="10" y="627"/>
                </a:cxn>
                <a:cxn ang="0">
                  <a:pos x="19" y="609"/>
                </a:cxn>
                <a:cxn ang="0">
                  <a:pos x="32" y="592"/>
                </a:cxn>
                <a:cxn ang="0">
                  <a:pos x="54" y="561"/>
                </a:cxn>
                <a:cxn ang="0">
                  <a:pos x="62" y="550"/>
                </a:cxn>
                <a:cxn ang="0">
                  <a:pos x="90" y="518"/>
                </a:cxn>
                <a:cxn ang="0">
                  <a:pos x="116" y="482"/>
                </a:cxn>
                <a:cxn ang="0">
                  <a:pos x="137" y="448"/>
                </a:cxn>
                <a:cxn ang="0">
                  <a:pos x="158" y="415"/>
                </a:cxn>
                <a:cxn ang="0">
                  <a:pos x="174" y="395"/>
                </a:cxn>
                <a:cxn ang="0">
                  <a:pos x="214" y="332"/>
                </a:cxn>
                <a:cxn ang="0">
                  <a:pos x="268" y="253"/>
                </a:cxn>
                <a:cxn ang="0">
                  <a:pos x="323" y="176"/>
                </a:cxn>
                <a:cxn ang="0">
                  <a:pos x="378" y="92"/>
                </a:cxn>
                <a:cxn ang="0">
                  <a:pos x="421" y="30"/>
                </a:cxn>
                <a:cxn ang="0">
                  <a:pos x="435" y="10"/>
                </a:cxn>
                <a:cxn ang="0">
                  <a:pos x="436" y="6"/>
                </a:cxn>
                <a:cxn ang="0">
                  <a:pos x="433" y="1"/>
                </a:cxn>
                <a:cxn ang="0">
                  <a:pos x="429" y="1"/>
                </a:cxn>
                <a:cxn ang="0">
                  <a:pos x="427" y="2"/>
                </a:cxn>
              </a:cxnLst>
              <a:rect l="0" t="0" r="r" b="b"/>
              <a:pathLst>
                <a:path w="436" h="631">
                  <a:moveTo>
                    <a:pt x="427" y="2"/>
                  </a:moveTo>
                  <a:lnTo>
                    <a:pt x="427" y="2"/>
                  </a:lnTo>
                  <a:lnTo>
                    <a:pt x="400" y="39"/>
                  </a:lnTo>
                  <a:lnTo>
                    <a:pt x="374" y="77"/>
                  </a:lnTo>
                  <a:lnTo>
                    <a:pt x="324" y="154"/>
                  </a:lnTo>
                  <a:lnTo>
                    <a:pt x="324" y="154"/>
                  </a:lnTo>
                  <a:lnTo>
                    <a:pt x="264" y="240"/>
                  </a:lnTo>
                  <a:lnTo>
                    <a:pt x="204" y="327"/>
                  </a:lnTo>
                  <a:lnTo>
                    <a:pt x="204" y="327"/>
                  </a:lnTo>
                  <a:lnTo>
                    <a:pt x="179" y="364"/>
                  </a:lnTo>
                  <a:lnTo>
                    <a:pt x="154" y="402"/>
                  </a:lnTo>
                  <a:lnTo>
                    <a:pt x="154" y="402"/>
                  </a:lnTo>
                  <a:lnTo>
                    <a:pt x="141" y="419"/>
                  </a:lnTo>
                  <a:lnTo>
                    <a:pt x="134" y="427"/>
                  </a:lnTo>
                  <a:lnTo>
                    <a:pt x="129" y="436"/>
                  </a:lnTo>
                  <a:lnTo>
                    <a:pt x="129" y="436"/>
                  </a:lnTo>
                  <a:lnTo>
                    <a:pt x="119" y="457"/>
                  </a:lnTo>
                  <a:lnTo>
                    <a:pt x="107" y="476"/>
                  </a:lnTo>
                  <a:lnTo>
                    <a:pt x="107" y="476"/>
                  </a:lnTo>
                  <a:lnTo>
                    <a:pt x="91" y="497"/>
                  </a:lnTo>
                  <a:lnTo>
                    <a:pt x="74" y="516"/>
                  </a:lnTo>
                  <a:lnTo>
                    <a:pt x="58" y="536"/>
                  </a:lnTo>
                  <a:lnTo>
                    <a:pt x="43" y="557"/>
                  </a:lnTo>
                  <a:lnTo>
                    <a:pt x="43" y="557"/>
                  </a:lnTo>
                  <a:lnTo>
                    <a:pt x="17" y="588"/>
                  </a:lnTo>
                  <a:lnTo>
                    <a:pt x="11" y="597"/>
                  </a:lnTo>
                  <a:lnTo>
                    <a:pt x="6" y="606"/>
                  </a:lnTo>
                  <a:lnTo>
                    <a:pt x="2" y="616"/>
                  </a:lnTo>
                  <a:lnTo>
                    <a:pt x="0" y="625"/>
                  </a:lnTo>
                  <a:lnTo>
                    <a:pt x="0" y="625"/>
                  </a:lnTo>
                  <a:lnTo>
                    <a:pt x="0" y="627"/>
                  </a:lnTo>
                  <a:lnTo>
                    <a:pt x="1" y="629"/>
                  </a:lnTo>
                  <a:lnTo>
                    <a:pt x="5" y="631"/>
                  </a:lnTo>
                  <a:lnTo>
                    <a:pt x="6" y="631"/>
                  </a:lnTo>
                  <a:lnTo>
                    <a:pt x="9" y="631"/>
                  </a:lnTo>
                  <a:lnTo>
                    <a:pt x="10" y="630"/>
                  </a:lnTo>
                  <a:lnTo>
                    <a:pt x="10" y="627"/>
                  </a:lnTo>
                  <a:lnTo>
                    <a:pt x="10" y="627"/>
                  </a:lnTo>
                  <a:lnTo>
                    <a:pt x="14" y="618"/>
                  </a:lnTo>
                  <a:lnTo>
                    <a:pt x="19" y="609"/>
                  </a:lnTo>
                  <a:lnTo>
                    <a:pt x="32" y="592"/>
                  </a:lnTo>
                  <a:lnTo>
                    <a:pt x="32" y="592"/>
                  </a:lnTo>
                  <a:lnTo>
                    <a:pt x="47" y="570"/>
                  </a:lnTo>
                  <a:lnTo>
                    <a:pt x="54" y="561"/>
                  </a:lnTo>
                  <a:lnTo>
                    <a:pt x="62" y="550"/>
                  </a:lnTo>
                  <a:lnTo>
                    <a:pt x="62" y="550"/>
                  </a:lnTo>
                  <a:lnTo>
                    <a:pt x="77" y="535"/>
                  </a:lnTo>
                  <a:lnTo>
                    <a:pt x="90" y="518"/>
                  </a:lnTo>
                  <a:lnTo>
                    <a:pt x="116" y="482"/>
                  </a:lnTo>
                  <a:lnTo>
                    <a:pt x="116" y="482"/>
                  </a:lnTo>
                  <a:lnTo>
                    <a:pt x="128" y="465"/>
                  </a:lnTo>
                  <a:lnTo>
                    <a:pt x="137" y="448"/>
                  </a:lnTo>
                  <a:lnTo>
                    <a:pt x="147" y="431"/>
                  </a:lnTo>
                  <a:lnTo>
                    <a:pt x="158" y="415"/>
                  </a:lnTo>
                  <a:lnTo>
                    <a:pt x="158" y="415"/>
                  </a:lnTo>
                  <a:lnTo>
                    <a:pt x="174" y="395"/>
                  </a:lnTo>
                  <a:lnTo>
                    <a:pt x="187" y="374"/>
                  </a:lnTo>
                  <a:lnTo>
                    <a:pt x="214" y="332"/>
                  </a:lnTo>
                  <a:lnTo>
                    <a:pt x="214" y="332"/>
                  </a:lnTo>
                  <a:lnTo>
                    <a:pt x="268" y="253"/>
                  </a:lnTo>
                  <a:lnTo>
                    <a:pt x="323" y="176"/>
                  </a:lnTo>
                  <a:lnTo>
                    <a:pt x="323" y="176"/>
                  </a:lnTo>
                  <a:lnTo>
                    <a:pt x="350" y="134"/>
                  </a:lnTo>
                  <a:lnTo>
                    <a:pt x="378" y="92"/>
                  </a:lnTo>
                  <a:lnTo>
                    <a:pt x="406" y="51"/>
                  </a:lnTo>
                  <a:lnTo>
                    <a:pt x="421" y="30"/>
                  </a:lnTo>
                  <a:lnTo>
                    <a:pt x="435" y="10"/>
                  </a:lnTo>
                  <a:lnTo>
                    <a:pt x="435" y="10"/>
                  </a:lnTo>
                  <a:lnTo>
                    <a:pt x="436" y="7"/>
                  </a:lnTo>
                  <a:lnTo>
                    <a:pt x="436" y="6"/>
                  </a:lnTo>
                  <a:lnTo>
                    <a:pt x="435" y="2"/>
                  </a:lnTo>
                  <a:lnTo>
                    <a:pt x="433" y="1"/>
                  </a:lnTo>
                  <a:lnTo>
                    <a:pt x="431" y="0"/>
                  </a:lnTo>
                  <a:lnTo>
                    <a:pt x="429" y="1"/>
                  </a:lnTo>
                  <a:lnTo>
                    <a:pt x="427" y="2"/>
                  </a:lnTo>
                  <a:lnTo>
                    <a:pt x="427" y="2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22" name="Freeform 534"/>
            <p:cNvSpPr/>
            <p:nvPr>
              <p:custDataLst>
                <p:tags r:id="rId17"/>
              </p:custDataLst>
            </p:nvPr>
          </p:nvSpPr>
          <p:spPr bwMode="auto">
            <a:xfrm>
              <a:off x="2122488" y="2501900"/>
              <a:ext cx="22225" cy="41275"/>
            </a:xfrm>
            <a:custGeom>
              <a:avLst/>
              <a:gdLst/>
              <a:ahLst/>
              <a:cxnLst>
                <a:cxn ang="0">
                  <a:pos x="42" y="6"/>
                </a:cxn>
                <a:cxn ang="0">
                  <a:pos x="42" y="6"/>
                </a:cxn>
                <a:cxn ang="0">
                  <a:pos x="40" y="17"/>
                </a:cxn>
                <a:cxn ang="0">
                  <a:pos x="36" y="27"/>
                </a:cxn>
                <a:cxn ang="0">
                  <a:pos x="29" y="36"/>
                </a:cxn>
                <a:cxn ang="0">
                  <a:pos x="23" y="46"/>
                </a:cxn>
                <a:cxn ang="0">
                  <a:pos x="23" y="46"/>
                </a:cxn>
                <a:cxn ang="0">
                  <a:pos x="16" y="57"/>
                </a:cxn>
                <a:cxn ang="0">
                  <a:pos x="10" y="69"/>
                </a:cxn>
                <a:cxn ang="0">
                  <a:pos x="4" y="82"/>
                </a:cxn>
                <a:cxn ang="0">
                  <a:pos x="0" y="95"/>
                </a:cxn>
                <a:cxn ang="0">
                  <a:pos x="0" y="95"/>
                </a:cxn>
                <a:cxn ang="0">
                  <a:pos x="0" y="98"/>
                </a:cxn>
                <a:cxn ang="0">
                  <a:pos x="2" y="100"/>
                </a:cxn>
                <a:cxn ang="0">
                  <a:pos x="4" y="102"/>
                </a:cxn>
                <a:cxn ang="0">
                  <a:pos x="10" y="102"/>
                </a:cxn>
                <a:cxn ang="0">
                  <a:pos x="11" y="100"/>
                </a:cxn>
                <a:cxn ang="0">
                  <a:pos x="12" y="99"/>
                </a:cxn>
                <a:cxn ang="0">
                  <a:pos x="12" y="99"/>
                </a:cxn>
                <a:cxn ang="0">
                  <a:pos x="16" y="83"/>
                </a:cxn>
                <a:cxn ang="0">
                  <a:pos x="23" y="70"/>
                </a:cxn>
                <a:cxn ang="0">
                  <a:pos x="29" y="56"/>
                </a:cxn>
                <a:cxn ang="0">
                  <a:pos x="38" y="43"/>
                </a:cxn>
                <a:cxn ang="0">
                  <a:pos x="38" y="43"/>
                </a:cxn>
                <a:cxn ang="0">
                  <a:pos x="44" y="35"/>
                </a:cxn>
                <a:cxn ang="0">
                  <a:pos x="49" y="26"/>
                </a:cxn>
                <a:cxn ang="0">
                  <a:pos x="51" y="15"/>
                </a:cxn>
                <a:cxn ang="0">
                  <a:pos x="54" y="6"/>
                </a:cxn>
                <a:cxn ang="0">
                  <a:pos x="54" y="6"/>
                </a:cxn>
                <a:cxn ang="0">
                  <a:pos x="54" y="4"/>
                </a:cxn>
                <a:cxn ang="0">
                  <a:pos x="53" y="1"/>
                </a:cxn>
                <a:cxn ang="0">
                  <a:pos x="50" y="1"/>
                </a:cxn>
                <a:cxn ang="0">
                  <a:pos x="49" y="0"/>
                </a:cxn>
                <a:cxn ang="0">
                  <a:pos x="45" y="1"/>
                </a:cxn>
                <a:cxn ang="0">
                  <a:pos x="44" y="4"/>
                </a:cxn>
                <a:cxn ang="0">
                  <a:pos x="42" y="6"/>
                </a:cxn>
                <a:cxn ang="0">
                  <a:pos x="42" y="6"/>
                </a:cxn>
              </a:cxnLst>
              <a:rect l="0" t="0" r="r" b="b"/>
              <a:pathLst>
                <a:path w="54" h="102">
                  <a:moveTo>
                    <a:pt x="42" y="6"/>
                  </a:moveTo>
                  <a:lnTo>
                    <a:pt x="42" y="6"/>
                  </a:lnTo>
                  <a:lnTo>
                    <a:pt x="40" y="17"/>
                  </a:lnTo>
                  <a:lnTo>
                    <a:pt x="36" y="27"/>
                  </a:lnTo>
                  <a:lnTo>
                    <a:pt x="29" y="36"/>
                  </a:lnTo>
                  <a:lnTo>
                    <a:pt x="23" y="46"/>
                  </a:lnTo>
                  <a:lnTo>
                    <a:pt x="23" y="46"/>
                  </a:lnTo>
                  <a:lnTo>
                    <a:pt x="16" y="57"/>
                  </a:lnTo>
                  <a:lnTo>
                    <a:pt x="10" y="69"/>
                  </a:lnTo>
                  <a:lnTo>
                    <a:pt x="4" y="82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0" y="98"/>
                  </a:lnTo>
                  <a:lnTo>
                    <a:pt x="2" y="100"/>
                  </a:lnTo>
                  <a:lnTo>
                    <a:pt x="4" y="102"/>
                  </a:lnTo>
                  <a:lnTo>
                    <a:pt x="10" y="102"/>
                  </a:lnTo>
                  <a:lnTo>
                    <a:pt x="11" y="100"/>
                  </a:lnTo>
                  <a:lnTo>
                    <a:pt x="12" y="99"/>
                  </a:lnTo>
                  <a:lnTo>
                    <a:pt x="12" y="99"/>
                  </a:lnTo>
                  <a:lnTo>
                    <a:pt x="16" y="83"/>
                  </a:lnTo>
                  <a:lnTo>
                    <a:pt x="23" y="70"/>
                  </a:lnTo>
                  <a:lnTo>
                    <a:pt x="29" y="56"/>
                  </a:lnTo>
                  <a:lnTo>
                    <a:pt x="38" y="43"/>
                  </a:lnTo>
                  <a:lnTo>
                    <a:pt x="38" y="43"/>
                  </a:lnTo>
                  <a:lnTo>
                    <a:pt x="44" y="35"/>
                  </a:lnTo>
                  <a:lnTo>
                    <a:pt x="49" y="26"/>
                  </a:lnTo>
                  <a:lnTo>
                    <a:pt x="51" y="15"/>
                  </a:lnTo>
                  <a:lnTo>
                    <a:pt x="54" y="6"/>
                  </a:lnTo>
                  <a:lnTo>
                    <a:pt x="54" y="6"/>
                  </a:lnTo>
                  <a:lnTo>
                    <a:pt x="54" y="4"/>
                  </a:lnTo>
                  <a:lnTo>
                    <a:pt x="53" y="1"/>
                  </a:lnTo>
                  <a:lnTo>
                    <a:pt x="50" y="1"/>
                  </a:lnTo>
                  <a:lnTo>
                    <a:pt x="49" y="0"/>
                  </a:lnTo>
                  <a:lnTo>
                    <a:pt x="45" y="1"/>
                  </a:lnTo>
                  <a:lnTo>
                    <a:pt x="44" y="4"/>
                  </a:lnTo>
                  <a:lnTo>
                    <a:pt x="42" y="6"/>
                  </a:lnTo>
                  <a:lnTo>
                    <a:pt x="42" y="6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23" name="Freeform 535"/>
            <p:cNvSpPr/>
            <p:nvPr>
              <p:custDataLst>
                <p:tags r:id="rId18"/>
              </p:custDataLst>
            </p:nvPr>
          </p:nvSpPr>
          <p:spPr bwMode="auto">
            <a:xfrm>
              <a:off x="2152651" y="2535238"/>
              <a:ext cx="22225" cy="46038"/>
            </a:xfrm>
            <a:custGeom>
              <a:avLst/>
              <a:gdLst/>
              <a:ahLst/>
              <a:cxnLst>
                <a:cxn ang="0">
                  <a:pos x="46" y="2"/>
                </a:cxn>
                <a:cxn ang="0">
                  <a:pos x="46" y="2"/>
                </a:cxn>
                <a:cxn ang="0">
                  <a:pos x="43" y="17"/>
                </a:cxn>
                <a:cxn ang="0">
                  <a:pos x="38" y="29"/>
                </a:cxn>
                <a:cxn ang="0">
                  <a:pos x="26" y="55"/>
                </a:cxn>
                <a:cxn ang="0">
                  <a:pos x="2" y="104"/>
                </a:cxn>
                <a:cxn ang="0">
                  <a:pos x="2" y="104"/>
                </a:cxn>
                <a:cxn ang="0">
                  <a:pos x="0" y="107"/>
                </a:cxn>
                <a:cxn ang="0">
                  <a:pos x="2" y="108"/>
                </a:cxn>
                <a:cxn ang="0">
                  <a:pos x="4" y="112"/>
                </a:cxn>
                <a:cxn ang="0">
                  <a:pos x="8" y="114"/>
                </a:cxn>
                <a:cxn ang="0">
                  <a:pos x="9" y="112"/>
                </a:cxn>
                <a:cxn ang="0">
                  <a:pos x="11" y="110"/>
                </a:cxn>
                <a:cxn ang="0">
                  <a:pos x="11" y="110"/>
                </a:cxn>
                <a:cxn ang="0">
                  <a:pos x="37" y="59"/>
                </a:cxn>
                <a:cxn ang="0">
                  <a:pos x="49" y="32"/>
                </a:cxn>
                <a:cxn ang="0">
                  <a:pos x="54" y="19"/>
                </a:cxn>
                <a:cxn ang="0">
                  <a:pos x="58" y="6"/>
                </a:cxn>
                <a:cxn ang="0">
                  <a:pos x="58" y="6"/>
                </a:cxn>
                <a:cxn ang="0">
                  <a:pos x="58" y="4"/>
                </a:cxn>
                <a:cxn ang="0">
                  <a:pos x="57" y="1"/>
                </a:cxn>
                <a:cxn ang="0">
                  <a:pos x="54" y="0"/>
                </a:cxn>
                <a:cxn ang="0">
                  <a:pos x="49" y="0"/>
                </a:cxn>
                <a:cxn ang="0">
                  <a:pos x="47" y="1"/>
                </a:cxn>
                <a:cxn ang="0">
                  <a:pos x="46" y="2"/>
                </a:cxn>
                <a:cxn ang="0">
                  <a:pos x="46" y="2"/>
                </a:cxn>
              </a:cxnLst>
              <a:rect l="0" t="0" r="r" b="b"/>
              <a:pathLst>
                <a:path w="58" h="114">
                  <a:moveTo>
                    <a:pt x="46" y="2"/>
                  </a:moveTo>
                  <a:lnTo>
                    <a:pt x="46" y="2"/>
                  </a:lnTo>
                  <a:lnTo>
                    <a:pt x="43" y="17"/>
                  </a:lnTo>
                  <a:lnTo>
                    <a:pt x="38" y="29"/>
                  </a:lnTo>
                  <a:lnTo>
                    <a:pt x="26" y="55"/>
                  </a:lnTo>
                  <a:lnTo>
                    <a:pt x="2" y="104"/>
                  </a:lnTo>
                  <a:lnTo>
                    <a:pt x="2" y="104"/>
                  </a:lnTo>
                  <a:lnTo>
                    <a:pt x="0" y="107"/>
                  </a:lnTo>
                  <a:lnTo>
                    <a:pt x="2" y="108"/>
                  </a:lnTo>
                  <a:lnTo>
                    <a:pt x="4" y="112"/>
                  </a:lnTo>
                  <a:lnTo>
                    <a:pt x="8" y="114"/>
                  </a:lnTo>
                  <a:lnTo>
                    <a:pt x="9" y="112"/>
                  </a:lnTo>
                  <a:lnTo>
                    <a:pt x="11" y="110"/>
                  </a:lnTo>
                  <a:lnTo>
                    <a:pt x="11" y="110"/>
                  </a:lnTo>
                  <a:lnTo>
                    <a:pt x="37" y="59"/>
                  </a:lnTo>
                  <a:lnTo>
                    <a:pt x="49" y="32"/>
                  </a:lnTo>
                  <a:lnTo>
                    <a:pt x="54" y="19"/>
                  </a:lnTo>
                  <a:lnTo>
                    <a:pt x="58" y="6"/>
                  </a:lnTo>
                  <a:lnTo>
                    <a:pt x="58" y="6"/>
                  </a:lnTo>
                  <a:lnTo>
                    <a:pt x="58" y="4"/>
                  </a:lnTo>
                  <a:lnTo>
                    <a:pt x="57" y="1"/>
                  </a:lnTo>
                  <a:lnTo>
                    <a:pt x="54" y="0"/>
                  </a:lnTo>
                  <a:lnTo>
                    <a:pt x="49" y="0"/>
                  </a:lnTo>
                  <a:lnTo>
                    <a:pt x="47" y="1"/>
                  </a:lnTo>
                  <a:lnTo>
                    <a:pt x="46" y="2"/>
                  </a:lnTo>
                  <a:lnTo>
                    <a:pt x="46" y="2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24" name="Freeform 536"/>
            <p:cNvSpPr/>
            <p:nvPr>
              <p:custDataLst>
                <p:tags r:id="rId19"/>
              </p:custDataLst>
            </p:nvPr>
          </p:nvSpPr>
          <p:spPr bwMode="auto">
            <a:xfrm>
              <a:off x="2176463" y="2573338"/>
              <a:ext cx="23813" cy="34925"/>
            </a:xfrm>
            <a:custGeom>
              <a:avLst/>
              <a:gdLst/>
              <a:ahLst/>
              <a:cxnLst>
                <a:cxn ang="0">
                  <a:pos x="51" y="1"/>
                </a:cxn>
                <a:cxn ang="0">
                  <a:pos x="51" y="1"/>
                </a:cxn>
                <a:cxn ang="0">
                  <a:pos x="35" y="20"/>
                </a:cxn>
                <a:cxn ang="0">
                  <a:pos x="22" y="38"/>
                </a:cxn>
                <a:cxn ang="0">
                  <a:pos x="10" y="57"/>
                </a:cxn>
                <a:cxn ang="0">
                  <a:pos x="0" y="78"/>
                </a:cxn>
                <a:cxn ang="0">
                  <a:pos x="0" y="78"/>
                </a:cxn>
                <a:cxn ang="0">
                  <a:pos x="0" y="81"/>
                </a:cxn>
                <a:cxn ang="0">
                  <a:pos x="0" y="84"/>
                </a:cxn>
                <a:cxn ang="0">
                  <a:pos x="4" y="86"/>
                </a:cxn>
                <a:cxn ang="0">
                  <a:pos x="5" y="88"/>
                </a:cxn>
                <a:cxn ang="0">
                  <a:pos x="8" y="88"/>
                </a:cxn>
                <a:cxn ang="0">
                  <a:pos x="9" y="86"/>
                </a:cxn>
                <a:cxn ang="0">
                  <a:pos x="10" y="85"/>
                </a:cxn>
                <a:cxn ang="0">
                  <a:pos x="10" y="85"/>
                </a:cxn>
                <a:cxn ang="0">
                  <a:pos x="19" y="64"/>
                </a:cxn>
                <a:cxn ang="0">
                  <a:pos x="31" y="44"/>
                </a:cxn>
                <a:cxn ang="0">
                  <a:pos x="44" y="26"/>
                </a:cxn>
                <a:cxn ang="0">
                  <a:pos x="59" y="9"/>
                </a:cxn>
                <a:cxn ang="0">
                  <a:pos x="59" y="9"/>
                </a:cxn>
                <a:cxn ang="0">
                  <a:pos x="60" y="8"/>
                </a:cxn>
                <a:cxn ang="0">
                  <a:pos x="60" y="5"/>
                </a:cxn>
                <a:cxn ang="0">
                  <a:pos x="59" y="1"/>
                </a:cxn>
                <a:cxn ang="0">
                  <a:pos x="55" y="0"/>
                </a:cxn>
                <a:cxn ang="0">
                  <a:pos x="53" y="0"/>
                </a:cxn>
                <a:cxn ang="0">
                  <a:pos x="51" y="1"/>
                </a:cxn>
                <a:cxn ang="0">
                  <a:pos x="51" y="1"/>
                </a:cxn>
              </a:cxnLst>
              <a:rect l="0" t="0" r="r" b="b"/>
              <a:pathLst>
                <a:path w="60" h="88">
                  <a:moveTo>
                    <a:pt x="51" y="1"/>
                  </a:moveTo>
                  <a:lnTo>
                    <a:pt x="51" y="1"/>
                  </a:lnTo>
                  <a:lnTo>
                    <a:pt x="35" y="20"/>
                  </a:lnTo>
                  <a:lnTo>
                    <a:pt x="22" y="38"/>
                  </a:lnTo>
                  <a:lnTo>
                    <a:pt x="10" y="57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81"/>
                  </a:lnTo>
                  <a:lnTo>
                    <a:pt x="0" y="84"/>
                  </a:lnTo>
                  <a:lnTo>
                    <a:pt x="4" y="86"/>
                  </a:lnTo>
                  <a:lnTo>
                    <a:pt x="5" y="88"/>
                  </a:lnTo>
                  <a:lnTo>
                    <a:pt x="8" y="88"/>
                  </a:lnTo>
                  <a:lnTo>
                    <a:pt x="9" y="86"/>
                  </a:lnTo>
                  <a:lnTo>
                    <a:pt x="10" y="85"/>
                  </a:lnTo>
                  <a:lnTo>
                    <a:pt x="10" y="85"/>
                  </a:lnTo>
                  <a:lnTo>
                    <a:pt x="19" y="64"/>
                  </a:lnTo>
                  <a:lnTo>
                    <a:pt x="31" y="44"/>
                  </a:lnTo>
                  <a:lnTo>
                    <a:pt x="44" y="26"/>
                  </a:lnTo>
                  <a:lnTo>
                    <a:pt x="59" y="9"/>
                  </a:lnTo>
                  <a:lnTo>
                    <a:pt x="59" y="9"/>
                  </a:lnTo>
                  <a:lnTo>
                    <a:pt x="60" y="8"/>
                  </a:lnTo>
                  <a:lnTo>
                    <a:pt x="60" y="5"/>
                  </a:lnTo>
                  <a:lnTo>
                    <a:pt x="59" y="1"/>
                  </a:lnTo>
                  <a:lnTo>
                    <a:pt x="55" y="0"/>
                  </a:lnTo>
                  <a:lnTo>
                    <a:pt x="53" y="0"/>
                  </a:lnTo>
                  <a:lnTo>
                    <a:pt x="51" y="1"/>
                  </a:lnTo>
                  <a:lnTo>
                    <a:pt x="51" y="1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25" name="Freeform 537"/>
            <p:cNvSpPr/>
            <p:nvPr>
              <p:custDataLst>
                <p:tags r:id="rId20"/>
              </p:custDataLst>
            </p:nvPr>
          </p:nvSpPr>
          <p:spPr bwMode="auto">
            <a:xfrm>
              <a:off x="2200276" y="2609850"/>
              <a:ext cx="26988" cy="36513"/>
            </a:xfrm>
            <a:custGeom>
              <a:avLst/>
              <a:gdLst/>
              <a:ahLst/>
              <a:cxnLst>
                <a:cxn ang="0">
                  <a:pos x="59" y="2"/>
                </a:cxn>
                <a:cxn ang="0">
                  <a:pos x="59" y="2"/>
                </a:cxn>
                <a:cxn ang="0">
                  <a:pos x="50" y="11"/>
                </a:cxn>
                <a:cxn ang="0">
                  <a:pos x="42" y="21"/>
                </a:cxn>
                <a:cxn ang="0">
                  <a:pos x="28" y="42"/>
                </a:cxn>
                <a:cxn ang="0">
                  <a:pos x="16" y="65"/>
                </a:cxn>
                <a:cxn ang="0">
                  <a:pos x="1" y="87"/>
                </a:cxn>
                <a:cxn ang="0">
                  <a:pos x="1" y="87"/>
                </a:cxn>
                <a:cxn ang="0">
                  <a:pos x="0" y="89"/>
                </a:cxn>
                <a:cxn ang="0">
                  <a:pos x="0" y="91"/>
                </a:cxn>
                <a:cxn ang="0">
                  <a:pos x="1" y="93"/>
                </a:cxn>
                <a:cxn ang="0">
                  <a:pos x="3" y="95"/>
                </a:cxn>
                <a:cxn ang="0">
                  <a:pos x="8" y="95"/>
                </a:cxn>
                <a:cxn ang="0">
                  <a:pos x="9" y="95"/>
                </a:cxn>
                <a:cxn ang="0">
                  <a:pos x="12" y="92"/>
                </a:cxn>
                <a:cxn ang="0">
                  <a:pos x="12" y="92"/>
                </a:cxn>
                <a:cxn ang="0">
                  <a:pos x="25" y="71"/>
                </a:cxn>
                <a:cxn ang="0">
                  <a:pos x="37" y="49"/>
                </a:cxn>
                <a:cxn ang="0">
                  <a:pos x="51" y="29"/>
                </a:cxn>
                <a:cxn ang="0">
                  <a:pos x="59" y="19"/>
                </a:cxn>
                <a:cxn ang="0">
                  <a:pos x="68" y="10"/>
                </a:cxn>
                <a:cxn ang="0">
                  <a:pos x="68" y="10"/>
                </a:cxn>
                <a:cxn ang="0">
                  <a:pos x="69" y="8"/>
                </a:cxn>
                <a:cxn ang="0">
                  <a:pos x="69" y="6"/>
                </a:cxn>
                <a:cxn ang="0">
                  <a:pos x="68" y="2"/>
                </a:cxn>
                <a:cxn ang="0">
                  <a:pos x="64" y="0"/>
                </a:cxn>
                <a:cxn ang="0">
                  <a:pos x="62" y="0"/>
                </a:cxn>
                <a:cxn ang="0">
                  <a:pos x="59" y="2"/>
                </a:cxn>
                <a:cxn ang="0">
                  <a:pos x="59" y="2"/>
                </a:cxn>
              </a:cxnLst>
              <a:rect l="0" t="0" r="r" b="b"/>
              <a:pathLst>
                <a:path w="69" h="95">
                  <a:moveTo>
                    <a:pt x="59" y="2"/>
                  </a:moveTo>
                  <a:lnTo>
                    <a:pt x="59" y="2"/>
                  </a:lnTo>
                  <a:lnTo>
                    <a:pt x="50" y="11"/>
                  </a:lnTo>
                  <a:lnTo>
                    <a:pt x="42" y="21"/>
                  </a:lnTo>
                  <a:lnTo>
                    <a:pt x="28" y="42"/>
                  </a:lnTo>
                  <a:lnTo>
                    <a:pt x="16" y="65"/>
                  </a:lnTo>
                  <a:lnTo>
                    <a:pt x="1" y="87"/>
                  </a:lnTo>
                  <a:lnTo>
                    <a:pt x="1" y="87"/>
                  </a:lnTo>
                  <a:lnTo>
                    <a:pt x="0" y="89"/>
                  </a:lnTo>
                  <a:lnTo>
                    <a:pt x="0" y="91"/>
                  </a:lnTo>
                  <a:lnTo>
                    <a:pt x="1" y="93"/>
                  </a:lnTo>
                  <a:lnTo>
                    <a:pt x="3" y="95"/>
                  </a:lnTo>
                  <a:lnTo>
                    <a:pt x="8" y="95"/>
                  </a:lnTo>
                  <a:lnTo>
                    <a:pt x="9" y="95"/>
                  </a:lnTo>
                  <a:lnTo>
                    <a:pt x="12" y="92"/>
                  </a:lnTo>
                  <a:lnTo>
                    <a:pt x="12" y="92"/>
                  </a:lnTo>
                  <a:lnTo>
                    <a:pt x="25" y="71"/>
                  </a:lnTo>
                  <a:lnTo>
                    <a:pt x="37" y="49"/>
                  </a:lnTo>
                  <a:lnTo>
                    <a:pt x="51" y="29"/>
                  </a:lnTo>
                  <a:lnTo>
                    <a:pt x="59" y="19"/>
                  </a:lnTo>
                  <a:lnTo>
                    <a:pt x="68" y="10"/>
                  </a:lnTo>
                  <a:lnTo>
                    <a:pt x="68" y="10"/>
                  </a:lnTo>
                  <a:lnTo>
                    <a:pt x="69" y="8"/>
                  </a:lnTo>
                  <a:lnTo>
                    <a:pt x="69" y="6"/>
                  </a:lnTo>
                  <a:lnTo>
                    <a:pt x="68" y="2"/>
                  </a:lnTo>
                  <a:lnTo>
                    <a:pt x="64" y="0"/>
                  </a:lnTo>
                  <a:lnTo>
                    <a:pt x="62" y="0"/>
                  </a:lnTo>
                  <a:lnTo>
                    <a:pt x="59" y="2"/>
                  </a:lnTo>
                  <a:lnTo>
                    <a:pt x="59" y="2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26" name="Freeform 538"/>
            <p:cNvSpPr/>
            <p:nvPr>
              <p:custDataLst>
                <p:tags r:id="rId21"/>
              </p:custDataLst>
            </p:nvPr>
          </p:nvSpPr>
          <p:spPr bwMode="auto">
            <a:xfrm>
              <a:off x="2228851" y="2640013"/>
              <a:ext cx="19050" cy="38100"/>
            </a:xfrm>
            <a:custGeom>
              <a:avLst/>
              <a:gdLst/>
              <a:ahLst/>
              <a:cxnLst>
                <a:cxn ang="0">
                  <a:pos x="40" y="2"/>
                </a:cxn>
                <a:cxn ang="0">
                  <a:pos x="40" y="2"/>
                </a:cxn>
                <a:cxn ang="0">
                  <a:pos x="30" y="12"/>
                </a:cxn>
                <a:cxn ang="0">
                  <a:pos x="24" y="24"/>
                </a:cxn>
                <a:cxn ang="0">
                  <a:pos x="17" y="34"/>
                </a:cxn>
                <a:cxn ang="0">
                  <a:pos x="12" y="47"/>
                </a:cxn>
                <a:cxn ang="0">
                  <a:pos x="12" y="47"/>
                </a:cxn>
                <a:cxn ang="0">
                  <a:pos x="4" y="68"/>
                </a:cxn>
                <a:cxn ang="0">
                  <a:pos x="2" y="79"/>
                </a:cxn>
                <a:cxn ang="0">
                  <a:pos x="0" y="89"/>
                </a:cxn>
                <a:cxn ang="0">
                  <a:pos x="0" y="89"/>
                </a:cxn>
                <a:cxn ang="0">
                  <a:pos x="0" y="92"/>
                </a:cxn>
                <a:cxn ang="0">
                  <a:pos x="2" y="94"/>
                </a:cxn>
                <a:cxn ang="0">
                  <a:pos x="6" y="96"/>
                </a:cxn>
                <a:cxn ang="0">
                  <a:pos x="9" y="94"/>
                </a:cxn>
                <a:cxn ang="0">
                  <a:pos x="11" y="92"/>
                </a:cxn>
                <a:cxn ang="0">
                  <a:pos x="12" y="89"/>
                </a:cxn>
                <a:cxn ang="0">
                  <a:pos x="12" y="89"/>
                </a:cxn>
                <a:cxn ang="0">
                  <a:pos x="13" y="79"/>
                </a:cxn>
                <a:cxn ang="0">
                  <a:pos x="16" y="68"/>
                </a:cxn>
                <a:cxn ang="0">
                  <a:pos x="24" y="49"/>
                </a:cxn>
                <a:cxn ang="0">
                  <a:pos x="24" y="49"/>
                </a:cxn>
                <a:cxn ang="0">
                  <a:pos x="29" y="37"/>
                </a:cxn>
                <a:cxn ang="0">
                  <a:pos x="34" y="28"/>
                </a:cxn>
                <a:cxn ang="0">
                  <a:pos x="41" y="19"/>
                </a:cxn>
                <a:cxn ang="0">
                  <a:pos x="47" y="9"/>
                </a:cxn>
                <a:cxn ang="0">
                  <a:pos x="47" y="9"/>
                </a:cxn>
                <a:cxn ang="0">
                  <a:pos x="49" y="8"/>
                </a:cxn>
                <a:cxn ang="0">
                  <a:pos x="50" y="6"/>
                </a:cxn>
                <a:cxn ang="0">
                  <a:pos x="47" y="2"/>
                </a:cxn>
                <a:cxn ang="0">
                  <a:pos x="43" y="0"/>
                </a:cxn>
                <a:cxn ang="0">
                  <a:pos x="42" y="0"/>
                </a:cxn>
                <a:cxn ang="0">
                  <a:pos x="40" y="2"/>
                </a:cxn>
                <a:cxn ang="0">
                  <a:pos x="40" y="2"/>
                </a:cxn>
              </a:cxnLst>
              <a:rect l="0" t="0" r="r" b="b"/>
              <a:pathLst>
                <a:path w="50" h="96">
                  <a:moveTo>
                    <a:pt x="40" y="2"/>
                  </a:moveTo>
                  <a:lnTo>
                    <a:pt x="40" y="2"/>
                  </a:lnTo>
                  <a:lnTo>
                    <a:pt x="30" y="12"/>
                  </a:lnTo>
                  <a:lnTo>
                    <a:pt x="24" y="24"/>
                  </a:lnTo>
                  <a:lnTo>
                    <a:pt x="17" y="34"/>
                  </a:lnTo>
                  <a:lnTo>
                    <a:pt x="12" y="47"/>
                  </a:lnTo>
                  <a:lnTo>
                    <a:pt x="12" y="47"/>
                  </a:lnTo>
                  <a:lnTo>
                    <a:pt x="4" y="68"/>
                  </a:lnTo>
                  <a:lnTo>
                    <a:pt x="2" y="79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0" y="92"/>
                  </a:lnTo>
                  <a:lnTo>
                    <a:pt x="2" y="94"/>
                  </a:lnTo>
                  <a:lnTo>
                    <a:pt x="6" y="96"/>
                  </a:lnTo>
                  <a:lnTo>
                    <a:pt x="9" y="94"/>
                  </a:lnTo>
                  <a:lnTo>
                    <a:pt x="11" y="92"/>
                  </a:lnTo>
                  <a:lnTo>
                    <a:pt x="12" y="89"/>
                  </a:lnTo>
                  <a:lnTo>
                    <a:pt x="12" y="89"/>
                  </a:lnTo>
                  <a:lnTo>
                    <a:pt x="13" y="79"/>
                  </a:lnTo>
                  <a:lnTo>
                    <a:pt x="16" y="68"/>
                  </a:lnTo>
                  <a:lnTo>
                    <a:pt x="24" y="49"/>
                  </a:lnTo>
                  <a:lnTo>
                    <a:pt x="24" y="49"/>
                  </a:lnTo>
                  <a:lnTo>
                    <a:pt x="29" y="37"/>
                  </a:lnTo>
                  <a:lnTo>
                    <a:pt x="34" y="28"/>
                  </a:lnTo>
                  <a:lnTo>
                    <a:pt x="41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49" y="8"/>
                  </a:lnTo>
                  <a:lnTo>
                    <a:pt x="50" y="6"/>
                  </a:lnTo>
                  <a:lnTo>
                    <a:pt x="47" y="2"/>
                  </a:lnTo>
                  <a:lnTo>
                    <a:pt x="43" y="0"/>
                  </a:lnTo>
                  <a:lnTo>
                    <a:pt x="42" y="0"/>
                  </a:lnTo>
                  <a:lnTo>
                    <a:pt x="40" y="2"/>
                  </a:lnTo>
                  <a:lnTo>
                    <a:pt x="40" y="2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27" name="Freeform 539"/>
            <p:cNvSpPr/>
            <p:nvPr>
              <p:custDataLst>
                <p:tags r:id="rId22"/>
              </p:custDataLst>
            </p:nvPr>
          </p:nvSpPr>
          <p:spPr bwMode="auto">
            <a:xfrm>
              <a:off x="2257426" y="2651125"/>
              <a:ext cx="20638" cy="42863"/>
            </a:xfrm>
            <a:custGeom>
              <a:avLst/>
              <a:gdLst/>
              <a:ahLst/>
              <a:cxnLst>
                <a:cxn ang="0">
                  <a:pos x="42" y="5"/>
                </a:cxn>
                <a:cxn ang="0">
                  <a:pos x="42" y="5"/>
                </a:cxn>
                <a:cxn ang="0">
                  <a:pos x="41" y="12"/>
                </a:cxn>
                <a:cxn ang="0">
                  <a:pos x="39" y="17"/>
                </a:cxn>
                <a:cxn ang="0">
                  <a:pos x="34" y="29"/>
                </a:cxn>
                <a:cxn ang="0">
                  <a:pos x="28" y="40"/>
                </a:cxn>
                <a:cxn ang="0">
                  <a:pos x="20" y="51"/>
                </a:cxn>
                <a:cxn ang="0">
                  <a:pos x="20" y="51"/>
                </a:cxn>
                <a:cxn ang="0">
                  <a:pos x="13" y="63"/>
                </a:cxn>
                <a:cxn ang="0">
                  <a:pos x="8" y="76"/>
                </a:cxn>
                <a:cxn ang="0">
                  <a:pos x="0" y="102"/>
                </a:cxn>
                <a:cxn ang="0">
                  <a:pos x="0" y="102"/>
                </a:cxn>
                <a:cxn ang="0">
                  <a:pos x="0" y="104"/>
                </a:cxn>
                <a:cxn ang="0">
                  <a:pos x="2" y="107"/>
                </a:cxn>
                <a:cxn ang="0">
                  <a:pos x="4" y="108"/>
                </a:cxn>
                <a:cxn ang="0">
                  <a:pos x="9" y="108"/>
                </a:cxn>
                <a:cxn ang="0">
                  <a:pos x="11" y="107"/>
                </a:cxn>
                <a:cxn ang="0">
                  <a:pos x="12" y="106"/>
                </a:cxn>
                <a:cxn ang="0">
                  <a:pos x="12" y="106"/>
                </a:cxn>
                <a:cxn ang="0">
                  <a:pos x="16" y="90"/>
                </a:cxn>
                <a:cxn ang="0">
                  <a:pos x="22" y="74"/>
                </a:cxn>
                <a:cxn ang="0">
                  <a:pos x="29" y="60"/>
                </a:cxn>
                <a:cxn ang="0">
                  <a:pos x="37" y="46"/>
                </a:cxn>
                <a:cxn ang="0">
                  <a:pos x="37" y="46"/>
                </a:cxn>
                <a:cxn ang="0">
                  <a:pos x="43" y="36"/>
                </a:cxn>
                <a:cxn ang="0">
                  <a:pos x="49" y="26"/>
                </a:cxn>
                <a:cxn ang="0">
                  <a:pos x="51" y="15"/>
                </a:cxn>
                <a:cxn ang="0">
                  <a:pos x="54" y="5"/>
                </a:cxn>
                <a:cxn ang="0">
                  <a:pos x="54" y="5"/>
                </a:cxn>
                <a:cxn ang="0">
                  <a:pos x="54" y="2"/>
                </a:cxn>
                <a:cxn ang="0">
                  <a:pos x="53" y="1"/>
                </a:cxn>
                <a:cxn ang="0">
                  <a:pos x="50" y="0"/>
                </a:cxn>
                <a:cxn ang="0">
                  <a:pos x="49" y="0"/>
                </a:cxn>
                <a:cxn ang="0">
                  <a:pos x="45" y="1"/>
                </a:cxn>
                <a:cxn ang="0">
                  <a:pos x="43" y="2"/>
                </a:cxn>
                <a:cxn ang="0">
                  <a:pos x="42" y="5"/>
                </a:cxn>
                <a:cxn ang="0">
                  <a:pos x="42" y="5"/>
                </a:cxn>
              </a:cxnLst>
              <a:rect l="0" t="0" r="r" b="b"/>
              <a:pathLst>
                <a:path w="54" h="108">
                  <a:moveTo>
                    <a:pt x="42" y="5"/>
                  </a:moveTo>
                  <a:lnTo>
                    <a:pt x="42" y="5"/>
                  </a:lnTo>
                  <a:lnTo>
                    <a:pt x="41" y="12"/>
                  </a:lnTo>
                  <a:lnTo>
                    <a:pt x="39" y="17"/>
                  </a:lnTo>
                  <a:lnTo>
                    <a:pt x="34" y="29"/>
                  </a:lnTo>
                  <a:lnTo>
                    <a:pt x="28" y="40"/>
                  </a:lnTo>
                  <a:lnTo>
                    <a:pt x="20" y="51"/>
                  </a:lnTo>
                  <a:lnTo>
                    <a:pt x="20" y="51"/>
                  </a:lnTo>
                  <a:lnTo>
                    <a:pt x="13" y="63"/>
                  </a:lnTo>
                  <a:lnTo>
                    <a:pt x="8" y="76"/>
                  </a:lnTo>
                  <a:lnTo>
                    <a:pt x="0" y="102"/>
                  </a:lnTo>
                  <a:lnTo>
                    <a:pt x="0" y="102"/>
                  </a:lnTo>
                  <a:lnTo>
                    <a:pt x="0" y="104"/>
                  </a:lnTo>
                  <a:lnTo>
                    <a:pt x="2" y="107"/>
                  </a:lnTo>
                  <a:lnTo>
                    <a:pt x="4" y="108"/>
                  </a:lnTo>
                  <a:lnTo>
                    <a:pt x="9" y="108"/>
                  </a:lnTo>
                  <a:lnTo>
                    <a:pt x="11" y="107"/>
                  </a:lnTo>
                  <a:lnTo>
                    <a:pt x="12" y="106"/>
                  </a:lnTo>
                  <a:lnTo>
                    <a:pt x="12" y="106"/>
                  </a:lnTo>
                  <a:lnTo>
                    <a:pt x="16" y="90"/>
                  </a:lnTo>
                  <a:lnTo>
                    <a:pt x="22" y="74"/>
                  </a:lnTo>
                  <a:lnTo>
                    <a:pt x="29" y="60"/>
                  </a:lnTo>
                  <a:lnTo>
                    <a:pt x="37" y="46"/>
                  </a:lnTo>
                  <a:lnTo>
                    <a:pt x="37" y="46"/>
                  </a:lnTo>
                  <a:lnTo>
                    <a:pt x="43" y="36"/>
                  </a:lnTo>
                  <a:lnTo>
                    <a:pt x="49" y="26"/>
                  </a:lnTo>
                  <a:lnTo>
                    <a:pt x="51" y="15"/>
                  </a:lnTo>
                  <a:lnTo>
                    <a:pt x="54" y="5"/>
                  </a:lnTo>
                  <a:lnTo>
                    <a:pt x="54" y="5"/>
                  </a:lnTo>
                  <a:lnTo>
                    <a:pt x="54" y="2"/>
                  </a:lnTo>
                  <a:lnTo>
                    <a:pt x="53" y="1"/>
                  </a:lnTo>
                  <a:lnTo>
                    <a:pt x="50" y="0"/>
                  </a:lnTo>
                  <a:lnTo>
                    <a:pt x="49" y="0"/>
                  </a:lnTo>
                  <a:lnTo>
                    <a:pt x="45" y="1"/>
                  </a:lnTo>
                  <a:lnTo>
                    <a:pt x="43" y="2"/>
                  </a:lnTo>
                  <a:lnTo>
                    <a:pt x="42" y="5"/>
                  </a:lnTo>
                  <a:lnTo>
                    <a:pt x="42" y="5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28" name="Freeform 540"/>
            <p:cNvSpPr/>
            <p:nvPr>
              <p:custDataLst>
                <p:tags r:id="rId23"/>
              </p:custDataLst>
            </p:nvPr>
          </p:nvSpPr>
          <p:spPr bwMode="auto">
            <a:xfrm>
              <a:off x="2287588" y="2657475"/>
              <a:ext cx="12700" cy="28575"/>
            </a:xfrm>
            <a:custGeom>
              <a:avLst/>
              <a:gdLst/>
              <a:ahLst/>
              <a:cxnLst>
                <a:cxn ang="0">
                  <a:pos x="24" y="5"/>
                </a:cxn>
                <a:cxn ang="0">
                  <a:pos x="24" y="5"/>
                </a:cxn>
                <a:cxn ang="0">
                  <a:pos x="22" y="13"/>
                </a:cxn>
                <a:cxn ang="0">
                  <a:pos x="21" y="21"/>
                </a:cxn>
                <a:cxn ang="0">
                  <a:pos x="16" y="35"/>
                </a:cxn>
                <a:cxn ang="0">
                  <a:pos x="9" y="50"/>
                </a:cxn>
                <a:cxn ang="0">
                  <a:pos x="1" y="64"/>
                </a:cxn>
                <a:cxn ang="0">
                  <a:pos x="1" y="64"/>
                </a:cxn>
                <a:cxn ang="0">
                  <a:pos x="0" y="65"/>
                </a:cxn>
                <a:cxn ang="0">
                  <a:pos x="0" y="68"/>
                </a:cxn>
                <a:cxn ang="0">
                  <a:pos x="3" y="71"/>
                </a:cxn>
                <a:cxn ang="0">
                  <a:pos x="8" y="72"/>
                </a:cxn>
                <a:cxn ang="0">
                  <a:pos x="9" y="71"/>
                </a:cxn>
                <a:cxn ang="0">
                  <a:pos x="11" y="69"/>
                </a:cxn>
                <a:cxn ang="0">
                  <a:pos x="11" y="69"/>
                </a:cxn>
                <a:cxn ang="0">
                  <a:pos x="20" y="55"/>
                </a:cxn>
                <a:cxn ang="0">
                  <a:pos x="28" y="39"/>
                </a:cxn>
                <a:cxn ang="0">
                  <a:pos x="33" y="22"/>
                </a:cxn>
                <a:cxn ang="0">
                  <a:pos x="34" y="14"/>
                </a:cxn>
                <a:cxn ang="0">
                  <a:pos x="34" y="5"/>
                </a:cxn>
                <a:cxn ang="0">
                  <a:pos x="34" y="5"/>
                </a:cxn>
                <a:cxn ang="0">
                  <a:pos x="34" y="3"/>
                </a:cxn>
                <a:cxn ang="0">
                  <a:pos x="33" y="1"/>
                </a:cxn>
                <a:cxn ang="0">
                  <a:pos x="29" y="0"/>
                </a:cxn>
                <a:cxn ang="0">
                  <a:pos x="25" y="1"/>
                </a:cxn>
                <a:cxn ang="0">
                  <a:pos x="24" y="3"/>
                </a:cxn>
                <a:cxn ang="0">
                  <a:pos x="24" y="5"/>
                </a:cxn>
                <a:cxn ang="0">
                  <a:pos x="24" y="5"/>
                </a:cxn>
              </a:cxnLst>
              <a:rect l="0" t="0" r="r" b="b"/>
              <a:pathLst>
                <a:path w="34" h="72">
                  <a:moveTo>
                    <a:pt x="24" y="5"/>
                  </a:moveTo>
                  <a:lnTo>
                    <a:pt x="24" y="5"/>
                  </a:lnTo>
                  <a:lnTo>
                    <a:pt x="22" y="13"/>
                  </a:lnTo>
                  <a:lnTo>
                    <a:pt x="21" y="21"/>
                  </a:lnTo>
                  <a:lnTo>
                    <a:pt x="16" y="35"/>
                  </a:lnTo>
                  <a:lnTo>
                    <a:pt x="9" y="50"/>
                  </a:lnTo>
                  <a:lnTo>
                    <a:pt x="1" y="64"/>
                  </a:lnTo>
                  <a:lnTo>
                    <a:pt x="1" y="64"/>
                  </a:lnTo>
                  <a:lnTo>
                    <a:pt x="0" y="65"/>
                  </a:lnTo>
                  <a:lnTo>
                    <a:pt x="0" y="68"/>
                  </a:lnTo>
                  <a:lnTo>
                    <a:pt x="3" y="71"/>
                  </a:lnTo>
                  <a:lnTo>
                    <a:pt x="8" y="72"/>
                  </a:lnTo>
                  <a:lnTo>
                    <a:pt x="9" y="71"/>
                  </a:lnTo>
                  <a:lnTo>
                    <a:pt x="11" y="69"/>
                  </a:lnTo>
                  <a:lnTo>
                    <a:pt x="11" y="69"/>
                  </a:lnTo>
                  <a:lnTo>
                    <a:pt x="20" y="55"/>
                  </a:lnTo>
                  <a:lnTo>
                    <a:pt x="28" y="39"/>
                  </a:lnTo>
                  <a:lnTo>
                    <a:pt x="33" y="22"/>
                  </a:lnTo>
                  <a:lnTo>
                    <a:pt x="34" y="14"/>
                  </a:lnTo>
                  <a:lnTo>
                    <a:pt x="34" y="5"/>
                  </a:lnTo>
                  <a:lnTo>
                    <a:pt x="34" y="5"/>
                  </a:lnTo>
                  <a:lnTo>
                    <a:pt x="34" y="3"/>
                  </a:lnTo>
                  <a:lnTo>
                    <a:pt x="33" y="1"/>
                  </a:lnTo>
                  <a:lnTo>
                    <a:pt x="29" y="0"/>
                  </a:lnTo>
                  <a:lnTo>
                    <a:pt x="25" y="1"/>
                  </a:lnTo>
                  <a:lnTo>
                    <a:pt x="24" y="3"/>
                  </a:lnTo>
                  <a:lnTo>
                    <a:pt x="24" y="5"/>
                  </a:lnTo>
                  <a:lnTo>
                    <a:pt x="24" y="5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29" name="Freeform 541"/>
            <p:cNvSpPr/>
            <p:nvPr>
              <p:custDataLst>
                <p:tags r:id="rId24"/>
              </p:custDataLst>
            </p:nvPr>
          </p:nvSpPr>
          <p:spPr bwMode="auto">
            <a:xfrm>
              <a:off x="2328863" y="2549525"/>
              <a:ext cx="19050" cy="38100"/>
            </a:xfrm>
            <a:custGeom>
              <a:avLst/>
              <a:gdLst/>
              <a:ahLst/>
              <a:cxnLst>
                <a:cxn ang="0">
                  <a:pos x="38" y="6"/>
                </a:cxn>
                <a:cxn ang="0">
                  <a:pos x="38" y="6"/>
                </a:cxn>
                <a:cxn ang="0">
                  <a:pos x="37" y="11"/>
                </a:cxn>
                <a:cxn ang="0">
                  <a:pos x="34" y="15"/>
                </a:cxn>
                <a:cxn ang="0">
                  <a:pos x="31" y="19"/>
                </a:cxn>
                <a:cxn ang="0">
                  <a:pos x="28" y="23"/>
                </a:cxn>
                <a:cxn ang="0">
                  <a:pos x="28" y="23"/>
                </a:cxn>
                <a:cxn ang="0">
                  <a:pos x="20" y="34"/>
                </a:cxn>
                <a:cxn ang="0">
                  <a:pos x="14" y="48"/>
                </a:cxn>
                <a:cxn ang="0">
                  <a:pos x="14" y="48"/>
                </a:cxn>
                <a:cxn ang="0">
                  <a:pos x="8" y="58"/>
                </a:cxn>
                <a:cxn ang="0">
                  <a:pos x="4" y="70"/>
                </a:cxn>
                <a:cxn ang="0">
                  <a:pos x="2" y="82"/>
                </a:cxn>
                <a:cxn ang="0">
                  <a:pos x="0" y="95"/>
                </a:cxn>
                <a:cxn ang="0">
                  <a:pos x="0" y="95"/>
                </a:cxn>
                <a:cxn ang="0">
                  <a:pos x="0" y="97"/>
                </a:cxn>
                <a:cxn ang="0">
                  <a:pos x="2" y="99"/>
                </a:cxn>
                <a:cxn ang="0">
                  <a:pos x="6" y="100"/>
                </a:cxn>
                <a:cxn ang="0">
                  <a:pos x="10" y="99"/>
                </a:cxn>
                <a:cxn ang="0">
                  <a:pos x="11" y="97"/>
                </a:cxn>
                <a:cxn ang="0">
                  <a:pos x="12" y="95"/>
                </a:cxn>
                <a:cxn ang="0">
                  <a:pos x="12" y="95"/>
                </a:cxn>
                <a:cxn ang="0">
                  <a:pos x="14" y="80"/>
                </a:cxn>
                <a:cxn ang="0">
                  <a:pos x="17" y="67"/>
                </a:cxn>
                <a:cxn ang="0">
                  <a:pos x="23" y="55"/>
                </a:cxn>
                <a:cxn ang="0">
                  <a:pos x="29" y="42"/>
                </a:cxn>
                <a:cxn ang="0">
                  <a:pos x="29" y="42"/>
                </a:cxn>
                <a:cxn ang="0">
                  <a:pos x="34" y="34"/>
                </a:cxn>
                <a:cxn ang="0">
                  <a:pos x="41" y="27"/>
                </a:cxn>
                <a:cxn ang="0">
                  <a:pos x="46" y="17"/>
                </a:cxn>
                <a:cxn ang="0">
                  <a:pos x="49" y="14"/>
                </a:cxn>
                <a:cxn ang="0">
                  <a:pos x="50" y="8"/>
                </a:cxn>
                <a:cxn ang="0">
                  <a:pos x="50" y="8"/>
                </a:cxn>
                <a:cxn ang="0">
                  <a:pos x="49" y="6"/>
                </a:cxn>
                <a:cxn ang="0">
                  <a:pos x="49" y="3"/>
                </a:cxn>
                <a:cxn ang="0">
                  <a:pos x="45" y="2"/>
                </a:cxn>
                <a:cxn ang="0">
                  <a:pos x="42" y="0"/>
                </a:cxn>
                <a:cxn ang="0">
                  <a:pos x="41" y="2"/>
                </a:cxn>
                <a:cxn ang="0">
                  <a:pos x="40" y="3"/>
                </a:cxn>
                <a:cxn ang="0">
                  <a:pos x="38" y="6"/>
                </a:cxn>
                <a:cxn ang="0">
                  <a:pos x="38" y="6"/>
                </a:cxn>
              </a:cxnLst>
              <a:rect l="0" t="0" r="r" b="b"/>
              <a:pathLst>
                <a:path w="50" h="100">
                  <a:moveTo>
                    <a:pt x="38" y="6"/>
                  </a:moveTo>
                  <a:lnTo>
                    <a:pt x="38" y="6"/>
                  </a:lnTo>
                  <a:lnTo>
                    <a:pt x="37" y="11"/>
                  </a:lnTo>
                  <a:lnTo>
                    <a:pt x="34" y="15"/>
                  </a:lnTo>
                  <a:lnTo>
                    <a:pt x="31" y="19"/>
                  </a:lnTo>
                  <a:lnTo>
                    <a:pt x="28" y="23"/>
                  </a:lnTo>
                  <a:lnTo>
                    <a:pt x="28" y="23"/>
                  </a:lnTo>
                  <a:lnTo>
                    <a:pt x="20" y="34"/>
                  </a:lnTo>
                  <a:lnTo>
                    <a:pt x="14" y="48"/>
                  </a:lnTo>
                  <a:lnTo>
                    <a:pt x="14" y="48"/>
                  </a:lnTo>
                  <a:lnTo>
                    <a:pt x="8" y="58"/>
                  </a:lnTo>
                  <a:lnTo>
                    <a:pt x="4" y="70"/>
                  </a:lnTo>
                  <a:lnTo>
                    <a:pt x="2" y="82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2" y="99"/>
                  </a:lnTo>
                  <a:lnTo>
                    <a:pt x="6" y="100"/>
                  </a:lnTo>
                  <a:lnTo>
                    <a:pt x="10" y="99"/>
                  </a:lnTo>
                  <a:lnTo>
                    <a:pt x="11" y="97"/>
                  </a:lnTo>
                  <a:lnTo>
                    <a:pt x="12" y="95"/>
                  </a:lnTo>
                  <a:lnTo>
                    <a:pt x="12" y="95"/>
                  </a:lnTo>
                  <a:lnTo>
                    <a:pt x="14" y="80"/>
                  </a:lnTo>
                  <a:lnTo>
                    <a:pt x="17" y="67"/>
                  </a:lnTo>
                  <a:lnTo>
                    <a:pt x="23" y="55"/>
                  </a:lnTo>
                  <a:lnTo>
                    <a:pt x="29" y="42"/>
                  </a:lnTo>
                  <a:lnTo>
                    <a:pt x="29" y="42"/>
                  </a:lnTo>
                  <a:lnTo>
                    <a:pt x="34" y="34"/>
                  </a:lnTo>
                  <a:lnTo>
                    <a:pt x="41" y="27"/>
                  </a:lnTo>
                  <a:lnTo>
                    <a:pt x="46" y="17"/>
                  </a:lnTo>
                  <a:lnTo>
                    <a:pt x="49" y="14"/>
                  </a:lnTo>
                  <a:lnTo>
                    <a:pt x="50" y="8"/>
                  </a:lnTo>
                  <a:lnTo>
                    <a:pt x="50" y="8"/>
                  </a:lnTo>
                  <a:lnTo>
                    <a:pt x="49" y="6"/>
                  </a:lnTo>
                  <a:lnTo>
                    <a:pt x="49" y="3"/>
                  </a:lnTo>
                  <a:lnTo>
                    <a:pt x="45" y="2"/>
                  </a:lnTo>
                  <a:lnTo>
                    <a:pt x="42" y="0"/>
                  </a:lnTo>
                  <a:lnTo>
                    <a:pt x="41" y="2"/>
                  </a:lnTo>
                  <a:lnTo>
                    <a:pt x="40" y="3"/>
                  </a:lnTo>
                  <a:lnTo>
                    <a:pt x="38" y="6"/>
                  </a:lnTo>
                  <a:lnTo>
                    <a:pt x="38" y="6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30" name="Freeform 542"/>
            <p:cNvSpPr/>
            <p:nvPr>
              <p:custDataLst>
                <p:tags r:id="rId25"/>
              </p:custDataLst>
            </p:nvPr>
          </p:nvSpPr>
          <p:spPr bwMode="auto">
            <a:xfrm>
              <a:off x="2368551" y="2554288"/>
              <a:ext cx="26988" cy="34925"/>
            </a:xfrm>
            <a:custGeom>
              <a:avLst/>
              <a:gdLst/>
              <a:ahLst/>
              <a:cxnLst>
                <a:cxn ang="0">
                  <a:pos x="59" y="3"/>
                </a:cxn>
                <a:cxn ang="0">
                  <a:pos x="59" y="3"/>
                </a:cxn>
                <a:cxn ang="0">
                  <a:pos x="53" y="13"/>
                </a:cxn>
                <a:cxn ang="0">
                  <a:pos x="45" y="22"/>
                </a:cxn>
                <a:cxn ang="0">
                  <a:pos x="29" y="39"/>
                </a:cxn>
                <a:cxn ang="0">
                  <a:pos x="29" y="39"/>
                </a:cxn>
                <a:cxn ang="0">
                  <a:pos x="21" y="50"/>
                </a:cxn>
                <a:cxn ang="0">
                  <a:pos x="15" y="62"/>
                </a:cxn>
                <a:cxn ang="0">
                  <a:pos x="2" y="83"/>
                </a:cxn>
                <a:cxn ang="0">
                  <a:pos x="2" y="83"/>
                </a:cxn>
                <a:cxn ang="0">
                  <a:pos x="0" y="85"/>
                </a:cxn>
                <a:cxn ang="0">
                  <a:pos x="0" y="88"/>
                </a:cxn>
                <a:cxn ang="0">
                  <a:pos x="3" y="90"/>
                </a:cxn>
                <a:cxn ang="0">
                  <a:pos x="8" y="92"/>
                </a:cxn>
                <a:cxn ang="0">
                  <a:pos x="10" y="90"/>
                </a:cxn>
                <a:cxn ang="0">
                  <a:pos x="12" y="89"/>
                </a:cxn>
                <a:cxn ang="0">
                  <a:pos x="12" y="89"/>
                </a:cxn>
                <a:cxn ang="0">
                  <a:pos x="25" y="66"/>
                </a:cxn>
                <a:cxn ang="0">
                  <a:pos x="32" y="55"/>
                </a:cxn>
                <a:cxn ang="0">
                  <a:pos x="40" y="45"/>
                </a:cxn>
                <a:cxn ang="0">
                  <a:pos x="40" y="45"/>
                </a:cxn>
                <a:cxn ang="0">
                  <a:pos x="55" y="28"/>
                </a:cxn>
                <a:cxn ang="0">
                  <a:pos x="62" y="19"/>
                </a:cxn>
                <a:cxn ang="0">
                  <a:pos x="68" y="9"/>
                </a:cxn>
                <a:cxn ang="0">
                  <a:pos x="68" y="9"/>
                </a:cxn>
                <a:cxn ang="0">
                  <a:pos x="70" y="7"/>
                </a:cxn>
                <a:cxn ang="0">
                  <a:pos x="70" y="4"/>
                </a:cxn>
                <a:cxn ang="0">
                  <a:pos x="66" y="2"/>
                </a:cxn>
                <a:cxn ang="0">
                  <a:pos x="62" y="0"/>
                </a:cxn>
                <a:cxn ang="0">
                  <a:pos x="61" y="2"/>
                </a:cxn>
                <a:cxn ang="0">
                  <a:pos x="59" y="3"/>
                </a:cxn>
                <a:cxn ang="0">
                  <a:pos x="59" y="3"/>
                </a:cxn>
              </a:cxnLst>
              <a:rect l="0" t="0" r="r" b="b"/>
              <a:pathLst>
                <a:path w="70" h="92">
                  <a:moveTo>
                    <a:pt x="59" y="3"/>
                  </a:moveTo>
                  <a:lnTo>
                    <a:pt x="59" y="3"/>
                  </a:lnTo>
                  <a:lnTo>
                    <a:pt x="53" y="13"/>
                  </a:lnTo>
                  <a:lnTo>
                    <a:pt x="45" y="22"/>
                  </a:lnTo>
                  <a:lnTo>
                    <a:pt x="29" y="39"/>
                  </a:lnTo>
                  <a:lnTo>
                    <a:pt x="29" y="39"/>
                  </a:lnTo>
                  <a:lnTo>
                    <a:pt x="21" y="50"/>
                  </a:lnTo>
                  <a:lnTo>
                    <a:pt x="15" y="62"/>
                  </a:lnTo>
                  <a:lnTo>
                    <a:pt x="2" y="83"/>
                  </a:lnTo>
                  <a:lnTo>
                    <a:pt x="2" y="83"/>
                  </a:lnTo>
                  <a:lnTo>
                    <a:pt x="0" y="85"/>
                  </a:lnTo>
                  <a:lnTo>
                    <a:pt x="0" y="88"/>
                  </a:lnTo>
                  <a:lnTo>
                    <a:pt x="3" y="90"/>
                  </a:lnTo>
                  <a:lnTo>
                    <a:pt x="8" y="92"/>
                  </a:lnTo>
                  <a:lnTo>
                    <a:pt x="10" y="90"/>
                  </a:lnTo>
                  <a:lnTo>
                    <a:pt x="12" y="89"/>
                  </a:lnTo>
                  <a:lnTo>
                    <a:pt x="12" y="89"/>
                  </a:lnTo>
                  <a:lnTo>
                    <a:pt x="25" y="66"/>
                  </a:lnTo>
                  <a:lnTo>
                    <a:pt x="32" y="55"/>
                  </a:lnTo>
                  <a:lnTo>
                    <a:pt x="40" y="45"/>
                  </a:lnTo>
                  <a:lnTo>
                    <a:pt x="40" y="45"/>
                  </a:lnTo>
                  <a:lnTo>
                    <a:pt x="55" y="28"/>
                  </a:lnTo>
                  <a:lnTo>
                    <a:pt x="62" y="19"/>
                  </a:lnTo>
                  <a:lnTo>
                    <a:pt x="68" y="9"/>
                  </a:lnTo>
                  <a:lnTo>
                    <a:pt x="68" y="9"/>
                  </a:lnTo>
                  <a:lnTo>
                    <a:pt x="70" y="7"/>
                  </a:lnTo>
                  <a:lnTo>
                    <a:pt x="70" y="4"/>
                  </a:lnTo>
                  <a:lnTo>
                    <a:pt x="66" y="2"/>
                  </a:lnTo>
                  <a:lnTo>
                    <a:pt x="62" y="0"/>
                  </a:lnTo>
                  <a:lnTo>
                    <a:pt x="61" y="2"/>
                  </a:lnTo>
                  <a:lnTo>
                    <a:pt x="59" y="3"/>
                  </a:lnTo>
                  <a:lnTo>
                    <a:pt x="59" y="3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31" name="Freeform 543"/>
            <p:cNvSpPr/>
            <p:nvPr>
              <p:custDataLst>
                <p:tags r:id="rId26"/>
              </p:custDataLst>
            </p:nvPr>
          </p:nvSpPr>
          <p:spPr bwMode="auto">
            <a:xfrm>
              <a:off x="2411413" y="2559050"/>
              <a:ext cx="19050" cy="34925"/>
            </a:xfrm>
            <a:custGeom>
              <a:avLst/>
              <a:gdLst/>
              <a:ahLst/>
              <a:cxnLst>
                <a:cxn ang="0">
                  <a:pos x="39" y="1"/>
                </a:cxn>
                <a:cxn ang="0">
                  <a:pos x="39" y="1"/>
                </a:cxn>
                <a:cxn ang="0">
                  <a:pos x="32" y="9"/>
                </a:cxn>
                <a:cxn ang="0">
                  <a:pos x="27" y="18"/>
                </a:cxn>
                <a:cxn ang="0">
                  <a:pos x="19" y="37"/>
                </a:cxn>
                <a:cxn ang="0">
                  <a:pos x="19" y="37"/>
                </a:cxn>
                <a:cxn ang="0">
                  <a:pos x="10" y="59"/>
                </a:cxn>
                <a:cxn ang="0">
                  <a:pos x="0" y="80"/>
                </a:cxn>
                <a:cxn ang="0">
                  <a:pos x="0" y="80"/>
                </a:cxn>
                <a:cxn ang="0">
                  <a:pos x="0" y="82"/>
                </a:cxn>
                <a:cxn ang="0">
                  <a:pos x="0" y="85"/>
                </a:cxn>
                <a:cxn ang="0">
                  <a:pos x="1" y="86"/>
                </a:cxn>
                <a:cxn ang="0">
                  <a:pos x="4" y="86"/>
                </a:cxn>
                <a:cxn ang="0">
                  <a:pos x="8" y="86"/>
                </a:cxn>
                <a:cxn ang="0">
                  <a:pos x="9" y="85"/>
                </a:cxn>
                <a:cxn ang="0">
                  <a:pos x="10" y="84"/>
                </a:cxn>
                <a:cxn ang="0">
                  <a:pos x="10" y="84"/>
                </a:cxn>
                <a:cxn ang="0">
                  <a:pos x="15" y="73"/>
                </a:cxn>
                <a:cxn ang="0">
                  <a:pos x="19" y="65"/>
                </a:cxn>
                <a:cxn ang="0">
                  <a:pos x="25" y="56"/>
                </a:cxn>
                <a:cxn ang="0">
                  <a:pos x="29" y="47"/>
                </a:cxn>
                <a:cxn ang="0">
                  <a:pos x="29" y="47"/>
                </a:cxn>
                <a:cxn ang="0">
                  <a:pos x="31" y="37"/>
                </a:cxn>
                <a:cxn ang="0">
                  <a:pos x="36" y="27"/>
                </a:cxn>
                <a:cxn ang="0">
                  <a:pos x="42" y="18"/>
                </a:cxn>
                <a:cxn ang="0">
                  <a:pos x="47" y="9"/>
                </a:cxn>
                <a:cxn ang="0">
                  <a:pos x="47" y="9"/>
                </a:cxn>
                <a:cxn ang="0">
                  <a:pos x="48" y="8"/>
                </a:cxn>
                <a:cxn ang="0">
                  <a:pos x="49" y="5"/>
                </a:cxn>
                <a:cxn ang="0">
                  <a:pos x="47" y="1"/>
                </a:cxn>
                <a:cxn ang="0">
                  <a:pos x="43" y="0"/>
                </a:cxn>
                <a:cxn ang="0">
                  <a:pos x="42" y="0"/>
                </a:cxn>
                <a:cxn ang="0">
                  <a:pos x="39" y="1"/>
                </a:cxn>
                <a:cxn ang="0">
                  <a:pos x="39" y="1"/>
                </a:cxn>
              </a:cxnLst>
              <a:rect l="0" t="0" r="r" b="b"/>
              <a:pathLst>
                <a:path w="49" h="86">
                  <a:moveTo>
                    <a:pt x="39" y="1"/>
                  </a:moveTo>
                  <a:lnTo>
                    <a:pt x="39" y="1"/>
                  </a:lnTo>
                  <a:lnTo>
                    <a:pt x="32" y="9"/>
                  </a:lnTo>
                  <a:lnTo>
                    <a:pt x="27" y="18"/>
                  </a:lnTo>
                  <a:lnTo>
                    <a:pt x="19" y="37"/>
                  </a:lnTo>
                  <a:lnTo>
                    <a:pt x="19" y="37"/>
                  </a:lnTo>
                  <a:lnTo>
                    <a:pt x="10" y="59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0" y="85"/>
                  </a:lnTo>
                  <a:lnTo>
                    <a:pt x="1" y="86"/>
                  </a:lnTo>
                  <a:lnTo>
                    <a:pt x="4" y="86"/>
                  </a:lnTo>
                  <a:lnTo>
                    <a:pt x="8" y="86"/>
                  </a:lnTo>
                  <a:lnTo>
                    <a:pt x="9" y="85"/>
                  </a:lnTo>
                  <a:lnTo>
                    <a:pt x="10" y="84"/>
                  </a:lnTo>
                  <a:lnTo>
                    <a:pt x="10" y="84"/>
                  </a:lnTo>
                  <a:lnTo>
                    <a:pt x="15" y="73"/>
                  </a:lnTo>
                  <a:lnTo>
                    <a:pt x="19" y="65"/>
                  </a:lnTo>
                  <a:lnTo>
                    <a:pt x="25" y="56"/>
                  </a:lnTo>
                  <a:lnTo>
                    <a:pt x="29" y="47"/>
                  </a:lnTo>
                  <a:lnTo>
                    <a:pt x="29" y="47"/>
                  </a:lnTo>
                  <a:lnTo>
                    <a:pt x="31" y="37"/>
                  </a:lnTo>
                  <a:lnTo>
                    <a:pt x="36" y="27"/>
                  </a:lnTo>
                  <a:lnTo>
                    <a:pt x="42" y="18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48" y="8"/>
                  </a:lnTo>
                  <a:lnTo>
                    <a:pt x="49" y="5"/>
                  </a:lnTo>
                  <a:lnTo>
                    <a:pt x="47" y="1"/>
                  </a:lnTo>
                  <a:lnTo>
                    <a:pt x="43" y="0"/>
                  </a:lnTo>
                  <a:lnTo>
                    <a:pt x="42" y="0"/>
                  </a:lnTo>
                  <a:lnTo>
                    <a:pt x="39" y="1"/>
                  </a:lnTo>
                  <a:lnTo>
                    <a:pt x="39" y="1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32" name="Freeform 544"/>
            <p:cNvSpPr/>
            <p:nvPr>
              <p:custDataLst>
                <p:tags r:id="rId27"/>
              </p:custDataLst>
            </p:nvPr>
          </p:nvSpPr>
          <p:spPr bwMode="auto">
            <a:xfrm>
              <a:off x="2459038" y="2557463"/>
              <a:ext cx="20638" cy="31750"/>
            </a:xfrm>
            <a:custGeom>
              <a:avLst/>
              <a:gdLst/>
              <a:ahLst/>
              <a:cxnLst>
                <a:cxn ang="0">
                  <a:pos x="38" y="4"/>
                </a:cxn>
                <a:cxn ang="0">
                  <a:pos x="38" y="4"/>
                </a:cxn>
                <a:cxn ang="0">
                  <a:pos x="30" y="22"/>
                </a:cxn>
                <a:cxn ang="0">
                  <a:pos x="21" y="41"/>
                </a:cxn>
                <a:cxn ang="0">
                  <a:pos x="12" y="58"/>
                </a:cxn>
                <a:cxn ang="0">
                  <a:pos x="2" y="75"/>
                </a:cxn>
                <a:cxn ang="0">
                  <a:pos x="2" y="75"/>
                </a:cxn>
                <a:cxn ang="0">
                  <a:pos x="0" y="77"/>
                </a:cxn>
                <a:cxn ang="0">
                  <a:pos x="0" y="80"/>
                </a:cxn>
                <a:cxn ang="0">
                  <a:pos x="3" y="82"/>
                </a:cxn>
                <a:cxn ang="0">
                  <a:pos x="7" y="84"/>
                </a:cxn>
                <a:cxn ang="0">
                  <a:pos x="10" y="82"/>
                </a:cxn>
                <a:cxn ang="0">
                  <a:pos x="11" y="81"/>
                </a:cxn>
                <a:cxn ang="0">
                  <a:pos x="11" y="81"/>
                </a:cxn>
                <a:cxn ang="0">
                  <a:pos x="23" y="63"/>
                </a:cxn>
                <a:cxn ang="0">
                  <a:pos x="32" y="45"/>
                </a:cxn>
                <a:cxn ang="0">
                  <a:pos x="42" y="26"/>
                </a:cxn>
                <a:cxn ang="0">
                  <a:pos x="50" y="8"/>
                </a:cxn>
                <a:cxn ang="0">
                  <a:pos x="50" y="8"/>
                </a:cxn>
                <a:cxn ang="0">
                  <a:pos x="50" y="5"/>
                </a:cxn>
                <a:cxn ang="0">
                  <a:pos x="49" y="3"/>
                </a:cxn>
                <a:cxn ang="0">
                  <a:pos x="47" y="1"/>
                </a:cxn>
                <a:cxn ang="0">
                  <a:pos x="46" y="0"/>
                </a:cxn>
                <a:cxn ang="0">
                  <a:pos x="42" y="1"/>
                </a:cxn>
                <a:cxn ang="0">
                  <a:pos x="40" y="3"/>
                </a:cxn>
                <a:cxn ang="0">
                  <a:pos x="38" y="4"/>
                </a:cxn>
                <a:cxn ang="0">
                  <a:pos x="38" y="4"/>
                </a:cxn>
              </a:cxnLst>
              <a:rect l="0" t="0" r="r" b="b"/>
              <a:pathLst>
                <a:path w="50" h="84">
                  <a:moveTo>
                    <a:pt x="38" y="4"/>
                  </a:moveTo>
                  <a:lnTo>
                    <a:pt x="38" y="4"/>
                  </a:lnTo>
                  <a:lnTo>
                    <a:pt x="30" y="22"/>
                  </a:lnTo>
                  <a:lnTo>
                    <a:pt x="21" y="41"/>
                  </a:lnTo>
                  <a:lnTo>
                    <a:pt x="12" y="58"/>
                  </a:lnTo>
                  <a:lnTo>
                    <a:pt x="2" y="75"/>
                  </a:lnTo>
                  <a:lnTo>
                    <a:pt x="2" y="75"/>
                  </a:lnTo>
                  <a:lnTo>
                    <a:pt x="0" y="77"/>
                  </a:lnTo>
                  <a:lnTo>
                    <a:pt x="0" y="80"/>
                  </a:lnTo>
                  <a:lnTo>
                    <a:pt x="3" y="82"/>
                  </a:lnTo>
                  <a:lnTo>
                    <a:pt x="7" y="84"/>
                  </a:lnTo>
                  <a:lnTo>
                    <a:pt x="10" y="82"/>
                  </a:lnTo>
                  <a:lnTo>
                    <a:pt x="11" y="81"/>
                  </a:lnTo>
                  <a:lnTo>
                    <a:pt x="11" y="81"/>
                  </a:lnTo>
                  <a:lnTo>
                    <a:pt x="23" y="63"/>
                  </a:lnTo>
                  <a:lnTo>
                    <a:pt x="32" y="45"/>
                  </a:lnTo>
                  <a:lnTo>
                    <a:pt x="42" y="26"/>
                  </a:lnTo>
                  <a:lnTo>
                    <a:pt x="50" y="8"/>
                  </a:lnTo>
                  <a:lnTo>
                    <a:pt x="50" y="8"/>
                  </a:lnTo>
                  <a:lnTo>
                    <a:pt x="50" y="5"/>
                  </a:lnTo>
                  <a:lnTo>
                    <a:pt x="49" y="3"/>
                  </a:lnTo>
                  <a:lnTo>
                    <a:pt x="47" y="1"/>
                  </a:lnTo>
                  <a:lnTo>
                    <a:pt x="46" y="0"/>
                  </a:lnTo>
                  <a:lnTo>
                    <a:pt x="42" y="1"/>
                  </a:lnTo>
                  <a:lnTo>
                    <a:pt x="40" y="3"/>
                  </a:lnTo>
                  <a:lnTo>
                    <a:pt x="38" y="4"/>
                  </a:lnTo>
                  <a:lnTo>
                    <a:pt x="38" y="4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33" name="Freeform 545"/>
            <p:cNvSpPr/>
            <p:nvPr>
              <p:custDataLst>
                <p:tags r:id="rId28"/>
              </p:custDataLst>
            </p:nvPr>
          </p:nvSpPr>
          <p:spPr bwMode="auto">
            <a:xfrm>
              <a:off x="2495551" y="2557463"/>
              <a:ext cx="23813" cy="31750"/>
            </a:xfrm>
            <a:custGeom>
              <a:avLst/>
              <a:gdLst/>
              <a:ahLst/>
              <a:cxnLst>
                <a:cxn ang="0">
                  <a:pos x="50" y="5"/>
                </a:cxn>
                <a:cxn ang="0">
                  <a:pos x="50" y="5"/>
                </a:cxn>
                <a:cxn ang="0">
                  <a:pos x="48" y="10"/>
                </a:cxn>
                <a:cxn ang="0">
                  <a:pos x="47" y="16"/>
                </a:cxn>
                <a:cxn ang="0">
                  <a:pos x="42" y="26"/>
                </a:cxn>
                <a:cxn ang="0">
                  <a:pos x="35" y="35"/>
                </a:cxn>
                <a:cxn ang="0">
                  <a:pos x="29" y="43"/>
                </a:cxn>
                <a:cxn ang="0">
                  <a:pos x="29" y="43"/>
                </a:cxn>
                <a:cxn ang="0">
                  <a:pos x="17" y="58"/>
                </a:cxn>
                <a:cxn ang="0">
                  <a:pos x="10" y="64"/>
                </a:cxn>
                <a:cxn ang="0">
                  <a:pos x="3" y="69"/>
                </a:cxn>
                <a:cxn ang="0">
                  <a:pos x="3" y="69"/>
                </a:cxn>
                <a:cxn ang="0">
                  <a:pos x="1" y="71"/>
                </a:cxn>
                <a:cxn ang="0">
                  <a:pos x="0" y="73"/>
                </a:cxn>
                <a:cxn ang="0">
                  <a:pos x="1" y="77"/>
                </a:cxn>
                <a:cxn ang="0">
                  <a:pos x="4" y="80"/>
                </a:cxn>
                <a:cxn ang="0">
                  <a:pos x="6" y="80"/>
                </a:cxn>
                <a:cxn ang="0">
                  <a:pos x="8" y="78"/>
                </a:cxn>
                <a:cxn ang="0">
                  <a:pos x="8" y="78"/>
                </a:cxn>
                <a:cxn ang="0">
                  <a:pos x="18" y="72"/>
                </a:cxn>
                <a:cxn ang="0">
                  <a:pos x="27" y="63"/>
                </a:cxn>
                <a:cxn ang="0">
                  <a:pos x="43" y="44"/>
                </a:cxn>
                <a:cxn ang="0">
                  <a:pos x="43" y="44"/>
                </a:cxn>
                <a:cxn ang="0">
                  <a:pos x="50" y="35"/>
                </a:cxn>
                <a:cxn ang="0">
                  <a:pos x="55" y="26"/>
                </a:cxn>
                <a:cxn ang="0">
                  <a:pos x="59" y="17"/>
                </a:cxn>
                <a:cxn ang="0">
                  <a:pos x="60" y="5"/>
                </a:cxn>
                <a:cxn ang="0">
                  <a:pos x="60" y="5"/>
                </a:cxn>
                <a:cxn ang="0">
                  <a:pos x="60" y="3"/>
                </a:cxn>
                <a:cxn ang="0">
                  <a:pos x="59" y="1"/>
                </a:cxn>
                <a:cxn ang="0">
                  <a:pos x="55" y="0"/>
                </a:cxn>
                <a:cxn ang="0">
                  <a:pos x="51" y="1"/>
                </a:cxn>
                <a:cxn ang="0">
                  <a:pos x="50" y="3"/>
                </a:cxn>
                <a:cxn ang="0">
                  <a:pos x="50" y="5"/>
                </a:cxn>
                <a:cxn ang="0">
                  <a:pos x="50" y="5"/>
                </a:cxn>
              </a:cxnLst>
              <a:rect l="0" t="0" r="r" b="b"/>
              <a:pathLst>
                <a:path w="60" h="80">
                  <a:moveTo>
                    <a:pt x="50" y="5"/>
                  </a:moveTo>
                  <a:lnTo>
                    <a:pt x="50" y="5"/>
                  </a:lnTo>
                  <a:lnTo>
                    <a:pt x="48" y="10"/>
                  </a:lnTo>
                  <a:lnTo>
                    <a:pt x="47" y="16"/>
                  </a:lnTo>
                  <a:lnTo>
                    <a:pt x="42" y="26"/>
                  </a:lnTo>
                  <a:lnTo>
                    <a:pt x="35" y="35"/>
                  </a:lnTo>
                  <a:lnTo>
                    <a:pt x="29" y="43"/>
                  </a:lnTo>
                  <a:lnTo>
                    <a:pt x="29" y="43"/>
                  </a:lnTo>
                  <a:lnTo>
                    <a:pt x="17" y="58"/>
                  </a:lnTo>
                  <a:lnTo>
                    <a:pt x="10" y="64"/>
                  </a:lnTo>
                  <a:lnTo>
                    <a:pt x="3" y="69"/>
                  </a:lnTo>
                  <a:lnTo>
                    <a:pt x="3" y="69"/>
                  </a:lnTo>
                  <a:lnTo>
                    <a:pt x="1" y="71"/>
                  </a:lnTo>
                  <a:lnTo>
                    <a:pt x="0" y="73"/>
                  </a:lnTo>
                  <a:lnTo>
                    <a:pt x="1" y="77"/>
                  </a:lnTo>
                  <a:lnTo>
                    <a:pt x="4" y="80"/>
                  </a:lnTo>
                  <a:lnTo>
                    <a:pt x="6" y="80"/>
                  </a:lnTo>
                  <a:lnTo>
                    <a:pt x="8" y="78"/>
                  </a:lnTo>
                  <a:lnTo>
                    <a:pt x="8" y="78"/>
                  </a:lnTo>
                  <a:lnTo>
                    <a:pt x="18" y="72"/>
                  </a:lnTo>
                  <a:lnTo>
                    <a:pt x="27" y="63"/>
                  </a:lnTo>
                  <a:lnTo>
                    <a:pt x="43" y="44"/>
                  </a:lnTo>
                  <a:lnTo>
                    <a:pt x="43" y="44"/>
                  </a:lnTo>
                  <a:lnTo>
                    <a:pt x="50" y="35"/>
                  </a:lnTo>
                  <a:lnTo>
                    <a:pt x="55" y="26"/>
                  </a:lnTo>
                  <a:lnTo>
                    <a:pt x="59" y="17"/>
                  </a:lnTo>
                  <a:lnTo>
                    <a:pt x="60" y="5"/>
                  </a:lnTo>
                  <a:lnTo>
                    <a:pt x="60" y="5"/>
                  </a:lnTo>
                  <a:lnTo>
                    <a:pt x="60" y="3"/>
                  </a:lnTo>
                  <a:lnTo>
                    <a:pt x="59" y="1"/>
                  </a:lnTo>
                  <a:lnTo>
                    <a:pt x="55" y="0"/>
                  </a:lnTo>
                  <a:lnTo>
                    <a:pt x="51" y="1"/>
                  </a:lnTo>
                  <a:lnTo>
                    <a:pt x="50" y="3"/>
                  </a:lnTo>
                  <a:lnTo>
                    <a:pt x="50" y="5"/>
                  </a:lnTo>
                  <a:lnTo>
                    <a:pt x="50" y="5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34" name="Freeform 546"/>
            <p:cNvSpPr/>
            <p:nvPr>
              <p:custDataLst>
                <p:tags r:id="rId29"/>
              </p:custDataLst>
            </p:nvPr>
          </p:nvSpPr>
          <p:spPr bwMode="auto">
            <a:xfrm>
              <a:off x="2541588" y="2557463"/>
              <a:ext cx="17463" cy="28575"/>
            </a:xfrm>
            <a:custGeom>
              <a:avLst/>
              <a:gdLst/>
              <a:ahLst/>
              <a:cxnLst>
                <a:cxn ang="0">
                  <a:pos x="35" y="3"/>
                </a:cxn>
                <a:cxn ang="0">
                  <a:pos x="35" y="3"/>
                </a:cxn>
                <a:cxn ang="0">
                  <a:pos x="27" y="18"/>
                </a:cxn>
                <a:cxn ang="0">
                  <a:pos x="21" y="34"/>
                </a:cxn>
                <a:cxn ang="0">
                  <a:pos x="12" y="48"/>
                </a:cxn>
                <a:cxn ang="0">
                  <a:pos x="8" y="56"/>
                </a:cxn>
                <a:cxn ang="0">
                  <a:pos x="1" y="63"/>
                </a:cxn>
                <a:cxn ang="0">
                  <a:pos x="1" y="63"/>
                </a:cxn>
                <a:cxn ang="0">
                  <a:pos x="0" y="64"/>
                </a:cxn>
                <a:cxn ang="0">
                  <a:pos x="0" y="67"/>
                </a:cxn>
                <a:cxn ang="0">
                  <a:pos x="2" y="71"/>
                </a:cxn>
                <a:cxn ang="0">
                  <a:pos x="5" y="72"/>
                </a:cxn>
                <a:cxn ang="0">
                  <a:pos x="8" y="72"/>
                </a:cxn>
                <a:cxn ang="0">
                  <a:pos x="10" y="71"/>
                </a:cxn>
                <a:cxn ang="0">
                  <a:pos x="10" y="71"/>
                </a:cxn>
                <a:cxn ang="0">
                  <a:pos x="15" y="64"/>
                </a:cxn>
                <a:cxn ang="0">
                  <a:pos x="21" y="56"/>
                </a:cxn>
                <a:cxn ang="0">
                  <a:pos x="29" y="41"/>
                </a:cxn>
                <a:cxn ang="0">
                  <a:pos x="36" y="25"/>
                </a:cxn>
                <a:cxn ang="0">
                  <a:pos x="44" y="9"/>
                </a:cxn>
                <a:cxn ang="0">
                  <a:pos x="44" y="9"/>
                </a:cxn>
                <a:cxn ang="0">
                  <a:pos x="46" y="7"/>
                </a:cxn>
                <a:cxn ang="0">
                  <a:pos x="46" y="4"/>
                </a:cxn>
                <a:cxn ang="0">
                  <a:pos x="43" y="1"/>
                </a:cxn>
                <a:cxn ang="0">
                  <a:pos x="39" y="0"/>
                </a:cxn>
                <a:cxn ang="0">
                  <a:pos x="36" y="1"/>
                </a:cxn>
                <a:cxn ang="0">
                  <a:pos x="35" y="3"/>
                </a:cxn>
                <a:cxn ang="0">
                  <a:pos x="35" y="3"/>
                </a:cxn>
              </a:cxnLst>
              <a:rect l="0" t="0" r="r" b="b"/>
              <a:pathLst>
                <a:path w="46" h="72">
                  <a:moveTo>
                    <a:pt x="35" y="3"/>
                  </a:moveTo>
                  <a:lnTo>
                    <a:pt x="35" y="3"/>
                  </a:lnTo>
                  <a:lnTo>
                    <a:pt x="27" y="18"/>
                  </a:lnTo>
                  <a:lnTo>
                    <a:pt x="21" y="34"/>
                  </a:lnTo>
                  <a:lnTo>
                    <a:pt x="12" y="48"/>
                  </a:lnTo>
                  <a:lnTo>
                    <a:pt x="8" y="56"/>
                  </a:lnTo>
                  <a:lnTo>
                    <a:pt x="1" y="63"/>
                  </a:lnTo>
                  <a:lnTo>
                    <a:pt x="1" y="63"/>
                  </a:lnTo>
                  <a:lnTo>
                    <a:pt x="0" y="64"/>
                  </a:lnTo>
                  <a:lnTo>
                    <a:pt x="0" y="67"/>
                  </a:lnTo>
                  <a:lnTo>
                    <a:pt x="2" y="71"/>
                  </a:lnTo>
                  <a:lnTo>
                    <a:pt x="5" y="72"/>
                  </a:lnTo>
                  <a:lnTo>
                    <a:pt x="8" y="72"/>
                  </a:lnTo>
                  <a:lnTo>
                    <a:pt x="10" y="71"/>
                  </a:lnTo>
                  <a:lnTo>
                    <a:pt x="10" y="71"/>
                  </a:lnTo>
                  <a:lnTo>
                    <a:pt x="15" y="64"/>
                  </a:lnTo>
                  <a:lnTo>
                    <a:pt x="21" y="56"/>
                  </a:lnTo>
                  <a:lnTo>
                    <a:pt x="29" y="41"/>
                  </a:lnTo>
                  <a:lnTo>
                    <a:pt x="36" y="25"/>
                  </a:lnTo>
                  <a:lnTo>
                    <a:pt x="44" y="9"/>
                  </a:lnTo>
                  <a:lnTo>
                    <a:pt x="44" y="9"/>
                  </a:lnTo>
                  <a:lnTo>
                    <a:pt x="46" y="7"/>
                  </a:lnTo>
                  <a:lnTo>
                    <a:pt x="46" y="4"/>
                  </a:lnTo>
                  <a:lnTo>
                    <a:pt x="43" y="1"/>
                  </a:lnTo>
                  <a:lnTo>
                    <a:pt x="39" y="0"/>
                  </a:lnTo>
                  <a:lnTo>
                    <a:pt x="36" y="1"/>
                  </a:lnTo>
                  <a:lnTo>
                    <a:pt x="35" y="3"/>
                  </a:lnTo>
                  <a:lnTo>
                    <a:pt x="35" y="3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35" name="Freeform 547"/>
            <p:cNvSpPr/>
            <p:nvPr>
              <p:custDataLst>
                <p:tags r:id="rId30"/>
              </p:custDataLst>
            </p:nvPr>
          </p:nvSpPr>
          <p:spPr bwMode="auto">
            <a:xfrm>
              <a:off x="2581276" y="2555875"/>
              <a:ext cx="25400" cy="31750"/>
            </a:xfrm>
            <a:custGeom>
              <a:avLst/>
              <a:gdLst/>
              <a:ahLst/>
              <a:cxnLst>
                <a:cxn ang="0">
                  <a:pos x="54" y="3"/>
                </a:cxn>
                <a:cxn ang="0">
                  <a:pos x="54" y="3"/>
                </a:cxn>
                <a:cxn ang="0">
                  <a:pos x="47" y="12"/>
                </a:cxn>
                <a:cxn ang="0">
                  <a:pos x="39" y="20"/>
                </a:cxn>
                <a:cxn ang="0">
                  <a:pos x="33" y="29"/>
                </a:cxn>
                <a:cxn ang="0">
                  <a:pos x="26" y="38"/>
                </a:cxn>
                <a:cxn ang="0">
                  <a:pos x="26" y="38"/>
                </a:cxn>
                <a:cxn ang="0">
                  <a:pos x="15" y="56"/>
                </a:cxn>
                <a:cxn ang="0">
                  <a:pos x="8" y="66"/>
                </a:cxn>
                <a:cxn ang="0">
                  <a:pos x="1" y="75"/>
                </a:cxn>
                <a:cxn ang="0">
                  <a:pos x="1" y="75"/>
                </a:cxn>
                <a:cxn ang="0">
                  <a:pos x="0" y="76"/>
                </a:cxn>
                <a:cxn ang="0">
                  <a:pos x="0" y="79"/>
                </a:cxn>
                <a:cxn ang="0">
                  <a:pos x="1" y="83"/>
                </a:cxn>
                <a:cxn ang="0">
                  <a:pos x="4" y="84"/>
                </a:cxn>
                <a:cxn ang="0">
                  <a:pos x="5" y="84"/>
                </a:cxn>
                <a:cxn ang="0">
                  <a:pos x="8" y="84"/>
                </a:cxn>
                <a:cxn ang="0">
                  <a:pos x="9" y="83"/>
                </a:cxn>
                <a:cxn ang="0">
                  <a:pos x="9" y="83"/>
                </a:cxn>
                <a:cxn ang="0">
                  <a:pos x="22" y="66"/>
                </a:cxn>
                <a:cxn ang="0">
                  <a:pos x="34" y="47"/>
                </a:cxn>
                <a:cxn ang="0">
                  <a:pos x="34" y="47"/>
                </a:cxn>
                <a:cxn ang="0">
                  <a:pos x="41" y="37"/>
                </a:cxn>
                <a:cxn ang="0">
                  <a:pos x="49" y="28"/>
                </a:cxn>
                <a:cxn ang="0">
                  <a:pos x="56" y="18"/>
                </a:cxn>
                <a:cxn ang="0">
                  <a:pos x="64" y="9"/>
                </a:cxn>
                <a:cxn ang="0">
                  <a:pos x="64" y="9"/>
                </a:cxn>
                <a:cxn ang="0">
                  <a:pos x="64" y="7"/>
                </a:cxn>
                <a:cxn ang="0">
                  <a:pos x="64" y="4"/>
                </a:cxn>
                <a:cxn ang="0">
                  <a:pos x="64" y="3"/>
                </a:cxn>
                <a:cxn ang="0">
                  <a:pos x="62" y="1"/>
                </a:cxn>
                <a:cxn ang="0">
                  <a:pos x="58" y="0"/>
                </a:cxn>
                <a:cxn ang="0">
                  <a:pos x="55" y="1"/>
                </a:cxn>
                <a:cxn ang="0">
                  <a:pos x="54" y="3"/>
                </a:cxn>
                <a:cxn ang="0">
                  <a:pos x="54" y="3"/>
                </a:cxn>
              </a:cxnLst>
              <a:rect l="0" t="0" r="r" b="b"/>
              <a:pathLst>
                <a:path w="64" h="84">
                  <a:moveTo>
                    <a:pt x="54" y="3"/>
                  </a:moveTo>
                  <a:lnTo>
                    <a:pt x="54" y="3"/>
                  </a:lnTo>
                  <a:lnTo>
                    <a:pt x="47" y="12"/>
                  </a:lnTo>
                  <a:lnTo>
                    <a:pt x="39" y="20"/>
                  </a:lnTo>
                  <a:lnTo>
                    <a:pt x="33" y="29"/>
                  </a:lnTo>
                  <a:lnTo>
                    <a:pt x="26" y="38"/>
                  </a:lnTo>
                  <a:lnTo>
                    <a:pt x="26" y="38"/>
                  </a:lnTo>
                  <a:lnTo>
                    <a:pt x="15" y="56"/>
                  </a:lnTo>
                  <a:lnTo>
                    <a:pt x="8" y="66"/>
                  </a:lnTo>
                  <a:lnTo>
                    <a:pt x="1" y="75"/>
                  </a:lnTo>
                  <a:lnTo>
                    <a:pt x="1" y="75"/>
                  </a:lnTo>
                  <a:lnTo>
                    <a:pt x="0" y="76"/>
                  </a:lnTo>
                  <a:lnTo>
                    <a:pt x="0" y="79"/>
                  </a:lnTo>
                  <a:lnTo>
                    <a:pt x="1" y="83"/>
                  </a:lnTo>
                  <a:lnTo>
                    <a:pt x="4" y="84"/>
                  </a:lnTo>
                  <a:lnTo>
                    <a:pt x="5" y="84"/>
                  </a:lnTo>
                  <a:lnTo>
                    <a:pt x="8" y="84"/>
                  </a:lnTo>
                  <a:lnTo>
                    <a:pt x="9" y="83"/>
                  </a:lnTo>
                  <a:lnTo>
                    <a:pt x="9" y="83"/>
                  </a:lnTo>
                  <a:lnTo>
                    <a:pt x="22" y="66"/>
                  </a:lnTo>
                  <a:lnTo>
                    <a:pt x="34" y="47"/>
                  </a:lnTo>
                  <a:lnTo>
                    <a:pt x="34" y="47"/>
                  </a:lnTo>
                  <a:lnTo>
                    <a:pt x="41" y="37"/>
                  </a:lnTo>
                  <a:lnTo>
                    <a:pt x="49" y="28"/>
                  </a:lnTo>
                  <a:lnTo>
                    <a:pt x="56" y="18"/>
                  </a:lnTo>
                  <a:lnTo>
                    <a:pt x="64" y="9"/>
                  </a:lnTo>
                  <a:lnTo>
                    <a:pt x="64" y="9"/>
                  </a:lnTo>
                  <a:lnTo>
                    <a:pt x="64" y="7"/>
                  </a:lnTo>
                  <a:lnTo>
                    <a:pt x="64" y="4"/>
                  </a:lnTo>
                  <a:lnTo>
                    <a:pt x="64" y="3"/>
                  </a:lnTo>
                  <a:lnTo>
                    <a:pt x="62" y="1"/>
                  </a:lnTo>
                  <a:lnTo>
                    <a:pt x="58" y="0"/>
                  </a:lnTo>
                  <a:lnTo>
                    <a:pt x="55" y="1"/>
                  </a:lnTo>
                  <a:lnTo>
                    <a:pt x="54" y="3"/>
                  </a:lnTo>
                  <a:lnTo>
                    <a:pt x="54" y="3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36" name="Freeform 548"/>
            <p:cNvSpPr/>
            <p:nvPr>
              <p:custDataLst>
                <p:tags r:id="rId31"/>
              </p:custDataLst>
            </p:nvPr>
          </p:nvSpPr>
          <p:spPr bwMode="auto">
            <a:xfrm>
              <a:off x="2620963" y="2552700"/>
              <a:ext cx="17463" cy="28575"/>
            </a:xfrm>
            <a:custGeom>
              <a:avLst/>
              <a:gdLst/>
              <a:ahLst/>
              <a:cxnLst>
                <a:cxn ang="0">
                  <a:pos x="32" y="7"/>
                </a:cxn>
                <a:cxn ang="0">
                  <a:pos x="32" y="7"/>
                </a:cxn>
                <a:cxn ang="0">
                  <a:pos x="29" y="13"/>
                </a:cxn>
                <a:cxn ang="0">
                  <a:pos x="26" y="20"/>
                </a:cxn>
                <a:cxn ang="0">
                  <a:pos x="20" y="33"/>
                </a:cxn>
                <a:cxn ang="0">
                  <a:pos x="20" y="33"/>
                </a:cxn>
                <a:cxn ang="0">
                  <a:pos x="2" y="64"/>
                </a:cxn>
                <a:cxn ang="0">
                  <a:pos x="2" y="64"/>
                </a:cxn>
                <a:cxn ang="0">
                  <a:pos x="0" y="67"/>
                </a:cxn>
                <a:cxn ang="0">
                  <a:pos x="0" y="68"/>
                </a:cxn>
                <a:cxn ang="0">
                  <a:pos x="3" y="72"/>
                </a:cxn>
                <a:cxn ang="0">
                  <a:pos x="8" y="72"/>
                </a:cxn>
                <a:cxn ang="0">
                  <a:pos x="9" y="72"/>
                </a:cxn>
                <a:cxn ang="0">
                  <a:pos x="11" y="70"/>
                </a:cxn>
                <a:cxn ang="0">
                  <a:pos x="11" y="70"/>
                </a:cxn>
                <a:cxn ang="0">
                  <a:pos x="32" y="36"/>
                </a:cxn>
                <a:cxn ang="0">
                  <a:pos x="32" y="36"/>
                </a:cxn>
                <a:cxn ang="0">
                  <a:pos x="38" y="21"/>
                </a:cxn>
                <a:cxn ang="0">
                  <a:pos x="41" y="13"/>
                </a:cxn>
                <a:cxn ang="0">
                  <a:pos x="42" y="7"/>
                </a:cxn>
                <a:cxn ang="0">
                  <a:pos x="42" y="7"/>
                </a:cxn>
                <a:cxn ang="0">
                  <a:pos x="42" y="4"/>
                </a:cxn>
                <a:cxn ang="0">
                  <a:pos x="41" y="2"/>
                </a:cxn>
                <a:cxn ang="0">
                  <a:pos x="39" y="2"/>
                </a:cxn>
                <a:cxn ang="0">
                  <a:pos x="38" y="0"/>
                </a:cxn>
                <a:cxn ang="0">
                  <a:pos x="33" y="3"/>
                </a:cxn>
                <a:cxn ang="0">
                  <a:pos x="32" y="4"/>
                </a:cxn>
                <a:cxn ang="0">
                  <a:pos x="32" y="7"/>
                </a:cxn>
                <a:cxn ang="0">
                  <a:pos x="32" y="7"/>
                </a:cxn>
              </a:cxnLst>
              <a:rect l="0" t="0" r="r" b="b"/>
              <a:pathLst>
                <a:path w="42" h="72">
                  <a:moveTo>
                    <a:pt x="32" y="7"/>
                  </a:moveTo>
                  <a:lnTo>
                    <a:pt x="32" y="7"/>
                  </a:lnTo>
                  <a:lnTo>
                    <a:pt x="29" y="13"/>
                  </a:lnTo>
                  <a:lnTo>
                    <a:pt x="26" y="20"/>
                  </a:lnTo>
                  <a:lnTo>
                    <a:pt x="20" y="33"/>
                  </a:lnTo>
                  <a:lnTo>
                    <a:pt x="20" y="33"/>
                  </a:lnTo>
                  <a:lnTo>
                    <a:pt x="2" y="64"/>
                  </a:lnTo>
                  <a:lnTo>
                    <a:pt x="2" y="64"/>
                  </a:lnTo>
                  <a:lnTo>
                    <a:pt x="0" y="67"/>
                  </a:lnTo>
                  <a:lnTo>
                    <a:pt x="0" y="68"/>
                  </a:lnTo>
                  <a:lnTo>
                    <a:pt x="3" y="72"/>
                  </a:lnTo>
                  <a:lnTo>
                    <a:pt x="8" y="72"/>
                  </a:lnTo>
                  <a:lnTo>
                    <a:pt x="9" y="72"/>
                  </a:lnTo>
                  <a:lnTo>
                    <a:pt x="11" y="70"/>
                  </a:lnTo>
                  <a:lnTo>
                    <a:pt x="11" y="70"/>
                  </a:lnTo>
                  <a:lnTo>
                    <a:pt x="32" y="36"/>
                  </a:lnTo>
                  <a:lnTo>
                    <a:pt x="32" y="36"/>
                  </a:lnTo>
                  <a:lnTo>
                    <a:pt x="38" y="21"/>
                  </a:lnTo>
                  <a:lnTo>
                    <a:pt x="41" y="13"/>
                  </a:lnTo>
                  <a:lnTo>
                    <a:pt x="42" y="7"/>
                  </a:lnTo>
                  <a:lnTo>
                    <a:pt x="42" y="7"/>
                  </a:lnTo>
                  <a:lnTo>
                    <a:pt x="42" y="4"/>
                  </a:lnTo>
                  <a:lnTo>
                    <a:pt x="41" y="2"/>
                  </a:lnTo>
                  <a:lnTo>
                    <a:pt x="39" y="2"/>
                  </a:lnTo>
                  <a:lnTo>
                    <a:pt x="38" y="0"/>
                  </a:lnTo>
                  <a:lnTo>
                    <a:pt x="33" y="3"/>
                  </a:lnTo>
                  <a:lnTo>
                    <a:pt x="32" y="4"/>
                  </a:lnTo>
                  <a:lnTo>
                    <a:pt x="32" y="7"/>
                  </a:lnTo>
                  <a:lnTo>
                    <a:pt x="32" y="7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37" name="Freeform 549"/>
            <p:cNvSpPr/>
            <p:nvPr>
              <p:custDataLst>
                <p:tags r:id="rId32"/>
              </p:custDataLst>
            </p:nvPr>
          </p:nvSpPr>
          <p:spPr bwMode="auto">
            <a:xfrm>
              <a:off x="2263776" y="2451100"/>
              <a:ext cx="22225" cy="39688"/>
            </a:xfrm>
            <a:custGeom>
              <a:avLst/>
              <a:gdLst/>
              <a:ahLst/>
              <a:cxnLst>
                <a:cxn ang="0">
                  <a:pos x="47" y="3"/>
                </a:cxn>
                <a:cxn ang="0">
                  <a:pos x="47" y="3"/>
                </a:cxn>
                <a:cxn ang="0">
                  <a:pos x="38" y="12"/>
                </a:cxn>
                <a:cxn ang="0">
                  <a:pos x="31" y="24"/>
                </a:cxn>
                <a:cxn ang="0">
                  <a:pos x="23" y="34"/>
                </a:cxn>
                <a:cxn ang="0">
                  <a:pos x="18" y="46"/>
                </a:cxn>
                <a:cxn ang="0">
                  <a:pos x="8" y="71"/>
                </a:cxn>
                <a:cxn ang="0">
                  <a:pos x="0" y="96"/>
                </a:cxn>
                <a:cxn ang="0">
                  <a:pos x="0" y="96"/>
                </a:cxn>
                <a:cxn ang="0">
                  <a:pos x="0" y="98"/>
                </a:cxn>
                <a:cxn ang="0">
                  <a:pos x="0" y="101"/>
                </a:cxn>
                <a:cxn ang="0">
                  <a:pos x="4" y="102"/>
                </a:cxn>
                <a:cxn ang="0">
                  <a:pos x="8" y="102"/>
                </a:cxn>
                <a:cxn ang="0">
                  <a:pos x="9" y="101"/>
                </a:cxn>
                <a:cxn ang="0">
                  <a:pos x="10" y="100"/>
                </a:cxn>
                <a:cxn ang="0">
                  <a:pos x="10" y="100"/>
                </a:cxn>
                <a:cxn ang="0">
                  <a:pos x="18" y="76"/>
                </a:cxn>
                <a:cxn ang="0">
                  <a:pos x="29" y="53"/>
                </a:cxn>
                <a:cxn ang="0">
                  <a:pos x="34" y="41"/>
                </a:cxn>
                <a:cxn ang="0">
                  <a:pos x="39" y="30"/>
                </a:cxn>
                <a:cxn ang="0">
                  <a:pos x="47" y="20"/>
                </a:cxn>
                <a:cxn ang="0">
                  <a:pos x="55" y="11"/>
                </a:cxn>
                <a:cxn ang="0">
                  <a:pos x="55" y="11"/>
                </a:cxn>
                <a:cxn ang="0">
                  <a:pos x="56" y="8"/>
                </a:cxn>
                <a:cxn ang="0">
                  <a:pos x="56" y="6"/>
                </a:cxn>
                <a:cxn ang="0">
                  <a:pos x="55" y="3"/>
                </a:cxn>
                <a:cxn ang="0">
                  <a:pos x="51" y="0"/>
                </a:cxn>
                <a:cxn ang="0">
                  <a:pos x="48" y="0"/>
                </a:cxn>
                <a:cxn ang="0">
                  <a:pos x="47" y="3"/>
                </a:cxn>
                <a:cxn ang="0">
                  <a:pos x="47" y="3"/>
                </a:cxn>
              </a:cxnLst>
              <a:rect l="0" t="0" r="r" b="b"/>
              <a:pathLst>
                <a:path w="56" h="102">
                  <a:moveTo>
                    <a:pt x="47" y="3"/>
                  </a:moveTo>
                  <a:lnTo>
                    <a:pt x="47" y="3"/>
                  </a:lnTo>
                  <a:lnTo>
                    <a:pt x="38" y="12"/>
                  </a:lnTo>
                  <a:lnTo>
                    <a:pt x="31" y="24"/>
                  </a:lnTo>
                  <a:lnTo>
                    <a:pt x="23" y="34"/>
                  </a:lnTo>
                  <a:lnTo>
                    <a:pt x="18" y="46"/>
                  </a:lnTo>
                  <a:lnTo>
                    <a:pt x="8" y="71"/>
                  </a:lnTo>
                  <a:lnTo>
                    <a:pt x="0" y="96"/>
                  </a:lnTo>
                  <a:lnTo>
                    <a:pt x="0" y="96"/>
                  </a:lnTo>
                  <a:lnTo>
                    <a:pt x="0" y="98"/>
                  </a:lnTo>
                  <a:lnTo>
                    <a:pt x="0" y="101"/>
                  </a:lnTo>
                  <a:lnTo>
                    <a:pt x="4" y="102"/>
                  </a:lnTo>
                  <a:lnTo>
                    <a:pt x="8" y="102"/>
                  </a:lnTo>
                  <a:lnTo>
                    <a:pt x="9" y="101"/>
                  </a:lnTo>
                  <a:lnTo>
                    <a:pt x="10" y="100"/>
                  </a:lnTo>
                  <a:lnTo>
                    <a:pt x="10" y="100"/>
                  </a:lnTo>
                  <a:lnTo>
                    <a:pt x="18" y="76"/>
                  </a:lnTo>
                  <a:lnTo>
                    <a:pt x="29" y="53"/>
                  </a:lnTo>
                  <a:lnTo>
                    <a:pt x="34" y="41"/>
                  </a:lnTo>
                  <a:lnTo>
                    <a:pt x="39" y="30"/>
                  </a:lnTo>
                  <a:lnTo>
                    <a:pt x="47" y="20"/>
                  </a:lnTo>
                  <a:lnTo>
                    <a:pt x="55" y="11"/>
                  </a:lnTo>
                  <a:lnTo>
                    <a:pt x="55" y="11"/>
                  </a:lnTo>
                  <a:lnTo>
                    <a:pt x="56" y="8"/>
                  </a:lnTo>
                  <a:lnTo>
                    <a:pt x="56" y="6"/>
                  </a:lnTo>
                  <a:lnTo>
                    <a:pt x="55" y="3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7" y="3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38" name="Freeform 550"/>
            <p:cNvSpPr/>
            <p:nvPr>
              <p:custDataLst>
                <p:tags r:id="rId33"/>
              </p:custDataLst>
            </p:nvPr>
          </p:nvSpPr>
          <p:spPr bwMode="auto">
            <a:xfrm>
              <a:off x="2317751" y="2460625"/>
              <a:ext cx="14288" cy="34925"/>
            </a:xfrm>
            <a:custGeom>
              <a:avLst/>
              <a:gdLst/>
              <a:ahLst/>
              <a:cxnLst>
                <a:cxn ang="0">
                  <a:pos x="24" y="5"/>
                </a:cxn>
                <a:cxn ang="0">
                  <a:pos x="24" y="5"/>
                </a:cxn>
                <a:cxn ang="0">
                  <a:pos x="22" y="16"/>
                </a:cxn>
                <a:cxn ang="0">
                  <a:pos x="21" y="26"/>
                </a:cxn>
                <a:cxn ang="0">
                  <a:pos x="16" y="46"/>
                </a:cxn>
                <a:cxn ang="0">
                  <a:pos x="1" y="84"/>
                </a:cxn>
                <a:cxn ang="0">
                  <a:pos x="1" y="84"/>
                </a:cxn>
                <a:cxn ang="0">
                  <a:pos x="0" y="86"/>
                </a:cxn>
                <a:cxn ang="0">
                  <a:pos x="1" y="87"/>
                </a:cxn>
                <a:cxn ang="0">
                  <a:pos x="4" y="90"/>
                </a:cxn>
                <a:cxn ang="0">
                  <a:pos x="9" y="90"/>
                </a:cxn>
                <a:cxn ang="0">
                  <a:pos x="10" y="89"/>
                </a:cxn>
                <a:cxn ang="0">
                  <a:pos x="12" y="86"/>
                </a:cxn>
                <a:cxn ang="0">
                  <a:pos x="12" y="86"/>
                </a:cxn>
                <a:cxn ang="0">
                  <a:pos x="26" y="47"/>
                </a:cxn>
                <a:cxn ang="0">
                  <a:pos x="33" y="26"/>
                </a:cxn>
                <a:cxn ang="0">
                  <a:pos x="34" y="16"/>
                </a:cxn>
                <a:cxn ang="0">
                  <a:pos x="35" y="5"/>
                </a:cxn>
                <a:cxn ang="0">
                  <a:pos x="35" y="5"/>
                </a:cxn>
                <a:cxn ang="0">
                  <a:pos x="34" y="2"/>
                </a:cxn>
                <a:cxn ang="0">
                  <a:pos x="33" y="1"/>
                </a:cxn>
                <a:cxn ang="0">
                  <a:pos x="29" y="0"/>
                </a:cxn>
                <a:cxn ang="0">
                  <a:pos x="25" y="1"/>
                </a:cxn>
                <a:cxn ang="0">
                  <a:pos x="24" y="2"/>
                </a:cxn>
                <a:cxn ang="0">
                  <a:pos x="24" y="5"/>
                </a:cxn>
                <a:cxn ang="0">
                  <a:pos x="24" y="5"/>
                </a:cxn>
              </a:cxnLst>
              <a:rect l="0" t="0" r="r" b="b"/>
              <a:pathLst>
                <a:path w="35" h="90">
                  <a:moveTo>
                    <a:pt x="24" y="5"/>
                  </a:moveTo>
                  <a:lnTo>
                    <a:pt x="24" y="5"/>
                  </a:lnTo>
                  <a:lnTo>
                    <a:pt x="22" y="16"/>
                  </a:lnTo>
                  <a:lnTo>
                    <a:pt x="21" y="26"/>
                  </a:lnTo>
                  <a:lnTo>
                    <a:pt x="16" y="46"/>
                  </a:lnTo>
                  <a:lnTo>
                    <a:pt x="1" y="84"/>
                  </a:lnTo>
                  <a:lnTo>
                    <a:pt x="1" y="84"/>
                  </a:lnTo>
                  <a:lnTo>
                    <a:pt x="0" y="86"/>
                  </a:lnTo>
                  <a:lnTo>
                    <a:pt x="1" y="87"/>
                  </a:lnTo>
                  <a:lnTo>
                    <a:pt x="4" y="90"/>
                  </a:lnTo>
                  <a:lnTo>
                    <a:pt x="9" y="90"/>
                  </a:lnTo>
                  <a:lnTo>
                    <a:pt x="10" y="89"/>
                  </a:lnTo>
                  <a:lnTo>
                    <a:pt x="12" y="86"/>
                  </a:lnTo>
                  <a:lnTo>
                    <a:pt x="12" y="86"/>
                  </a:lnTo>
                  <a:lnTo>
                    <a:pt x="26" y="47"/>
                  </a:lnTo>
                  <a:lnTo>
                    <a:pt x="33" y="26"/>
                  </a:lnTo>
                  <a:lnTo>
                    <a:pt x="34" y="16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4" y="2"/>
                  </a:lnTo>
                  <a:lnTo>
                    <a:pt x="33" y="1"/>
                  </a:lnTo>
                  <a:lnTo>
                    <a:pt x="29" y="0"/>
                  </a:lnTo>
                  <a:lnTo>
                    <a:pt x="25" y="1"/>
                  </a:lnTo>
                  <a:lnTo>
                    <a:pt x="24" y="2"/>
                  </a:lnTo>
                  <a:lnTo>
                    <a:pt x="24" y="5"/>
                  </a:lnTo>
                  <a:lnTo>
                    <a:pt x="24" y="5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39" name="Freeform 551"/>
            <p:cNvSpPr/>
            <p:nvPr>
              <p:custDataLst>
                <p:tags r:id="rId34"/>
              </p:custDataLst>
            </p:nvPr>
          </p:nvSpPr>
          <p:spPr bwMode="auto">
            <a:xfrm>
              <a:off x="2513013" y="2446338"/>
              <a:ext cx="12700" cy="31750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22" y="5"/>
                </a:cxn>
                <a:cxn ang="0">
                  <a:pos x="22" y="14"/>
                </a:cxn>
                <a:cxn ang="0">
                  <a:pos x="21" y="22"/>
                </a:cxn>
                <a:cxn ang="0">
                  <a:pos x="16" y="39"/>
                </a:cxn>
                <a:cxn ang="0">
                  <a:pos x="8" y="55"/>
                </a:cxn>
                <a:cxn ang="0">
                  <a:pos x="0" y="70"/>
                </a:cxn>
                <a:cxn ang="0">
                  <a:pos x="0" y="70"/>
                </a:cxn>
                <a:cxn ang="0">
                  <a:pos x="0" y="73"/>
                </a:cxn>
                <a:cxn ang="0">
                  <a:pos x="0" y="76"/>
                </a:cxn>
                <a:cxn ang="0">
                  <a:pos x="2" y="78"/>
                </a:cxn>
                <a:cxn ang="0">
                  <a:pos x="5" y="80"/>
                </a:cxn>
                <a:cxn ang="0">
                  <a:pos x="6" y="80"/>
                </a:cxn>
                <a:cxn ang="0">
                  <a:pos x="9" y="78"/>
                </a:cxn>
                <a:cxn ang="0">
                  <a:pos x="10" y="76"/>
                </a:cxn>
                <a:cxn ang="0">
                  <a:pos x="10" y="76"/>
                </a:cxn>
                <a:cxn ang="0">
                  <a:pos x="18" y="59"/>
                </a:cxn>
                <a:cxn ang="0">
                  <a:pos x="26" y="42"/>
                </a:cxn>
                <a:cxn ang="0">
                  <a:pos x="31" y="23"/>
                </a:cxn>
                <a:cxn ang="0">
                  <a:pos x="33" y="14"/>
                </a:cxn>
                <a:cxn ang="0">
                  <a:pos x="34" y="5"/>
                </a:cxn>
                <a:cxn ang="0">
                  <a:pos x="34" y="5"/>
                </a:cxn>
                <a:cxn ang="0">
                  <a:pos x="34" y="2"/>
                </a:cxn>
                <a:cxn ang="0">
                  <a:pos x="33" y="1"/>
                </a:cxn>
                <a:cxn ang="0">
                  <a:pos x="29" y="0"/>
                </a:cxn>
                <a:cxn ang="0">
                  <a:pos x="25" y="1"/>
                </a:cxn>
                <a:cxn ang="0">
                  <a:pos x="23" y="2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34" h="80">
                  <a:moveTo>
                    <a:pt x="22" y="5"/>
                  </a:moveTo>
                  <a:lnTo>
                    <a:pt x="22" y="5"/>
                  </a:lnTo>
                  <a:lnTo>
                    <a:pt x="22" y="14"/>
                  </a:lnTo>
                  <a:lnTo>
                    <a:pt x="21" y="22"/>
                  </a:lnTo>
                  <a:lnTo>
                    <a:pt x="16" y="39"/>
                  </a:lnTo>
                  <a:lnTo>
                    <a:pt x="8" y="55"/>
                  </a:lnTo>
                  <a:lnTo>
                    <a:pt x="0" y="70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6"/>
                  </a:lnTo>
                  <a:lnTo>
                    <a:pt x="2" y="78"/>
                  </a:lnTo>
                  <a:lnTo>
                    <a:pt x="5" y="80"/>
                  </a:lnTo>
                  <a:lnTo>
                    <a:pt x="6" y="80"/>
                  </a:lnTo>
                  <a:lnTo>
                    <a:pt x="9" y="78"/>
                  </a:lnTo>
                  <a:lnTo>
                    <a:pt x="10" y="76"/>
                  </a:lnTo>
                  <a:lnTo>
                    <a:pt x="10" y="76"/>
                  </a:lnTo>
                  <a:lnTo>
                    <a:pt x="18" y="59"/>
                  </a:lnTo>
                  <a:lnTo>
                    <a:pt x="26" y="42"/>
                  </a:lnTo>
                  <a:lnTo>
                    <a:pt x="31" y="23"/>
                  </a:lnTo>
                  <a:lnTo>
                    <a:pt x="33" y="14"/>
                  </a:lnTo>
                  <a:lnTo>
                    <a:pt x="34" y="5"/>
                  </a:lnTo>
                  <a:lnTo>
                    <a:pt x="34" y="5"/>
                  </a:lnTo>
                  <a:lnTo>
                    <a:pt x="34" y="2"/>
                  </a:lnTo>
                  <a:lnTo>
                    <a:pt x="33" y="1"/>
                  </a:lnTo>
                  <a:lnTo>
                    <a:pt x="29" y="0"/>
                  </a:lnTo>
                  <a:lnTo>
                    <a:pt x="25" y="1"/>
                  </a:lnTo>
                  <a:lnTo>
                    <a:pt x="23" y="2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40" name="Freeform 552"/>
            <p:cNvSpPr/>
            <p:nvPr>
              <p:custDataLst>
                <p:tags r:id="rId35"/>
              </p:custDataLst>
            </p:nvPr>
          </p:nvSpPr>
          <p:spPr bwMode="auto">
            <a:xfrm>
              <a:off x="2552701" y="2446338"/>
              <a:ext cx="14288" cy="31750"/>
            </a:xfrm>
            <a:custGeom>
              <a:avLst/>
              <a:gdLst/>
              <a:ahLst/>
              <a:cxnLst>
                <a:cxn ang="0">
                  <a:pos x="23" y="5"/>
                </a:cxn>
                <a:cxn ang="0">
                  <a:pos x="23" y="5"/>
                </a:cxn>
                <a:cxn ang="0">
                  <a:pos x="22" y="14"/>
                </a:cxn>
                <a:cxn ang="0">
                  <a:pos x="21" y="22"/>
                </a:cxn>
                <a:cxn ang="0">
                  <a:pos x="16" y="39"/>
                </a:cxn>
                <a:cxn ang="0">
                  <a:pos x="9" y="55"/>
                </a:cxn>
                <a:cxn ang="0">
                  <a:pos x="1" y="70"/>
                </a:cxn>
                <a:cxn ang="0">
                  <a:pos x="1" y="70"/>
                </a:cxn>
                <a:cxn ang="0">
                  <a:pos x="0" y="73"/>
                </a:cxn>
                <a:cxn ang="0">
                  <a:pos x="1" y="76"/>
                </a:cxn>
                <a:cxn ang="0">
                  <a:pos x="4" y="78"/>
                </a:cxn>
                <a:cxn ang="0">
                  <a:pos x="5" y="80"/>
                </a:cxn>
                <a:cxn ang="0">
                  <a:pos x="8" y="80"/>
                </a:cxn>
                <a:cxn ang="0">
                  <a:pos x="9" y="78"/>
                </a:cxn>
                <a:cxn ang="0">
                  <a:pos x="12" y="76"/>
                </a:cxn>
                <a:cxn ang="0">
                  <a:pos x="12" y="76"/>
                </a:cxn>
                <a:cxn ang="0">
                  <a:pos x="19" y="59"/>
                </a:cxn>
                <a:cxn ang="0">
                  <a:pos x="27" y="42"/>
                </a:cxn>
                <a:cxn ang="0">
                  <a:pos x="33" y="23"/>
                </a:cxn>
                <a:cxn ang="0">
                  <a:pos x="34" y="14"/>
                </a:cxn>
                <a:cxn ang="0">
                  <a:pos x="35" y="5"/>
                </a:cxn>
                <a:cxn ang="0">
                  <a:pos x="35" y="5"/>
                </a:cxn>
                <a:cxn ang="0">
                  <a:pos x="34" y="2"/>
                </a:cxn>
                <a:cxn ang="0">
                  <a:pos x="33" y="1"/>
                </a:cxn>
                <a:cxn ang="0">
                  <a:pos x="29" y="0"/>
                </a:cxn>
                <a:cxn ang="0">
                  <a:pos x="25" y="1"/>
                </a:cxn>
                <a:cxn ang="0">
                  <a:pos x="23" y="2"/>
                </a:cxn>
                <a:cxn ang="0">
                  <a:pos x="23" y="5"/>
                </a:cxn>
                <a:cxn ang="0">
                  <a:pos x="23" y="5"/>
                </a:cxn>
              </a:cxnLst>
              <a:rect l="0" t="0" r="r" b="b"/>
              <a:pathLst>
                <a:path w="35" h="80">
                  <a:moveTo>
                    <a:pt x="23" y="5"/>
                  </a:moveTo>
                  <a:lnTo>
                    <a:pt x="23" y="5"/>
                  </a:lnTo>
                  <a:lnTo>
                    <a:pt x="22" y="14"/>
                  </a:lnTo>
                  <a:lnTo>
                    <a:pt x="21" y="22"/>
                  </a:lnTo>
                  <a:lnTo>
                    <a:pt x="16" y="39"/>
                  </a:lnTo>
                  <a:lnTo>
                    <a:pt x="9" y="55"/>
                  </a:lnTo>
                  <a:lnTo>
                    <a:pt x="1" y="70"/>
                  </a:lnTo>
                  <a:lnTo>
                    <a:pt x="1" y="70"/>
                  </a:lnTo>
                  <a:lnTo>
                    <a:pt x="0" y="73"/>
                  </a:lnTo>
                  <a:lnTo>
                    <a:pt x="1" y="76"/>
                  </a:lnTo>
                  <a:lnTo>
                    <a:pt x="4" y="78"/>
                  </a:lnTo>
                  <a:lnTo>
                    <a:pt x="5" y="80"/>
                  </a:lnTo>
                  <a:lnTo>
                    <a:pt x="8" y="80"/>
                  </a:lnTo>
                  <a:lnTo>
                    <a:pt x="9" y="78"/>
                  </a:lnTo>
                  <a:lnTo>
                    <a:pt x="12" y="76"/>
                  </a:lnTo>
                  <a:lnTo>
                    <a:pt x="12" y="76"/>
                  </a:lnTo>
                  <a:lnTo>
                    <a:pt x="19" y="59"/>
                  </a:lnTo>
                  <a:lnTo>
                    <a:pt x="27" y="42"/>
                  </a:lnTo>
                  <a:lnTo>
                    <a:pt x="33" y="23"/>
                  </a:lnTo>
                  <a:lnTo>
                    <a:pt x="34" y="14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4" y="2"/>
                  </a:lnTo>
                  <a:lnTo>
                    <a:pt x="33" y="1"/>
                  </a:lnTo>
                  <a:lnTo>
                    <a:pt x="29" y="0"/>
                  </a:lnTo>
                  <a:lnTo>
                    <a:pt x="25" y="1"/>
                  </a:lnTo>
                  <a:lnTo>
                    <a:pt x="23" y="2"/>
                  </a:lnTo>
                  <a:lnTo>
                    <a:pt x="23" y="5"/>
                  </a:lnTo>
                  <a:lnTo>
                    <a:pt x="23" y="5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41" name="Freeform 553"/>
            <p:cNvSpPr/>
            <p:nvPr>
              <p:custDataLst>
                <p:tags r:id="rId36"/>
              </p:custDataLst>
            </p:nvPr>
          </p:nvSpPr>
          <p:spPr bwMode="auto">
            <a:xfrm>
              <a:off x="2598738" y="2465388"/>
              <a:ext cx="12700" cy="39688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22" y="5"/>
                </a:cxn>
                <a:cxn ang="0">
                  <a:pos x="21" y="27"/>
                </a:cxn>
                <a:cxn ang="0">
                  <a:pos x="16" y="51"/>
                </a:cxn>
                <a:cxn ang="0">
                  <a:pos x="9" y="72"/>
                </a:cxn>
                <a:cxn ang="0">
                  <a:pos x="0" y="92"/>
                </a:cxn>
                <a:cxn ang="0">
                  <a:pos x="0" y="92"/>
                </a:cxn>
                <a:cxn ang="0">
                  <a:pos x="0" y="95"/>
                </a:cxn>
                <a:cxn ang="0">
                  <a:pos x="0" y="98"/>
                </a:cxn>
                <a:cxn ang="0">
                  <a:pos x="3" y="100"/>
                </a:cxn>
                <a:cxn ang="0">
                  <a:pos x="5" y="102"/>
                </a:cxn>
                <a:cxn ang="0">
                  <a:pos x="6" y="102"/>
                </a:cxn>
                <a:cxn ang="0">
                  <a:pos x="9" y="100"/>
                </a:cxn>
                <a:cxn ang="0">
                  <a:pos x="10" y="99"/>
                </a:cxn>
                <a:cxn ang="0">
                  <a:pos x="10" y="99"/>
                </a:cxn>
                <a:cxn ang="0">
                  <a:pos x="20" y="77"/>
                </a:cxn>
                <a:cxn ang="0">
                  <a:pos x="27" y="53"/>
                </a:cxn>
                <a:cxn ang="0">
                  <a:pos x="31" y="30"/>
                </a:cxn>
                <a:cxn ang="0">
                  <a:pos x="34" y="5"/>
                </a:cxn>
                <a:cxn ang="0">
                  <a:pos x="34" y="5"/>
                </a:cxn>
                <a:cxn ang="0">
                  <a:pos x="34" y="2"/>
                </a:cxn>
                <a:cxn ang="0">
                  <a:pos x="33" y="1"/>
                </a:cxn>
                <a:cxn ang="0">
                  <a:pos x="29" y="0"/>
                </a:cxn>
                <a:cxn ang="0">
                  <a:pos x="25" y="1"/>
                </a:cxn>
                <a:cxn ang="0">
                  <a:pos x="24" y="2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34" h="102">
                  <a:moveTo>
                    <a:pt x="22" y="5"/>
                  </a:moveTo>
                  <a:lnTo>
                    <a:pt x="22" y="5"/>
                  </a:lnTo>
                  <a:lnTo>
                    <a:pt x="21" y="27"/>
                  </a:lnTo>
                  <a:lnTo>
                    <a:pt x="16" y="51"/>
                  </a:lnTo>
                  <a:lnTo>
                    <a:pt x="9" y="72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5"/>
                  </a:lnTo>
                  <a:lnTo>
                    <a:pt x="0" y="98"/>
                  </a:lnTo>
                  <a:lnTo>
                    <a:pt x="3" y="100"/>
                  </a:lnTo>
                  <a:lnTo>
                    <a:pt x="5" y="102"/>
                  </a:lnTo>
                  <a:lnTo>
                    <a:pt x="6" y="102"/>
                  </a:lnTo>
                  <a:lnTo>
                    <a:pt x="9" y="100"/>
                  </a:lnTo>
                  <a:lnTo>
                    <a:pt x="10" y="99"/>
                  </a:lnTo>
                  <a:lnTo>
                    <a:pt x="10" y="99"/>
                  </a:lnTo>
                  <a:lnTo>
                    <a:pt x="20" y="77"/>
                  </a:lnTo>
                  <a:lnTo>
                    <a:pt x="27" y="53"/>
                  </a:lnTo>
                  <a:lnTo>
                    <a:pt x="31" y="30"/>
                  </a:lnTo>
                  <a:lnTo>
                    <a:pt x="34" y="5"/>
                  </a:lnTo>
                  <a:lnTo>
                    <a:pt x="34" y="5"/>
                  </a:lnTo>
                  <a:lnTo>
                    <a:pt x="34" y="2"/>
                  </a:lnTo>
                  <a:lnTo>
                    <a:pt x="33" y="1"/>
                  </a:lnTo>
                  <a:lnTo>
                    <a:pt x="29" y="0"/>
                  </a:lnTo>
                  <a:lnTo>
                    <a:pt x="25" y="1"/>
                  </a:lnTo>
                  <a:lnTo>
                    <a:pt x="24" y="2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42" name="Freeform 554"/>
            <p:cNvSpPr/>
            <p:nvPr>
              <p:custDataLst>
                <p:tags r:id="rId37"/>
              </p:custDataLst>
            </p:nvPr>
          </p:nvSpPr>
          <p:spPr bwMode="auto">
            <a:xfrm>
              <a:off x="2314576" y="2389188"/>
              <a:ext cx="377825" cy="211138"/>
            </a:xfrm>
            <a:custGeom>
              <a:avLst/>
              <a:gdLst/>
              <a:ahLst/>
              <a:cxnLst>
                <a:cxn ang="0">
                  <a:pos x="712" y="532"/>
                </a:cxn>
                <a:cxn ang="0">
                  <a:pos x="641" y="529"/>
                </a:cxn>
                <a:cxn ang="0">
                  <a:pos x="98" y="529"/>
                </a:cxn>
                <a:cxn ang="0">
                  <a:pos x="25" y="531"/>
                </a:cxn>
                <a:cxn ang="0">
                  <a:pos x="9" y="525"/>
                </a:cxn>
                <a:cxn ang="0">
                  <a:pos x="1" y="515"/>
                </a:cxn>
                <a:cxn ang="0">
                  <a:pos x="0" y="506"/>
                </a:cxn>
                <a:cxn ang="0">
                  <a:pos x="3" y="491"/>
                </a:cxn>
                <a:cxn ang="0">
                  <a:pos x="13" y="482"/>
                </a:cxn>
                <a:cxn ang="0">
                  <a:pos x="667" y="480"/>
                </a:cxn>
                <a:cxn ang="0">
                  <a:pos x="710" y="481"/>
                </a:cxn>
                <a:cxn ang="0">
                  <a:pos x="769" y="482"/>
                </a:cxn>
                <a:cxn ang="0">
                  <a:pos x="814" y="477"/>
                </a:cxn>
                <a:cxn ang="0">
                  <a:pos x="832" y="473"/>
                </a:cxn>
                <a:cxn ang="0">
                  <a:pos x="870" y="463"/>
                </a:cxn>
                <a:cxn ang="0">
                  <a:pos x="887" y="443"/>
                </a:cxn>
                <a:cxn ang="0">
                  <a:pos x="895" y="388"/>
                </a:cxn>
                <a:cxn ang="0">
                  <a:pos x="901" y="321"/>
                </a:cxn>
                <a:cxn ang="0">
                  <a:pos x="901" y="289"/>
                </a:cxn>
                <a:cxn ang="0">
                  <a:pos x="896" y="260"/>
                </a:cxn>
                <a:cxn ang="0">
                  <a:pos x="891" y="232"/>
                </a:cxn>
                <a:cxn ang="0">
                  <a:pos x="888" y="164"/>
                </a:cxn>
                <a:cxn ang="0">
                  <a:pos x="880" y="102"/>
                </a:cxn>
                <a:cxn ang="0">
                  <a:pos x="875" y="81"/>
                </a:cxn>
                <a:cxn ang="0">
                  <a:pos x="860" y="61"/>
                </a:cxn>
                <a:cxn ang="0">
                  <a:pos x="833" y="53"/>
                </a:cxn>
                <a:cxn ang="0">
                  <a:pos x="761" y="51"/>
                </a:cxn>
                <a:cxn ang="0">
                  <a:pos x="479" y="51"/>
                </a:cxn>
                <a:cxn ang="0">
                  <a:pos x="315" y="52"/>
                </a:cxn>
                <a:cxn ang="0">
                  <a:pos x="32" y="53"/>
                </a:cxn>
                <a:cxn ang="0">
                  <a:pos x="18" y="45"/>
                </a:cxn>
                <a:cxn ang="0">
                  <a:pos x="13" y="32"/>
                </a:cxn>
                <a:cxn ang="0">
                  <a:pos x="13" y="23"/>
                </a:cxn>
                <a:cxn ang="0">
                  <a:pos x="18" y="11"/>
                </a:cxn>
                <a:cxn ang="0">
                  <a:pos x="32" y="4"/>
                </a:cxn>
                <a:cxn ang="0">
                  <a:pos x="722" y="4"/>
                </a:cxn>
                <a:cxn ang="0">
                  <a:pos x="782" y="1"/>
                </a:cxn>
                <a:cxn ang="0">
                  <a:pos x="828" y="1"/>
                </a:cxn>
                <a:cxn ang="0">
                  <a:pos x="878" y="13"/>
                </a:cxn>
                <a:cxn ang="0">
                  <a:pos x="892" y="22"/>
                </a:cxn>
                <a:cxn ang="0">
                  <a:pos x="920" y="57"/>
                </a:cxn>
                <a:cxn ang="0">
                  <a:pos x="933" y="112"/>
                </a:cxn>
                <a:cxn ang="0">
                  <a:pos x="938" y="178"/>
                </a:cxn>
                <a:cxn ang="0">
                  <a:pos x="941" y="208"/>
                </a:cxn>
                <a:cxn ang="0">
                  <a:pos x="950" y="270"/>
                </a:cxn>
                <a:cxn ang="0">
                  <a:pos x="952" y="306"/>
                </a:cxn>
                <a:cxn ang="0">
                  <a:pos x="947" y="385"/>
                </a:cxn>
                <a:cxn ang="0">
                  <a:pos x="937" y="446"/>
                </a:cxn>
                <a:cxn ang="0">
                  <a:pos x="917" y="485"/>
                </a:cxn>
                <a:cxn ang="0">
                  <a:pos x="884" y="512"/>
                </a:cxn>
                <a:cxn ang="0">
                  <a:pos x="857" y="523"/>
                </a:cxn>
                <a:cxn ang="0">
                  <a:pos x="794" y="531"/>
                </a:cxn>
                <a:cxn ang="0">
                  <a:pos x="738" y="533"/>
                </a:cxn>
              </a:cxnLst>
              <a:rect l="0" t="0" r="r" b="b"/>
              <a:pathLst>
                <a:path w="952" h="533">
                  <a:moveTo>
                    <a:pt x="738" y="533"/>
                  </a:moveTo>
                  <a:lnTo>
                    <a:pt x="738" y="533"/>
                  </a:lnTo>
                  <a:lnTo>
                    <a:pt x="712" y="532"/>
                  </a:lnTo>
                  <a:lnTo>
                    <a:pt x="712" y="532"/>
                  </a:lnTo>
                  <a:lnTo>
                    <a:pt x="686" y="531"/>
                  </a:lnTo>
                  <a:lnTo>
                    <a:pt x="641" y="529"/>
                  </a:lnTo>
                  <a:lnTo>
                    <a:pt x="499" y="529"/>
                  </a:lnTo>
                  <a:lnTo>
                    <a:pt x="499" y="529"/>
                  </a:lnTo>
                  <a:lnTo>
                    <a:pt x="98" y="529"/>
                  </a:lnTo>
                  <a:lnTo>
                    <a:pt x="98" y="529"/>
                  </a:lnTo>
                  <a:lnTo>
                    <a:pt x="25" y="531"/>
                  </a:lnTo>
                  <a:lnTo>
                    <a:pt x="25" y="531"/>
                  </a:lnTo>
                  <a:lnTo>
                    <a:pt x="18" y="529"/>
                  </a:lnTo>
                  <a:lnTo>
                    <a:pt x="13" y="528"/>
                  </a:lnTo>
                  <a:lnTo>
                    <a:pt x="9" y="525"/>
                  </a:lnTo>
                  <a:lnTo>
                    <a:pt x="7" y="523"/>
                  </a:lnTo>
                  <a:lnTo>
                    <a:pt x="3" y="519"/>
                  </a:lnTo>
                  <a:lnTo>
                    <a:pt x="1" y="515"/>
                  </a:lnTo>
                  <a:lnTo>
                    <a:pt x="0" y="510"/>
                  </a:lnTo>
                  <a:lnTo>
                    <a:pt x="0" y="506"/>
                  </a:lnTo>
                  <a:lnTo>
                    <a:pt x="0" y="506"/>
                  </a:lnTo>
                  <a:lnTo>
                    <a:pt x="0" y="501"/>
                  </a:lnTo>
                  <a:lnTo>
                    <a:pt x="1" y="497"/>
                  </a:lnTo>
                  <a:lnTo>
                    <a:pt x="3" y="491"/>
                  </a:lnTo>
                  <a:lnTo>
                    <a:pt x="7" y="487"/>
                  </a:lnTo>
                  <a:lnTo>
                    <a:pt x="9" y="485"/>
                  </a:lnTo>
                  <a:lnTo>
                    <a:pt x="13" y="482"/>
                  </a:lnTo>
                  <a:lnTo>
                    <a:pt x="18" y="481"/>
                  </a:lnTo>
                  <a:lnTo>
                    <a:pt x="25" y="480"/>
                  </a:lnTo>
                  <a:lnTo>
                    <a:pt x="667" y="480"/>
                  </a:lnTo>
                  <a:lnTo>
                    <a:pt x="667" y="480"/>
                  </a:lnTo>
                  <a:lnTo>
                    <a:pt x="710" y="481"/>
                  </a:lnTo>
                  <a:lnTo>
                    <a:pt x="710" y="481"/>
                  </a:lnTo>
                  <a:lnTo>
                    <a:pt x="752" y="482"/>
                  </a:lnTo>
                  <a:lnTo>
                    <a:pt x="752" y="482"/>
                  </a:lnTo>
                  <a:lnTo>
                    <a:pt x="769" y="482"/>
                  </a:lnTo>
                  <a:lnTo>
                    <a:pt x="785" y="481"/>
                  </a:lnTo>
                  <a:lnTo>
                    <a:pt x="799" y="480"/>
                  </a:lnTo>
                  <a:lnTo>
                    <a:pt x="814" y="477"/>
                  </a:lnTo>
                  <a:lnTo>
                    <a:pt x="814" y="477"/>
                  </a:lnTo>
                  <a:lnTo>
                    <a:pt x="832" y="473"/>
                  </a:lnTo>
                  <a:lnTo>
                    <a:pt x="832" y="473"/>
                  </a:lnTo>
                  <a:lnTo>
                    <a:pt x="853" y="469"/>
                  </a:lnTo>
                  <a:lnTo>
                    <a:pt x="862" y="467"/>
                  </a:lnTo>
                  <a:lnTo>
                    <a:pt x="870" y="463"/>
                  </a:lnTo>
                  <a:lnTo>
                    <a:pt x="878" y="459"/>
                  </a:lnTo>
                  <a:lnTo>
                    <a:pt x="883" y="452"/>
                  </a:lnTo>
                  <a:lnTo>
                    <a:pt x="887" y="443"/>
                  </a:lnTo>
                  <a:lnTo>
                    <a:pt x="890" y="434"/>
                  </a:lnTo>
                  <a:lnTo>
                    <a:pt x="890" y="434"/>
                  </a:lnTo>
                  <a:lnTo>
                    <a:pt x="895" y="388"/>
                  </a:lnTo>
                  <a:lnTo>
                    <a:pt x="895" y="388"/>
                  </a:lnTo>
                  <a:lnTo>
                    <a:pt x="900" y="344"/>
                  </a:lnTo>
                  <a:lnTo>
                    <a:pt x="901" y="321"/>
                  </a:lnTo>
                  <a:lnTo>
                    <a:pt x="901" y="298"/>
                  </a:lnTo>
                  <a:lnTo>
                    <a:pt x="901" y="298"/>
                  </a:lnTo>
                  <a:lnTo>
                    <a:pt x="901" y="289"/>
                  </a:lnTo>
                  <a:lnTo>
                    <a:pt x="900" y="280"/>
                  </a:lnTo>
                  <a:lnTo>
                    <a:pt x="896" y="260"/>
                  </a:lnTo>
                  <a:lnTo>
                    <a:pt x="896" y="260"/>
                  </a:lnTo>
                  <a:lnTo>
                    <a:pt x="894" y="246"/>
                  </a:lnTo>
                  <a:lnTo>
                    <a:pt x="891" y="232"/>
                  </a:lnTo>
                  <a:lnTo>
                    <a:pt x="891" y="232"/>
                  </a:lnTo>
                  <a:lnTo>
                    <a:pt x="888" y="198"/>
                  </a:lnTo>
                  <a:lnTo>
                    <a:pt x="888" y="164"/>
                  </a:lnTo>
                  <a:lnTo>
                    <a:pt x="888" y="164"/>
                  </a:lnTo>
                  <a:lnTo>
                    <a:pt x="887" y="149"/>
                  </a:lnTo>
                  <a:lnTo>
                    <a:pt x="886" y="132"/>
                  </a:lnTo>
                  <a:lnTo>
                    <a:pt x="880" y="102"/>
                  </a:lnTo>
                  <a:lnTo>
                    <a:pt x="880" y="102"/>
                  </a:lnTo>
                  <a:lnTo>
                    <a:pt x="878" y="90"/>
                  </a:lnTo>
                  <a:lnTo>
                    <a:pt x="875" y="81"/>
                  </a:lnTo>
                  <a:lnTo>
                    <a:pt x="871" y="73"/>
                  </a:lnTo>
                  <a:lnTo>
                    <a:pt x="866" y="66"/>
                  </a:lnTo>
                  <a:lnTo>
                    <a:pt x="860" y="61"/>
                  </a:lnTo>
                  <a:lnTo>
                    <a:pt x="852" y="57"/>
                  </a:lnTo>
                  <a:lnTo>
                    <a:pt x="843" y="55"/>
                  </a:lnTo>
                  <a:lnTo>
                    <a:pt x="833" y="53"/>
                  </a:lnTo>
                  <a:lnTo>
                    <a:pt x="833" y="53"/>
                  </a:lnTo>
                  <a:lnTo>
                    <a:pt x="803" y="52"/>
                  </a:lnTo>
                  <a:lnTo>
                    <a:pt x="761" y="51"/>
                  </a:lnTo>
                  <a:lnTo>
                    <a:pt x="637" y="49"/>
                  </a:lnTo>
                  <a:lnTo>
                    <a:pt x="637" y="49"/>
                  </a:lnTo>
                  <a:lnTo>
                    <a:pt x="479" y="51"/>
                  </a:lnTo>
                  <a:lnTo>
                    <a:pt x="326" y="52"/>
                  </a:lnTo>
                  <a:lnTo>
                    <a:pt x="315" y="52"/>
                  </a:lnTo>
                  <a:lnTo>
                    <a:pt x="315" y="52"/>
                  </a:lnTo>
                  <a:lnTo>
                    <a:pt x="37" y="53"/>
                  </a:lnTo>
                  <a:lnTo>
                    <a:pt x="37" y="53"/>
                  </a:lnTo>
                  <a:lnTo>
                    <a:pt x="32" y="53"/>
                  </a:lnTo>
                  <a:lnTo>
                    <a:pt x="26" y="51"/>
                  </a:lnTo>
                  <a:lnTo>
                    <a:pt x="22" y="48"/>
                  </a:lnTo>
                  <a:lnTo>
                    <a:pt x="18" y="45"/>
                  </a:lnTo>
                  <a:lnTo>
                    <a:pt x="16" y="42"/>
                  </a:lnTo>
                  <a:lnTo>
                    <a:pt x="15" y="38"/>
                  </a:lnTo>
                  <a:lnTo>
                    <a:pt x="13" y="32"/>
                  </a:lnTo>
                  <a:lnTo>
                    <a:pt x="13" y="28"/>
                  </a:lnTo>
                  <a:lnTo>
                    <a:pt x="13" y="28"/>
                  </a:lnTo>
                  <a:lnTo>
                    <a:pt x="13" y="23"/>
                  </a:lnTo>
                  <a:lnTo>
                    <a:pt x="15" y="19"/>
                  </a:lnTo>
                  <a:lnTo>
                    <a:pt x="16" y="15"/>
                  </a:lnTo>
                  <a:lnTo>
                    <a:pt x="18" y="11"/>
                  </a:lnTo>
                  <a:lnTo>
                    <a:pt x="22" y="8"/>
                  </a:lnTo>
                  <a:lnTo>
                    <a:pt x="26" y="5"/>
                  </a:lnTo>
                  <a:lnTo>
                    <a:pt x="32" y="4"/>
                  </a:lnTo>
                  <a:lnTo>
                    <a:pt x="37" y="4"/>
                  </a:lnTo>
                  <a:lnTo>
                    <a:pt x="722" y="4"/>
                  </a:lnTo>
                  <a:lnTo>
                    <a:pt x="722" y="4"/>
                  </a:lnTo>
                  <a:lnTo>
                    <a:pt x="759" y="2"/>
                  </a:lnTo>
                  <a:lnTo>
                    <a:pt x="759" y="2"/>
                  </a:lnTo>
                  <a:lnTo>
                    <a:pt x="782" y="1"/>
                  </a:lnTo>
                  <a:lnTo>
                    <a:pt x="806" y="0"/>
                  </a:lnTo>
                  <a:lnTo>
                    <a:pt x="806" y="0"/>
                  </a:lnTo>
                  <a:lnTo>
                    <a:pt x="828" y="1"/>
                  </a:lnTo>
                  <a:lnTo>
                    <a:pt x="846" y="2"/>
                  </a:lnTo>
                  <a:lnTo>
                    <a:pt x="863" y="8"/>
                  </a:lnTo>
                  <a:lnTo>
                    <a:pt x="878" y="13"/>
                  </a:lnTo>
                  <a:lnTo>
                    <a:pt x="878" y="13"/>
                  </a:lnTo>
                  <a:lnTo>
                    <a:pt x="886" y="17"/>
                  </a:lnTo>
                  <a:lnTo>
                    <a:pt x="892" y="22"/>
                  </a:lnTo>
                  <a:lnTo>
                    <a:pt x="904" y="32"/>
                  </a:lnTo>
                  <a:lnTo>
                    <a:pt x="912" y="44"/>
                  </a:lnTo>
                  <a:lnTo>
                    <a:pt x="920" y="57"/>
                  </a:lnTo>
                  <a:lnTo>
                    <a:pt x="925" y="70"/>
                  </a:lnTo>
                  <a:lnTo>
                    <a:pt x="928" y="85"/>
                  </a:lnTo>
                  <a:lnTo>
                    <a:pt x="933" y="112"/>
                  </a:lnTo>
                  <a:lnTo>
                    <a:pt x="933" y="112"/>
                  </a:lnTo>
                  <a:lnTo>
                    <a:pt x="937" y="144"/>
                  </a:lnTo>
                  <a:lnTo>
                    <a:pt x="938" y="178"/>
                  </a:lnTo>
                  <a:lnTo>
                    <a:pt x="938" y="178"/>
                  </a:lnTo>
                  <a:lnTo>
                    <a:pt x="939" y="193"/>
                  </a:lnTo>
                  <a:lnTo>
                    <a:pt x="941" y="208"/>
                  </a:lnTo>
                  <a:lnTo>
                    <a:pt x="945" y="239"/>
                  </a:lnTo>
                  <a:lnTo>
                    <a:pt x="945" y="239"/>
                  </a:lnTo>
                  <a:lnTo>
                    <a:pt x="950" y="270"/>
                  </a:lnTo>
                  <a:lnTo>
                    <a:pt x="950" y="270"/>
                  </a:lnTo>
                  <a:lnTo>
                    <a:pt x="951" y="287"/>
                  </a:lnTo>
                  <a:lnTo>
                    <a:pt x="952" y="306"/>
                  </a:lnTo>
                  <a:lnTo>
                    <a:pt x="952" y="324"/>
                  </a:lnTo>
                  <a:lnTo>
                    <a:pt x="951" y="344"/>
                  </a:lnTo>
                  <a:lnTo>
                    <a:pt x="947" y="385"/>
                  </a:lnTo>
                  <a:lnTo>
                    <a:pt x="941" y="430"/>
                  </a:lnTo>
                  <a:lnTo>
                    <a:pt x="941" y="430"/>
                  </a:lnTo>
                  <a:lnTo>
                    <a:pt x="937" y="446"/>
                  </a:lnTo>
                  <a:lnTo>
                    <a:pt x="931" y="460"/>
                  </a:lnTo>
                  <a:lnTo>
                    <a:pt x="925" y="473"/>
                  </a:lnTo>
                  <a:lnTo>
                    <a:pt x="917" y="485"/>
                  </a:lnTo>
                  <a:lnTo>
                    <a:pt x="908" y="495"/>
                  </a:lnTo>
                  <a:lnTo>
                    <a:pt x="897" y="504"/>
                  </a:lnTo>
                  <a:lnTo>
                    <a:pt x="884" y="512"/>
                  </a:lnTo>
                  <a:lnTo>
                    <a:pt x="870" y="519"/>
                  </a:lnTo>
                  <a:lnTo>
                    <a:pt x="870" y="519"/>
                  </a:lnTo>
                  <a:lnTo>
                    <a:pt x="857" y="523"/>
                  </a:lnTo>
                  <a:lnTo>
                    <a:pt x="843" y="525"/>
                  </a:lnTo>
                  <a:lnTo>
                    <a:pt x="814" y="528"/>
                  </a:lnTo>
                  <a:lnTo>
                    <a:pt x="794" y="531"/>
                  </a:lnTo>
                  <a:lnTo>
                    <a:pt x="794" y="531"/>
                  </a:lnTo>
                  <a:lnTo>
                    <a:pt x="767" y="532"/>
                  </a:lnTo>
                  <a:lnTo>
                    <a:pt x="738" y="533"/>
                  </a:lnTo>
                  <a:lnTo>
                    <a:pt x="738" y="533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43" name="Freeform 555"/>
            <p:cNvSpPr/>
            <p:nvPr>
              <p:custDataLst>
                <p:tags r:id="rId38"/>
              </p:custDataLst>
            </p:nvPr>
          </p:nvSpPr>
          <p:spPr bwMode="auto">
            <a:xfrm>
              <a:off x="2085976" y="2305050"/>
              <a:ext cx="252413" cy="203200"/>
            </a:xfrm>
            <a:custGeom>
              <a:avLst/>
              <a:gdLst/>
              <a:ahLst/>
              <a:cxnLst>
                <a:cxn ang="0">
                  <a:pos x="20" y="510"/>
                </a:cxn>
                <a:cxn ang="0">
                  <a:pos x="3" y="497"/>
                </a:cxn>
                <a:cxn ang="0">
                  <a:pos x="0" y="485"/>
                </a:cxn>
                <a:cxn ang="0">
                  <a:pos x="5" y="475"/>
                </a:cxn>
                <a:cxn ang="0">
                  <a:pos x="50" y="407"/>
                </a:cxn>
                <a:cxn ang="0">
                  <a:pos x="123" y="305"/>
                </a:cxn>
                <a:cxn ang="0">
                  <a:pos x="156" y="267"/>
                </a:cxn>
                <a:cxn ang="0">
                  <a:pos x="225" y="192"/>
                </a:cxn>
                <a:cxn ang="0">
                  <a:pos x="271" y="135"/>
                </a:cxn>
                <a:cxn ang="0">
                  <a:pos x="306" y="90"/>
                </a:cxn>
                <a:cxn ang="0">
                  <a:pos x="346" y="53"/>
                </a:cxn>
                <a:cxn ang="0">
                  <a:pos x="381" y="31"/>
                </a:cxn>
                <a:cxn ang="0">
                  <a:pos x="441" y="8"/>
                </a:cxn>
                <a:cxn ang="0">
                  <a:pos x="505" y="0"/>
                </a:cxn>
                <a:cxn ang="0">
                  <a:pos x="544" y="4"/>
                </a:cxn>
                <a:cxn ang="0">
                  <a:pos x="581" y="15"/>
                </a:cxn>
                <a:cxn ang="0">
                  <a:pos x="611" y="36"/>
                </a:cxn>
                <a:cxn ang="0">
                  <a:pos x="628" y="68"/>
                </a:cxn>
                <a:cxn ang="0">
                  <a:pos x="636" y="118"/>
                </a:cxn>
                <a:cxn ang="0">
                  <a:pos x="633" y="196"/>
                </a:cxn>
                <a:cxn ang="0">
                  <a:pos x="631" y="240"/>
                </a:cxn>
                <a:cxn ang="0">
                  <a:pos x="628" y="251"/>
                </a:cxn>
                <a:cxn ang="0">
                  <a:pos x="619" y="261"/>
                </a:cxn>
                <a:cxn ang="0">
                  <a:pos x="606" y="265"/>
                </a:cxn>
                <a:cxn ang="0">
                  <a:pos x="597" y="263"/>
                </a:cxn>
                <a:cxn ang="0">
                  <a:pos x="585" y="255"/>
                </a:cxn>
                <a:cxn ang="0">
                  <a:pos x="581" y="240"/>
                </a:cxn>
                <a:cxn ang="0">
                  <a:pos x="584" y="196"/>
                </a:cxn>
                <a:cxn ang="0">
                  <a:pos x="586" y="148"/>
                </a:cxn>
                <a:cxn ang="0">
                  <a:pos x="582" y="103"/>
                </a:cxn>
                <a:cxn ang="0">
                  <a:pos x="571" y="76"/>
                </a:cxn>
                <a:cxn ang="0">
                  <a:pos x="547" y="57"/>
                </a:cxn>
                <a:cxn ang="0">
                  <a:pos x="523" y="52"/>
                </a:cxn>
                <a:cxn ang="0">
                  <a:pos x="491" y="52"/>
                </a:cxn>
                <a:cxn ang="0">
                  <a:pos x="452" y="57"/>
                </a:cxn>
                <a:cxn ang="0">
                  <a:pos x="401" y="77"/>
                </a:cxn>
                <a:cxn ang="0">
                  <a:pos x="373" y="95"/>
                </a:cxn>
                <a:cxn ang="0">
                  <a:pos x="336" y="137"/>
                </a:cxn>
                <a:cxn ang="0">
                  <a:pos x="321" y="157"/>
                </a:cxn>
                <a:cxn ang="0">
                  <a:pos x="225" y="265"/>
                </a:cxn>
                <a:cxn ang="0">
                  <a:pos x="147" y="353"/>
                </a:cxn>
                <a:cxn ang="0">
                  <a:pos x="91" y="435"/>
                </a:cxn>
                <a:cxn ang="0">
                  <a:pos x="47" y="501"/>
                </a:cxn>
                <a:cxn ang="0">
                  <a:pos x="38" y="509"/>
                </a:cxn>
                <a:cxn ang="0">
                  <a:pos x="26" y="511"/>
                </a:cxn>
              </a:cxnLst>
              <a:rect l="0" t="0" r="r" b="b"/>
              <a:pathLst>
                <a:path w="637" h="511">
                  <a:moveTo>
                    <a:pt x="26" y="511"/>
                  </a:moveTo>
                  <a:lnTo>
                    <a:pt x="26" y="511"/>
                  </a:lnTo>
                  <a:lnTo>
                    <a:pt x="20" y="510"/>
                  </a:lnTo>
                  <a:lnTo>
                    <a:pt x="12" y="507"/>
                  </a:lnTo>
                  <a:lnTo>
                    <a:pt x="7" y="503"/>
                  </a:lnTo>
                  <a:lnTo>
                    <a:pt x="3" y="497"/>
                  </a:lnTo>
                  <a:lnTo>
                    <a:pt x="3" y="497"/>
                  </a:lnTo>
                  <a:lnTo>
                    <a:pt x="0" y="492"/>
                  </a:lnTo>
                  <a:lnTo>
                    <a:pt x="0" y="485"/>
                  </a:lnTo>
                  <a:lnTo>
                    <a:pt x="2" y="480"/>
                  </a:lnTo>
                  <a:lnTo>
                    <a:pt x="5" y="475"/>
                  </a:lnTo>
                  <a:lnTo>
                    <a:pt x="5" y="475"/>
                  </a:lnTo>
                  <a:lnTo>
                    <a:pt x="29" y="441"/>
                  </a:lnTo>
                  <a:lnTo>
                    <a:pt x="50" y="407"/>
                  </a:lnTo>
                  <a:lnTo>
                    <a:pt x="50" y="407"/>
                  </a:lnTo>
                  <a:lnTo>
                    <a:pt x="74" y="373"/>
                  </a:lnTo>
                  <a:lnTo>
                    <a:pt x="98" y="339"/>
                  </a:lnTo>
                  <a:lnTo>
                    <a:pt x="123" y="305"/>
                  </a:lnTo>
                  <a:lnTo>
                    <a:pt x="138" y="288"/>
                  </a:lnTo>
                  <a:lnTo>
                    <a:pt x="152" y="272"/>
                  </a:lnTo>
                  <a:lnTo>
                    <a:pt x="156" y="267"/>
                  </a:lnTo>
                  <a:lnTo>
                    <a:pt x="156" y="267"/>
                  </a:lnTo>
                  <a:lnTo>
                    <a:pt x="202" y="217"/>
                  </a:lnTo>
                  <a:lnTo>
                    <a:pt x="225" y="192"/>
                  </a:lnTo>
                  <a:lnTo>
                    <a:pt x="247" y="166"/>
                  </a:lnTo>
                  <a:lnTo>
                    <a:pt x="247" y="166"/>
                  </a:lnTo>
                  <a:lnTo>
                    <a:pt x="271" y="135"/>
                  </a:lnTo>
                  <a:lnTo>
                    <a:pt x="271" y="135"/>
                  </a:lnTo>
                  <a:lnTo>
                    <a:pt x="289" y="112"/>
                  </a:lnTo>
                  <a:lnTo>
                    <a:pt x="306" y="90"/>
                  </a:lnTo>
                  <a:lnTo>
                    <a:pt x="326" y="70"/>
                  </a:lnTo>
                  <a:lnTo>
                    <a:pt x="335" y="61"/>
                  </a:lnTo>
                  <a:lnTo>
                    <a:pt x="346" y="53"/>
                  </a:lnTo>
                  <a:lnTo>
                    <a:pt x="346" y="53"/>
                  </a:lnTo>
                  <a:lnTo>
                    <a:pt x="363" y="42"/>
                  </a:lnTo>
                  <a:lnTo>
                    <a:pt x="381" y="31"/>
                  </a:lnTo>
                  <a:lnTo>
                    <a:pt x="401" y="22"/>
                  </a:lnTo>
                  <a:lnTo>
                    <a:pt x="421" y="14"/>
                  </a:lnTo>
                  <a:lnTo>
                    <a:pt x="441" y="8"/>
                  </a:lnTo>
                  <a:lnTo>
                    <a:pt x="463" y="4"/>
                  </a:lnTo>
                  <a:lnTo>
                    <a:pt x="484" y="1"/>
                  </a:lnTo>
                  <a:lnTo>
                    <a:pt x="505" y="0"/>
                  </a:lnTo>
                  <a:lnTo>
                    <a:pt x="505" y="0"/>
                  </a:lnTo>
                  <a:lnTo>
                    <a:pt x="525" y="1"/>
                  </a:lnTo>
                  <a:lnTo>
                    <a:pt x="544" y="4"/>
                  </a:lnTo>
                  <a:lnTo>
                    <a:pt x="564" y="8"/>
                  </a:lnTo>
                  <a:lnTo>
                    <a:pt x="581" y="15"/>
                  </a:lnTo>
                  <a:lnTo>
                    <a:pt x="581" y="15"/>
                  </a:lnTo>
                  <a:lnTo>
                    <a:pt x="593" y="21"/>
                  </a:lnTo>
                  <a:lnTo>
                    <a:pt x="602" y="29"/>
                  </a:lnTo>
                  <a:lnTo>
                    <a:pt x="611" y="36"/>
                  </a:lnTo>
                  <a:lnTo>
                    <a:pt x="618" y="47"/>
                  </a:lnTo>
                  <a:lnTo>
                    <a:pt x="623" y="57"/>
                  </a:lnTo>
                  <a:lnTo>
                    <a:pt x="628" y="68"/>
                  </a:lnTo>
                  <a:lnTo>
                    <a:pt x="631" y="80"/>
                  </a:lnTo>
                  <a:lnTo>
                    <a:pt x="633" y="93"/>
                  </a:lnTo>
                  <a:lnTo>
                    <a:pt x="636" y="118"/>
                  </a:lnTo>
                  <a:lnTo>
                    <a:pt x="637" y="145"/>
                  </a:lnTo>
                  <a:lnTo>
                    <a:pt x="636" y="171"/>
                  </a:lnTo>
                  <a:lnTo>
                    <a:pt x="633" y="196"/>
                  </a:lnTo>
                  <a:lnTo>
                    <a:pt x="633" y="196"/>
                  </a:lnTo>
                  <a:lnTo>
                    <a:pt x="632" y="220"/>
                  </a:lnTo>
                  <a:lnTo>
                    <a:pt x="631" y="240"/>
                  </a:lnTo>
                  <a:lnTo>
                    <a:pt x="631" y="240"/>
                  </a:lnTo>
                  <a:lnTo>
                    <a:pt x="629" y="246"/>
                  </a:lnTo>
                  <a:lnTo>
                    <a:pt x="628" y="251"/>
                  </a:lnTo>
                  <a:lnTo>
                    <a:pt x="626" y="255"/>
                  </a:lnTo>
                  <a:lnTo>
                    <a:pt x="623" y="259"/>
                  </a:lnTo>
                  <a:lnTo>
                    <a:pt x="619" y="261"/>
                  </a:lnTo>
                  <a:lnTo>
                    <a:pt x="615" y="263"/>
                  </a:lnTo>
                  <a:lnTo>
                    <a:pt x="610" y="264"/>
                  </a:lnTo>
                  <a:lnTo>
                    <a:pt x="606" y="265"/>
                  </a:lnTo>
                  <a:lnTo>
                    <a:pt x="606" y="265"/>
                  </a:lnTo>
                  <a:lnTo>
                    <a:pt x="601" y="264"/>
                  </a:lnTo>
                  <a:lnTo>
                    <a:pt x="597" y="263"/>
                  </a:lnTo>
                  <a:lnTo>
                    <a:pt x="593" y="261"/>
                  </a:lnTo>
                  <a:lnTo>
                    <a:pt x="589" y="259"/>
                  </a:lnTo>
                  <a:lnTo>
                    <a:pt x="585" y="255"/>
                  </a:lnTo>
                  <a:lnTo>
                    <a:pt x="582" y="251"/>
                  </a:lnTo>
                  <a:lnTo>
                    <a:pt x="581" y="246"/>
                  </a:lnTo>
                  <a:lnTo>
                    <a:pt x="581" y="240"/>
                  </a:lnTo>
                  <a:lnTo>
                    <a:pt x="581" y="240"/>
                  </a:lnTo>
                  <a:lnTo>
                    <a:pt x="581" y="220"/>
                  </a:lnTo>
                  <a:lnTo>
                    <a:pt x="584" y="196"/>
                  </a:lnTo>
                  <a:lnTo>
                    <a:pt x="584" y="196"/>
                  </a:lnTo>
                  <a:lnTo>
                    <a:pt x="585" y="172"/>
                  </a:lnTo>
                  <a:lnTo>
                    <a:pt x="586" y="148"/>
                  </a:lnTo>
                  <a:lnTo>
                    <a:pt x="585" y="124"/>
                  </a:lnTo>
                  <a:lnTo>
                    <a:pt x="584" y="114"/>
                  </a:lnTo>
                  <a:lnTo>
                    <a:pt x="582" y="103"/>
                  </a:lnTo>
                  <a:lnTo>
                    <a:pt x="580" y="93"/>
                  </a:lnTo>
                  <a:lnTo>
                    <a:pt x="576" y="84"/>
                  </a:lnTo>
                  <a:lnTo>
                    <a:pt x="571" y="76"/>
                  </a:lnTo>
                  <a:lnTo>
                    <a:pt x="564" y="68"/>
                  </a:lnTo>
                  <a:lnTo>
                    <a:pt x="556" y="63"/>
                  </a:lnTo>
                  <a:lnTo>
                    <a:pt x="547" y="57"/>
                  </a:lnTo>
                  <a:lnTo>
                    <a:pt x="537" y="55"/>
                  </a:lnTo>
                  <a:lnTo>
                    <a:pt x="523" y="52"/>
                  </a:lnTo>
                  <a:lnTo>
                    <a:pt x="523" y="52"/>
                  </a:lnTo>
                  <a:lnTo>
                    <a:pt x="504" y="52"/>
                  </a:lnTo>
                  <a:lnTo>
                    <a:pt x="504" y="52"/>
                  </a:lnTo>
                  <a:lnTo>
                    <a:pt x="491" y="52"/>
                  </a:lnTo>
                  <a:lnTo>
                    <a:pt x="478" y="53"/>
                  </a:lnTo>
                  <a:lnTo>
                    <a:pt x="465" y="55"/>
                  </a:lnTo>
                  <a:lnTo>
                    <a:pt x="452" y="57"/>
                  </a:lnTo>
                  <a:lnTo>
                    <a:pt x="425" y="65"/>
                  </a:lnTo>
                  <a:lnTo>
                    <a:pt x="401" y="77"/>
                  </a:lnTo>
                  <a:lnTo>
                    <a:pt x="401" y="77"/>
                  </a:lnTo>
                  <a:lnTo>
                    <a:pt x="391" y="82"/>
                  </a:lnTo>
                  <a:lnTo>
                    <a:pt x="382" y="89"/>
                  </a:lnTo>
                  <a:lnTo>
                    <a:pt x="373" y="95"/>
                  </a:lnTo>
                  <a:lnTo>
                    <a:pt x="365" y="103"/>
                  </a:lnTo>
                  <a:lnTo>
                    <a:pt x="351" y="120"/>
                  </a:lnTo>
                  <a:lnTo>
                    <a:pt x="336" y="137"/>
                  </a:lnTo>
                  <a:lnTo>
                    <a:pt x="336" y="137"/>
                  </a:lnTo>
                  <a:lnTo>
                    <a:pt x="321" y="157"/>
                  </a:lnTo>
                  <a:lnTo>
                    <a:pt x="321" y="157"/>
                  </a:lnTo>
                  <a:lnTo>
                    <a:pt x="274" y="212"/>
                  </a:lnTo>
                  <a:lnTo>
                    <a:pt x="225" y="265"/>
                  </a:lnTo>
                  <a:lnTo>
                    <a:pt x="225" y="265"/>
                  </a:lnTo>
                  <a:lnTo>
                    <a:pt x="168" y="328"/>
                  </a:lnTo>
                  <a:lnTo>
                    <a:pt x="168" y="328"/>
                  </a:lnTo>
                  <a:lnTo>
                    <a:pt x="147" y="353"/>
                  </a:lnTo>
                  <a:lnTo>
                    <a:pt x="127" y="380"/>
                  </a:lnTo>
                  <a:lnTo>
                    <a:pt x="109" y="408"/>
                  </a:lnTo>
                  <a:lnTo>
                    <a:pt x="91" y="435"/>
                  </a:lnTo>
                  <a:lnTo>
                    <a:pt x="91" y="435"/>
                  </a:lnTo>
                  <a:lnTo>
                    <a:pt x="70" y="468"/>
                  </a:lnTo>
                  <a:lnTo>
                    <a:pt x="47" y="501"/>
                  </a:lnTo>
                  <a:lnTo>
                    <a:pt x="47" y="501"/>
                  </a:lnTo>
                  <a:lnTo>
                    <a:pt x="43" y="505"/>
                  </a:lnTo>
                  <a:lnTo>
                    <a:pt x="38" y="509"/>
                  </a:lnTo>
                  <a:lnTo>
                    <a:pt x="33" y="511"/>
                  </a:lnTo>
                  <a:lnTo>
                    <a:pt x="26" y="511"/>
                  </a:lnTo>
                  <a:lnTo>
                    <a:pt x="26" y="511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44" name="Freeform 556"/>
            <p:cNvSpPr/>
            <p:nvPr>
              <p:custDataLst>
                <p:tags r:id="rId39"/>
              </p:custDataLst>
            </p:nvPr>
          </p:nvSpPr>
          <p:spPr bwMode="auto">
            <a:xfrm>
              <a:off x="2084388" y="2492375"/>
              <a:ext cx="250825" cy="215900"/>
            </a:xfrm>
            <a:custGeom>
              <a:avLst/>
              <a:gdLst/>
              <a:ahLst/>
              <a:cxnLst>
                <a:cxn ang="0">
                  <a:pos x="440" y="545"/>
                </a:cxn>
                <a:cxn ang="0">
                  <a:pos x="384" y="528"/>
                </a:cxn>
                <a:cxn ang="0">
                  <a:pos x="334" y="492"/>
                </a:cxn>
                <a:cxn ang="0">
                  <a:pos x="303" y="456"/>
                </a:cxn>
                <a:cxn ang="0">
                  <a:pos x="259" y="396"/>
                </a:cxn>
                <a:cxn ang="0">
                  <a:pos x="220" y="341"/>
                </a:cxn>
                <a:cxn ang="0">
                  <a:pos x="190" y="301"/>
                </a:cxn>
                <a:cxn ang="0">
                  <a:pos x="168" y="277"/>
                </a:cxn>
                <a:cxn ang="0">
                  <a:pos x="155" y="259"/>
                </a:cxn>
                <a:cxn ang="0">
                  <a:pos x="143" y="237"/>
                </a:cxn>
                <a:cxn ang="0">
                  <a:pos x="113" y="197"/>
                </a:cxn>
                <a:cxn ang="0">
                  <a:pos x="68" y="141"/>
                </a:cxn>
                <a:cxn ang="0">
                  <a:pos x="51" y="122"/>
                </a:cxn>
                <a:cxn ang="0">
                  <a:pos x="33" y="99"/>
                </a:cxn>
                <a:cxn ang="0">
                  <a:pos x="12" y="65"/>
                </a:cxn>
                <a:cxn ang="0">
                  <a:pos x="0" y="25"/>
                </a:cxn>
                <a:cxn ang="0">
                  <a:pos x="2" y="14"/>
                </a:cxn>
                <a:cxn ang="0">
                  <a:pos x="7" y="6"/>
                </a:cxn>
                <a:cxn ang="0">
                  <a:pos x="20" y="0"/>
                </a:cxn>
                <a:cxn ang="0">
                  <a:pos x="33" y="1"/>
                </a:cxn>
                <a:cxn ang="0">
                  <a:pos x="45" y="9"/>
                </a:cxn>
                <a:cxn ang="0">
                  <a:pos x="51" y="23"/>
                </a:cxn>
                <a:cxn ang="0">
                  <a:pos x="57" y="46"/>
                </a:cxn>
                <a:cxn ang="0">
                  <a:pos x="85" y="86"/>
                </a:cxn>
                <a:cxn ang="0">
                  <a:pos x="114" y="118"/>
                </a:cxn>
                <a:cxn ang="0">
                  <a:pos x="146" y="158"/>
                </a:cxn>
                <a:cxn ang="0">
                  <a:pos x="170" y="191"/>
                </a:cxn>
                <a:cxn ang="0">
                  <a:pos x="186" y="209"/>
                </a:cxn>
                <a:cxn ang="0">
                  <a:pos x="206" y="237"/>
                </a:cxn>
                <a:cxn ang="0">
                  <a:pos x="231" y="271"/>
                </a:cxn>
                <a:cxn ang="0">
                  <a:pos x="257" y="301"/>
                </a:cxn>
                <a:cxn ang="0">
                  <a:pos x="293" y="357"/>
                </a:cxn>
                <a:cxn ang="0">
                  <a:pos x="316" y="388"/>
                </a:cxn>
                <a:cxn ang="0">
                  <a:pos x="331" y="417"/>
                </a:cxn>
                <a:cxn ang="0">
                  <a:pos x="344" y="431"/>
                </a:cxn>
                <a:cxn ang="0">
                  <a:pos x="372" y="460"/>
                </a:cxn>
                <a:cxn ang="0">
                  <a:pos x="390" y="476"/>
                </a:cxn>
                <a:cxn ang="0">
                  <a:pos x="420" y="492"/>
                </a:cxn>
                <a:cxn ang="0">
                  <a:pos x="456" y="497"/>
                </a:cxn>
                <a:cxn ang="0">
                  <a:pos x="487" y="493"/>
                </a:cxn>
                <a:cxn ang="0">
                  <a:pos x="516" y="480"/>
                </a:cxn>
                <a:cxn ang="0">
                  <a:pos x="537" y="467"/>
                </a:cxn>
                <a:cxn ang="0">
                  <a:pos x="565" y="438"/>
                </a:cxn>
                <a:cxn ang="0">
                  <a:pos x="571" y="424"/>
                </a:cxn>
                <a:cxn ang="0">
                  <a:pos x="577" y="396"/>
                </a:cxn>
                <a:cxn ang="0">
                  <a:pos x="581" y="371"/>
                </a:cxn>
                <a:cxn ang="0">
                  <a:pos x="581" y="290"/>
                </a:cxn>
                <a:cxn ang="0">
                  <a:pos x="580" y="250"/>
                </a:cxn>
                <a:cxn ang="0">
                  <a:pos x="584" y="237"/>
                </a:cxn>
                <a:cxn ang="0">
                  <a:pos x="590" y="229"/>
                </a:cxn>
                <a:cxn ang="0">
                  <a:pos x="605" y="225"/>
                </a:cxn>
                <a:cxn ang="0">
                  <a:pos x="614" y="226"/>
                </a:cxn>
                <a:cxn ang="0">
                  <a:pos x="626" y="235"/>
                </a:cxn>
                <a:cxn ang="0">
                  <a:pos x="631" y="250"/>
                </a:cxn>
                <a:cxn ang="0">
                  <a:pos x="631" y="285"/>
                </a:cxn>
                <a:cxn ang="0">
                  <a:pos x="631" y="378"/>
                </a:cxn>
                <a:cxn ang="0">
                  <a:pos x="623" y="424"/>
                </a:cxn>
                <a:cxn ang="0">
                  <a:pos x="607" y="464"/>
                </a:cxn>
                <a:cxn ang="0">
                  <a:pos x="579" y="499"/>
                </a:cxn>
                <a:cxn ang="0">
                  <a:pos x="554" y="518"/>
                </a:cxn>
                <a:cxn ang="0">
                  <a:pos x="514" y="536"/>
                </a:cxn>
                <a:cxn ang="0">
                  <a:pos x="473" y="545"/>
                </a:cxn>
              </a:cxnLst>
              <a:rect l="0" t="0" r="r" b="b"/>
              <a:pathLst>
                <a:path w="632" h="545">
                  <a:moveTo>
                    <a:pt x="459" y="545"/>
                  </a:moveTo>
                  <a:lnTo>
                    <a:pt x="459" y="545"/>
                  </a:lnTo>
                  <a:lnTo>
                    <a:pt x="440" y="545"/>
                  </a:lnTo>
                  <a:lnTo>
                    <a:pt x="420" y="541"/>
                  </a:lnTo>
                  <a:lnTo>
                    <a:pt x="402" y="536"/>
                  </a:lnTo>
                  <a:lnTo>
                    <a:pt x="384" y="528"/>
                  </a:lnTo>
                  <a:lnTo>
                    <a:pt x="365" y="518"/>
                  </a:lnTo>
                  <a:lnTo>
                    <a:pt x="350" y="506"/>
                  </a:lnTo>
                  <a:lnTo>
                    <a:pt x="334" y="492"/>
                  </a:lnTo>
                  <a:lnTo>
                    <a:pt x="318" y="476"/>
                  </a:lnTo>
                  <a:lnTo>
                    <a:pt x="318" y="476"/>
                  </a:lnTo>
                  <a:lnTo>
                    <a:pt x="303" y="456"/>
                  </a:lnTo>
                  <a:lnTo>
                    <a:pt x="288" y="435"/>
                  </a:lnTo>
                  <a:lnTo>
                    <a:pt x="259" y="396"/>
                  </a:lnTo>
                  <a:lnTo>
                    <a:pt x="259" y="396"/>
                  </a:lnTo>
                  <a:lnTo>
                    <a:pt x="234" y="362"/>
                  </a:lnTo>
                  <a:lnTo>
                    <a:pt x="234" y="362"/>
                  </a:lnTo>
                  <a:lnTo>
                    <a:pt x="220" y="341"/>
                  </a:lnTo>
                  <a:lnTo>
                    <a:pt x="220" y="341"/>
                  </a:lnTo>
                  <a:lnTo>
                    <a:pt x="200" y="314"/>
                  </a:lnTo>
                  <a:lnTo>
                    <a:pt x="190" y="301"/>
                  </a:lnTo>
                  <a:lnTo>
                    <a:pt x="180" y="289"/>
                  </a:lnTo>
                  <a:lnTo>
                    <a:pt x="180" y="289"/>
                  </a:lnTo>
                  <a:lnTo>
                    <a:pt x="168" y="277"/>
                  </a:lnTo>
                  <a:lnTo>
                    <a:pt x="160" y="267"/>
                  </a:lnTo>
                  <a:lnTo>
                    <a:pt x="160" y="267"/>
                  </a:lnTo>
                  <a:lnTo>
                    <a:pt x="155" y="259"/>
                  </a:lnTo>
                  <a:lnTo>
                    <a:pt x="149" y="248"/>
                  </a:lnTo>
                  <a:lnTo>
                    <a:pt x="149" y="248"/>
                  </a:lnTo>
                  <a:lnTo>
                    <a:pt x="143" y="237"/>
                  </a:lnTo>
                  <a:lnTo>
                    <a:pt x="143" y="237"/>
                  </a:lnTo>
                  <a:lnTo>
                    <a:pt x="127" y="218"/>
                  </a:lnTo>
                  <a:lnTo>
                    <a:pt x="113" y="197"/>
                  </a:lnTo>
                  <a:lnTo>
                    <a:pt x="113" y="197"/>
                  </a:lnTo>
                  <a:lnTo>
                    <a:pt x="91" y="169"/>
                  </a:lnTo>
                  <a:lnTo>
                    <a:pt x="68" y="141"/>
                  </a:lnTo>
                  <a:lnTo>
                    <a:pt x="63" y="135"/>
                  </a:lnTo>
                  <a:lnTo>
                    <a:pt x="63" y="135"/>
                  </a:lnTo>
                  <a:lnTo>
                    <a:pt x="51" y="122"/>
                  </a:lnTo>
                  <a:lnTo>
                    <a:pt x="50" y="120"/>
                  </a:lnTo>
                  <a:lnTo>
                    <a:pt x="50" y="120"/>
                  </a:lnTo>
                  <a:lnTo>
                    <a:pt x="33" y="99"/>
                  </a:lnTo>
                  <a:lnTo>
                    <a:pt x="25" y="89"/>
                  </a:lnTo>
                  <a:lnTo>
                    <a:pt x="19" y="77"/>
                  </a:lnTo>
                  <a:lnTo>
                    <a:pt x="12" y="65"/>
                  </a:lnTo>
                  <a:lnTo>
                    <a:pt x="7" y="54"/>
                  </a:lnTo>
                  <a:lnTo>
                    <a:pt x="3" y="39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2" y="20"/>
                  </a:lnTo>
                  <a:lnTo>
                    <a:pt x="2" y="14"/>
                  </a:lnTo>
                  <a:lnTo>
                    <a:pt x="4" y="10"/>
                  </a:lnTo>
                  <a:lnTo>
                    <a:pt x="7" y="6"/>
                  </a:lnTo>
                  <a:lnTo>
                    <a:pt x="7" y="6"/>
                  </a:lnTo>
                  <a:lnTo>
                    <a:pt x="11" y="4"/>
                  </a:lnTo>
                  <a:lnTo>
                    <a:pt x="15" y="1"/>
                  </a:lnTo>
                  <a:lnTo>
                    <a:pt x="20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33" y="1"/>
                  </a:lnTo>
                  <a:lnTo>
                    <a:pt x="38" y="3"/>
                  </a:lnTo>
                  <a:lnTo>
                    <a:pt x="42" y="5"/>
                  </a:lnTo>
                  <a:lnTo>
                    <a:pt x="45" y="9"/>
                  </a:lnTo>
                  <a:lnTo>
                    <a:pt x="47" y="13"/>
                  </a:lnTo>
                  <a:lnTo>
                    <a:pt x="50" y="18"/>
                  </a:lnTo>
                  <a:lnTo>
                    <a:pt x="51" y="23"/>
                  </a:lnTo>
                  <a:lnTo>
                    <a:pt x="51" y="23"/>
                  </a:lnTo>
                  <a:lnTo>
                    <a:pt x="53" y="34"/>
                  </a:lnTo>
                  <a:lnTo>
                    <a:pt x="57" y="46"/>
                  </a:lnTo>
                  <a:lnTo>
                    <a:pt x="62" y="56"/>
                  </a:lnTo>
                  <a:lnTo>
                    <a:pt x="68" y="67"/>
                  </a:lnTo>
                  <a:lnTo>
                    <a:pt x="85" y="86"/>
                  </a:lnTo>
                  <a:lnTo>
                    <a:pt x="102" y="105"/>
                  </a:lnTo>
                  <a:lnTo>
                    <a:pt x="102" y="105"/>
                  </a:lnTo>
                  <a:lnTo>
                    <a:pt x="114" y="118"/>
                  </a:lnTo>
                  <a:lnTo>
                    <a:pt x="114" y="118"/>
                  </a:lnTo>
                  <a:lnTo>
                    <a:pt x="131" y="137"/>
                  </a:lnTo>
                  <a:lnTo>
                    <a:pt x="146" y="158"/>
                  </a:lnTo>
                  <a:lnTo>
                    <a:pt x="146" y="158"/>
                  </a:lnTo>
                  <a:lnTo>
                    <a:pt x="161" y="180"/>
                  </a:lnTo>
                  <a:lnTo>
                    <a:pt x="170" y="191"/>
                  </a:lnTo>
                  <a:lnTo>
                    <a:pt x="180" y="201"/>
                  </a:lnTo>
                  <a:lnTo>
                    <a:pt x="180" y="201"/>
                  </a:lnTo>
                  <a:lnTo>
                    <a:pt x="186" y="209"/>
                  </a:lnTo>
                  <a:lnTo>
                    <a:pt x="193" y="218"/>
                  </a:lnTo>
                  <a:lnTo>
                    <a:pt x="206" y="237"/>
                  </a:lnTo>
                  <a:lnTo>
                    <a:pt x="206" y="237"/>
                  </a:lnTo>
                  <a:lnTo>
                    <a:pt x="217" y="254"/>
                  </a:lnTo>
                  <a:lnTo>
                    <a:pt x="224" y="263"/>
                  </a:lnTo>
                  <a:lnTo>
                    <a:pt x="231" y="271"/>
                  </a:lnTo>
                  <a:lnTo>
                    <a:pt x="231" y="271"/>
                  </a:lnTo>
                  <a:lnTo>
                    <a:pt x="245" y="285"/>
                  </a:lnTo>
                  <a:lnTo>
                    <a:pt x="257" y="301"/>
                  </a:lnTo>
                  <a:lnTo>
                    <a:pt x="280" y="335"/>
                  </a:lnTo>
                  <a:lnTo>
                    <a:pt x="280" y="335"/>
                  </a:lnTo>
                  <a:lnTo>
                    <a:pt x="293" y="357"/>
                  </a:lnTo>
                  <a:lnTo>
                    <a:pt x="309" y="378"/>
                  </a:lnTo>
                  <a:lnTo>
                    <a:pt x="309" y="378"/>
                  </a:lnTo>
                  <a:lnTo>
                    <a:pt x="316" y="388"/>
                  </a:lnTo>
                  <a:lnTo>
                    <a:pt x="323" y="401"/>
                  </a:lnTo>
                  <a:lnTo>
                    <a:pt x="323" y="401"/>
                  </a:lnTo>
                  <a:lnTo>
                    <a:pt x="331" y="417"/>
                  </a:lnTo>
                  <a:lnTo>
                    <a:pt x="331" y="417"/>
                  </a:lnTo>
                  <a:lnTo>
                    <a:pt x="338" y="424"/>
                  </a:lnTo>
                  <a:lnTo>
                    <a:pt x="344" y="431"/>
                  </a:lnTo>
                  <a:lnTo>
                    <a:pt x="359" y="446"/>
                  </a:lnTo>
                  <a:lnTo>
                    <a:pt x="359" y="446"/>
                  </a:lnTo>
                  <a:lnTo>
                    <a:pt x="372" y="460"/>
                  </a:lnTo>
                  <a:lnTo>
                    <a:pt x="372" y="460"/>
                  </a:lnTo>
                  <a:lnTo>
                    <a:pt x="381" y="469"/>
                  </a:lnTo>
                  <a:lnTo>
                    <a:pt x="390" y="476"/>
                  </a:lnTo>
                  <a:lnTo>
                    <a:pt x="399" y="482"/>
                  </a:lnTo>
                  <a:lnTo>
                    <a:pt x="410" y="488"/>
                  </a:lnTo>
                  <a:lnTo>
                    <a:pt x="420" y="492"/>
                  </a:lnTo>
                  <a:lnTo>
                    <a:pt x="432" y="494"/>
                  </a:lnTo>
                  <a:lnTo>
                    <a:pt x="444" y="497"/>
                  </a:lnTo>
                  <a:lnTo>
                    <a:pt x="456" y="497"/>
                  </a:lnTo>
                  <a:lnTo>
                    <a:pt x="456" y="497"/>
                  </a:lnTo>
                  <a:lnTo>
                    <a:pt x="471" y="496"/>
                  </a:lnTo>
                  <a:lnTo>
                    <a:pt x="487" y="493"/>
                  </a:lnTo>
                  <a:lnTo>
                    <a:pt x="501" y="486"/>
                  </a:lnTo>
                  <a:lnTo>
                    <a:pt x="516" y="480"/>
                  </a:lnTo>
                  <a:lnTo>
                    <a:pt x="516" y="480"/>
                  </a:lnTo>
                  <a:lnTo>
                    <a:pt x="526" y="473"/>
                  </a:lnTo>
                  <a:lnTo>
                    <a:pt x="526" y="473"/>
                  </a:lnTo>
                  <a:lnTo>
                    <a:pt x="537" y="467"/>
                  </a:lnTo>
                  <a:lnTo>
                    <a:pt x="547" y="459"/>
                  </a:lnTo>
                  <a:lnTo>
                    <a:pt x="556" y="450"/>
                  </a:lnTo>
                  <a:lnTo>
                    <a:pt x="565" y="438"/>
                  </a:lnTo>
                  <a:lnTo>
                    <a:pt x="565" y="438"/>
                  </a:lnTo>
                  <a:lnTo>
                    <a:pt x="568" y="433"/>
                  </a:lnTo>
                  <a:lnTo>
                    <a:pt x="571" y="424"/>
                  </a:lnTo>
                  <a:lnTo>
                    <a:pt x="575" y="407"/>
                  </a:lnTo>
                  <a:lnTo>
                    <a:pt x="575" y="407"/>
                  </a:lnTo>
                  <a:lnTo>
                    <a:pt x="577" y="396"/>
                  </a:lnTo>
                  <a:lnTo>
                    <a:pt x="577" y="396"/>
                  </a:lnTo>
                  <a:lnTo>
                    <a:pt x="580" y="384"/>
                  </a:lnTo>
                  <a:lnTo>
                    <a:pt x="581" y="371"/>
                  </a:lnTo>
                  <a:lnTo>
                    <a:pt x="584" y="344"/>
                  </a:lnTo>
                  <a:lnTo>
                    <a:pt x="582" y="318"/>
                  </a:lnTo>
                  <a:lnTo>
                    <a:pt x="581" y="290"/>
                  </a:lnTo>
                  <a:lnTo>
                    <a:pt x="581" y="290"/>
                  </a:lnTo>
                  <a:lnTo>
                    <a:pt x="580" y="250"/>
                  </a:lnTo>
                  <a:lnTo>
                    <a:pt x="580" y="250"/>
                  </a:lnTo>
                  <a:lnTo>
                    <a:pt x="581" y="244"/>
                  </a:lnTo>
                  <a:lnTo>
                    <a:pt x="582" y="241"/>
                  </a:lnTo>
                  <a:lnTo>
                    <a:pt x="584" y="237"/>
                  </a:lnTo>
                  <a:lnTo>
                    <a:pt x="588" y="233"/>
                  </a:lnTo>
                  <a:lnTo>
                    <a:pt x="588" y="233"/>
                  </a:lnTo>
                  <a:lnTo>
                    <a:pt x="590" y="229"/>
                  </a:lnTo>
                  <a:lnTo>
                    <a:pt x="596" y="227"/>
                  </a:lnTo>
                  <a:lnTo>
                    <a:pt x="601" y="226"/>
                  </a:lnTo>
                  <a:lnTo>
                    <a:pt x="605" y="225"/>
                  </a:lnTo>
                  <a:lnTo>
                    <a:pt x="605" y="225"/>
                  </a:lnTo>
                  <a:lnTo>
                    <a:pt x="610" y="225"/>
                  </a:lnTo>
                  <a:lnTo>
                    <a:pt x="614" y="226"/>
                  </a:lnTo>
                  <a:lnTo>
                    <a:pt x="619" y="229"/>
                  </a:lnTo>
                  <a:lnTo>
                    <a:pt x="623" y="231"/>
                  </a:lnTo>
                  <a:lnTo>
                    <a:pt x="626" y="235"/>
                  </a:lnTo>
                  <a:lnTo>
                    <a:pt x="628" y="239"/>
                  </a:lnTo>
                  <a:lnTo>
                    <a:pt x="630" y="244"/>
                  </a:lnTo>
                  <a:lnTo>
                    <a:pt x="631" y="250"/>
                  </a:lnTo>
                  <a:lnTo>
                    <a:pt x="631" y="250"/>
                  </a:lnTo>
                  <a:lnTo>
                    <a:pt x="631" y="285"/>
                  </a:lnTo>
                  <a:lnTo>
                    <a:pt x="631" y="285"/>
                  </a:lnTo>
                  <a:lnTo>
                    <a:pt x="632" y="315"/>
                  </a:lnTo>
                  <a:lnTo>
                    <a:pt x="632" y="346"/>
                  </a:lnTo>
                  <a:lnTo>
                    <a:pt x="631" y="378"/>
                  </a:lnTo>
                  <a:lnTo>
                    <a:pt x="628" y="392"/>
                  </a:lnTo>
                  <a:lnTo>
                    <a:pt x="626" y="408"/>
                  </a:lnTo>
                  <a:lnTo>
                    <a:pt x="623" y="424"/>
                  </a:lnTo>
                  <a:lnTo>
                    <a:pt x="619" y="438"/>
                  </a:lnTo>
                  <a:lnTo>
                    <a:pt x="614" y="451"/>
                  </a:lnTo>
                  <a:lnTo>
                    <a:pt x="607" y="464"/>
                  </a:lnTo>
                  <a:lnTo>
                    <a:pt x="599" y="477"/>
                  </a:lnTo>
                  <a:lnTo>
                    <a:pt x="590" y="489"/>
                  </a:lnTo>
                  <a:lnTo>
                    <a:pt x="579" y="499"/>
                  </a:lnTo>
                  <a:lnTo>
                    <a:pt x="567" y="510"/>
                  </a:lnTo>
                  <a:lnTo>
                    <a:pt x="567" y="510"/>
                  </a:lnTo>
                  <a:lnTo>
                    <a:pt x="554" y="518"/>
                  </a:lnTo>
                  <a:lnTo>
                    <a:pt x="541" y="526"/>
                  </a:lnTo>
                  <a:lnTo>
                    <a:pt x="527" y="532"/>
                  </a:lnTo>
                  <a:lnTo>
                    <a:pt x="514" y="536"/>
                  </a:lnTo>
                  <a:lnTo>
                    <a:pt x="500" y="540"/>
                  </a:lnTo>
                  <a:lnTo>
                    <a:pt x="487" y="544"/>
                  </a:lnTo>
                  <a:lnTo>
                    <a:pt x="473" y="545"/>
                  </a:lnTo>
                  <a:lnTo>
                    <a:pt x="459" y="545"/>
                  </a:lnTo>
                  <a:lnTo>
                    <a:pt x="459" y="545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45" name="Freeform 557"/>
            <p:cNvSpPr/>
            <p:nvPr>
              <p:custDataLst>
                <p:tags r:id="rId40"/>
              </p:custDataLst>
            </p:nvPr>
          </p:nvSpPr>
          <p:spPr bwMode="auto">
            <a:xfrm>
              <a:off x="2146301" y="2049463"/>
              <a:ext cx="377825" cy="212725"/>
            </a:xfrm>
            <a:custGeom>
              <a:avLst/>
              <a:gdLst/>
              <a:ahLst/>
              <a:cxnLst>
                <a:cxn ang="0">
                  <a:pos x="240" y="532"/>
                </a:cxn>
                <a:cxn ang="0">
                  <a:pos x="311" y="529"/>
                </a:cxn>
                <a:cxn ang="0">
                  <a:pos x="854" y="529"/>
                </a:cxn>
                <a:cxn ang="0">
                  <a:pos x="928" y="529"/>
                </a:cxn>
                <a:cxn ang="0">
                  <a:pos x="943" y="525"/>
                </a:cxn>
                <a:cxn ang="0">
                  <a:pos x="951" y="514"/>
                </a:cxn>
                <a:cxn ang="0">
                  <a:pos x="952" y="504"/>
                </a:cxn>
                <a:cxn ang="0">
                  <a:pos x="949" y="491"/>
                </a:cxn>
                <a:cxn ang="0">
                  <a:pos x="939" y="482"/>
                </a:cxn>
                <a:cxn ang="0">
                  <a:pos x="285" y="480"/>
                </a:cxn>
                <a:cxn ang="0">
                  <a:pos x="242" y="481"/>
                </a:cxn>
                <a:cxn ang="0">
                  <a:pos x="183" y="482"/>
                </a:cxn>
                <a:cxn ang="0">
                  <a:pos x="140" y="477"/>
                </a:cxn>
                <a:cxn ang="0">
                  <a:pos x="120" y="473"/>
                </a:cxn>
                <a:cxn ang="0">
                  <a:pos x="82" y="463"/>
                </a:cxn>
                <a:cxn ang="0">
                  <a:pos x="65" y="443"/>
                </a:cxn>
                <a:cxn ang="0">
                  <a:pos x="58" y="388"/>
                </a:cxn>
                <a:cxn ang="0">
                  <a:pos x="51" y="320"/>
                </a:cxn>
                <a:cxn ang="0">
                  <a:pos x="51" y="289"/>
                </a:cxn>
                <a:cxn ang="0">
                  <a:pos x="56" y="259"/>
                </a:cxn>
                <a:cxn ang="0">
                  <a:pos x="61" y="231"/>
                </a:cxn>
                <a:cxn ang="0">
                  <a:pos x="64" y="164"/>
                </a:cxn>
                <a:cxn ang="0">
                  <a:pos x="72" y="100"/>
                </a:cxn>
                <a:cxn ang="0">
                  <a:pos x="78" y="79"/>
                </a:cxn>
                <a:cxn ang="0">
                  <a:pos x="92" y="61"/>
                </a:cxn>
                <a:cxn ang="0">
                  <a:pos x="120" y="53"/>
                </a:cxn>
                <a:cxn ang="0">
                  <a:pos x="192" y="51"/>
                </a:cxn>
                <a:cxn ang="0">
                  <a:pos x="552" y="51"/>
                </a:cxn>
                <a:cxn ang="0">
                  <a:pos x="792" y="52"/>
                </a:cxn>
                <a:cxn ang="0">
                  <a:pos x="921" y="52"/>
                </a:cxn>
                <a:cxn ang="0">
                  <a:pos x="934" y="45"/>
                </a:cxn>
                <a:cxn ang="0">
                  <a:pos x="939" y="32"/>
                </a:cxn>
                <a:cxn ang="0">
                  <a:pos x="939" y="23"/>
                </a:cxn>
                <a:cxn ang="0">
                  <a:pos x="934" y="10"/>
                </a:cxn>
                <a:cxn ang="0">
                  <a:pos x="921" y="4"/>
                </a:cxn>
                <a:cxn ang="0">
                  <a:pos x="231" y="2"/>
                </a:cxn>
                <a:cxn ang="0">
                  <a:pos x="170" y="0"/>
                </a:cxn>
                <a:cxn ang="0">
                  <a:pos x="125" y="0"/>
                </a:cxn>
                <a:cxn ang="0">
                  <a:pos x="74" y="13"/>
                </a:cxn>
                <a:cxn ang="0">
                  <a:pos x="60" y="21"/>
                </a:cxn>
                <a:cxn ang="0">
                  <a:pos x="34" y="56"/>
                </a:cxn>
                <a:cxn ang="0">
                  <a:pos x="19" y="111"/>
                </a:cxn>
                <a:cxn ang="0">
                  <a:pos x="14" y="178"/>
                </a:cxn>
                <a:cxn ang="0">
                  <a:pos x="13" y="208"/>
                </a:cxn>
                <a:cxn ang="0">
                  <a:pos x="2" y="270"/>
                </a:cxn>
                <a:cxn ang="0">
                  <a:pos x="0" y="306"/>
                </a:cxn>
                <a:cxn ang="0">
                  <a:pos x="5" y="384"/>
                </a:cxn>
                <a:cxn ang="0">
                  <a:pos x="15" y="446"/>
                </a:cxn>
                <a:cxn ang="0">
                  <a:pos x="35" y="485"/>
                </a:cxn>
                <a:cxn ang="0">
                  <a:pos x="68" y="511"/>
                </a:cxn>
                <a:cxn ang="0">
                  <a:pos x="95" y="523"/>
                </a:cxn>
                <a:cxn ang="0">
                  <a:pos x="158" y="529"/>
                </a:cxn>
                <a:cxn ang="0">
                  <a:pos x="214" y="533"/>
                </a:cxn>
              </a:cxnLst>
              <a:rect l="0" t="0" r="r" b="b"/>
              <a:pathLst>
                <a:path w="952" h="533">
                  <a:moveTo>
                    <a:pt x="214" y="533"/>
                  </a:moveTo>
                  <a:lnTo>
                    <a:pt x="214" y="533"/>
                  </a:lnTo>
                  <a:lnTo>
                    <a:pt x="240" y="532"/>
                  </a:lnTo>
                  <a:lnTo>
                    <a:pt x="240" y="532"/>
                  </a:lnTo>
                  <a:lnTo>
                    <a:pt x="266" y="531"/>
                  </a:lnTo>
                  <a:lnTo>
                    <a:pt x="311" y="529"/>
                  </a:lnTo>
                  <a:lnTo>
                    <a:pt x="455" y="528"/>
                  </a:lnTo>
                  <a:lnTo>
                    <a:pt x="455" y="528"/>
                  </a:lnTo>
                  <a:lnTo>
                    <a:pt x="854" y="529"/>
                  </a:lnTo>
                  <a:lnTo>
                    <a:pt x="854" y="529"/>
                  </a:lnTo>
                  <a:lnTo>
                    <a:pt x="928" y="529"/>
                  </a:lnTo>
                  <a:lnTo>
                    <a:pt x="928" y="529"/>
                  </a:lnTo>
                  <a:lnTo>
                    <a:pt x="934" y="529"/>
                  </a:lnTo>
                  <a:lnTo>
                    <a:pt x="939" y="528"/>
                  </a:lnTo>
                  <a:lnTo>
                    <a:pt x="943" y="525"/>
                  </a:lnTo>
                  <a:lnTo>
                    <a:pt x="947" y="521"/>
                  </a:lnTo>
                  <a:lnTo>
                    <a:pt x="949" y="519"/>
                  </a:lnTo>
                  <a:lnTo>
                    <a:pt x="951" y="514"/>
                  </a:lnTo>
                  <a:lnTo>
                    <a:pt x="952" y="510"/>
                  </a:lnTo>
                  <a:lnTo>
                    <a:pt x="952" y="504"/>
                  </a:lnTo>
                  <a:lnTo>
                    <a:pt x="952" y="504"/>
                  </a:lnTo>
                  <a:lnTo>
                    <a:pt x="952" y="501"/>
                  </a:lnTo>
                  <a:lnTo>
                    <a:pt x="951" y="495"/>
                  </a:lnTo>
                  <a:lnTo>
                    <a:pt x="949" y="491"/>
                  </a:lnTo>
                  <a:lnTo>
                    <a:pt x="947" y="487"/>
                  </a:lnTo>
                  <a:lnTo>
                    <a:pt x="943" y="485"/>
                  </a:lnTo>
                  <a:lnTo>
                    <a:pt x="939" y="482"/>
                  </a:lnTo>
                  <a:lnTo>
                    <a:pt x="934" y="481"/>
                  </a:lnTo>
                  <a:lnTo>
                    <a:pt x="928" y="480"/>
                  </a:lnTo>
                  <a:lnTo>
                    <a:pt x="285" y="480"/>
                  </a:lnTo>
                  <a:lnTo>
                    <a:pt x="285" y="480"/>
                  </a:lnTo>
                  <a:lnTo>
                    <a:pt x="242" y="481"/>
                  </a:lnTo>
                  <a:lnTo>
                    <a:pt x="242" y="481"/>
                  </a:lnTo>
                  <a:lnTo>
                    <a:pt x="200" y="482"/>
                  </a:lnTo>
                  <a:lnTo>
                    <a:pt x="200" y="482"/>
                  </a:lnTo>
                  <a:lnTo>
                    <a:pt x="183" y="482"/>
                  </a:lnTo>
                  <a:lnTo>
                    <a:pt x="167" y="481"/>
                  </a:lnTo>
                  <a:lnTo>
                    <a:pt x="153" y="480"/>
                  </a:lnTo>
                  <a:lnTo>
                    <a:pt x="140" y="477"/>
                  </a:lnTo>
                  <a:lnTo>
                    <a:pt x="140" y="477"/>
                  </a:lnTo>
                  <a:lnTo>
                    <a:pt x="120" y="473"/>
                  </a:lnTo>
                  <a:lnTo>
                    <a:pt x="120" y="473"/>
                  </a:lnTo>
                  <a:lnTo>
                    <a:pt x="99" y="469"/>
                  </a:lnTo>
                  <a:lnTo>
                    <a:pt x="90" y="467"/>
                  </a:lnTo>
                  <a:lnTo>
                    <a:pt x="82" y="463"/>
                  </a:lnTo>
                  <a:lnTo>
                    <a:pt x="74" y="457"/>
                  </a:lnTo>
                  <a:lnTo>
                    <a:pt x="69" y="451"/>
                  </a:lnTo>
                  <a:lnTo>
                    <a:pt x="65" y="443"/>
                  </a:lnTo>
                  <a:lnTo>
                    <a:pt x="64" y="433"/>
                  </a:lnTo>
                  <a:lnTo>
                    <a:pt x="64" y="433"/>
                  </a:lnTo>
                  <a:lnTo>
                    <a:pt x="58" y="388"/>
                  </a:lnTo>
                  <a:lnTo>
                    <a:pt x="58" y="388"/>
                  </a:lnTo>
                  <a:lnTo>
                    <a:pt x="53" y="342"/>
                  </a:lnTo>
                  <a:lnTo>
                    <a:pt x="51" y="320"/>
                  </a:lnTo>
                  <a:lnTo>
                    <a:pt x="51" y="298"/>
                  </a:lnTo>
                  <a:lnTo>
                    <a:pt x="51" y="298"/>
                  </a:lnTo>
                  <a:lnTo>
                    <a:pt x="51" y="289"/>
                  </a:lnTo>
                  <a:lnTo>
                    <a:pt x="52" y="278"/>
                  </a:lnTo>
                  <a:lnTo>
                    <a:pt x="56" y="259"/>
                  </a:lnTo>
                  <a:lnTo>
                    <a:pt x="56" y="259"/>
                  </a:lnTo>
                  <a:lnTo>
                    <a:pt x="58" y="246"/>
                  </a:lnTo>
                  <a:lnTo>
                    <a:pt x="61" y="231"/>
                  </a:lnTo>
                  <a:lnTo>
                    <a:pt x="61" y="231"/>
                  </a:lnTo>
                  <a:lnTo>
                    <a:pt x="64" y="198"/>
                  </a:lnTo>
                  <a:lnTo>
                    <a:pt x="64" y="164"/>
                  </a:lnTo>
                  <a:lnTo>
                    <a:pt x="64" y="164"/>
                  </a:lnTo>
                  <a:lnTo>
                    <a:pt x="65" y="149"/>
                  </a:lnTo>
                  <a:lnTo>
                    <a:pt x="66" y="132"/>
                  </a:lnTo>
                  <a:lnTo>
                    <a:pt x="72" y="100"/>
                  </a:lnTo>
                  <a:lnTo>
                    <a:pt x="72" y="100"/>
                  </a:lnTo>
                  <a:lnTo>
                    <a:pt x="74" y="90"/>
                  </a:lnTo>
                  <a:lnTo>
                    <a:pt x="78" y="79"/>
                  </a:lnTo>
                  <a:lnTo>
                    <a:pt x="82" y="72"/>
                  </a:lnTo>
                  <a:lnTo>
                    <a:pt x="87" y="65"/>
                  </a:lnTo>
                  <a:lnTo>
                    <a:pt x="92" y="61"/>
                  </a:lnTo>
                  <a:lnTo>
                    <a:pt x="100" y="57"/>
                  </a:lnTo>
                  <a:lnTo>
                    <a:pt x="109" y="55"/>
                  </a:lnTo>
                  <a:lnTo>
                    <a:pt x="120" y="53"/>
                  </a:lnTo>
                  <a:lnTo>
                    <a:pt x="120" y="53"/>
                  </a:lnTo>
                  <a:lnTo>
                    <a:pt x="149" y="52"/>
                  </a:lnTo>
                  <a:lnTo>
                    <a:pt x="192" y="51"/>
                  </a:lnTo>
                  <a:lnTo>
                    <a:pt x="315" y="49"/>
                  </a:lnTo>
                  <a:lnTo>
                    <a:pt x="315" y="49"/>
                  </a:lnTo>
                  <a:lnTo>
                    <a:pt x="552" y="51"/>
                  </a:lnTo>
                  <a:lnTo>
                    <a:pt x="783" y="52"/>
                  </a:lnTo>
                  <a:lnTo>
                    <a:pt x="792" y="52"/>
                  </a:lnTo>
                  <a:lnTo>
                    <a:pt x="792" y="52"/>
                  </a:lnTo>
                  <a:lnTo>
                    <a:pt x="915" y="53"/>
                  </a:lnTo>
                  <a:lnTo>
                    <a:pt x="915" y="53"/>
                  </a:lnTo>
                  <a:lnTo>
                    <a:pt x="921" y="52"/>
                  </a:lnTo>
                  <a:lnTo>
                    <a:pt x="926" y="51"/>
                  </a:lnTo>
                  <a:lnTo>
                    <a:pt x="930" y="48"/>
                  </a:lnTo>
                  <a:lnTo>
                    <a:pt x="934" y="45"/>
                  </a:lnTo>
                  <a:lnTo>
                    <a:pt x="936" y="42"/>
                  </a:lnTo>
                  <a:lnTo>
                    <a:pt x="939" y="38"/>
                  </a:lnTo>
                  <a:lnTo>
                    <a:pt x="939" y="32"/>
                  </a:lnTo>
                  <a:lnTo>
                    <a:pt x="940" y="28"/>
                  </a:lnTo>
                  <a:lnTo>
                    <a:pt x="940" y="28"/>
                  </a:lnTo>
                  <a:lnTo>
                    <a:pt x="939" y="23"/>
                  </a:lnTo>
                  <a:lnTo>
                    <a:pt x="939" y="19"/>
                  </a:lnTo>
                  <a:lnTo>
                    <a:pt x="936" y="14"/>
                  </a:lnTo>
                  <a:lnTo>
                    <a:pt x="934" y="10"/>
                  </a:lnTo>
                  <a:lnTo>
                    <a:pt x="930" y="8"/>
                  </a:lnTo>
                  <a:lnTo>
                    <a:pt x="926" y="5"/>
                  </a:lnTo>
                  <a:lnTo>
                    <a:pt x="921" y="4"/>
                  </a:lnTo>
                  <a:lnTo>
                    <a:pt x="915" y="2"/>
                  </a:lnTo>
                  <a:lnTo>
                    <a:pt x="231" y="2"/>
                  </a:lnTo>
                  <a:lnTo>
                    <a:pt x="231" y="2"/>
                  </a:lnTo>
                  <a:lnTo>
                    <a:pt x="193" y="1"/>
                  </a:lnTo>
                  <a:lnTo>
                    <a:pt x="193" y="1"/>
                  </a:lnTo>
                  <a:lnTo>
                    <a:pt x="170" y="0"/>
                  </a:lnTo>
                  <a:lnTo>
                    <a:pt x="146" y="0"/>
                  </a:lnTo>
                  <a:lnTo>
                    <a:pt x="146" y="0"/>
                  </a:lnTo>
                  <a:lnTo>
                    <a:pt x="125" y="0"/>
                  </a:lnTo>
                  <a:lnTo>
                    <a:pt x="106" y="2"/>
                  </a:lnTo>
                  <a:lnTo>
                    <a:pt x="89" y="6"/>
                  </a:lnTo>
                  <a:lnTo>
                    <a:pt x="74" y="13"/>
                  </a:lnTo>
                  <a:lnTo>
                    <a:pt x="74" y="13"/>
                  </a:lnTo>
                  <a:lnTo>
                    <a:pt x="66" y="17"/>
                  </a:lnTo>
                  <a:lnTo>
                    <a:pt x="60" y="21"/>
                  </a:lnTo>
                  <a:lnTo>
                    <a:pt x="49" y="31"/>
                  </a:lnTo>
                  <a:lnTo>
                    <a:pt x="40" y="43"/>
                  </a:lnTo>
                  <a:lnTo>
                    <a:pt x="34" y="56"/>
                  </a:lnTo>
                  <a:lnTo>
                    <a:pt x="28" y="70"/>
                  </a:lnTo>
                  <a:lnTo>
                    <a:pt x="24" y="83"/>
                  </a:lnTo>
                  <a:lnTo>
                    <a:pt x="19" y="111"/>
                  </a:lnTo>
                  <a:lnTo>
                    <a:pt x="19" y="111"/>
                  </a:lnTo>
                  <a:lnTo>
                    <a:pt x="15" y="142"/>
                  </a:lnTo>
                  <a:lnTo>
                    <a:pt x="14" y="178"/>
                  </a:lnTo>
                  <a:lnTo>
                    <a:pt x="14" y="178"/>
                  </a:lnTo>
                  <a:lnTo>
                    <a:pt x="14" y="192"/>
                  </a:lnTo>
                  <a:lnTo>
                    <a:pt x="13" y="208"/>
                  </a:lnTo>
                  <a:lnTo>
                    <a:pt x="7" y="239"/>
                  </a:lnTo>
                  <a:lnTo>
                    <a:pt x="7" y="239"/>
                  </a:lnTo>
                  <a:lnTo>
                    <a:pt x="2" y="270"/>
                  </a:lnTo>
                  <a:lnTo>
                    <a:pt x="2" y="270"/>
                  </a:lnTo>
                  <a:lnTo>
                    <a:pt x="1" y="287"/>
                  </a:lnTo>
                  <a:lnTo>
                    <a:pt x="0" y="306"/>
                  </a:lnTo>
                  <a:lnTo>
                    <a:pt x="0" y="324"/>
                  </a:lnTo>
                  <a:lnTo>
                    <a:pt x="1" y="344"/>
                  </a:lnTo>
                  <a:lnTo>
                    <a:pt x="5" y="384"/>
                  </a:lnTo>
                  <a:lnTo>
                    <a:pt x="11" y="429"/>
                  </a:lnTo>
                  <a:lnTo>
                    <a:pt x="11" y="429"/>
                  </a:lnTo>
                  <a:lnTo>
                    <a:pt x="15" y="446"/>
                  </a:lnTo>
                  <a:lnTo>
                    <a:pt x="21" y="460"/>
                  </a:lnTo>
                  <a:lnTo>
                    <a:pt x="27" y="473"/>
                  </a:lnTo>
                  <a:lnTo>
                    <a:pt x="35" y="485"/>
                  </a:lnTo>
                  <a:lnTo>
                    <a:pt x="44" y="494"/>
                  </a:lnTo>
                  <a:lnTo>
                    <a:pt x="55" y="503"/>
                  </a:lnTo>
                  <a:lnTo>
                    <a:pt x="68" y="511"/>
                  </a:lnTo>
                  <a:lnTo>
                    <a:pt x="83" y="519"/>
                  </a:lnTo>
                  <a:lnTo>
                    <a:pt x="83" y="519"/>
                  </a:lnTo>
                  <a:lnTo>
                    <a:pt x="95" y="523"/>
                  </a:lnTo>
                  <a:lnTo>
                    <a:pt x="109" y="525"/>
                  </a:lnTo>
                  <a:lnTo>
                    <a:pt x="138" y="528"/>
                  </a:lnTo>
                  <a:lnTo>
                    <a:pt x="158" y="529"/>
                  </a:lnTo>
                  <a:lnTo>
                    <a:pt x="158" y="529"/>
                  </a:lnTo>
                  <a:lnTo>
                    <a:pt x="187" y="532"/>
                  </a:lnTo>
                  <a:lnTo>
                    <a:pt x="214" y="533"/>
                  </a:lnTo>
                  <a:lnTo>
                    <a:pt x="214" y="533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46" name="Freeform 558"/>
            <p:cNvSpPr/>
            <p:nvPr>
              <p:custDataLst>
                <p:tags r:id="rId41"/>
              </p:custDataLst>
            </p:nvPr>
          </p:nvSpPr>
          <p:spPr bwMode="auto">
            <a:xfrm>
              <a:off x="2501901" y="1965325"/>
              <a:ext cx="250825" cy="203200"/>
            </a:xfrm>
            <a:custGeom>
              <a:avLst/>
              <a:gdLst/>
              <a:ahLst/>
              <a:cxnLst>
                <a:cxn ang="0">
                  <a:pos x="617" y="510"/>
                </a:cxn>
                <a:cxn ang="0">
                  <a:pos x="633" y="497"/>
                </a:cxn>
                <a:cxn ang="0">
                  <a:pos x="636" y="485"/>
                </a:cxn>
                <a:cxn ang="0">
                  <a:pos x="632" y="473"/>
                </a:cxn>
                <a:cxn ang="0">
                  <a:pos x="586" y="407"/>
                </a:cxn>
                <a:cxn ang="0">
                  <a:pos x="513" y="303"/>
                </a:cxn>
                <a:cxn ang="0">
                  <a:pos x="480" y="267"/>
                </a:cxn>
                <a:cxn ang="0">
                  <a:pos x="412" y="191"/>
                </a:cxn>
                <a:cxn ang="0">
                  <a:pos x="365" y="133"/>
                </a:cxn>
                <a:cxn ang="0">
                  <a:pos x="330" y="90"/>
                </a:cxn>
                <a:cxn ang="0">
                  <a:pos x="292" y="52"/>
                </a:cxn>
                <a:cxn ang="0">
                  <a:pos x="255" y="30"/>
                </a:cxn>
                <a:cxn ang="0">
                  <a:pos x="195" y="8"/>
                </a:cxn>
                <a:cxn ang="0">
                  <a:pos x="132" y="0"/>
                </a:cxn>
                <a:cxn ang="0">
                  <a:pos x="92" y="4"/>
                </a:cxn>
                <a:cxn ang="0">
                  <a:pos x="55" y="14"/>
                </a:cxn>
                <a:cxn ang="0">
                  <a:pos x="26" y="36"/>
                </a:cxn>
                <a:cxn ang="0">
                  <a:pos x="9" y="68"/>
                </a:cxn>
                <a:cxn ang="0">
                  <a:pos x="0" y="118"/>
                </a:cxn>
                <a:cxn ang="0">
                  <a:pos x="3" y="195"/>
                </a:cxn>
                <a:cxn ang="0">
                  <a:pos x="5" y="240"/>
                </a:cxn>
                <a:cxn ang="0">
                  <a:pos x="8" y="251"/>
                </a:cxn>
                <a:cxn ang="0">
                  <a:pos x="17" y="261"/>
                </a:cxn>
                <a:cxn ang="0">
                  <a:pos x="31" y="264"/>
                </a:cxn>
                <a:cxn ang="0">
                  <a:pos x="41" y="263"/>
                </a:cxn>
                <a:cxn ang="0">
                  <a:pos x="51" y="255"/>
                </a:cxn>
                <a:cxn ang="0">
                  <a:pos x="56" y="240"/>
                </a:cxn>
                <a:cxn ang="0">
                  <a:pos x="54" y="196"/>
                </a:cxn>
                <a:cxn ang="0">
                  <a:pos x="50" y="148"/>
                </a:cxn>
                <a:cxn ang="0">
                  <a:pos x="55" y="102"/>
                </a:cxn>
                <a:cxn ang="0">
                  <a:pos x="67" y="76"/>
                </a:cxn>
                <a:cxn ang="0">
                  <a:pos x="89" y="57"/>
                </a:cxn>
                <a:cxn ang="0">
                  <a:pos x="113" y="52"/>
                </a:cxn>
                <a:cxn ang="0">
                  <a:pos x="145" y="52"/>
                </a:cxn>
                <a:cxn ang="0">
                  <a:pos x="186" y="57"/>
                </a:cxn>
                <a:cxn ang="0">
                  <a:pos x="235" y="76"/>
                </a:cxn>
                <a:cxn ang="0">
                  <a:pos x="263" y="95"/>
                </a:cxn>
                <a:cxn ang="0">
                  <a:pos x="300" y="137"/>
                </a:cxn>
                <a:cxn ang="0">
                  <a:pos x="315" y="157"/>
                </a:cxn>
                <a:cxn ang="0">
                  <a:pos x="411" y="264"/>
                </a:cxn>
                <a:cxn ang="0">
                  <a:pos x="489" y="353"/>
                </a:cxn>
                <a:cxn ang="0">
                  <a:pos x="546" y="435"/>
                </a:cxn>
                <a:cxn ang="0">
                  <a:pos x="589" y="501"/>
                </a:cxn>
                <a:cxn ang="0">
                  <a:pos x="598" y="509"/>
                </a:cxn>
                <a:cxn ang="0">
                  <a:pos x="610" y="511"/>
                </a:cxn>
              </a:cxnLst>
              <a:rect l="0" t="0" r="r" b="b"/>
              <a:pathLst>
                <a:path w="636" h="511">
                  <a:moveTo>
                    <a:pt x="610" y="511"/>
                  </a:moveTo>
                  <a:lnTo>
                    <a:pt x="610" y="511"/>
                  </a:lnTo>
                  <a:lnTo>
                    <a:pt x="617" y="510"/>
                  </a:lnTo>
                  <a:lnTo>
                    <a:pt x="624" y="507"/>
                  </a:lnTo>
                  <a:lnTo>
                    <a:pt x="629" y="503"/>
                  </a:lnTo>
                  <a:lnTo>
                    <a:pt x="633" y="497"/>
                  </a:lnTo>
                  <a:lnTo>
                    <a:pt x="633" y="497"/>
                  </a:lnTo>
                  <a:lnTo>
                    <a:pt x="636" y="492"/>
                  </a:lnTo>
                  <a:lnTo>
                    <a:pt x="636" y="485"/>
                  </a:lnTo>
                  <a:lnTo>
                    <a:pt x="634" y="480"/>
                  </a:lnTo>
                  <a:lnTo>
                    <a:pt x="632" y="473"/>
                  </a:lnTo>
                  <a:lnTo>
                    <a:pt x="632" y="473"/>
                  </a:lnTo>
                  <a:lnTo>
                    <a:pt x="608" y="439"/>
                  </a:lnTo>
                  <a:lnTo>
                    <a:pt x="586" y="407"/>
                  </a:lnTo>
                  <a:lnTo>
                    <a:pt x="586" y="407"/>
                  </a:lnTo>
                  <a:lnTo>
                    <a:pt x="563" y="373"/>
                  </a:lnTo>
                  <a:lnTo>
                    <a:pt x="539" y="337"/>
                  </a:lnTo>
                  <a:lnTo>
                    <a:pt x="513" y="303"/>
                  </a:lnTo>
                  <a:lnTo>
                    <a:pt x="500" y="288"/>
                  </a:lnTo>
                  <a:lnTo>
                    <a:pt x="485" y="272"/>
                  </a:lnTo>
                  <a:lnTo>
                    <a:pt x="480" y="267"/>
                  </a:lnTo>
                  <a:lnTo>
                    <a:pt x="480" y="267"/>
                  </a:lnTo>
                  <a:lnTo>
                    <a:pt x="434" y="217"/>
                  </a:lnTo>
                  <a:lnTo>
                    <a:pt x="412" y="191"/>
                  </a:lnTo>
                  <a:lnTo>
                    <a:pt x="390" y="165"/>
                  </a:lnTo>
                  <a:lnTo>
                    <a:pt x="390" y="165"/>
                  </a:lnTo>
                  <a:lnTo>
                    <a:pt x="365" y="133"/>
                  </a:lnTo>
                  <a:lnTo>
                    <a:pt x="365" y="133"/>
                  </a:lnTo>
                  <a:lnTo>
                    <a:pt x="348" y="111"/>
                  </a:lnTo>
                  <a:lnTo>
                    <a:pt x="330" y="90"/>
                  </a:lnTo>
                  <a:lnTo>
                    <a:pt x="311" y="69"/>
                  </a:lnTo>
                  <a:lnTo>
                    <a:pt x="301" y="61"/>
                  </a:lnTo>
                  <a:lnTo>
                    <a:pt x="292" y="52"/>
                  </a:lnTo>
                  <a:lnTo>
                    <a:pt x="292" y="52"/>
                  </a:lnTo>
                  <a:lnTo>
                    <a:pt x="273" y="40"/>
                  </a:lnTo>
                  <a:lnTo>
                    <a:pt x="255" y="30"/>
                  </a:lnTo>
                  <a:lnTo>
                    <a:pt x="235" y="21"/>
                  </a:lnTo>
                  <a:lnTo>
                    <a:pt x="216" y="13"/>
                  </a:lnTo>
                  <a:lnTo>
                    <a:pt x="195" y="8"/>
                  </a:lnTo>
                  <a:lnTo>
                    <a:pt x="174" y="2"/>
                  </a:lnTo>
                  <a:lnTo>
                    <a:pt x="153" y="0"/>
                  </a:lnTo>
                  <a:lnTo>
                    <a:pt x="132" y="0"/>
                  </a:lnTo>
                  <a:lnTo>
                    <a:pt x="132" y="0"/>
                  </a:lnTo>
                  <a:lnTo>
                    <a:pt x="111" y="0"/>
                  </a:lnTo>
                  <a:lnTo>
                    <a:pt x="92" y="4"/>
                  </a:lnTo>
                  <a:lnTo>
                    <a:pt x="73" y="8"/>
                  </a:lnTo>
                  <a:lnTo>
                    <a:pt x="55" y="14"/>
                  </a:lnTo>
                  <a:lnTo>
                    <a:pt x="55" y="14"/>
                  </a:lnTo>
                  <a:lnTo>
                    <a:pt x="43" y="21"/>
                  </a:lnTo>
                  <a:lnTo>
                    <a:pt x="34" y="29"/>
                  </a:lnTo>
                  <a:lnTo>
                    <a:pt x="26" y="36"/>
                  </a:lnTo>
                  <a:lnTo>
                    <a:pt x="18" y="46"/>
                  </a:lnTo>
                  <a:lnTo>
                    <a:pt x="13" y="56"/>
                  </a:lnTo>
                  <a:lnTo>
                    <a:pt x="9" y="68"/>
                  </a:lnTo>
                  <a:lnTo>
                    <a:pt x="5" y="80"/>
                  </a:lnTo>
                  <a:lnTo>
                    <a:pt x="3" y="91"/>
                  </a:lnTo>
                  <a:lnTo>
                    <a:pt x="0" y="118"/>
                  </a:lnTo>
                  <a:lnTo>
                    <a:pt x="0" y="144"/>
                  </a:lnTo>
                  <a:lnTo>
                    <a:pt x="1" y="170"/>
                  </a:lnTo>
                  <a:lnTo>
                    <a:pt x="3" y="195"/>
                  </a:lnTo>
                  <a:lnTo>
                    <a:pt x="3" y="195"/>
                  </a:lnTo>
                  <a:lnTo>
                    <a:pt x="5" y="220"/>
                  </a:lnTo>
                  <a:lnTo>
                    <a:pt x="5" y="240"/>
                  </a:lnTo>
                  <a:lnTo>
                    <a:pt x="5" y="240"/>
                  </a:lnTo>
                  <a:lnTo>
                    <a:pt x="7" y="246"/>
                  </a:lnTo>
                  <a:lnTo>
                    <a:pt x="8" y="251"/>
                  </a:lnTo>
                  <a:lnTo>
                    <a:pt x="11" y="255"/>
                  </a:lnTo>
                  <a:lnTo>
                    <a:pt x="13" y="259"/>
                  </a:lnTo>
                  <a:lnTo>
                    <a:pt x="17" y="261"/>
                  </a:lnTo>
                  <a:lnTo>
                    <a:pt x="22" y="263"/>
                  </a:lnTo>
                  <a:lnTo>
                    <a:pt x="26" y="264"/>
                  </a:lnTo>
                  <a:lnTo>
                    <a:pt x="31" y="264"/>
                  </a:lnTo>
                  <a:lnTo>
                    <a:pt x="31" y="264"/>
                  </a:lnTo>
                  <a:lnTo>
                    <a:pt x="35" y="264"/>
                  </a:lnTo>
                  <a:lnTo>
                    <a:pt x="41" y="263"/>
                  </a:lnTo>
                  <a:lnTo>
                    <a:pt x="45" y="261"/>
                  </a:lnTo>
                  <a:lnTo>
                    <a:pt x="48" y="259"/>
                  </a:lnTo>
                  <a:lnTo>
                    <a:pt x="51" y="255"/>
                  </a:lnTo>
                  <a:lnTo>
                    <a:pt x="54" y="251"/>
                  </a:lnTo>
                  <a:lnTo>
                    <a:pt x="55" y="246"/>
                  </a:lnTo>
                  <a:lnTo>
                    <a:pt x="56" y="240"/>
                  </a:lnTo>
                  <a:lnTo>
                    <a:pt x="56" y="240"/>
                  </a:lnTo>
                  <a:lnTo>
                    <a:pt x="55" y="220"/>
                  </a:lnTo>
                  <a:lnTo>
                    <a:pt x="54" y="196"/>
                  </a:lnTo>
                  <a:lnTo>
                    <a:pt x="54" y="196"/>
                  </a:lnTo>
                  <a:lnTo>
                    <a:pt x="51" y="171"/>
                  </a:lnTo>
                  <a:lnTo>
                    <a:pt x="50" y="148"/>
                  </a:lnTo>
                  <a:lnTo>
                    <a:pt x="51" y="124"/>
                  </a:lnTo>
                  <a:lnTo>
                    <a:pt x="52" y="112"/>
                  </a:lnTo>
                  <a:lnTo>
                    <a:pt x="55" y="102"/>
                  </a:lnTo>
                  <a:lnTo>
                    <a:pt x="58" y="93"/>
                  </a:lnTo>
                  <a:lnTo>
                    <a:pt x="62" y="84"/>
                  </a:lnTo>
                  <a:lnTo>
                    <a:pt x="67" y="76"/>
                  </a:lnTo>
                  <a:lnTo>
                    <a:pt x="72" y="68"/>
                  </a:lnTo>
                  <a:lnTo>
                    <a:pt x="80" y="63"/>
                  </a:lnTo>
                  <a:lnTo>
                    <a:pt x="89" y="57"/>
                  </a:lnTo>
                  <a:lnTo>
                    <a:pt x="99" y="53"/>
                  </a:lnTo>
                  <a:lnTo>
                    <a:pt x="113" y="52"/>
                  </a:lnTo>
                  <a:lnTo>
                    <a:pt x="113" y="52"/>
                  </a:lnTo>
                  <a:lnTo>
                    <a:pt x="132" y="51"/>
                  </a:lnTo>
                  <a:lnTo>
                    <a:pt x="132" y="51"/>
                  </a:lnTo>
                  <a:lnTo>
                    <a:pt x="145" y="52"/>
                  </a:lnTo>
                  <a:lnTo>
                    <a:pt x="158" y="53"/>
                  </a:lnTo>
                  <a:lnTo>
                    <a:pt x="173" y="55"/>
                  </a:lnTo>
                  <a:lnTo>
                    <a:pt x="186" y="57"/>
                  </a:lnTo>
                  <a:lnTo>
                    <a:pt x="211" y="65"/>
                  </a:lnTo>
                  <a:lnTo>
                    <a:pt x="235" y="76"/>
                  </a:lnTo>
                  <a:lnTo>
                    <a:pt x="235" y="76"/>
                  </a:lnTo>
                  <a:lnTo>
                    <a:pt x="246" y="81"/>
                  </a:lnTo>
                  <a:lnTo>
                    <a:pt x="255" y="87"/>
                  </a:lnTo>
                  <a:lnTo>
                    <a:pt x="263" y="95"/>
                  </a:lnTo>
                  <a:lnTo>
                    <a:pt x="271" y="103"/>
                  </a:lnTo>
                  <a:lnTo>
                    <a:pt x="285" y="120"/>
                  </a:lnTo>
                  <a:lnTo>
                    <a:pt x="300" y="137"/>
                  </a:lnTo>
                  <a:lnTo>
                    <a:pt x="300" y="137"/>
                  </a:lnTo>
                  <a:lnTo>
                    <a:pt x="315" y="157"/>
                  </a:lnTo>
                  <a:lnTo>
                    <a:pt x="315" y="157"/>
                  </a:lnTo>
                  <a:lnTo>
                    <a:pt x="362" y="212"/>
                  </a:lnTo>
                  <a:lnTo>
                    <a:pt x="411" y="264"/>
                  </a:lnTo>
                  <a:lnTo>
                    <a:pt x="411" y="264"/>
                  </a:lnTo>
                  <a:lnTo>
                    <a:pt x="468" y="328"/>
                  </a:lnTo>
                  <a:lnTo>
                    <a:pt x="468" y="328"/>
                  </a:lnTo>
                  <a:lnTo>
                    <a:pt x="489" y="353"/>
                  </a:lnTo>
                  <a:lnTo>
                    <a:pt x="509" y="380"/>
                  </a:lnTo>
                  <a:lnTo>
                    <a:pt x="527" y="408"/>
                  </a:lnTo>
                  <a:lnTo>
                    <a:pt x="546" y="435"/>
                  </a:lnTo>
                  <a:lnTo>
                    <a:pt x="546" y="435"/>
                  </a:lnTo>
                  <a:lnTo>
                    <a:pt x="566" y="468"/>
                  </a:lnTo>
                  <a:lnTo>
                    <a:pt x="589" y="501"/>
                  </a:lnTo>
                  <a:lnTo>
                    <a:pt x="589" y="501"/>
                  </a:lnTo>
                  <a:lnTo>
                    <a:pt x="593" y="505"/>
                  </a:lnTo>
                  <a:lnTo>
                    <a:pt x="598" y="509"/>
                  </a:lnTo>
                  <a:lnTo>
                    <a:pt x="603" y="510"/>
                  </a:lnTo>
                  <a:lnTo>
                    <a:pt x="610" y="511"/>
                  </a:lnTo>
                  <a:lnTo>
                    <a:pt x="610" y="511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47" name="Freeform 559"/>
            <p:cNvSpPr/>
            <p:nvPr>
              <p:custDataLst>
                <p:tags r:id="rId42"/>
              </p:custDataLst>
            </p:nvPr>
          </p:nvSpPr>
          <p:spPr bwMode="auto">
            <a:xfrm>
              <a:off x="2503488" y="2152650"/>
              <a:ext cx="250825" cy="217488"/>
            </a:xfrm>
            <a:custGeom>
              <a:avLst/>
              <a:gdLst/>
              <a:ahLst/>
              <a:cxnLst>
                <a:cxn ang="0">
                  <a:pos x="192" y="545"/>
                </a:cxn>
                <a:cxn ang="0">
                  <a:pos x="248" y="528"/>
                </a:cxn>
                <a:cxn ang="0">
                  <a:pos x="299" y="493"/>
                </a:cxn>
                <a:cxn ang="0">
                  <a:pos x="330" y="456"/>
                </a:cxn>
                <a:cxn ang="0">
                  <a:pos x="374" y="396"/>
                </a:cxn>
                <a:cxn ang="0">
                  <a:pos x="412" y="342"/>
                </a:cxn>
                <a:cxn ang="0">
                  <a:pos x="442" y="302"/>
                </a:cxn>
                <a:cxn ang="0">
                  <a:pos x="464" y="278"/>
                </a:cxn>
                <a:cxn ang="0">
                  <a:pos x="477" y="260"/>
                </a:cxn>
                <a:cxn ang="0">
                  <a:pos x="489" y="236"/>
                </a:cxn>
                <a:cxn ang="0">
                  <a:pos x="521" y="198"/>
                </a:cxn>
                <a:cxn ang="0">
                  <a:pos x="564" y="142"/>
                </a:cxn>
                <a:cxn ang="0">
                  <a:pos x="581" y="123"/>
                </a:cxn>
                <a:cxn ang="0">
                  <a:pos x="599" y="99"/>
                </a:cxn>
                <a:cxn ang="0">
                  <a:pos x="620" y="66"/>
                </a:cxn>
                <a:cxn ang="0">
                  <a:pos x="632" y="26"/>
                </a:cxn>
                <a:cxn ang="0">
                  <a:pos x="630" y="15"/>
                </a:cxn>
                <a:cxn ang="0">
                  <a:pos x="626" y="7"/>
                </a:cxn>
                <a:cxn ang="0">
                  <a:pos x="613" y="1"/>
                </a:cxn>
                <a:cxn ang="0">
                  <a:pos x="599" y="2"/>
                </a:cxn>
                <a:cxn ang="0">
                  <a:pos x="587" y="10"/>
                </a:cxn>
                <a:cxn ang="0">
                  <a:pos x="582" y="23"/>
                </a:cxn>
                <a:cxn ang="0">
                  <a:pos x="575" y="47"/>
                </a:cxn>
                <a:cxn ang="0">
                  <a:pos x="548" y="86"/>
                </a:cxn>
                <a:cxn ang="0">
                  <a:pos x="518" y="117"/>
                </a:cxn>
                <a:cxn ang="0">
                  <a:pos x="488" y="159"/>
                </a:cxn>
                <a:cxn ang="0">
                  <a:pos x="463" y="192"/>
                </a:cxn>
                <a:cxn ang="0">
                  <a:pos x="446" y="210"/>
                </a:cxn>
                <a:cxn ang="0">
                  <a:pos x="426" y="236"/>
                </a:cxn>
                <a:cxn ang="0">
                  <a:pos x="401" y="270"/>
                </a:cxn>
                <a:cxn ang="0">
                  <a:pos x="375" y="302"/>
                </a:cxn>
                <a:cxn ang="0">
                  <a:pos x="339" y="358"/>
                </a:cxn>
                <a:cxn ang="0">
                  <a:pos x="316" y="389"/>
                </a:cxn>
                <a:cxn ang="0">
                  <a:pos x="301" y="417"/>
                </a:cxn>
                <a:cxn ang="0">
                  <a:pos x="289" y="433"/>
                </a:cxn>
                <a:cxn ang="0">
                  <a:pos x="260" y="461"/>
                </a:cxn>
                <a:cxn ang="0">
                  <a:pos x="243" y="477"/>
                </a:cxn>
                <a:cxn ang="0">
                  <a:pos x="212" y="493"/>
                </a:cxn>
                <a:cxn ang="0">
                  <a:pos x="178" y="498"/>
                </a:cxn>
                <a:cxn ang="0">
                  <a:pos x="146" y="493"/>
                </a:cxn>
                <a:cxn ang="0">
                  <a:pos x="116" y="480"/>
                </a:cxn>
                <a:cxn ang="0">
                  <a:pos x="95" y="467"/>
                </a:cxn>
                <a:cxn ang="0">
                  <a:pos x="67" y="439"/>
                </a:cxn>
                <a:cxn ang="0">
                  <a:pos x="61" y="425"/>
                </a:cxn>
                <a:cxn ang="0">
                  <a:pos x="56" y="397"/>
                </a:cxn>
                <a:cxn ang="0">
                  <a:pos x="51" y="371"/>
                </a:cxn>
                <a:cxn ang="0">
                  <a:pos x="51" y="290"/>
                </a:cxn>
                <a:cxn ang="0">
                  <a:pos x="52" y="251"/>
                </a:cxn>
                <a:cxn ang="0">
                  <a:pos x="48" y="236"/>
                </a:cxn>
                <a:cxn ang="0">
                  <a:pos x="42" y="230"/>
                </a:cxn>
                <a:cxn ang="0">
                  <a:pos x="27" y="226"/>
                </a:cxn>
                <a:cxn ang="0">
                  <a:pos x="18" y="227"/>
                </a:cxn>
                <a:cxn ang="0">
                  <a:pos x="6" y="235"/>
                </a:cxn>
                <a:cxn ang="0">
                  <a:pos x="3" y="251"/>
                </a:cxn>
                <a:cxn ang="0">
                  <a:pos x="1" y="286"/>
                </a:cxn>
                <a:cxn ang="0">
                  <a:pos x="3" y="378"/>
                </a:cxn>
                <a:cxn ang="0">
                  <a:pos x="9" y="423"/>
                </a:cxn>
                <a:cxn ang="0">
                  <a:pos x="26" y="465"/>
                </a:cxn>
                <a:cxn ang="0">
                  <a:pos x="54" y="501"/>
                </a:cxn>
                <a:cxn ang="0">
                  <a:pos x="78" y="519"/>
                </a:cxn>
                <a:cxn ang="0">
                  <a:pos x="118" y="537"/>
                </a:cxn>
                <a:cxn ang="0">
                  <a:pos x="159" y="546"/>
                </a:cxn>
              </a:cxnLst>
              <a:rect l="0" t="0" r="r" b="b"/>
              <a:pathLst>
                <a:path w="632" h="546">
                  <a:moveTo>
                    <a:pt x="173" y="546"/>
                  </a:moveTo>
                  <a:lnTo>
                    <a:pt x="173" y="546"/>
                  </a:lnTo>
                  <a:lnTo>
                    <a:pt x="192" y="545"/>
                  </a:lnTo>
                  <a:lnTo>
                    <a:pt x="212" y="542"/>
                  </a:lnTo>
                  <a:lnTo>
                    <a:pt x="231" y="536"/>
                  </a:lnTo>
                  <a:lnTo>
                    <a:pt x="248" y="528"/>
                  </a:lnTo>
                  <a:lnTo>
                    <a:pt x="267" y="519"/>
                  </a:lnTo>
                  <a:lnTo>
                    <a:pt x="284" y="506"/>
                  </a:lnTo>
                  <a:lnTo>
                    <a:pt x="299" y="493"/>
                  </a:lnTo>
                  <a:lnTo>
                    <a:pt x="314" y="476"/>
                  </a:lnTo>
                  <a:lnTo>
                    <a:pt x="314" y="476"/>
                  </a:lnTo>
                  <a:lnTo>
                    <a:pt x="330" y="456"/>
                  </a:lnTo>
                  <a:lnTo>
                    <a:pt x="344" y="436"/>
                  </a:lnTo>
                  <a:lnTo>
                    <a:pt x="374" y="396"/>
                  </a:lnTo>
                  <a:lnTo>
                    <a:pt x="374" y="396"/>
                  </a:lnTo>
                  <a:lnTo>
                    <a:pt x="398" y="363"/>
                  </a:lnTo>
                  <a:lnTo>
                    <a:pt x="398" y="363"/>
                  </a:lnTo>
                  <a:lnTo>
                    <a:pt x="412" y="342"/>
                  </a:lnTo>
                  <a:lnTo>
                    <a:pt x="412" y="342"/>
                  </a:lnTo>
                  <a:lnTo>
                    <a:pt x="432" y="315"/>
                  </a:lnTo>
                  <a:lnTo>
                    <a:pt x="442" y="302"/>
                  </a:lnTo>
                  <a:lnTo>
                    <a:pt x="454" y="289"/>
                  </a:lnTo>
                  <a:lnTo>
                    <a:pt x="454" y="289"/>
                  </a:lnTo>
                  <a:lnTo>
                    <a:pt x="464" y="278"/>
                  </a:lnTo>
                  <a:lnTo>
                    <a:pt x="472" y="268"/>
                  </a:lnTo>
                  <a:lnTo>
                    <a:pt x="472" y="268"/>
                  </a:lnTo>
                  <a:lnTo>
                    <a:pt x="477" y="260"/>
                  </a:lnTo>
                  <a:lnTo>
                    <a:pt x="483" y="249"/>
                  </a:lnTo>
                  <a:lnTo>
                    <a:pt x="483" y="249"/>
                  </a:lnTo>
                  <a:lnTo>
                    <a:pt x="489" y="236"/>
                  </a:lnTo>
                  <a:lnTo>
                    <a:pt x="489" y="236"/>
                  </a:lnTo>
                  <a:lnTo>
                    <a:pt x="505" y="219"/>
                  </a:lnTo>
                  <a:lnTo>
                    <a:pt x="521" y="198"/>
                  </a:lnTo>
                  <a:lnTo>
                    <a:pt x="521" y="198"/>
                  </a:lnTo>
                  <a:lnTo>
                    <a:pt x="541" y="170"/>
                  </a:lnTo>
                  <a:lnTo>
                    <a:pt x="564" y="142"/>
                  </a:lnTo>
                  <a:lnTo>
                    <a:pt x="569" y="136"/>
                  </a:lnTo>
                  <a:lnTo>
                    <a:pt x="569" y="136"/>
                  </a:lnTo>
                  <a:lnTo>
                    <a:pt x="581" y="123"/>
                  </a:lnTo>
                  <a:lnTo>
                    <a:pt x="582" y="120"/>
                  </a:lnTo>
                  <a:lnTo>
                    <a:pt x="582" y="120"/>
                  </a:lnTo>
                  <a:lnTo>
                    <a:pt x="599" y="99"/>
                  </a:lnTo>
                  <a:lnTo>
                    <a:pt x="607" y="89"/>
                  </a:lnTo>
                  <a:lnTo>
                    <a:pt x="615" y="78"/>
                  </a:lnTo>
                  <a:lnTo>
                    <a:pt x="620" y="66"/>
                  </a:lnTo>
                  <a:lnTo>
                    <a:pt x="625" y="53"/>
                  </a:lnTo>
                  <a:lnTo>
                    <a:pt x="629" y="40"/>
                  </a:lnTo>
                  <a:lnTo>
                    <a:pt x="632" y="26"/>
                  </a:lnTo>
                  <a:lnTo>
                    <a:pt x="632" y="26"/>
                  </a:lnTo>
                  <a:lnTo>
                    <a:pt x="632" y="21"/>
                  </a:lnTo>
                  <a:lnTo>
                    <a:pt x="630" y="15"/>
                  </a:lnTo>
                  <a:lnTo>
                    <a:pt x="629" y="11"/>
                  </a:lnTo>
                  <a:lnTo>
                    <a:pt x="626" y="7"/>
                  </a:lnTo>
                  <a:lnTo>
                    <a:pt x="626" y="7"/>
                  </a:lnTo>
                  <a:lnTo>
                    <a:pt x="623" y="5"/>
                  </a:lnTo>
                  <a:lnTo>
                    <a:pt x="617" y="2"/>
                  </a:lnTo>
                  <a:lnTo>
                    <a:pt x="613" y="1"/>
                  </a:lnTo>
                  <a:lnTo>
                    <a:pt x="608" y="0"/>
                  </a:lnTo>
                  <a:lnTo>
                    <a:pt x="608" y="0"/>
                  </a:lnTo>
                  <a:lnTo>
                    <a:pt x="599" y="2"/>
                  </a:lnTo>
                  <a:lnTo>
                    <a:pt x="595" y="4"/>
                  </a:lnTo>
                  <a:lnTo>
                    <a:pt x="591" y="6"/>
                  </a:lnTo>
                  <a:lnTo>
                    <a:pt x="587" y="10"/>
                  </a:lnTo>
                  <a:lnTo>
                    <a:pt x="585" y="14"/>
                  </a:lnTo>
                  <a:lnTo>
                    <a:pt x="582" y="18"/>
                  </a:lnTo>
                  <a:lnTo>
                    <a:pt x="582" y="23"/>
                  </a:lnTo>
                  <a:lnTo>
                    <a:pt x="582" y="23"/>
                  </a:lnTo>
                  <a:lnTo>
                    <a:pt x="579" y="35"/>
                  </a:lnTo>
                  <a:lnTo>
                    <a:pt x="575" y="47"/>
                  </a:lnTo>
                  <a:lnTo>
                    <a:pt x="570" y="57"/>
                  </a:lnTo>
                  <a:lnTo>
                    <a:pt x="564" y="68"/>
                  </a:lnTo>
                  <a:lnTo>
                    <a:pt x="548" y="86"/>
                  </a:lnTo>
                  <a:lnTo>
                    <a:pt x="531" y="104"/>
                  </a:lnTo>
                  <a:lnTo>
                    <a:pt x="531" y="104"/>
                  </a:lnTo>
                  <a:lnTo>
                    <a:pt x="518" y="117"/>
                  </a:lnTo>
                  <a:lnTo>
                    <a:pt x="518" y="117"/>
                  </a:lnTo>
                  <a:lnTo>
                    <a:pt x="502" y="138"/>
                  </a:lnTo>
                  <a:lnTo>
                    <a:pt x="488" y="159"/>
                  </a:lnTo>
                  <a:lnTo>
                    <a:pt x="488" y="159"/>
                  </a:lnTo>
                  <a:lnTo>
                    <a:pt x="471" y="181"/>
                  </a:lnTo>
                  <a:lnTo>
                    <a:pt x="463" y="192"/>
                  </a:lnTo>
                  <a:lnTo>
                    <a:pt x="454" y="201"/>
                  </a:lnTo>
                  <a:lnTo>
                    <a:pt x="454" y="201"/>
                  </a:lnTo>
                  <a:lnTo>
                    <a:pt x="446" y="210"/>
                  </a:lnTo>
                  <a:lnTo>
                    <a:pt x="439" y="218"/>
                  </a:lnTo>
                  <a:lnTo>
                    <a:pt x="426" y="236"/>
                  </a:lnTo>
                  <a:lnTo>
                    <a:pt x="426" y="236"/>
                  </a:lnTo>
                  <a:lnTo>
                    <a:pt x="415" y="255"/>
                  </a:lnTo>
                  <a:lnTo>
                    <a:pt x="408" y="262"/>
                  </a:lnTo>
                  <a:lnTo>
                    <a:pt x="401" y="270"/>
                  </a:lnTo>
                  <a:lnTo>
                    <a:pt x="401" y="270"/>
                  </a:lnTo>
                  <a:lnTo>
                    <a:pt x="388" y="286"/>
                  </a:lnTo>
                  <a:lnTo>
                    <a:pt x="375" y="302"/>
                  </a:lnTo>
                  <a:lnTo>
                    <a:pt x="353" y="336"/>
                  </a:lnTo>
                  <a:lnTo>
                    <a:pt x="353" y="336"/>
                  </a:lnTo>
                  <a:lnTo>
                    <a:pt x="339" y="358"/>
                  </a:lnTo>
                  <a:lnTo>
                    <a:pt x="324" y="378"/>
                  </a:lnTo>
                  <a:lnTo>
                    <a:pt x="324" y="378"/>
                  </a:lnTo>
                  <a:lnTo>
                    <a:pt x="316" y="389"/>
                  </a:lnTo>
                  <a:lnTo>
                    <a:pt x="310" y="401"/>
                  </a:lnTo>
                  <a:lnTo>
                    <a:pt x="310" y="401"/>
                  </a:lnTo>
                  <a:lnTo>
                    <a:pt x="301" y="417"/>
                  </a:lnTo>
                  <a:lnTo>
                    <a:pt x="301" y="417"/>
                  </a:lnTo>
                  <a:lnTo>
                    <a:pt x="296" y="425"/>
                  </a:lnTo>
                  <a:lnTo>
                    <a:pt x="289" y="433"/>
                  </a:lnTo>
                  <a:lnTo>
                    <a:pt x="275" y="447"/>
                  </a:lnTo>
                  <a:lnTo>
                    <a:pt x="275" y="447"/>
                  </a:lnTo>
                  <a:lnTo>
                    <a:pt x="260" y="461"/>
                  </a:lnTo>
                  <a:lnTo>
                    <a:pt x="260" y="461"/>
                  </a:lnTo>
                  <a:lnTo>
                    <a:pt x="252" y="469"/>
                  </a:lnTo>
                  <a:lnTo>
                    <a:pt x="243" y="477"/>
                  </a:lnTo>
                  <a:lnTo>
                    <a:pt x="233" y="484"/>
                  </a:lnTo>
                  <a:lnTo>
                    <a:pt x="222" y="487"/>
                  </a:lnTo>
                  <a:lnTo>
                    <a:pt x="212" y="493"/>
                  </a:lnTo>
                  <a:lnTo>
                    <a:pt x="200" y="495"/>
                  </a:lnTo>
                  <a:lnTo>
                    <a:pt x="190" y="497"/>
                  </a:lnTo>
                  <a:lnTo>
                    <a:pt x="178" y="498"/>
                  </a:lnTo>
                  <a:lnTo>
                    <a:pt x="178" y="498"/>
                  </a:lnTo>
                  <a:lnTo>
                    <a:pt x="162" y="497"/>
                  </a:lnTo>
                  <a:lnTo>
                    <a:pt x="146" y="493"/>
                  </a:lnTo>
                  <a:lnTo>
                    <a:pt x="131" y="487"/>
                  </a:lnTo>
                  <a:lnTo>
                    <a:pt x="116" y="480"/>
                  </a:lnTo>
                  <a:lnTo>
                    <a:pt x="116" y="480"/>
                  </a:lnTo>
                  <a:lnTo>
                    <a:pt x="107" y="474"/>
                  </a:lnTo>
                  <a:lnTo>
                    <a:pt x="107" y="474"/>
                  </a:lnTo>
                  <a:lnTo>
                    <a:pt x="95" y="467"/>
                  </a:lnTo>
                  <a:lnTo>
                    <a:pt x="85" y="460"/>
                  </a:lnTo>
                  <a:lnTo>
                    <a:pt x="76" y="451"/>
                  </a:lnTo>
                  <a:lnTo>
                    <a:pt x="67" y="439"/>
                  </a:lnTo>
                  <a:lnTo>
                    <a:pt x="67" y="439"/>
                  </a:lnTo>
                  <a:lnTo>
                    <a:pt x="64" y="433"/>
                  </a:lnTo>
                  <a:lnTo>
                    <a:pt x="61" y="425"/>
                  </a:lnTo>
                  <a:lnTo>
                    <a:pt x="57" y="408"/>
                  </a:lnTo>
                  <a:lnTo>
                    <a:pt x="57" y="408"/>
                  </a:lnTo>
                  <a:lnTo>
                    <a:pt x="56" y="397"/>
                  </a:lnTo>
                  <a:lnTo>
                    <a:pt x="56" y="397"/>
                  </a:lnTo>
                  <a:lnTo>
                    <a:pt x="52" y="384"/>
                  </a:lnTo>
                  <a:lnTo>
                    <a:pt x="51" y="371"/>
                  </a:lnTo>
                  <a:lnTo>
                    <a:pt x="50" y="345"/>
                  </a:lnTo>
                  <a:lnTo>
                    <a:pt x="50" y="317"/>
                  </a:lnTo>
                  <a:lnTo>
                    <a:pt x="51" y="290"/>
                  </a:lnTo>
                  <a:lnTo>
                    <a:pt x="51" y="290"/>
                  </a:lnTo>
                  <a:lnTo>
                    <a:pt x="52" y="251"/>
                  </a:lnTo>
                  <a:lnTo>
                    <a:pt x="52" y="251"/>
                  </a:lnTo>
                  <a:lnTo>
                    <a:pt x="52" y="245"/>
                  </a:lnTo>
                  <a:lnTo>
                    <a:pt x="51" y="240"/>
                  </a:lnTo>
                  <a:lnTo>
                    <a:pt x="48" y="236"/>
                  </a:lnTo>
                  <a:lnTo>
                    <a:pt x="46" y="232"/>
                  </a:lnTo>
                  <a:lnTo>
                    <a:pt x="46" y="232"/>
                  </a:lnTo>
                  <a:lnTo>
                    <a:pt x="42" y="230"/>
                  </a:lnTo>
                  <a:lnTo>
                    <a:pt x="38" y="227"/>
                  </a:lnTo>
                  <a:lnTo>
                    <a:pt x="33" y="226"/>
                  </a:lnTo>
                  <a:lnTo>
                    <a:pt x="27" y="226"/>
                  </a:lnTo>
                  <a:lnTo>
                    <a:pt x="27" y="226"/>
                  </a:lnTo>
                  <a:lnTo>
                    <a:pt x="22" y="226"/>
                  </a:lnTo>
                  <a:lnTo>
                    <a:pt x="18" y="227"/>
                  </a:lnTo>
                  <a:lnTo>
                    <a:pt x="14" y="230"/>
                  </a:lnTo>
                  <a:lnTo>
                    <a:pt x="10" y="232"/>
                  </a:lnTo>
                  <a:lnTo>
                    <a:pt x="6" y="235"/>
                  </a:lnTo>
                  <a:lnTo>
                    <a:pt x="4" y="239"/>
                  </a:lnTo>
                  <a:lnTo>
                    <a:pt x="3" y="244"/>
                  </a:lnTo>
                  <a:lnTo>
                    <a:pt x="3" y="251"/>
                  </a:lnTo>
                  <a:lnTo>
                    <a:pt x="3" y="251"/>
                  </a:lnTo>
                  <a:lnTo>
                    <a:pt x="1" y="286"/>
                  </a:lnTo>
                  <a:lnTo>
                    <a:pt x="1" y="286"/>
                  </a:lnTo>
                  <a:lnTo>
                    <a:pt x="0" y="316"/>
                  </a:lnTo>
                  <a:lnTo>
                    <a:pt x="0" y="346"/>
                  </a:lnTo>
                  <a:lnTo>
                    <a:pt x="3" y="378"/>
                  </a:lnTo>
                  <a:lnTo>
                    <a:pt x="4" y="393"/>
                  </a:lnTo>
                  <a:lnTo>
                    <a:pt x="6" y="409"/>
                  </a:lnTo>
                  <a:lnTo>
                    <a:pt x="9" y="423"/>
                  </a:lnTo>
                  <a:lnTo>
                    <a:pt x="14" y="438"/>
                  </a:lnTo>
                  <a:lnTo>
                    <a:pt x="20" y="452"/>
                  </a:lnTo>
                  <a:lnTo>
                    <a:pt x="26" y="465"/>
                  </a:lnTo>
                  <a:lnTo>
                    <a:pt x="34" y="478"/>
                  </a:lnTo>
                  <a:lnTo>
                    <a:pt x="43" y="490"/>
                  </a:lnTo>
                  <a:lnTo>
                    <a:pt x="54" y="501"/>
                  </a:lnTo>
                  <a:lnTo>
                    <a:pt x="65" y="511"/>
                  </a:lnTo>
                  <a:lnTo>
                    <a:pt x="65" y="511"/>
                  </a:lnTo>
                  <a:lnTo>
                    <a:pt x="78" y="519"/>
                  </a:lnTo>
                  <a:lnTo>
                    <a:pt x="91" y="527"/>
                  </a:lnTo>
                  <a:lnTo>
                    <a:pt x="105" y="532"/>
                  </a:lnTo>
                  <a:lnTo>
                    <a:pt x="118" y="537"/>
                  </a:lnTo>
                  <a:lnTo>
                    <a:pt x="132" y="541"/>
                  </a:lnTo>
                  <a:lnTo>
                    <a:pt x="145" y="544"/>
                  </a:lnTo>
                  <a:lnTo>
                    <a:pt x="159" y="546"/>
                  </a:lnTo>
                  <a:lnTo>
                    <a:pt x="173" y="546"/>
                  </a:lnTo>
                  <a:lnTo>
                    <a:pt x="173" y="546"/>
                  </a:lnTo>
                  <a:close/>
                </a:path>
              </a:pathLst>
            </a:custGeom>
            <a:ln>
              <a:solidFill>
                <a:schemeClr val="accent1">
                  <a:alpha val="35000"/>
                </a:schemeClr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</p:grp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998720" cy="902335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91880" cy="48685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4626610" cy="7213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Traversing Binary Trees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quarter" idx="10"/>
            <p:custDataLst>
              <p:tags r:id="rId4"/>
            </p:custDataLst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23/09/11</a:t>
            </a:r>
          </a:p>
        </p:txBody>
      </p:sp>
      <p:pic>
        <p:nvPicPr>
          <p:cNvPr id="13" name="图片 12" descr="华工标志（透明版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490220" y="1470025"/>
            <a:ext cx="7886700" cy="4814570"/>
          </a:xfrm>
        </p:spPr>
        <p:txBody>
          <a:bodyPr>
            <a:normAutofit fontScale="90000" lnSpcReduction="10000"/>
          </a:bodyPr>
          <a:lstStyle/>
          <a:p>
            <a:pPr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Given two traversal enumerations, can you draw a unique binary tree?</a:t>
            </a:r>
          </a:p>
          <a:p>
            <a:pPr lvl="1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3100" dirty="0"/>
              <a:t>Ex1: </a:t>
            </a:r>
          </a:p>
          <a:p>
            <a:pPr lvl="2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700" dirty="0"/>
              <a:t>preorder: </a:t>
            </a:r>
            <a:r>
              <a:rPr lang="en-US" altLang="zh-CN" sz="2700" b="1" dirty="0">
                <a:solidFill>
                  <a:srgbClr val="FF0000"/>
                </a:solidFill>
              </a:rPr>
              <a:t>G</a:t>
            </a:r>
            <a:r>
              <a:rPr lang="en-US" altLang="zh-CN" sz="2700" dirty="0"/>
              <a:t> H I J; </a:t>
            </a:r>
          </a:p>
          <a:p>
            <a:pPr lvl="2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700" dirty="0" err="1"/>
              <a:t>inorder</a:t>
            </a:r>
            <a:r>
              <a:rPr lang="en-US" altLang="zh-CN" sz="2700" dirty="0"/>
              <a:t>: I H </a:t>
            </a:r>
            <a:r>
              <a:rPr lang="en-US" altLang="zh-CN" sz="2700" b="1" dirty="0">
                <a:solidFill>
                  <a:srgbClr val="FF0000"/>
                </a:solidFill>
              </a:rPr>
              <a:t>G</a:t>
            </a:r>
            <a:r>
              <a:rPr lang="en-US" altLang="zh-CN" sz="2700" dirty="0"/>
              <a:t> J</a:t>
            </a:r>
          </a:p>
          <a:p>
            <a:pPr lvl="1" fontAlgn="auto">
              <a:lnSpc>
                <a:spcPct val="100000"/>
              </a:lnSpc>
              <a:spcBef>
                <a:spcPts val="1800"/>
              </a:spcBef>
            </a:pPr>
            <a:endParaRPr lang="en-US" altLang="zh-CN" sz="1350" dirty="0"/>
          </a:p>
          <a:p>
            <a:pPr lvl="1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Ex2: </a:t>
            </a:r>
          </a:p>
          <a:p>
            <a:pPr lvl="2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200" dirty="0" err="1"/>
              <a:t>Postorder</a:t>
            </a:r>
            <a:r>
              <a:rPr lang="en-US" altLang="zh-CN" sz="2200" dirty="0"/>
              <a:t>: D E C B H G F </a:t>
            </a:r>
            <a:r>
              <a:rPr lang="en-US" altLang="zh-CN" sz="2200" b="1" dirty="0">
                <a:solidFill>
                  <a:srgbClr val="FF0000"/>
                </a:solidFill>
              </a:rPr>
              <a:t>A</a:t>
            </a:r>
          </a:p>
          <a:p>
            <a:pPr lvl="2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200" dirty="0" err="1"/>
              <a:t>Inorder</a:t>
            </a:r>
            <a:r>
              <a:rPr lang="en-US" altLang="zh-CN" sz="2200" dirty="0"/>
              <a:t>: B D C E </a:t>
            </a:r>
            <a:r>
              <a:rPr lang="en-US" altLang="zh-CN" sz="2200" b="1" dirty="0">
                <a:solidFill>
                  <a:srgbClr val="FF0000"/>
                </a:solidFill>
              </a:rPr>
              <a:t>A</a:t>
            </a:r>
            <a:r>
              <a:rPr lang="en-US" altLang="zh-CN" sz="2200" dirty="0"/>
              <a:t> F H G</a:t>
            </a:r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92EFC3E-3066-48CC-BBFD-1E522C1D0630}" type="slidenum">
              <a:rPr lang="en-US" altLang="zh-CN" sz="465" smtClean="0"/>
              <a:pPr/>
              <a:t>20</a:t>
            </a:fld>
            <a:endParaRPr lang="en-US" altLang="zh-CN" sz="465"/>
          </a:p>
        </p:txBody>
      </p:sp>
      <p:grpSp>
        <p:nvGrpSpPr>
          <p:cNvPr id="2" name="组合 1"/>
          <p:cNvGrpSpPr/>
          <p:nvPr/>
        </p:nvGrpSpPr>
        <p:grpSpPr>
          <a:xfrm>
            <a:off x="5004435" y="2489200"/>
            <a:ext cx="2026285" cy="1499235"/>
            <a:chOff x="3953186" y="3224369"/>
            <a:chExt cx="1780069" cy="1316831"/>
          </a:xfrm>
        </p:grpSpPr>
        <p:sp>
          <p:nvSpPr>
            <p:cNvPr id="5" name="Oval 4"/>
            <p:cNvSpPr/>
            <p:nvPr/>
          </p:nvSpPr>
          <p:spPr bwMode="auto">
            <a:xfrm>
              <a:off x="4882848" y="3224369"/>
              <a:ext cx="395625" cy="377428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2000" b="1" dirty="0">
                  <a:solidFill>
                    <a:srgbClr val="FF0000"/>
                  </a:solidFill>
                </a:rPr>
                <a:t>G</a:t>
              </a:r>
            </a:p>
          </p:txBody>
        </p:sp>
        <p:sp>
          <p:nvSpPr>
            <p:cNvPr id="6" name="Oval 5"/>
            <p:cNvSpPr/>
            <p:nvPr/>
          </p:nvSpPr>
          <p:spPr bwMode="auto">
            <a:xfrm>
              <a:off x="4414202" y="3656566"/>
              <a:ext cx="395625" cy="377429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2000" b="1" dirty="0">
                  <a:solidFill>
                    <a:schemeClr val="tx1"/>
                  </a:solidFill>
                </a:rPr>
                <a:t>H</a:t>
              </a:r>
            </a:p>
          </p:txBody>
        </p:sp>
        <p:sp>
          <p:nvSpPr>
            <p:cNvPr id="7" name="Oval 6"/>
            <p:cNvSpPr/>
            <p:nvPr/>
          </p:nvSpPr>
          <p:spPr bwMode="auto">
            <a:xfrm>
              <a:off x="3953186" y="4163771"/>
              <a:ext cx="395624" cy="377429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n-US" altLang="zh-CN" sz="2000" b="1" dirty="0">
                  <a:solidFill>
                    <a:schemeClr val="tx1"/>
                  </a:solidFill>
                </a:rPr>
                <a:t>I</a:t>
              </a:r>
            </a:p>
          </p:txBody>
        </p:sp>
        <p:sp>
          <p:nvSpPr>
            <p:cNvPr id="8" name="Oval 7"/>
            <p:cNvSpPr/>
            <p:nvPr/>
          </p:nvSpPr>
          <p:spPr bwMode="auto">
            <a:xfrm>
              <a:off x="5339504" y="3656566"/>
              <a:ext cx="393751" cy="36790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n-US" altLang="zh-CN" sz="2000" b="1" dirty="0">
                  <a:solidFill>
                    <a:schemeClr val="tx1"/>
                  </a:solidFill>
                </a:rPr>
                <a:t>J</a:t>
              </a:r>
            </a:p>
          </p:txBody>
        </p:sp>
        <p:cxnSp>
          <p:nvCxnSpPr>
            <p:cNvPr id="10" name="Straight Connector 9"/>
            <p:cNvCxnSpPr>
              <a:stCxn id="5" idx="3"/>
              <a:endCxn id="6" idx="7"/>
            </p:cNvCxnSpPr>
            <p:nvPr/>
          </p:nvCxnSpPr>
          <p:spPr bwMode="auto">
            <a:xfrm flipH="1">
              <a:off x="4752063" y="3547028"/>
              <a:ext cx="189638" cy="16430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>
              <a:stCxn id="5" idx="5"/>
              <a:endCxn id="8" idx="1"/>
            </p:cNvCxnSpPr>
            <p:nvPr/>
          </p:nvCxnSpPr>
          <p:spPr bwMode="auto">
            <a:xfrm>
              <a:off x="5220709" y="3547028"/>
              <a:ext cx="176560" cy="15478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6" idx="3"/>
              <a:endCxn id="7" idx="7"/>
            </p:cNvCxnSpPr>
            <p:nvPr/>
          </p:nvCxnSpPr>
          <p:spPr bwMode="auto">
            <a:xfrm flipH="1">
              <a:off x="4291047" y="3979225"/>
              <a:ext cx="180919" cy="239315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2536" name="Group 89"/>
          <p:cNvGrpSpPr/>
          <p:nvPr/>
        </p:nvGrpSpPr>
        <p:grpSpPr bwMode="auto">
          <a:xfrm>
            <a:off x="5160645" y="4309745"/>
            <a:ext cx="2077720" cy="2431415"/>
            <a:chOff x="5580112" y="2375059"/>
            <a:chExt cx="3176419" cy="2779052"/>
          </a:xfrm>
        </p:grpSpPr>
        <p:sp>
          <p:nvSpPr>
            <p:cNvPr id="24" name="Oval 23"/>
            <p:cNvSpPr/>
            <p:nvPr/>
          </p:nvSpPr>
          <p:spPr>
            <a:xfrm>
              <a:off x="6789723" y="2375059"/>
              <a:ext cx="576232" cy="428768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n-US" altLang="zh-CN" sz="2000" b="1" dirty="0">
                  <a:solidFill>
                    <a:srgbClr val="FF0000"/>
                  </a:solidFill>
                </a:rPr>
                <a:t>A</a:t>
              </a:r>
            </a:p>
          </p:txBody>
        </p:sp>
        <p:sp>
          <p:nvSpPr>
            <p:cNvPr id="25" name="Oval 24"/>
            <p:cNvSpPr/>
            <p:nvPr/>
          </p:nvSpPr>
          <p:spPr>
            <a:xfrm>
              <a:off x="5916644" y="2941987"/>
              <a:ext cx="574644" cy="3970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n-US" altLang="zh-CN" sz="2000" b="1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26" name="Oval 25"/>
            <p:cNvSpPr/>
            <p:nvPr/>
          </p:nvSpPr>
          <p:spPr>
            <a:xfrm>
              <a:off x="6318261" y="3859868"/>
              <a:ext cx="576231" cy="4255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n-US" altLang="zh-CN" sz="2000" b="1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27" name="Oval 26"/>
            <p:cNvSpPr/>
            <p:nvPr/>
          </p:nvSpPr>
          <p:spPr>
            <a:xfrm>
              <a:off x="7604067" y="2932459"/>
              <a:ext cx="576231" cy="417651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n-US" altLang="zh-CN" sz="2000" b="1" dirty="0">
                  <a:solidFill>
                    <a:schemeClr val="tx1"/>
                  </a:solidFill>
                </a:rPr>
                <a:t>F</a:t>
              </a:r>
            </a:p>
          </p:txBody>
        </p:sp>
        <p:cxnSp>
          <p:nvCxnSpPr>
            <p:cNvPr id="28" name="Straight Connector 27"/>
            <p:cNvCxnSpPr>
              <a:stCxn id="24" idx="3"/>
              <a:endCxn id="25" idx="7"/>
            </p:cNvCxnSpPr>
            <p:nvPr/>
          </p:nvCxnSpPr>
          <p:spPr>
            <a:xfrm flipH="1">
              <a:off x="6407156" y="2730779"/>
              <a:ext cx="466700" cy="269965"/>
            </a:xfrm>
            <a:prstGeom prst="lin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9" name="Straight Connector 28"/>
            <p:cNvCxnSpPr>
              <a:stCxn id="24" idx="5"/>
              <a:endCxn id="27" idx="1"/>
            </p:cNvCxnSpPr>
            <p:nvPr/>
          </p:nvCxnSpPr>
          <p:spPr>
            <a:xfrm>
              <a:off x="7281821" y="2730779"/>
              <a:ext cx="406378" cy="263613"/>
            </a:xfrm>
            <a:prstGeom prst="lin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0" name="Straight Connector 29"/>
            <p:cNvCxnSpPr>
              <a:stCxn id="25" idx="4"/>
              <a:endCxn id="26" idx="0"/>
            </p:cNvCxnSpPr>
            <p:nvPr/>
          </p:nvCxnSpPr>
          <p:spPr>
            <a:xfrm>
              <a:off x="6203967" y="3338994"/>
              <a:ext cx="401616" cy="520874"/>
            </a:xfrm>
            <a:prstGeom prst="lin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7" name="Oval 36"/>
            <p:cNvSpPr/>
            <p:nvPr/>
          </p:nvSpPr>
          <p:spPr>
            <a:xfrm>
              <a:off x="5580112" y="4725342"/>
              <a:ext cx="576232" cy="40336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n-US" altLang="zh-CN" sz="2000" b="1" dirty="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38" name="Oval 37"/>
            <p:cNvSpPr/>
            <p:nvPr/>
          </p:nvSpPr>
          <p:spPr>
            <a:xfrm>
              <a:off x="6923066" y="4745988"/>
              <a:ext cx="576232" cy="408123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n-US" altLang="zh-CN" sz="2000" b="1" dirty="0">
                  <a:solidFill>
                    <a:schemeClr val="tx1"/>
                  </a:solidFill>
                </a:rPr>
                <a:t>E</a:t>
              </a:r>
            </a:p>
          </p:txBody>
        </p:sp>
        <p:cxnSp>
          <p:nvCxnSpPr>
            <p:cNvPr id="39" name="Straight Connector 38"/>
            <p:cNvCxnSpPr>
              <a:stCxn id="26" idx="3"/>
              <a:endCxn id="37" idx="7"/>
            </p:cNvCxnSpPr>
            <p:nvPr/>
          </p:nvCxnSpPr>
          <p:spPr>
            <a:xfrm flipH="1">
              <a:off x="6072211" y="4223526"/>
              <a:ext cx="330182" cy="504993"/>
            </a:xfrm>
            <a:prstGeom prst="lin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2" name="Straight Connector 41"/>
            <p:cNvCxnSpPr>
              <a:stCxn id="26" idx="5"/>
              <a:endCxn id="38" idx="1"/>
            </p:cNvCxnSpPr>
            <p:nvPr/>
          </p:nvCxnSpPr>
          <p:spPr>
            <a:xfrm>
              <a:off x="6810360" y="4223526"/>
              <a:ext cx="196840" cy="582807"/>
            </a:xfrm>
            <a:prstGeom prst="lin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0" name="Oval 49"/>
            <p:cNvSpPr/>
            <p:nvPr/>
          </p:nvSpPr>
          <p:spPr>
            <a:xfrm>
              <a:off x="8180299" y="3858279"/>
              <a:ext cx="576232" cy="416064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n-US" altLang="zh-CN" sz="2000" b="1" dirty="0">
                  <a:solidFill>
                    <a:schemeClr val="tx1"/>
                  </a:solidFill>
                </a:rPr>
                <a:t>G</a:t>
              </a:r>
            </a:p>
          </p:txBody>
        </p:sp>
        <p:sp>
          <p:nvSpPr>
            <p:cNvPr id="66" name="Oval 65"/>
            <p:cNvSpPr/>
            <p:nvPr/>
          </p:nvSpPr>
          <p:spPr>
            <a:xfrm>
              <a:off x="7661214" y="4725343"/>
              <a:ext cx="576231" cy="404948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n-US" altLang="zh-CN" sz="2000" b="1" dirty="0">
                  <a:solidFill>
                    <a:schemeClr val="tx1"/>
                  </a:solidFill>
                </a:rPr>
                <a:t>H</a:t>
              </a:r>
            </a:p>
          </p:txBody>
        </p:sp>
        <p:cxnSp>
          <p:nvCxnSpPr>
            <p:cNvPr id="79" name="Straight Connector 78"/>
            <p:cNvCxnSpPr>
              <a:stCxn id="66" idx="7"/>
              <a:endCxn id="50" idx="4"/>
            </p:cNvCxnSpPr>
            <p:nvPr/>
          </p:nvCxnSpPr>
          <p:spPr>
            <a:xfrm flipV="1">
              <a:off x="8153313" y="4274343"/>
              <a:ext cx="315895" cy="509758"/>
            </a:xfrm>
            <a:prstGeom prst="lin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0" name="Straight Connector 79"/>
            <p:cNvCxnSpPr>
              <a:stCxn id="27" idx="5"/>
              <a:endCxn id="50" idx="0"/>
            </p:cNvCxnSpPr>
            <p:nvPr/>
          </p:nvCxnSpPr>
          <p:spPr>
            <a:xfrm>
              <a:off x="8096166" y="3288177"/>
              <a:ext cx="373042" cy="570102"/>
            </a:xfrm>
            <a:prstGeom prst="lin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304030" cy="902335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5782310" cy="37776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4626610" cy="7213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zh-CN" sz="3600" dirty="0">
                <a:solidFill>
                  <a:schemeClr val="bg1"/>
                </a:solidFill>
                <a:sym typeface="+mn-ea"/>
              </a:rPr>
              <a:t>Binary Search Trees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sz="quarter" idx="10"/>
            <p:custDataLst>
              <p:tags r:id="rId4"/>
            </p:custDataLst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CN" sz="790"/>
              <a:t>23/09/11</a:t>
            </a:r>
          </a:p>
        </p:txBody>
      </p:sp>
      <p:pic>
        <p:nvPicPr>
          <p:cNvPr id="5" name="图片 4" descr="华工标志（透明版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150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Trees - Lecture 7 </a:t>
            </a:r>
          </a:p>
        </p:txBody>
      </p:sp>
      <p:sp>
        <p:nvSpPr>
          <p:cNvPr id="2150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2D2D62B-AA81-47A6-AB9C-1E77B8A5E023}" type="slidenum">
              <a:rPr lang="en-US" altLang="zh-CN" sz="790"/>
              <a:pPr/>
              <a:t>21</a:t>
            </a:fld>
            <a:endParaRPr lang="en-US" altLang="zh-CN" sz="790"/>
          </a:p>
        </p:txBody>
      </p:sp>
      <p:sp>
        <p:nvSpPr>
          <p:cNvPr id="215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995" y="1628775"/>
            <a:ext cx="5502910" cy="3468370"/>
          </a:xfrm>
        </p:spPr>
        <p:txBody>
          <a:bodyPr>
            <a:noAutofit/>
          </a:bodyPr>
          <a:lstStyle/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Binary search trees are binary trees in which 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all values in the node’s 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left</a:t>
            </a:r>
            <a:r>
              <a:rPr lang="en-US" altLang="zh-CN" sz="2000" dirty="0">
                <a:ea typeface="宋体" panose="02010600030101010101" pitchFamily="2" charset="-122"/>
              </a:rPr>
              <a:t> subtree are less than node value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>
                <a:ea typeface="宋体" panose="02010600030101010101" pitchFamily="2" charset="-122"/>
                <a:sym typeface="Symbol" panose="05050102010706020507" pitchFamily="18" charset="2"/>
              </a:rPr>
              <a:t>all values in the node’s 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right</a:t>
            </a:r>
            <a:r>
              <a:rPr lang="en-US" altLang="zh-CN" sz="2000" dirty="0">
                <a:ea typeface="宋体" panose="02010600030101010101" pitchFamily="2" charset="-122"/>
                <a:sym typeface="Symbol" panose="05050102010706020507" pitchFamily="18" charset="2"/>
              </a:rPr>
              <a:t> subtree are greater </a:t>
            </a:r>
            <a:r>
              <a:rPr lang="en-US" altLang="zh-CN" sz="2000" dirty="0">
                <a:sym typeface="Symbol" panose="05050102010706020507" pitchFamily="18" charset="2"/>
              </a:rPr>
              <a:t>than value (</a:t>
            </a:r>
            <a:r>
              <a:rPr lang="en-US" altLang="zh-CN" sz="2000" dirty="0">
                <a:solidFill>
                  <a:srgbClr val="008000"/>
                </a:solidFill>
                <a:sym typeface="Symbol" panose="05050102010706020507" pitchFamily="18" charset="2"/>
              </a:rPr>
              <a:t>not </a:t>
            </a:r>
            <a:r>
              <a:rPr lang="en-US" altLang="zh-CN" sz="2000" dirty="0">
                <a:solidFill>
                  <a:srgbClr val="008000"/>
                </a:solidFill>
              </a:rPr>
              <a:t>less than</a:t>
            </a:r>
            <a:r>
              <a:rPr lang="en-US" altLang="zh-CN" sz="2000" dirty="0">
                <a:sym typeface="Symbol" panose="05050102010706020507" pitchFamily="18" charset="2"/>
              </a:rPr>
              <a:t>) node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Operations: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Find, </a:t>
            </a:r>
            <a:r>
              <a:rPr lang="en-US" altLang="zh-CN" sz="2000" dirty="0" err="1">
                <a:ea typeface="宋体" panose="02010600030101010101" pitchFamily="2" charset="-122"/>
              </a:rPr>
              <a:t>FindMin</a:t>
            </a:r>
            <a:r>
              <a:rPr lang="en-US" altLang="zh-CN" sz="2000" dirty="0">
                <a:ea typeface="宋体" panose="02010600030101010101" pitchFamily="2" charset="-122"/>
              </a:rPr>
              <a:t>, </a:t>
            </a:r>
            <a:r>
              <a:rPr lang="en-US" altLang="zh-CN" sz="2000" dirty="0" err="1">
                <a:ea typeface="宋体" panose="02010600030101010101" pitchFamily="2" charset="-122"/>
              </a:rPr>
              <a:t>FindMax</a:t>
            </a:r>
            <a:r>
              <a:rPr lang="en-US" altLang="zh-CN" sz="2000" dirty="0">
                <a:ea typeface="宋体" panose="02010600030101010101" pitchFamily="2" charset="-122"/>
              </a:rPr>
              <a:t>, Insert, Delete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6169660" y="1488440"/>
            <a:ext cx="2853690" cy="4508357"/>
            <a:chOff x="4972050" y="3624263"/>
            <a:chExt cx="1768317" cy="2793874"/>
          </a:xfrm>
        </p:grpSpPr>
        <p:sp>
          <p:nvSpPr>
            <p:cNvPr id="21511" name="Oval 4"/>
            <p:cNvSpPr>
              <a:spLocks noChangeArrowheads="1"/>
            </p:cNvSpPr>
            <p:nvPr/>
          </p:nvSpPr>
          <p:spPr bwMode="auto">
            <a:xfrm>
              <a:off x="5269706" y="3624263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20000"/>
                </a:lnSpc>
              </a:pPr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21512" name="Oval 5"/>
            <p:cNvSpPr>
              <a:spLocks noChangeArrowheads="1"/>
            </p:cNvSpPr>
            <p:nvPr/>
          </p:nvSpPr>
          <p:spPr bwMode="auto">
            <a:xfrm>
              <a:off x="4972050" y="4367213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20000"/>
                </a:lnSpc>
              </a:pPr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21513" name="Oval 6"/>
            <p:cNvSpPr>
              <a:spLocks noChangeArrowheads="1"/>
            </p:cNvSpPr>
            <p:nvPr/>
          </p:nvSpPr>
          <p:spPr bwMode="auto">
            <a:xfrm>
              <a:off x="5657850" y="4367213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20000"/>
                </a:lnSpc>
              </a:pPr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21514" name="Oval 7"/>
            <p:cNvSpPr>
              <a:spLocks noChangeArrowheads="1"/>
            </p:cNvSpPr>
            <p:nvPr/>
          </p:nvSpPr>
          <p:spPr bwMode="auto">
            <a:xfrm>
              <a:off x="5314950" y="5224463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20000"/>
                </a:lnSpc>
              </a:pPr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21515" name="Oval 8"/>
            <p:cNvSpPr>
              <a:spLocks noChangeArrowheads="1"/>
            </p:cNvSpPr>
            <p:nvPr/>
          </p:nvSpPr>
          <p:spPr bwMode="auto">
            <a:xfrm>
              <a:off x="6000750" y="5224463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20000"/>
                </a:lnSpc>
              </a:pPr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21516" name="Line 9"/>
            <p:cNvSpPr>
              <a:spLocks noChangeShapeType="1"/>
            </p:cNvSpPr>
            <p:nvPr/>
          </p:nvSpPr>
          <p:spPr bwMode="auto">
            <a:xfrm flipH="1">
              <a:off x="5157192" y="3956447"/>
              <a:ext cx="226814" cy="4180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21517" name="Line 10"/>
            <p:cNvSpPr>
              <a:spLocks noChangeShapeType="1"/>
            </p:cNvSpPr>
            <p:nvPr/>
          </p:nvSpPr>
          <p:spPr bwMode="auto">
            <a:xfrm>
              <a:off x="5498307" y="3945732"/>
              <a:ext cx="273844" cy="4548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21518" name="Line 11"/>
            <p:cNvSpPr>
              <a:spLocks noChangeShapeType="1"/>
            </p:cNvSpPr>
            <p:nvPr/>
          </p:nvSpPr>
          <p:spPr bwMode="auto">
            <a:xfrm flipH="1">
              <a:off x="5486400" y="4710113"/>
              <a:ext cx="34290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21519" name="Line 12"/>
            <p:cNvSpPr>
              <a:spLocks noChangeShapeType="1"/>
            </p:cNvSpPr>
            <p:nvPr/>
          </p:nvSpPr>
          <p:spPr bwMode="auto">
            <a:xfrm>
              <a:off x="5829300" y="4710113"/>
              <a:ext cx="28575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21520" name="Text Box 13"/>
            <p:cNvSpPr txBox="1">
              <a:spLocks noChangeArrowheads="1"/>
            </p:cNvSpPr>
            <p:nvPr/>
          </p:nvSpPr>
          <p:spPr bwMode="auto">
            <a:xfrm>
              <a:off x="5297091" y="3625850"/>
              <a:ext cx="303609" cy="3309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en-US" altLang="zh-CN" sz="2400" dirty="0">
                  <a:ea typeface="宋体" panose="02010600030101010101" pitchFamily="2" charset="-122"/>
                </a:rPr>
                <a:t>9</a:t>
              </a:r>
            </a:p>
          </p:txBody>
        </p:sp>
        <p:sp>
          <p:nvSpPr>
            <p:cNvPr id="21521" name="Text Box 14"/>
            <p:cNvSpPr txBox="1">
              <a:spLocks noChangeArrowheads="1"/>
            </p:cNvSpPr>
            <p:nvPr/>
          </p:nvSpPr>
          <p:spPr bwMode="auto">
            <a:xfrm>
              <a:off x="5000625" y="4380707"/>
              <a:ext cx="303610" cy="3309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en-US" altLang="zh-CN" sz="2400" dirty="0"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21522" name="Text Box 15"/>
            <p:cNvSpPr txBox="1">
              <a:spLocks noChangeArrowheads="1"/>
            </p:cNvSpPr>
            <p:nvPr/>
          </p:nvSpPr>
          <p:spPr bwMode="auto">
            <a:xfrm>
              <a:off x="5281216" y="5231547"/>
              <a:ext cx="406001" cy="3309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en-US" altLang="zh-CN" sz="2400" dirty="0"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21523" name="Oval 16"/>
            <p:cNvSpPr>
              <a:spLocks noChangeArrowheads="1"/>
            </p:cNvSpPr>
            <p:nvPr/>
          </p:nvSpPr>
          <p:spPr bwMode="auto">
            <a:xfrm>
              <a:off x="5667375" y="6070997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20000"/>
                </a:lnSpc>
              </a:pPr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21524" name="Oval 17"/>
            <p:cNvSpPr>
              <a:spLocks noChangeArrowheads="1"/>
            </p:cNvSpPr>
            <p:nvPr/>
          </p:nvSpPr>
          <p:spPr bwMode="auto">
            <a:xfrm>
              <a:off x="6353175" y="6070997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20000"/>
                </a:lnSpc>
              </a:pPr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21525" name="Line 18"/>
            <p:cNvSpPr>
              <a:spLocks noChangeShapeType="1"/>
            </p:cNvSpPr>
            <p:nvPr/>
          </p:nvSpPr>
          <p:spPr bwMode="auto">
            <a:xfrm flipH="1">
              <a:off x="5838825" y="5556647"/>
              <a:ext cx="34290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21526" name="Line 19"/>
            <p:cNvSpPr>
              <a:spLocks noChangeShapeType="1"/>
            </p:cNvSpPr>
            <p:nvPr/>
          </p:nvSpPr>
          <p:spPr bwMode="auto">
            <a:xfrm>
              <a:off x="6181725" y="5556647"/>
              <a:ext cx="28575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21527" name="Text Box 20"/>
            <p:cNvSpPr txBox="1">
              <a:spLocks noChangeArrowheads="1"/>
            </p:cNvSpPr>
            <p:nvPr/>
          </p:nvSpPr>
          <p:spPr bwMode="auto">
            <a:xfrm>
              <a:off x="5650707" y="6042406"/>
              <a:ext cx="442589" cy="3309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en-US" altLang="zh-CN" sz="2400">
                  <a:ea typeface="宋体" panose="02010600030101010101" pitchFamily="2" charset="-122"/>
                </a:rPr>
                <a:t>96</a:t>
              </a:r>
            </a:p>
          </p:txBody>
        </p:sp>
        <p:sp>
          <p:nvSpPr>
            <p:cNvPr id="21528" name="Text Box 21"/>
            <p:cNvSpPr txBox="1">
              <a:spLocks noChangeArrowheads="1"/>
            </p:cNvSpPr>
            <p:nvPr/>
          </p:nvSpPr>
          <p:spPr bwMode="auto">
            <a:xfrm>
              <a:off x="6336745" y="6087190"/>
              <a:ext cx="403622" cy="3309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en-US" altLang="zh-CN" sz="2400" dirty="0">
                  <a:ea typeface="宋体" panose="02010600030101010101" pitchFamily="2" charset="-122"/>
                </a:rPr>
                <a:t>99</a:t>
              </a:r>
            </a:p>
          </p:txBody>
        </p:sp>
        <p:sp>
          <p:nvSpPr>
            <p:cNvPr id="21529" name="Text Box 22"/>
            <p:cNvSpPr txBox="1">
              <a:spLocks noChangeArrowheads="1"/>
            </p:cNvSpPr>
            <p:nvPr/>
          </p:nvSpPr>
          <p:spPr bwMode="auto">
            <a:xfrm>
              <a:off x="5596647" y="4376818"/>
              <a:ext cx="519113" cy="3309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en-US" altLang="zh-CN" sz="2400" dirty="0">
                  <a:ea typeface="宋体" panose="02010600030101010101" pitchFamily="2" charset="-122"/>
                </a:rPr>
                <a:t>94</a:t>
              </a:r>
            </a:p>
          </p:txBody>
        </p:sp>
        <p:sp>
          <p:nvSpPr>
            <p:cNvPr id="21530" name="Text Box 23"/>
            <p:cNvSpPr txBox="1">
              <a:spLocks noChangeArrowheads="1"/>
            </p:cNvSpPr>
            <p:nvPr/>
          </p:nvSpPr>
          <p:spPr bwMode="auto">
            <a:xfrm>
              <a:off x="5945571" y="5201586"/>
              <a:ext cx="519113" cy="3309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en-US" altLang="zh-CN" sz="2400" dirty="0">
                  <a:ea typeface="宋体" panose="02010600030101010101" pitchFamily="2" charset="-122"/>
                </a:rPr>
                <a:t>97</a:t>
              </a:r>
            </a:p>
          </p:txBody>
        </p:sp>
      </p:grpSp>
      <p:sp>
        <p:nvSpPr>
          <p:cNvPr id="3" name="矩形 2"/>
          <p:cNvSpPr/>
          <p:nvPr/>
        </p:nvSpPr>
        <p:spPr>
          <a:xfrm>
            <a:off x="1333500" y="5347335"/>
            <a:ext cx="3674110" cy="829945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CC0000"/>
                </a:solidFill>
              </a:rPr>
              <a:t>What happens when we traverse a BST in </a:t>
            </a:r>
            <a:r>
              <a:rPr lang="en-US" altLang="zh-CN" sz="2400" dirty="0" err="1">
                <a:solidFill>
                  <a:srgbClr val="CC0000"/>
                </a:solidFill>
              </a:rPr>
              <a:t>inorder</a:t>
            </a:r>
            <a:r>
              <a:rPr lang="en-US" altLang="zh-CN" sz="2400" dirty="0">
                <a:solidFill>
                  <a:srgbClr val="CC0000"/>
                </a:solidFill>
              </a:rPr>
              <a:t>?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304030" cy="902335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005" cy="48914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4626610" cy="7213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zh-CN" sz="3600" dirty="0">
                <a:solidFill>
                  <a:schemeClr val="bg1"/>
                </a:solidFill>
                <a:sym typeface="+mn-ea"/>
              </a:rPr>
              <a:t>Binary Search Trees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sz="quarter" idx="10"/>
            <p:custDataLst>
              <p:tags r:id="rId4"/>
            </p:custDataLst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CN" sz="790"/>
              <a:t>23/09/11</a:t>
            </a:r>
          </a:p>
        </p:txBody>
      </p:sp>
      <p:pic>
        <p:nvPicPr>
          <p:cNvPr id="5" name="图片 4" descr="华工标志（透明版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3555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Trees and Binary trees – Lecture 4-1</a:t>
            </a:r>
          </a:p>
        </p:txBody>
      </p:sp>
      <p:sp>
        <p:nvSpPr>
          <p:cNvPr id="23556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BA71F2A-765C-4B7E-8348-8DE07AA1C67C}" type="slidenum">
              <a:rPr lang="en-US" altLang="zh-CN" sz="790"/>
              <a:pPr/>
              <a:t>22</a:t>
            </a:fld>
            <a:endParaRPr lang="en-US" altLang="zh-CN" sz="790"/>
          </a:p>
        </p:txBody>
      </p:sp>
      <p:grpSp>
        <p:nvGrpSpPr>
          <p:cNvPr id="2" name="组合 1"/>
          <p:cNvGrpSpPr/>
          <p:nvPr/>
        </p:nvGrpSpPr>
        <p:grpSpPr>
          <a:xfrm>
            <a:off x="6274435" y="1570990"/>
            <a:ext cx="2507615" cy="1192756"/>
            <a:chOff x="2857500" y="5772150"/>
            <a:chExt cx="1565487" cy="744597"/>
          </a:xfrm>
        </p:grpSpPr>
        <p:sp>
          <p:nvSpPr>
            <p:cNvPr id="23578" name="Rectangle 23"/>
            <p:cNvSpPr>
              <a:spLocks noChangeArrowheads="1"/>
            </p:cNvSpPr>
            <p:nvPr/>
          </p:nvSpPr>
          <p:spPr bwMode="auto">
            <a:xfrm>
              <a:off x="3314700" y="6286500"/>
              <a:ext cx="228600" cy="228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23579" name="Rectangle 24"/>
            <p:cNvSpPr>
              <a:spLocks noChangeArrowheads="1"/>
            </p:cNvSpPr>
            <p:nvPr/>
          </p:nvSpPr>
          <p:spPr bwMode="auto">
            <a:xfrm>
              <a:off x="3543300" y="6286500"/>
              <a:ext cx="228600" cy="228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23580" name="Rectangle 25"/>
            <p:cNvSpPr>
              <a:spLocks noChangeArrowheads="1"/>
            </p:cNvSpPr>
            <p:nvPr/>
          </p:nvSpPr>
          <p:spPr bwMode="auto">
            <a:xfrm>
              <a:off x="3314700" y="6057900"/>
              <a:ext cx="457200" cy="228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endParaRPr lang="zh-CN" altLang="zh-CN" sz="2400">
                <a:ea typeface="宋体" panose="02010600030101010101" pitchFamily="2" charset="-122"/>
              </a:endParaRPr>
            </a:p>
          </p:txBody>
        </p:sp>
        <p:sp>
          <p:nvSpPr>
            <p:cNvPr id="23581" name="Text Box 26"/>
            <p:cNvSpPr txBox="1">
              <a:spLocks noChangeArrowheads="1"/>
            </p:cNvSpPr>
            <p:nvPr/>
          </p:nvSpPr>
          <p:spPr bwMode="auto">
            <a:xfrm>
              <a:off x="3302346" y="5772150"/>
              <a:ext cx="617220" cy="2873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>
                  <a:ea typeface="宋体" panose="02010600030101010101" pitchFamily="2" charset="-122"/>
                </a:rPr>
                <a:t>data</a:t>
              </a:r>
            </a:p>
          </p:txBody>
        </p:sp>
        <p:sp>
          <p:nvSpPr>
            <p:cNvPr id="23582" name="Text Box 27"/>
            <p:cNvSpPr txBox="1">
              <a:spLocks noChangeArrowheads="1"/>
            </p:cNvSpPr>
            <p:nvPr/>
          </p:nvSpPr>
          <p:spPr bwMode="auto">
            <a:xfrm>
              <a:off x="2857500" y="6229350"/>
              <a:ext cx="1565487" cy="2873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dirty="0">
                  <a:solidFill>
                    <a:srgbClr val="FF0000"/>
                  </a:solidFill>
                  <a:ea typeface="宋体" panose="02010600030101010101" pitchFamily="2" charset="-122"/>
                </a:rPr>
                <a:t>left             right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3346450" y="1814830"/>
            <a:ext cx="3904615" cy="4171315"/>
            <a:chOff x="7191" y="5570"/>
            <a:chExt cx="2970" cy="3173"/>
          </a:xfrm>
        </p:grpSpPr>
        <p:sp>
          <p:nvSpPr>
            <p:cNvPr id="23583" name="Rectangle 34"/>
            <p:cNvSpPr>
              <a:spLocks noChangeArrowheads="1"/>
            </p:cNvSpPr>
            <p:nvPr/>
          </p:nvSpPr>
          <p:spPr bwMode="auto">
            <a:xfrm>
              <a:off x="8136" y="5840"/>
              <a:ext cx="270" cy="2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3584" name="Rectangle 35"/>
            <p:cNvSpPr>
              <a:spLocks noChangeArrowheads="1"/>
            </p:cNvSpPr>
            <p:nvPr/>
          </p:nvSpPr>
          <p:spPr bwMode="auto">
            <a:xfrm>
              <a:off x="8406" y="5840"/>
              <a:ext cx="270" cy="2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3585" name="Rectangle 36"/>
            <p:cNvSpPr>
              <a:spLocks noChangeArrowheads="1"/>
            </p:cNvSpPr>
            <p:nvPr/>
          </p:nvSpPr>
          <p:spPr bwMode="auto">
            <a:xfrm>
              <a:off x="8136" y="5570"/>
              <a:ext cx="540" cy="2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9</a:t>
              </a:r>
            </a:p>
          </p:txBody>
        </p:sp>
        <p:sp>
          <p:nvSpPr>
            <p:cNvPr id="23586" name="Rectangle 37"/>
            <p:cNvSpPr>
              <a:spLocks noChangeArrowheads="1"/>
            </p:cNvSpPr>
            <p:nvPr/>
          </p:nvSpPr>
          <p:spPr bwMode="auto">
            <a:xfrm>
              <a:off x="7663" y="6718"/>
              <a:ext cx="270" cy="2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3587" name="Rectangle 38"/>
            <p:cNvSpPr>
              <a:spLocks noChangeArrowheads="1"/>
            </p:cNvSpPr>
            <p:nvPr/>
          </p:nvSpPr>
          <p:spPr bwMode="auto">
            <a:xfrm>
              <a:off x="7933" y="6718"/>
              <a:ext cx="270" cy="2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3588" name="Rectangle 39"/>
            <p:cNvSpPr>
              <a:spLocks noChangeArrowheads="1"/>
            </p:cNvSpPr>
            <p:nvPr/>
          </p:nvSpPr>
          <p:spPr bwMode="auto">
            <a:xfrm>
              <a:off x="7663" y="6448"/>
              <a:ext cx="540" cy="2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23589" name="Rectangle 40"/>
            <p:cNvSpPr>
              <a:spLocks noChangeArrowheads="1"/>
            </p:cNvSpPr>
            <p:nvPr/>
          </p:nvSpPr>
          <p:spPr bwMode="auto">
            <a:xfrm>
              <a:off x="8676" y="6718"/>
              <a:ext cx="270" cy="2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3590" name="Rectangle 41"/>
            <p:cNvSpPr>
              <a:spLocks noChangeArrowheads="1"/>
            </p:cNvSpPr>
            <p:nvPr/>
          </p:nvSpPr>
          <p:spPr bwMode="auto">
            <a:xfrm>
              <a:off x="8946" y="6718"/>
              <a:ext cx="270" cy="2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3591" name="Rectangle 42"/>
            <p:cNvSpPr>
              <a:spLocks noChangeArrowheads="1"/>
            </p:cNvSpPr>
            <p:nvPr/>
          </p:nvSpPr>
          <p:spPr bwMode="auto">
            <a:xfrm>
              <a:off x="8676" y="6448"/>
              <a:ext cx="540" cy="2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94</a:t>
              </a:r>
            </a:p>
          </p:txBody>
        </p:sp>
        <p:sp>
          <p:nvSpPr>
            <p:cNvPr id="23592" name="Rectangle 43"/>
            <p:cNvSpPr>
              <a:spLocks noChangeArrowheads="1"/>
            </p:cNvSpPr>
            <p:nvPr/>
          </p:nvSpPr>
          <p:spPr bwMode="auto">
            <a:xfrm>
              <a:off x="8136" y="7595"/>
              <a:ext cx="270" cy="2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3593" name="Rectangle 44"/>
            <p:cNvSpPr>
              <a:spLocks noChangeArrowheads="1"/>
            </p:cNvSpPr>
            <p:nvPr/>
          </p:nvSpPr>
          <p:spPr bwMode="auto">
            <a:xfrm>
              <a:off x="8406" y="7595"/>
              <a:ext cx="270" cy="2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3594" name="Rectangle 45"/>
            <p:cNvSpPr>
              <a:spLocks noChangeArrowheads="1"/>
            </p:cNvSpPr>
            <p:nvPr/>
          </p:nvSpPr>
          <p:spPr bwMode="auto">
            <a:xfrm>
              <a:off x="8136" y="7325"/>
              <a:ext cx="540" cy="2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23595" name="Rectangle 46"/>
            <p:cNvSpPr>
              <a:spLocks noChangeArrowheads="1"/>
            </p:cNvSpPr>
            <p:nvPr/>
          </p:nvSpPr>
          <p:spPr bwMode="auto">
            <a:xfrm>
              <a:off x="9148" y="7595"/>
              <a:ext cx="270" cy="2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3596" name="Rectangle 47"/>
            <p:cNvSpPr>
              <a:spLocks noChangeArrowheads="1"/>
            </p:cNvSpPr>
            <p:nvPr/>
          </p:nvSpPr>
          <p:spPr bwMode="auto">
            <a:xfrm>
              <a:off x="9418" y="7595"/>
              <a:ext cx="270" cy="2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3597" name="Rectangle 48"/>
            <p:cNvSpPr>
              <a:spLocks noChangeArrowheads="1"/>
            </p:cNvSpPr>
            <p:nvPr/>
          </p:nvSpPr>
          <p:spPr bwMode="auto">
            <a:xfrm>
              <a:off x="9148" y="7325"/>
              <a:ext cx="540" cy="2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97</a:t>
              </a:r>
            </a:p>
          </p:txBody>
        </p:sp>
        <p:sp>
          <p:nvSpPr>
            <p:cNvPr id="23598" name="Rectangle 49"/>
            <p:cNvSpPr>
              <a:spLocks noChangeArrowheads="1"/>
            </p:cNvSpPr>
            <p:nvPr/>
          </p:nvSpPr>
          <p:spPr bwMode="auto">
            <a:xfrm>
              <a:off x="8608" y="8473"/>
              <a:ext cx="270" cy="2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3599" name="Rectangle 50"/>
            <p:cNvSpPr>
              <a:spLocks noChangeArrowheads="1"/>
            </p:cNvSpPr>
            <p:nvPr/>
          </p:nvSpPr>
          <p:spPr bwMode="auto">
            <a:xfrm>
              <a:off x="8878" y="8473"/>
              <a:ext cx="270" cy="2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3600" name="Rectangle 51"/>
            <p:cNvSpPr>
              <a:spLocks noChangeArrowheads="1"/>
            </p:cNvSpPr>
            <p:nvPr/>
          </p:nvSpPr>
          <p:spPr bwMode="auto">
            <a:xfrm>
              <a:off x="8608" y="8203"/>
              <a:ext cx="540" cy="2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96</a:t>
              </a:r>
            </a:p>
          </p:txBody>
        </p:sp>
        <p:sp>
          <p:nvSpPr>
            <p:cNvPr id="23601" name="Rectangle 52"/>
            <p:cNvSpPr>
              <a:spLocks noChangeArrowheads="1"/>
            </p:cNvSpPr>
            <p:nvPr/>
          </p:nvSpPr>
          <p:spPr bwMode="auto">
            <a:xfrm>
              <a:off x="9621" y="8473"/>
              <a:ext cx="270" cy="2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3602" name="Rectangle 53"/>
            <p:cNvSpPr>
              <a:spLocks noChangeArrowheads="1"/>
            </p:cNvSpPr>
            <p:nvPr/>
          </p:nvSpPr>
          <p:spPr bwMode="auto">
            <a:xfrm>
              <a:off x="9891" y="8473"/>
              <a:ext cx="270" cy="2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3603" name="Rectangle 54"/>
            <p:cNvSpPr>
              <a:spLocks noChangeArrowheads="1"/>
            </p:cNvSpPr>
            <p:nvPr/>
          </p:nvSpPr>
          <p:spPr bwMode="auto">
            <a:xfrm>
              <a:off x="9621" y="8203"/>
              <a:ext cx="540" cy="2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99</a:t>
              </a:r>
            </a:p>
          </p:txBody>
        </p:sp>
        <p:sp>
          <p:nvSpPr>
            <p:cNvPr id="23604" name="Line 55"/>
            <p:cNvSpPr>
              <a:spLocks noChangeShapeType="1"/>
            </p:cNvSpPr>
            <p:nvPr/>
          </p:nvSpPr>
          <p:spPr bwMode="auto">
            <a:xfrm flipH="1">
              <a:off x="7933" y="5975"/>
              <a:ext cx="338" cy="4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23605" name="Line 56"/>
            <p:cNvSpPr>
              <a:spLocks noChangeShapeType="1"/>
            </p:cNvSpPr>
            <p:nvPr/>
          </p:nvSpPr>
          <p:spPr bwMode="auto">
            <a:xfrm flipH="1">
              <a:off x="8473" y="6853"/>
              <a:ext cx="338" cy="4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23606" name="Line 57"/>
            <p:cNvSpPr>
              <a:spLocks noChangeShapeType="1"/>
            </p:cNvSpPr>
            <p:nvPr/>
          </p:nvSpPr>
          <p:spPr bwMode="auto">
            <a:xfrm flipH="1">
              <a:off x="8946" y="7730"/>
              <a:ext cx="338" cy="4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23607" name="Line 58"/>
            <p:cNvSpPr>
              <a:spLocks noChangeShapeType="1"/>
            </p:cNvSpPr>
            <p:nvPr/>
          </p:nvSpPr>
          <p:spPr bwMode="auto">
            <a:xfrm>
              <a:off x="8608" y="5975"/>
              <a:ext cx="338" cy="4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23608" name="Line 59"/>
            <p:cNvSpPr>
              <a:spLocks noChangeShapeType="1"/>
            </p:cNvSpPr>
            <p:nvPr/>
          </p:nvSpPr>
          <p:spPr bwMode="auto">
            <a:xfrm>
              <a:off x="9081" y="6853"/>
              <a:ext cx="338" cy="4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23609" name="Line 60"/>
            <p:cNvSpPr>
              <a:spLocks noChangeShapeType="1"/>
            </p:cNvSpPr>
            <p:nvPr/>
          </p:nvSpPr>
          <p:spPr bwMode="auto">
            <a:xfrm>
              <a:off x="9553" y="7730"/>
              <a:ext cx="338" cy="4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23610" name="Rectangle 63"/>
            <p:cNvSpPr>
              <a:spLocks noChangeArrowheads="1"/>
            </p:cNvSpPr>
            <p:nvPr/>
          </p:nvSpPr>
          <p:spPr bwMode="auto">
            <a:xfrm>
              <a:off x="7191" y="5570"/>
              <a:ext cx="135" cy="13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3611" name="Line 64"/>
            <p:cNvSpPr>
              <a:spLocks noChangeShapeType="1"/>
            </p:cNvSpPr>
            <p:nvPr/>
          </p:nvSpPr>
          <p:spPr bwMode="auto">
            <a:xfrm>
              <a:off x="7258" y="5638"/>
              <a:ext cx="87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755650" y="1808480"/>
            <a:ext cx="2550160" cy="4022338"/>
            <a:chOff x="4972050" y="3624263"/>
            <a:chExt cx="1768317" cy="2789634"/>
          </a:xfrm>
        </p:grpSpPr>
        <p:sp>
          <p:nvSpPr>
            <p:cNvPr id="61" name="Oval 4"/>
            <p:cNvSpPr>
              <a:spLocks noChangeArrowheads="1"/>
            </p:cNvSpPr>
            <p:nvPr/>
          </p:nvSpPr>
          <p:spPr bwMode="auto">
            <a:xfrm>
              <a:off x="5269706" y="3624263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2" name="Oval 5"/>
            <p:cNvSpPr>
              <a:spLocks noChangeArrowheads="1"/>
            </p:cNvSpPr>
            <p:nvPr/>
          </p:nvSpPr>
          <p:spPr bwMode="auto">
            <a:xfrm>
              <a:off x="4972050" y="4367213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3" name="Oval 6"/>
            <p:cNvSpPr>
              <a:spLocks noChangeArrowheads="1"/>
            </p:cNvSpPr>
            <p:nvPr/>
          </p:nvSpPr>
          <p:spPr bwMode="auto">
            <a:xfrm>
              <a:off x="5657850" y="4367213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4" name="Oval 7"/>
            <p:cNvSpPr>
              <a:spLocks noChangeArrowheads="1"/>
            </p:cNvSpPr>
            <p:nvPr/>
          </p:nvSpPr>
          <p:spPr bwMode="auto">
            <a:xfrm>
              <a:off x="5314950" y="5224463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5" name="Oval 8"/>
            <p:cNvSpPr>
              <a:spLocks noChangeArrowheads="1"/>
            </p:cNvSpPr>
            <p:nvPr/>
          </p:nvSpPr>
          <p:spPr bwMode="auto">
            <a:xfrm>
              <a:off x="6000750" y="5224463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6" name="Line 9"/>
            <p:cNvSpPr>
              <a:spLocks noChangeShapeType="1"/>
            </p:cNvSpPr>
            <p:nvPr/>
          </p:nvSpPr>
          <p:spPr bwMode="auto">
            <a:xfrm flipH="1">
              <a:off x="5157192" y="3956447"/>
              <a:ext cx="226814" cy="4180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67" name="Line 10"/>
            <p:cNvSpPr>
              <a:spLocks noChangeShapeType="1"/>
            </p:cNvSpPr>
            <p:nvPr/>
          </p:nvSpPr>
          <p:spPr bwMode="auto">
            <a:xfrm>
              <a:off x="5498307" y="3945732"/>
              <a:ext cx="273844" cy="4548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68" name="Line 11"/>
            <p:cNvSpPr>
              <a:spLocks noChangeShapeType="1"/>
            </p:cNvSpPr>
            <p:nvPr/>
          </p:nvSpPr>
          <p:spPr bwMode="auto">
            <a:xfrm flipH="1">
              <a:off x="5486400" y="4710113"/>
              <a:ext cx="34290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69" name="Line 12"/>
            <p:cNvSpPr>
              <a:spLocks noChangeShapeType="1"/>
            </p:cNvSpPr>
            <p:nvPr/>
          </p:nvSpPr>
          <p:spPr bwMode="auto">
            <a:xfrm>
              <a:off x="5829300" y="4710113"/>
              <a:ext cx="28575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70" name="Text Box 13"/>
            <p:cNvSpPr txBox="1">
              <a:spLocks noChangeArrowheads="1"/>
            </p:cNvSpPr>
            <p:nvPr/>
          </p:nvSpPr>
          <p:spPr bwMode="auto">
            <a:xfrm>
              <a:off x="5297091" y="3625850"/>
              <a:ext cx="303609" cy="2765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/>
              <a:r>
                <a:rPr lang="en-US" altLang="zh-CN" dirty="0">
                  <a:ea typeface="宋体" panose="02010600030101010101" pitchFamily="2" charset="-122"/>
                </a:rPr>
                <a:t>9</a:t>
              </a:r>
            </a:p>
          </p:txBody>
        </p:sp>
        <p:sp>
          <p:nvSpPr>
            <p:cNvPr id="71" name="Text Box 14"/>
            <p:cNvSpPr txBox="1">
              <a:spLocks noChangeArrowheads="1"/>
            </p:cNvSpPr>
            <p:nvPr/>
          </p:nvSpPr>
          <p:spPr bwMode="auto">
            <a:xfrm>
              <a:off x="5000625" y="4380707"/>
              <a:ext cx="303610" cy="2765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/>
              <a:r>
                <a:rPr lang="en-US" altLang="zh-CN" dirty="0"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72" name="Text Box 15"/>
            <p:cNvSpPr txBox="1">
              <a:spLocks noChangeArrowheads="1"/>
            </p:cNvSpPr>
            <p:nvPr/>
          </p:nvSpPr>
          <p:spPr bwMode="auto">
            <a:xfrm>
              <a:off x="5281216" y="5231547"/>
              <a:ext cx="406001" cy="2765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/>
              <a:r>
                <a:rPr lang="en-US" altLang="zh-CN" dirty="0"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73" name="Oval 16"/>
            <p:cNvSpPr>
              <a:spLocks noChangeArrowheads="1"/>
            </p:cNvSpPr>
            <p:nvPr/>
          </p:nvSpPr>
          <p:spPr bwMode="auto">
            <a:xfrm>
              <a:off x="5667375" y="6070997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74" name="Oval 17"/>
            <p:cNvSpPr>
              <a:spLocks noChangeArrowheads="1"/>
            </p:cNvSpPr>
            <p:nvPr/>
          </p:nvSpPr>
          <p:spPr bwMode="auto">
            <a:xfrm>
              <a:off x="6353175" y="6070997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75" name="Line 18"/>
            <p:cNvSpPr>
              <a:spLocks noChangeShapeType="1"/>
            </p:cNvSpPr>
            <p:nvPr/>
          </p:nvSpPr>
          <p:spPr bwMode="auto">
            <a:xfrm flipH="1">
              <a:off x="5838825" y="5556647"/>
              <a:ext cx="34290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76" name="Line 19"/>
            <p:cNvSpPr>
              <a:spLocks noChangeShapeType="1"/>
            </p:cNvSpPr>
            <p:nvPr/>
          </p:nvSpPr>
          <p:spPr bwMode="auto">
            <a:xfrm>
              <a:off x="6181725" y="5556647"/>
              <a:ext cx="28575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77" name="Text Box 20"/>
            <p:cNvSpPr txBox="1">
              <a:spLocks noChangeArrowheads="1"/>
            </p:cNvSpPr>
            <p:nvPr/>
          </p:nvSpPr>
          <p:spPr bwMode="auto">
            <a:xfrm>
              <a:off x="5650707" y="6086873"/>
              <a:ext cx="442589" cy="2765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/>
              <a:r>
                <a:rPr lang="en-US" altLang="zh-CN">
                  <a:ea typeface="宋体" panose="02010600030101010101" pitchFamily="2" charset="-122"/>
                </a:rPr>
                <a:t>96</a:t>
              </a:r>
            </a:p>
          </p:txBody>
        </p:sp>
        <p:sp>
          <p:nvSpPr>
            <p:cNvPr id="78" name="Text Box 21"/>
            <p:cNvSpPr txBox="1">
              <a:spLocks noChangeArrowheads="1"/>
            </p:cNvSpPr>
            <p:nvPr/>
          </p:nvSpPr>
          <p:spPr bwMode="auto">
            <a:xfrm>
              <a:off x="6336745" y="6087190"/>
              <a:ext cx="403622" cy="2765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/>
              <a:r>
                <a:rPr lang="en-US" altLang="zh-CN" dirty="0">
                  <a:ea typeface="宋体" panose="02010600030101010101" pitchFamily="2" charset="-122"/>
                </a:rPr>
                <a:t>99</a:t>
              </a:r>
            </a:p>
          </p:txBody>
        </p:sp>
        <p:sp>
          <p:nvSpPr>
            <p:cNvPr id="79" name="Text Box 22"/>
            <p:cNvSpPr txBox="1">
              <a:spLocks noChangeArrowheads="1"/>
            </p:cNvSpPr>
            <p:nvPr/>
          </p:nvSpPr>
          <p:spPr bwMode="auto">
            <a:xfrm>
              <a:off x="5641111" y="4376818"/>
              <a:ext cx="519113" cy="2765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/>
              <a:r>
                <a:rPr lang="en-US" altLang="zh-CN" dirty="0">
                  <a:ea typeface="宋体" panose="02010600030101010101" pitchFamily="2" charset="-122"/>
                </a:rPr>
                <a:t>94</a:t>
              </a:r>
            </a:p>
          </p:txBody>
        </p:sp>
        <p:sp>
          <p:nvSpPr>
            <p:cNvPr id="80" name="Text Box 23"/>
            <p:cNvSpPr txBox="1">
              <a:spLocks noChangeArrowheads="1"/>
            </p:cNvSpPr>
            <p:nvPr/>
          </p:nvSpPr>
          <p:spPr bwMode="auto">
            <a:xfrm>
              <a:off x="5990035" y="5246053"/>
              <a:ext cx="519113" cy="2765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/>
              <a:r>
                <a:rPr lang="en-US" altLang="zh-CN" dirty="0">
                  <a:ea typeface="宋体" panose="02010600030101010101" pitchFamily="2" charset="-122"/>
                </a:rPr>
                <a:t>97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1369060" cy="902335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005" cy="49117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0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4626610" cy="7213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zh-CN" sz="3600" dirty="0">
                <a:solidFill>
                  <a:schemeClr val="bg1"/>
                </a:solidFill>
                <a:sym typeface="+mn-ea"/>
              </a:rPr>
              <a:t>Find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quarter" idx="10"/>
            <p:custDataLst>
              <p:tags r:id="rId4"/>
            </p:custDataLst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CN" sz="790"/>
              <a:t>23/09/11</a:t>
            </a:r>
          </a:p>
        </p:txBody>
      </p:sp>
      <p:pic>
        <p:nvPicPr>
          <p:cNvPr id="12" name="图片 11" descr="华工标志（透明版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4579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Trees and Binary trees – Lecture 4-1</a:t>
            </a:r>
          </a:p>
        </p:txBody>
      </p:sp>
      <p:sp>
        <p:nvSpPr>
          <p:cNvPr id="24580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6C77DC3-24A9-4357-B9F8-65E15DB46648}" type="slidenum">
              <a:rPr lang="en-US" altLang="zh-CN" sz="790"/>
              <a:pPr/>
              <a:t>23</a:t>
            </a:fld>
            <a:endParaRPr lang="en-US" altLang="zh-CN" sz="790"/>
          </a:p>
        </p:txBody>
      </p:sp>
      <p:sp>
        <p:nvSpPr>
          <p:cNvPr id="24582" name="Text Box 1027"/>
          <p:cNvSpPr txBox="1">
            <a:spLocks noChangeArrowheads="1"/>
          </p:cNvSpPr>
          <p:nvPr/>
        </p:nvSpPr>
        <p:spPr bwMode="auto">
          <a:xfrm>
            <a:off x="3071813" y="2700338"/>
            <a:ext cx="309880" cy="264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zh-CN" sz="1125">
              <a:ea typeface="宋体" panose="02010600030101010101" pitchFamily="2" charset="-122"/>
            </a:endParaRPr>
          </a:p>
        </p:txBody>
      </p:sp>
      <p:sp>
        <p:nvSpPr>
          <p:cNvPr id="24583" name="Text Box 1028"/>
          <p:cNvSpPr txBox="1">
            <a:spLocks noChangeArrowheads="1"/>
          </p:cNvSpPr>
          <p:nvPr/>
        </p:nvSpPr>
        <p:spPr bwMode="auto">
          <a:xfrm>
            <a:off x="539475" y="1754814"/>
            <a:ext cx="7742555" cy="4154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/**</a:t>
            </a:r>
          </a:p>
          <a:p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test if an item is in a subtree.</a:t>
            </a:r>
          </a:p>
          <a:p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x is item to search for.</a:t>
            </a:r>
          </a:p>
          <a:p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t is the node that roots the subtree.</a:t>
            </a:r>
          </a:p>
          <a:p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*/</a:t>
            </a:r>
          </a:p>
          <a:p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bool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contains( const Comparable &amp; x,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BinaryNode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*t ) const{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if( t ==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nullptr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 return false;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else if( x &lt; t-&gt;element ) return contains( x, t-&gt;left );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else if( t-&gt;element &lt; x ) return contains( x, t-&gt;right );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else return true; 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Match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9" name="组合 18"/>
          <p:cNvGrpSpPr/>
          <p:nvPr/>
        </p:nvGrpSpPr>
        <p:grpSpPr>
          <a:xfrm rot="16200000">
            <a:off x="7826375" y="5311140"/>
            <a:ext cx="769620" cy="811530"/>
            <a:chOff x="7852" y="8022"/>
            <a:chExt cx="520" cy="548"/>
          </a:xfrm>
          <a:solidFill>
            <a:schemeClr val="accent1">
              <a:lumMod val="50000"/>
              <a:alpha val="11000"/>
            </a:schemeClr>
          </a:solidFill>
        </p:grpSpPr>
        <p:sp>
          <p:nvSpPr>
            <p:cNvPr id="1173" name="Freeform 309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7852" y="8022"/>
              <a:ext cx="520" cy="549"/>
            </a:xfrm>
            <a:custGeom>
              <a:avLst/>
              <a:gdLst>
                <a:gd name="T0" fmla="*/ 186 w 545"/>
                <a:gd name="T1" fmla="*/ 136 h 574"/>
                <a:gd name="T2" fmla="*/ 145 w 545"/>
                <a:gd name="T3" fmla="*/ 398 h 574"/>
                <a:gd name="T4" fmla="*/ 3 w 545"/>
                <a:gd name="T5" fmla="*/ 512 h 574"/>
                <a:gd name="T6" fmla="*/ 55 w 545"/>
                <a:gd name="T7" fmla="*/ 574 h 574"/>
                <a:gd name="T8" fmla="*/ 83 w 545"/>
                <a:gd name="T9" fmla="*/ 553 h 574"/>
                <a:gd name="T10" fmla="*/ 171 w 545"/>
                <a:gd name="T11" fmla="*/ 455 h 574"/>
                <a:gd name="T12" fmla="*/ 208 w 545"/>
                <a:gd name="T13" fmla="*/ 405 h 574"/>
                <a:gd name="T14" fmla="*/ 227 w 545"/>
                <a:gd name="T15" fmla="*/ 388 h 574"/>
                <a:gd name="T16" fmla="*/ 271 w 545"/>
                <a:gd name="T17" fmla="*/ 340 h 574"/>
                <a:gd name="T18" fmla="*/ 138 w 545"/>
                <a:gd name="T19" fmla="*/ 487 h 574"/>
                <a:gd name="T20" fmla="*/ 136 w 545"/>
                <a:gd name="T21" fmla="*/ 486 h 574"/>
                <a:gd name="T22" fmla="*/ 148 w 545"/>
                <a:gd name="T23" fmla="*/ 475 h 574"/>
                <a:gd name="T24" fmla="*/ 117 w 545"/>
                <a:gd name="T25" fmla="*/ 504 h 574"/>
                <a:gd name="T26" fmla="*/ 122 w 545"/>
                <a:gd name="T27" fmla="*/ 506 h 574"/>
                <a:gd name="T28" fmla="*/ 173 w 545"/>
                <a:gd name="T29" fmla="*/ 431 h 574"/>
                <a:gd name="T30" fmla="*/ 155 w 545"/>
                <a:gd name="T31" fmla="*/ 428 h 574"/>
                <a:gd name="T32" fmla="*/ 165 w 545"/>
                <a:gd name="T33" fmla="*/ 451 h 574"/>
                <a:gd name="T34" fmla="*/ 154 w 545"/>
                <a:gd name="T35" fmla="*/ 462 h 574"/>
                <a:gd name="T36" fmla="*/ 150 w 545"/>
                <a:gd name="T37" fmla="*/ 465 h 574"/>
                <a:gd name="T38" fmla="*/ 127 w 545"/>
                <a:gd name="T39" fmla="*/ 446 h 574"/>
                <a:gd name="T40" fmla="*/ 109 w 545"/>
                <a:gd name="T41" fmla="*/ 455 h 574"/>
                <a:gd name="T42" fmla="*/ 116 w 545"/>
                <a:gd name="T43" fmla="*/ 493 h 574"/>
                <a:gd name="T44" fmla="*/ 101 w 545"/>
                <a:gd name="T45" fmla="*/ 510 h 574"/>
                <a:gd name="T46" fmla="*/ 75 w 545"/>
                <a:gd name="T47" fmla="*/ 485 h 574"/>
                <a:gd name="T48" fmla="*/ 56 w 545"/>
                <a:gd name="T49" fmla="*/ 499 h 574"/>
                <a:gd name="T50" fmla="*/ 42 w 545"/>
                <a:gd name="T51" fmla="*/ 513 h 574"/>
                <a:gd name="T52" fmla="*/ 48 w 545"/>
                <a:gd name="T53" fmla="*/ 545 h 574"/>
                <a:gd name="T54" fmla="*/ 62 w 545"/>
                <a:gd name="T55" fmla="*/ 560 h 574"/>
                <a:gd name="T56" fmla="*/ 55 w 545"/>
                <a:gd name="T57" fmla="*/ 559 h 574"/>
                <a:gd name="T58" fmla="*/ 11 w 545"/>
                <a:gd name="T59" fmla="*/ 515 h 574"/>
                <a:gd name="T60" fmla="*/ 91 w 545"/>
                <a:gd name="T61" fmla="*/ 538 h 574"/>
                <a:gd name="T62" fmla="*/ 92 w 545"/>
                <a:gd name="T63" fmla="*/ 536 h 574"/>
                <a:gd name="T64" fmla="*/ 107 w 545"/>
                <a:gd name="T65" fmla="*/ 517 h 574"/>
                <a:gd name="T66" fmla="*/ 116 w 545"/>
                <a:gd name="T67" fmla="*/ 505 h 574"/>
                <a:gd name="T68" fmla="*/ 124 w 545"/>
                <a:gd name="T69" fmla="*/ 500 h 574"/>
                <a:gd name="T70" fmla="*/ 133 w 545"/>
                <a:gd name="T71" fmla="*/ 490 h 574"/>
                <a:gd name="T72" fmla="*/ 124 w 545"/>
                <a:gd name="T73" fmla="*/ 503 h 574"/>
                <a:gd name="T74" fmla="*/ 229 w 545"/>
                <a:gd name="T75" fmla="*/ 372 h 574"/>
                <a:gd name="T76" fmla="*/ 202 w 545"/>
                <a:gd name="T77" fmla="*/ 375 h 574"/>
                <a:gd name="T78" fmla="*/ 190 w 545"/>
                <a:gd name="T79" fmla="*/ 389 h 574"/>
                <a:gd name="T80" fmla="*/ 189 w 545"/>
                <a:gd name="T81" fmla="*/ 410 h 574"/>
                <a:gd name="T82" fmla="*/ 181 w 545"/>
                <a:gd name="T83" fmla="*/ 408 h 574"/>
                <a:gd name="T84" fmla="*/ 175 w 545"/>
                <a:gd name="T85" fmla="*/ 415 h 574"/>
                <a:gd name="T86" fmla="*/ 263 w 545"/>
                <a:gd name="T87" fmla="*/ 337 h 574"/>
                <a:gd name="T88" fmla="*/ 240 w 545"/>
                <a:gd name="T89" fmla="*/ 328 h 574"/>
                <a:gd name="T90" fmla="*/ 232 w 545"/>
                <a:gd name="T91" fmla="*/ 341 h 574"/>
                <a:gd name="T92" fmla="*/ 231 w 545"/>
                <a:gd name="T93" fmla="*/ 370 h 574"/>
                <a:gd name="T94" fmla="*/ 223 w 545"/>
                <a:gd name="T95" fmla="*/ 278 h 574"/>
                <a:gd name="T96" fmla="*/ 476 w 545"/>
                <a:gd name="T97" fmla="*/ 308 h 5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45" h="574">
                  <a:moveTo>
                    <a:pt x="525" y="138"/>
                  </a:moveTo>
                  <a:cubicBezTo>
                    <a:pt x="505" y="58"/>
                    <a:pt x="435" y="11"/>
                    <a:pt x="355" y="8"/>
                  </a:cubicBezTo>
                  <a:cubicBezTo>
                    <a:pt x="317" y="6"/>
                    <a:pt x="278" y="15"/>
                    <a:pt x="246" y="36"/>
                  </a:cubicBezTo>
                  <a:cubicBezTo>
                    <a:pt x="212" y="59"/>
                    <a:pt x="194" y="97"/>
                    <a:pt x="186" y="136"/>
                  </a:cubicBezTo>
                  <a:cubicBezTo>
                    <a:pt x="178" y="174"/>
                    <a:pt x="184" y="214"/>
                    <a:pt x="198" y="251"/>
                  </a:cubicBezTo>
                  <a:cubicBezTo>
                    <a:pt x="205" y="268"/>
                    <a:pt x="215" y="287"/>
                    <a:pt x="228" y="304"/>
                  </a:cubicBezTo>
                  <a:cubicBezTo>
                    <a:pt x="197" y="331"/>
                    <a:pt x="168" y="361"/>
                    <a:pt x="146" y="396"/>
                  </a:cubicBezTo>
                  <a:cubicBezTo>
                    <a:pt x="146" y="397"/>
                    <a:pt x="145" y="397"/>
                    <a:pt x="145" y="398"/>
                  </a:cubicBezTo>
                  <a:cubicBezTo>
                    <a:pt x="126" y="397"/>
                    <a:pt x="103" y="410"/>
                    <a:pt x="85" y="423"/>
                  </a:cubicBezTo>
                  <a:cubicBezTo>
                    <a:pt x="65" y="438"/>
                    <a:pt x="47" y="457"/>
                    <a:pt x="30" y="476"/>
                  </a:cubicBezTo>
                  <a:cubicBezTo>
                    <a:pt x="24" y="482"/>
                    <a:pt x="11" y="495"/>
                    <a:pt x="8" y="506"/>
                  </a:cubicBezTo>
                  <a:cubicBezTo>
                    <a:pt x="6" y="508"/>
                    <a:pt x="5" y="510"/>
                    <a:pt x="3" y="512"/>
                  </a:cubicBezTo>
                  <a:cubicBezTo>
                    <a:pt x="1" y="513"/>
                    <a:pt x="0" y="515"/>
                    <a:pt x="1" y="516"/>
                  </a:cubicBezTo>
                  <a:cubicBezTo>
                    <a:pt x="5" y="530"/>
                    <a:pt x="11" y="542"/>
                    <a:pt x="21" y="552"/>
                  </a:cubicBezTo>
                  <a:cubicBezTo>
                    <a:pt x="26" y="556"/>
                    <a:pt x="32" y="560"/>
                    <a:pt x="38" y="563"/>
                  </a:cubicBezTo>
                  <a:cubicBezTo>
                    <a:pt x="43" y="567"/>
                    <a:pt x="49" y="571"/>
                    <a:pt x="55" y="574"/>
                  </a:cubicBezTo>
                  <a:cubicBezTo>
                    <a:pt x="55" y="574"/>
                    <a:pt x="56" y="574"/>
                    <a:pt x="57" y="574"/>
                  </a:cubicBezTo>
                  <a:cubicBezTo>
                    <a:pt x="58" y="574"/>
                    <a:pt x="59" y="574"/>
                    <a:pt x="60" y="573"/>
                  </a:cubicBezTo>
                  <a:cubicBezTo>
                    <a:pt x="62" y="570"/>
                    <a:pt x="65" y="568"/>
                    <a:pt x="68" y="565"/>
                  </a:cubicBezTo>
                  <a:cubicBezTo>
                    <a:pt x="74" y="562"/>
                    <a:pt x="80" y="555"/>
                    <a:pt x="83" y="553"/>
                  </a:cubicBezTo>
                  <a:cubicBezTo>
                    <a:pt x="103" y="537"/>
                    <a:pt x="121" y="518"/>
                    <a:pt x="138" y="498"/>
                  </a:cubicBezTo>
                  <a:cubicBezTo>
                    <a:pt x="141" y="494"/>
                    <a:pt x="158" y="476"/>
                    <a:pt x="170" y="457"/>
                  </a:cubicBezTo>
                  <a:cubicBezTo>
                    <a:pt x="170" y="457"/>
                    <a:pt x="170" y="458"/>
                    <a:pt x="170" y="458"/>
                  </a:cubicBezTo>
                  <a:cubicBezTo>
                    <a:pt x="172" y="458"/>
                    <a:pt x="172" y="456"/>
                    <a:pt x="171" y="455"/>
                  </a:cubicBezTo>
                  <a:cubicBezTo>
                    <a:pt x="177" y="446"/>
                    <a:pt x="181" y="438"/>
                    <a:pt x="182" y="432"/>
                  </a:cubicBezTo>
                  <a:cubicBezTo>
                    <a:pt x="184" y="431"/>
                    <a:pt x="185" y="431"/>
                    <a:pt x="186" y="429"/>
                  </a:cubicBezTo>
                  <a:cubicBezTo>
                    <a:pt x="192" y="420"/>
                    <a:pt x="199" y="412"/>
                    <a:pt x="207" y="405"/>
                  </a:cubicBezTo>
                  <a:cubicBezTo>
                    <a:pt x="208" y="405"/>
                    <a:pt x="208" y="405"/>
                    <a:pt x="208" y="405"/>
                  </a:cubicBezTo>
                  <a:cubicBezTo>
                    <a:pt x="209" y="404"/>
                    <a:pt x="209" y="404"/>
                    <a:pt x="209" y="403"/>
                  </a:cubicBezTo>
                  <a:cubicBezTo>
                    <a:pt x="214" y="399"/>
                    <a:pt x="218" y="395"/>
                    <a:pt x="223" y="391"/>
                  </a:cubicBezTo>
                  <a:cubicBezTo>
                    <a:pt x="224" y="391"/>
                    <a:pt x="226" y="391"/>
                    <a:pt x="227" y="391"/>
                  </a:cubicBezTo>
                  <a:cubicBezTo>
                    <a:pt x="228" y="390"/>
                    <a:pt x="229" y="388"/>
                    <a:pt x="227" y="388"/>
                  </a:cubicBezTo>
                  <a:cubicBezTo>
                    <a:pt x="227" y="388"/>
                    <a:pt x="227" y="388"/>
                    <a:pt x="226" y="388"/>
                  </a:cubicBezTo>
                  <a:cubicBezTo>
                    <a:pt x="242" y="374"/>
                    <a:pt x="258" y="361"/>
                    <a:pt x="269" y="344"/>
                  </a:cubicBezTo>
                  <a:cubicBezTo>
                    <a:pt x="270" y="343"/>
                    <a:pt x="270" y="341"/>
                    <a:pt x="270" y="340"/>
                  </a:cubicBezTo>
                  <a:cubicBezTo>
                    <a:pt x="270" y="340"/>
                    <a:pt x="270" y="340"/>
                    <a:pt x="271" y="340"/>
                  </a:cubicBezTo>
                  <a:cubicBezTo>
                    <a:pt x="280" y="347"/>
                    <a:pt x="291" y="353"/>
                    <a:pt x="302" y="358"/>
                  </a:cubicBezTo>
                  <a:cubicBezTo>
                    <a:pt x="345" y="373"/>
                    <a:pt x="395" y="368"/>
                    <a:pt x="436" y="349"/>
                  </a:cubicBezTo>
                  <a:cubicBezTo>
                    <a:pt x="514" y="313"/>
                    <a:pt x="545" y="217"/>
                    <a:pt x="525" y="138"/>
                  </a:cubicBezTo>
                  <a:close/>
                  <a:moveTo>
                    <a:pt x="138" y="487"/>
                  </a:moveTo>
                  <a:cubicBezTo>
                    <a:pt x="138" y="487"/>
                    <a:pt x="138" y="487"/>
                    <a:pt x="138" y="487"/>
                  </a:cubicBezTo>
                  <a:cubicBezTo>
                    <a:pt x="138" y="487"/>
                    <a:pt x="138" y="487"/>
                    <a:pt x="138" y="487"/>
                  </a:cubicBezTo>
                  <a:cubicBezTo>
                    <a:pt x="139" y="486"/>
                    <a:pt x="137" y="485"/>
                    <a:pt x="137" y="486"/>
                  </a:cubicBezTo>
                  <a:cubicBezTo>
                    <a:pt x="136" y="486"/>
                    <a:pt x="136" y="486"/>
                    <a:pt x="136" y="486"/>
                  </a:cubicBezTo>
                  <a:cubicBezTo>
                    <a:pt x="136" y="486"/>
                    <a:pt x="136" y="486"/>
                    <a:pt x="136" y="485"/>
                  </a:cubicBezTo>
                  <a:cubicBezTo>
                    <a:pt x="139" y="482"/>
                    <a:pt x="143" y="479"/>
                    <a:pt x="147" y="476"/>
                  </a:cubicBezTo>
                  <a:cubicBezTo>
                    <a:pt x="147" y="476"/>
                    <a:pt x="147" y="476"/>
                    <a:pt x="148" y="475"/>
                  </a:cubicBezTo>
                  <a:cubicBezTo>
                    <a:pt x="148" y="475"/>
                    <a:pt x="148" y="475"/>
                    <a:pt x="148" y="475"/>
                  </a:cubicBezTo>
                  <a:cubicBezTo>
                    <a:pt x="148" y="475"/>
                    <a:pt x="149" y="474"/>
                    <a:pt x="149" y="474"/>
                  </a:cubicBezTo>
                  <a:cubicBezTo>
                    <a:pt x="145" y="479"/>
                    <a:pt x="142" y="483"/>
                    <a:pt x="138" y="487"/>
                  </a:cubicBezTo>
                  <a:close/>
                  <a:moveTo>
                    <a:pt x="122" y="506"/>
                  </a:moveTo>
                  <a:cubicBezTo>
                    <a:pt x="120" y="505"/>
                    <a:pt x="119" y="505"/>
                    <a:pt x="117" y="504"/>
                  </a:cubicBezTo>
                  <a:cubicBezTo>
                    <a:pt x="118" y="503"/>
                    <a:pt x="119" y="501"/>
                    <a:pt x="120" y="500"/>
                  </a:cubicBezTo>
                  <a:cubicBezTo>
                    <a:pt x="121" y="500"/>
                    <a:pt x="121" y="500"/>
                    <a:pt x="122" y="500"/>
                  </a:cubicBezTo>
                  <a:cubicBezTo>
                    <a:pt x="122" y="502"/>
                    <a:pt x="122" y="504"/>
                    <a:pt x="122" y="506"/>
                  </a:cubicBezTo>
                  <a:cubicBezTo>
                    <a:pt x="122" y="506"/>
                    <a:pt x="122" y="506"/>
                    <a:pt x="122" y="506"/>
                  </a:cubicBezTo>
                  <a:close/>
                  <a:moveTo>
                    <a:pt x="31" y="492"/>
                  </a:moveTo>
                  <a:cubicBezTo>
                    <a:pt x="44" y="476"/>
                    <a:pt x="58" y="461"/>
                    <a:pt x="73" y="447"/>
                  </a:cubicBezTo>
                  <a:cubicBezTo>
                    <a:pt x="97" y="425"/>
                    <a:pt x="150" y="383"/>
                    <a:pt x="171" y="429"/>
                  </a:cubicBezTo>
                  <a:cubicBezTo>
                    <a:pt x="172" y="430"/>
                    <a:pt x="172" y="431"/>
                    <a:pt x="173" y="431"/>
                  </a:cubicBezTo>
                  <a:cubicBezTo>
                    <a:pt x="173" y="433"/>
                    <a:pt x="173" y="436"/>
                    <a:pt x="172" y="438"/>
                  </a:cubicBezTo>
                  <a:cubicBezTo>
                    <a:pt x="172" y="439"/>
                    <a:pt x="172" y="439"/>
                    <a:pt x="171" y="440"/>
                  </a:cubicBezTo>
                  <a:cubicBezTo>
                    <a:pt x="168" y="434"/>
                    <a:pt x="162" y="429"/>
                    <a:pt x="157" y="426"/>
                  </a:cubicBezTo>
                  <a:cubicBezTo>
                    <a:pt x="155" y="425"/>
                    <a:pt x="154" y="428"/>
                    <a:pt x="155" y="428"/>
                  </a:cubicBezTo>
                  <a:cubicBezTo>
                    <a:pt x="161" y="431"/>
                    <a:pt x="166" y="437"/>
                    <a:pt x="168" y="442"/>
                  </a:cubicBezTo>
                  <a:cubicBezTo>
                    <a:pt x="169" y="442"/>
                    <a:pt x="169" y="443"/>
                    <a:pt x="170" y="443"/>
                  </a:cubicBezTo>
                  <a:cubicBezTo>
                    <a:pt x="168" y="445"/>
                    <a:pt x="167" y="448"/>
                    <a:pt x="165" y="451"/>
                  </a:cubicBezTo>
                  <a:cubicBezTo>
                    <a:pt x="165" y="451"/>
                    <a:pt x="165" y="451"/>
                    <a:pt x="165" y="451"/>
                  </a:cubicBezTo>
                  <a:cubicBezTo>
                    <a:pt x="158" y="448"/>
                    <a:pt x="152" y="443"/>
                    <a:pt x="147" y="437"/>
                  </a:cubicBezTo>
                  <a:cubicBezTo>
                    <a:pt x="147" y="436"/>
                    <a:pt x="146" y="437"/>
                    <a:pt x="146" y="437"/>
                  </a:cubicBezTo>
                  <a:cubicBezTo>
                    <a:pt x="151" y="443"/>
                    <a:pt x="155" y="450"/>
                    <a:pt x="162" y="454"/>
                  </a:cubicBezTo>
                  <a:cubicBezTo>
                    <a:pt x="160" y="457"/>
                    <a:pt x="157" y="460"/>
                    <a:pt x="154" y="462"/>
                  </a:cubicBezTo>
                  <a:cubicBezTo>
                    <a:pt x="151" y="460"/>
                    <a:pt x="147" y="458"/>
                    <a:pt x="145" y="454"/>
                  </a:cubicBezTo>
                  <a:cubicBezTo>
                    <a:pt x="140" y="450"/>
                    <a:pt x="138" y="443"/>
                    <a:pt x="138" y="437"/>
                  </a:cubicBezTo>
                  <a:cubicBezTo>
                    <a:pt x="138" y="436"/>
                    <a:pt x="136" y="436"/>
                    <a:pt x="136" y="437"/>
                  </a:cubicBezTo>
                  <a:cubicBezTo>
                    <a:pt x="136" y="447"/>
                    <a:pt x="141" y="460"/>
                    <a:pt x="150" y="465"/>
                  </a:cubicBezTo>
                  <a:cubicBezTo>
                    <a:pt x="148" y="467"/>
                    <a:pt x="146" y="469"/>
                    <a:pt x="144" y="470"/>
                  </a:cubicBezTo>
                  <a:cubicBezTo>
                    <a:pt x="142" y="468"/>
                    <a:pt x="139" y="466"/>
                    <a:pt x="137" y="464"/>
                  </a:cubicBezTo>
                  <a:cubicBezTo>
                    <a:pt x="132" y="459"/>
                    <a:pt x="130" y="452"/>
                    <a:pt x="128" y="446"/>
                  </a:cubicBezTo>
                  <a:cubicBezTo>
                    <a:pt x="128" y="446"/>
                    <a:pt x="127" y="446"/>
                    <a:pt x="127" y="446"/>
                  </a:cubicBezTo>
                  <a:cubicBezTo>
                    <a:pt x="128" y="453"/>
                    <a:pt x="131" y="458"/>
                    <a:pt x="134" y="464"/>
                  </a:cubicBezTo>
                  <a:cubicBezTo>
                    <a:pt x="136" y="466"/>
                    <a:pt x="138" y="470"/>
                    <a:pt x="141" y="473"/>
                  </a:cubicBezTo>
                  <a:cubicBezTo>
                    <a:pt x="137" y="476"/>
                    <a:pt x="133" y="478"/>
                    <a:pt x="130" y="481"/>
                  </a:cubicBezTo>
                  <a:cubicBezTo>
                    <a:pt x="122" y="473"/>
                    <a:pt x="116" y="464"/>
                    <a:pt x="109" y="455"/>
                  </a:cubicBezTo>
                  <a:cubicBezTo>
                    <a:pt x="109" y="455"/>
                    <a:pt x="108" y="456"/>
                    <a:pt x="108" y="456"/>
                  </a:cubicBezTo>
                  <a:cubicBezTo>
                    <a:pt x="113" y="466"/>
                    <a:pt x="119" y="476"/>
                    <a:pt x="127" y="483"/>
                  </a:cubicBezTo>
                  <a:cubicBezTo>
                    <a:pt x="126" y="484"/>
                    <a:pt x="125" y="485"/>
                    <a:pt x="125" y="485"/>
                  </a:cubicBezTo>
                  <a:cubicBezTo>
                    <a:pt x="122" y="488"/>
                    <a:pt x="119" y="491"/>
                    <a:pt x="116" y="493"/>
                  </a:cubicBezTo>
                  <a:cubicBezTo>
                    <a:pt x="107" y="488"/>
                    <a:pt x="100" y="479"/>
                    <a:pt x="95" y="470"/>
                  </a:cubicBezTo>
                  <a:cubicBezTo>
                    <a:pt x="95" y="469"/>
                    <a:pt x="93" y="470"/>
                    <a:pt x="94" y="470"/>
                  </a:cubicBezTo>
                  <a:cubicBezTo>
                    <a:pt x="98" y="480"/>
                    <a:pt x="104" y="491"/>
                    <a:pt x="113" y="497"/>
                  </a:cubicBezTo>
                  <a:cubicBezTo>
                    <a:pt x="108" y="501"/>
                    <a:pt x="105" y="506"/>
                    <a:pt x="101" y="510"/>
                  </a:cubicBezTo>
                  <a:cubicBezTo>
                    <a:pt x="101" y="510"/>
                    <a:pt x="100" y="510"/>
                    <a:pt x="100" y="509"/>
                  </a:cubicBezTo>
                  <a:cubicBezTo>
                    <a:pt x="99" y="509"/>
                    <a:pt x="99" y="509"/>
                    <a:pt x="98" y="510"/>
                  </a:cubicBezTo>
                  <a:cubicBezTo>
                    <a:pt x="90" y="502"/>
                    <a:pt x="83" y="492"/>
                    <a:pt x="76" y="484"/>
                  </a:cubicBezTo>
                  <a:cubicBezTo>
                    <a:pt x="76" y="483"/>
                    <a:pt x="75" y="484"/>
                    <a:pt x="75" y="485"/>
                  </a:cubicBezTo>
                  <a:cubicBezTo>
                    <a:pt x="81" y="496"/>
                    <a:pt x="87" y="507"/>
                    <a:pt x="97" y="516"/>
                  </a:cubicBezTo>
                  <a:cubicBezTo>
                    <a:pt x="93" y="521"/>
                    <a:pt x="89" y="526"/>
                    <a:pt x="85" y="531"/>
                  </a:cubicBezTo>
                  <a:cubicBezTo>
                    <a:pt x="73" y="523"/>
                    <a:pt x="62" y="513"/>
                    <a:pt x="57" y="499"/>
                  </a:cubicBezTo>
                  <a:cubicBezTo>
                    <a:pt x="57" y="498"/>
                    <a:pt x="56" y="498"/>
                    <a:pt x="56" y="499"/>
                  </a:cubicBezTo>
                  <a:cubicBezTo>
                    <a:pt x="60" y="513"/>
                    <a:pt x="70" y="527"/>
                    <a:pt x="83" y="535"/>
                  </a:cubicBezTo>
                  <a:cubicBezTo>
                    <a:pt x="79" y="539"/>
                    <a:pt x="76" y="543"/>
                    <a:pt x="73" y="547"/>
                  </a:cubicBezTo>
                  <a:cubicBezTo>
                    <a:pt x="58" y="541"/>
                    <a:pt x="48" y="528"/>
                    <a:pt x="43" y="513"/>
                  </a:cubicBezTo>
                  <a:cubicBezTo>
                    <a:pt x="43" y="512"/>
                    <a:pt x="42" y="512"/>
                    <a:pt x="42" y="513"/>
                  </a:cubicBezTo>
                  <a:cubicBezTo>
                    <a:pt x="46" y="529"/>
                    <a:pt x="55" y="544"/>
                    <a:pt x="69" y="551"/>
                  </a:cubicBezTo>
                  <a:cubicBezTo>
                    <a:pt x="68" y="553"/>
                    <a:pt x="67" y="554"/>
                    <a:pt x="66" y="556"/>
                  </a:cubicBezTo>
                  <a:cubicBezTo>
                    <a:pt x="65" y="555"/>
                    <a:pt x="64" y="555"/>
                    <a:pt x="63" y="554"/>
                  </a:cubicBezTo>
                  <a:cubicBezTo>
                    <a:pt x="57" y="552"/>
                    <a:pt x="53" y="548"/>
                    <a:pt x="48" y="545"/>
                  </a:cubicBezTo>
                  <a:cubicBezTo>
                    <a:pt x="41" y="538"/>
                    <a:pt x="34" y="530"/>
                    <a:pt x="29" y="522"/>
                  </a:cubicBezTo>
                  <a:cubicBezTo>
                    <a:pt x="28" y="521"/>
                    <a:pt x="27" y="522"/>
                    <a:pt x="28" y="523"/>
                  </a:cubicBezTo>
                  <a:cubicBezTo>
                    <a:pt x="33" y="532"/>
                    <a:pt x="39" y="540"/>
                    <a:pt x="46" y="547"/>
                  </a:cubicBezTo>
                  <a:cubicBezTo>
                    <a:pt x="50" y="551"/>
                    <a:pt x="56" y="557"/>
                    <a:pt x="62" y="560"/>
                  </a:cubicBezTo>
                  <a:cubicBezTo>
                    <a:pt x="60" y="562"/>
                    <a:pt x="58" y="563"/>
                    <a:pt x="56" y="565"/>
                  </a:cubicBezTo>
                  <a:cubicBezTo>
                    <a:pt x="55" y="565"/>
                    <a:pt x="54" y="564"/>
                    <a:pt x="53" y="563"/>
                  </a:cubicBezTo>
                  <a:cubicBezTo>
                    <a:pt x="54" y="563"/>
                    <a:pt x="55" y="563"/>
                    <a:pt x="55" y="562"/>
                  </a:cubicBezTo>
                  <a:cubicBezTo>
                    <a:pt x="57" y="561"/>
                    <a:pt x="57" y="560"/>
                    <a:pt x="55" y="559"/>
                  </a:cubicBezTo>
                  <a:cubicBezTo>
                    <a:pt x="50" y="555"/>
                    <a:pt x="43" y="555"/>
                    <a:pt x="38" y="552"/>
                  </a:cubicBezTo>
                  <a:cubicBezTo>
                    <a:pt x="37" y="552"/>
                    <a:pt x="36" y="551"/>
                    <a:pt x="36" y="551"/>
                  </a:cubicBezTo>
                  <a:cubicBezTo>
                    <a:pt x="29" y="545"/>
                    <a:pt x="22" y="538"/>
                    <a:pt x="16" y="531"/>
                  </a:cubicBezTo>
                  <a:cubicBezTo>
                    <a:pt x="13" y="526"/>
                    <a:pt x="9" y="518"/>
                    <a:pt x="11" y="515"/>
                  </a:cubicBezTo>
                  <a:cubicBezTo>
                    <a:pt x="11" y="515"/>
                    <a:pt x="11" y="515"/>
                    <a:pt x="11" y="514"/>
                  </a:cubicBezTo>
                  <a:cubicBezTo>
                    <a:pt x="20" y="512"/>
                    <a:pt x="25" y="498"/>
                    <a:pt x="31" y="492"/>
                  </a:cubicBezTo>
                  <a:close/>
                  <a:moveTo>
                    <a:pt x="90" y="539"/>
                  </a:moveTo>
                  <a:cubicBezTo>
                    <a:pt x="90" y="539"/>
                    <a:pt x="91" y="539"/>
                    <a:pt x="91" y="538"/>
                  </a:cubicBezTo>
                  <a:cubicBezTo>
                    <a:pt x="90" y="539"/>
                    <a:pt x="89" y="540"/>
                    <a:pt x="88" y="541"/>
                  </a:cubicBezTo>
                  <a:cubicBezTo>
                    <a:pt x="89" y="540"/>
                    <a:pt x="90" y="539"/>
                    <a:pt x="90" y="539"/>
                  </a:cubicBezTo>
                  <a:close/>
                  <a:moveTo>
                    <a:pt x="92" y="538"/>
                  </a:moveTo>
                  <a:cubicBezTo>
                    <a:pt x="92" y="537"/>
                    <a:pt x="92" y="537"/>
                    <a:pt x="92" y="536"/>
                  </a:cubicBezTo>
                  <a:cubicBezTo>
                    <a:pt x="96" y="531"/>
                    <a:pt x="100" y="526"/>
                    <a:pt x="104" y="520"/>
                  </a:cubicBezTo>
                  <a:cubicBezTo>
                    <a:pt x="105" y="521"/>
                    <a:pt x="105" y="520"/>
                    <a:pt x="106" y="519"/>
                  </a:cubicBezTo>
                  <a:cubicBezTo>
                    <a:pt x="106" y="520"/>
                    <a:pt x="107" y="519"/>
                    <a:pt x="107" y="518"/>
                  </a:cubicBezTo>
                  <a:cubicBezTo>
                    <a:pt x="107" y="518"/>
                    <a:pt x="107" y="518"/>
                    <a:pt x="107" y="517"/>
                  </a:cubicBezTo>
                  <a:cubicBezTo>
                    <a:pt x="110" y="517"/>
                    <a:pt x="111" y="515"/>
                    <a:pt x="114" y="514"/>
                  </a:cubicBezTo>
                  <a:cubicBezTo>
                    <a:pt x="115" y="514"/>
                    <a:pt x="114" y="512"/>
                    <a:pt x="113" y="512"/>
                  </a:cubicBezTo>
                  <a:cubicBezTo>
                    <a:pt x="112" y="512"/>
                    <a:pt x="111" y="512"/>
                    <a:pt x="110" y="512"/>
                  </a:cubicBezTo>
                  <a:cubicBezTo>
                    <a:pt x="112" y="510"/>
                    <a:pt x="114" y="507"/>
                    <a:pt x="116" y="505"/>
                  </a:cubicBezTo>
                  <a:cubicBezTo>
                    <a:pt x="117" y="506"/>
                    <a:pt x="119" y="507"/>
                    <a:pt x="120" y="508"/>
                  </a:cubicBezTo>
                  <a:cubicBezTo>
                    <a:pt x="111" y="518"/>
                    <a:pt x="101" y="528"/>
                    <a:pt x="92" y="538"/>
                  </a:cubicBezTo>
                  <a:close/>
                  <a:moveTo>
                    <a:pt x="124" y="503"/>
                  </a:moveTo>
                  <a:cubicBezTo>
                    <a:pt x="124" y="502"/>
                    <a:pt x="124" y="501"/>
                    <a:pt x="124" y="500"/>
                  </a:cubicBezTo>
                  <a:cubicBezTo>
                    <a:pt x="124" y="500"/>
                    <a:pt x="124" y="500"/>
                    <a:pt x="124" y="500"/>
                  </a:cubicBezTo>
                  <a:cubicBezTo>
                    <a:pt x="125" y="499"/>
                    <a:pt x="125" y="499"/>
                    <a:pt x="125" y="498"/>
                  </a:cubicBezTo>
                  <a:cubicBezTo>
                    <a:pt x="125" y="497"/>
                    <a:pt x="126" y="497"/>
                    <a:pt x="128" y="496"/>
                  </a:cubicBezTo>
                  <a:cubicBezTo>
                    <a:pt x="131" y="495"/>
                    <a:pt x="132" y="492"/>
                    <a:pt x="133" y="490"/>
                  </a:cubicBezTo>
                  <a:cubicBezTo>
                    <a:pt x="134" y="490"/>
                    <a:pt x="134" y="490"/>
                    <a:pt x="135" y="490"/>
                  </a:cubicBezTo>
                  <a:cubicBezTo>
                    <a:pt x="135" y="490"/>
                    <a:pt x="135" y="490"/>
                    <a:pt x="135" y="491"/>
                  </a:cubicBezTo>
                  <a:cubicBezTo>
                    <a:pt x="133" y="494"/>
                    <a:pt x="130" y="497"/>
                    <a:pt x="128" y="500"/>
                  </a:cubicBezTo>
                  <a:cubicBezTo>
                    <a:pt x="127" y="501"/>
                    <a:pt x="125" y="502"/>
                    <a:pt x="124" y="503"/>
                  </a:cubicBezTo>
                  <a:close/>
                  <a:moveTo>
                    <a:pt x="231" y="370"/>
                  </a:moveTo>
                  <a:cubicBezTo>
                    <a:pt x="226" y="366"/>
                    <a:pt x="220" y="362"/>
                    <a:pt x="218" y="356"/>
                  </a:cubicBezTo>
                  <a:cubicBezTo>
                    <a:pt x="218" y="356"/>
                    <a:pt x="217" y="356"/>
                    <a:pt x="217" y="356"/>
                  </a:cubicBezTo>
                  <a:cubicBezTo>
                    <a:pt x="219" y="362"/>
                    <a:pt x="224" y="368"/>
                    <a:pt x="229" y="372"/>
                  </a:cubicBezTo>
                  <a:cubicBezTo>
                    <a:pt x="224" y="377"/>
                    <a:pt x="219" y="381"/>
                    <a:pt x="214" y="385"/>
                  </a:cubicBezTo>
                  <a:cubicBezTo>
                    <a:pt x="214" y="385"/>
                    <a:pt x="214" y="385"/>
                    <a:pt x="214" y="385"/>
                  </a:cubicBezTo>
                  <a:cubicBezTo>
                    <a:pt x="209" y="383"/>
                    <a:pt x="206" y="379"/>
                    <a:pt x="204" y="374"/>
                  </a:cubicBezTo>
                  <a:cubicBezTo>
                    <a:pt x="204" y="373"/>
                    <a:pt x="202" y="374"/>
                    <a:pt x="202" y="375"/>
                  </a:cubicBezTo>
                  <a:cubicBezTo>
                    <a:pt x="205" y="380"/>
                    <a:pt x="208" y="384"/>
                    <a:pt x="212" y="387"/>
                  </a:cubicBezTo>
                  <a:cubicBezTo>
                    <a:pt x="208" y="391"/>
                    <a:pt x="203" y="395"/>
                    <a:pt x="198" y="400"/>
                  </a:cubicBezTo>
                  <a:cubicBezTo>
                    <a:pt x="198" y="400"/>
                    <a:pt x="198" y="400"/>
                    <a:pt x="198" y="399"/>
                  </a:cubicBezTo>
                  <a:cubicBezTo>
                    <a:pt x="194" y="397"/>
                    <a:pt x="191" y="393"/>
                    <a:pt x="190" y="389"/>
                  </a:cubicBezTo>
                  <a:cubicBezTo>
                    <a:pt x="190" y="388"/>
                    <a:pt x="188" y="388"/>
                    <a:pt x="188" y="389"/>
                  </a:cubicBezTo>
                  <a:cubicBezTo>
                    <a:pt x="189" y="394"/>
                    <a:pt x="191" y="398"/>
                    <a:pt x="195" y="401"/>
                  </a:cubicBezTo>
                  <a:cubicBezTo>
                    <a:pt x="195" y="401"/>
                    <a:pt x="196" y="401"/>
                    <a:pt x="197" y="402"/>
                  </a:cubicBezTo>
                  <a:cubicBezTo>
                    <a:pt x="194" y="404"/>
                    <a:pt x="192" y="407"/>
                    <a:pt x="189" y="410"/>
                  </a:cubicBezTo>
                  <a:cubicBezTo>
                    <a:pt x="187" y="409"/>
                    <a:pt x="184" y="408"/>
                    <a:pt x="182" y="406"/>
                  </a:cubicBezTo>
                  <a:cubicBezTo>
                    <a:pt x="177" y="403"/>
                    <a:pt x="173" y="399"/>
                    <a:pt x="171" y="394"/>
                  </a:cubicBezTo>
                  <a:cubicBezTo>
                    <a:pt x="170" y="393"/>
                    <a:pt x="170" y="394"/>
                    <a:pt x="170" y="394"/>
                  </a:cubicBezTo>
                  <a:cubicBezTo>
                    <a:pt x="172" y="400"/>
                    <a:pt x="176" y="404"/>
                    <a:pt x="181" y="408"/>
                  </a:cubicBezTo>
                  <a:cubicBezTo>
                    <a:pt x="183" y="409"/>
                    <a:pt x="185" y="411"/>
                    <a:pt x="187" y="412"/>
                  </a:cubicBezTo>
                  <a:cubicBezTo>
                    <a:pt x="185" y="415"/>
                    <a:pt x="183" y="417"/>
                    <a:pt x="182" y="420"/>
                  </a:cubicBezTo>
                  <a:cubicBezTo>
                    <a:pt x="180" y="418"/>
                    <a:pt x="179" y="416"/>
                    <a:pt x="176" y="415"/>
                  </a:cubicBezTo>
                  <a:cubicBezTo>
                    <a:pt x="175" y="415"/>
                    <a:pt x="175" y="415"/>
                    <a:pt x="175" y="415"/>
                  </a:cubicBezTo>
                  <a:cubicBezTo>
                    <a:pt x="174" y="415"/>
                    <a:pt x="173" y="414"/>
                    <a:pt x="172" y="413"/>
                  </a:cubicBezTo>
                  <a:cubicBezTo>
                    <a:pt x="168" y="407"/>
                    <a:pt x="163" y="403"/>
                    <a:pt x="157" y="401"/>
                  </a:cubicBezTo>
                  <a:cubicBezTo>
                    <a:pt x="179" y="368"/>
                    <a:pt x="205" y="338"/>
                    <a:pt x="231" y="308"/>
                  </a:cubicBezTo>
                  <a:cubicBezTo>
                    <a:pt x="240" y="320"/>
                    <a:pt x="251" y="330"/>
                    <a:pt x="263" y="337"/>
                  </a:cubicBezTo>
                  <a:cubicBezTo>
                    <a:pt x="262" y="337"/>
                    <a:pt x="261" y="338"/>
                    <a:pt x="260" y="339"/>
                  </a:cubicBezTo>
                  <a:cubicBezTo>
                    <a:pt x="260" y="339"/>
                    <a:pt x="260" y="339"/>
                    <a:pt x="260" y="339"/>
                  </a:cubicBezTo>
                  <a:cubicBezTo>
                    <a:pt x="253" y="337"/>
                    <a:pt x="246" y="333"/>
                    <a:pt x="242" y="327"/>
                  </a:cubicBezTo>
                  <a:cubicBezTo>
                    <a:pt x="241" y="326"/>
                    <a:pt x="240" y="327"/>
                    <a:pt x="240" y="328"/>
                  </a:cubicBezTo>
                  <a:cubicBezTo>
                    <a:pt x="245" y="334"/>
                    <a:pt x="251" y="338"/>
                    <a:pt x="259" y="341"/>
                  </a:cubicBezTo>
                  <a:cubicBezTo>
                    <a:pt x="255" y="346"/>
                    <a:pt x="251" y="350"/>
                    <a:pt x="248" y="355"/>
                  </a:cubicBezTo>
                  <a:cubicBezTo>
                    <a:pt x="245" y="355"/>
                    <a:pt x="243" y="354"/>
                    <a:pt x="241" y="353"/>
                  </a:cubicBezTo>
                  <a:cubicBezTo>
                    <a:pt x="236" y="351"/>
                    <a:pt x="233" y="346"/>
                    <a:pt x="232" y="341"/>
                  </a:cubicBezTo>
                  <a:cubicBezTo>
                    <a:pt x="232" y="341"/>
                    <a:pt x="231" y="341"/>
                    <a:pt x="231" y="342"/>
                  </a:cubicBezTo>
                  <a:cubicBezTo>
                    <a:pt x="232" y="347"/>
                    <a:pt x="235" y="352"/>
                    <a:pt x="240" y="355"/>
                  </a:cubicBezTo>
                  <a:cubicBezTo>
                    <a:pt x="241" y="356"/>
                    <a:pt x="243" y="357"/>
                    <a:pt x="245" y="357"/>
                  </a:cubicBezTo>
                  <a:cubicBezTo>
                    <a:pt x="241" y="362"/>
                    <a:pt x="236" y="366"/>
                    <a:pt x="231" y="370"/>
                  </a:cubicBezTo>
                  <a:close/>
                  <a:moveTo>
                    <a:pt x="476" y="308"/>
                  </a:moveTo>
                  <a:cubicBezTo>
                    <a:pt x="439" y="349"/>
                    <a:pt x="382" y="364"/>
                    <a:pt x="328" y="356"/>
                  </a:cubicBezTo>
                  <a:cubicBezTo>
                    <a:pt x="287" y="349"/>
                    <a:pt x="260" y="321"/>
                    <a:pt x="233" y="292"/>
                  </a:cubicBezTo>
                  <a:cubicBezTo>
                    <a:pt x="230" y="288"/>
                    <a:pt x="226" y="283"/>
                    <a:pt x="223" y="278"/>
                  </a:cubicBezTo>
                  <a:cubicBezTo>
                    <a:pt x="210" y="257"/>
                    <a:pt x="201" y="233"/>
                    <a:pt x="196" y="209"/>
                  </a:cubicBezTo>
                  <a:cubicBezTo>
                    <a:pt x="186" y="161"/>
                    <a:pt x="196" y="104"/>
                    <a:pt x="228" y="66"/>
                  </a:cubicBezTo>
                  <a:cubicBezTo>
                    <a:pt x="282" y="0"/>
                    <a:pt x="400" y="4"/>
                    <a:pt x="462" y="54"/>
                  </a:cubicBezTo>
                  <a:cubicBezTo>
                    <a:pt x="539" y="116"/>
                    <a:pt x="540" y="238"/>
                    <a:pt x="476" y="308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39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174" name="Freeform 310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8058" y="8067"/>
              <a:ext cx="274" cy="268"/>
            </a:xfrm>
            <a:custGeom>
              <a:avLst/>
              <a:gdLst>
                <a:gd name="T0" fmla="*/ 62 w 287"/>
                <a:gd name="T1" fmla="*/ 35 h 282"/>
                <a:gd name="T2" fmla="*/ 24 w 287"/>
                <a:gd name="T3" fmla="*/ 88 h 282"/>
                <a:gd name="T4" fmla="*/ 21 w 287"/>
                <a:gd name="T5" fmla="*/ 111 h 282"/>
                <a:gd name="T6" fmla="*/ 103 w 287"/>
                <a:gd name="T7" fmla="*/ 267 h 282"/>
                <a:gd name="T8" fmla="*/ 266 w 287"/>
                <a:gd name="T9" fmla="*/ 174 h 282"/>
                <a:gd name="T10" fmla="*/ 183 w 287"/>
                <a:gd name="T11" fmla="*/ 12 h 282"/>
                <a:gd name="T12" fmla="*/ 62 w 287"/>
                <a:gd name="T13" fmla="*/ 35 h 282"/>
                <a:gd name="T14" fmla="*/ 169 w 287"/>
                <a:gd name="T15" fmla="*/ 19 h 282"/>
                <a:gd name="T16" fmla="*/ 258 w 287"/>
                <a:gd name="T17" fmla="*/ 163 h 282"/>
                <a:gd name="T18" fmla="*/ 125 w 287"/>
                <a:gd name="T19" fmla="*/ 258 h 282"/>
                <a:gd name="T20" fmla="*/ 41 w 287"/>
                <a:gd name="T21" fmla="*/ 80 h 282"/>
                <a:gd name="T22" fmla="*/ 38 w 287"/>
                <a:gd name="T23" fmla="*/ 79 h 282"/>
                <a:gd name="T24" fmla="*/ 37 w 287"/>
                <a:gd name="T25" fmla="*/ 80 h 282"/>
                <a:gd name="T26" fmla="*/ 50 w 287"/>
                <a:gd name="T27" fmla="*/ 59 h 282"/>
                <a:gd name="T28" fmla="*/ 169 w 287"/>
                <a:gd name="T29" fmla="*/ 19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7" h="282">
                  <a:moveTo>
                    <a:pt x="62" y="35"/>
                  </a:moveTo>
                  <a:cubicBezTo>
                    <a:pt x="44" y="49"/>
                    <a:pt x="32" y="67"/>
                    <a:pt x="24" y="88"/>
                  </a:cubicBezTo>
                  <a:cubicBezTo>
                    <a:pt x="21" y="96"/>
                    <a:pt x="21" y="103"/>
                    <a:pt x="21" y="111"/>
                  </a:cubicBezTo>
                  <a:cubicBezTo>
                    <a:pt x="0" y="174"/>
                    <a:pt x="36" y="253"/>
                    <a:pt x="103" y="267"/>
                  </a:cubicBezTo>
                  <a:cubicBezTo>
                    <a:pt x="174" y="282"/>
                    <a:pt x="244" y="244"/>
                    <a:pt x="266" y="174"/>
                  </a:cubicBezTo>
                  <a:cubicBezTo>
                    <a:pt x="287" y="107"/>
                    <a:pt x="250" y="33"/>
                    <a:pt x="183" y="12"/>
                  </a:cubicBezTo>
                  <a:cubicBezTo>
                    <a:pt x="145" y="0"/>
                    <a:pt x="94" y="9"/>
                    <a:pt x="62" y="35"/>
                  </a:cubicBezTo>
                  <a:close/>
                  <a:moveTo>
                    <a:pt x="169" y="19"/>
                  </a:moveTo>
                  <a:cubicBezTo>
                    <a:pt x="236" y="30"/>
                    <a:pt x="272" y="100"/>
                    <a:pt x="258" y="163"/>
                  </a:cubicBezTo>
                  <a:cubicBezTo>
                    <a:pt x="244" y="226"/>
                    <a:pt x="187" y="261"/>
                    <a:pt x="125" y="258"/>
                  </a:cubicBezTo>
                  <a:cubicBezTo>
                    <a:pt x="38" y="255"/>
                    <a:pt x="12" y="150"/>
                    <a:pt x="41" y="80"/>
                  </a:cubicBezTo>
                  <a:cubicBezTo>
                    <a:pt x="41" y="79"/>
                    <a:pt x="39" y="78"/>
                    <a:pt x="38" y="79"/>
                  </a:cubicBezTo>
                  <a:cubicBezTo>
                    <a:pt x="38" y="79"/>
                    <a:pt x="38" y="79"/>
                    <a:pt x="37" y="80"/>
                  </a:cubicBezTo>
                  <a:cubicBezTo>
                    <a:pt x="41" y="73"/>
                    <a:pt x="45" y="66"/>
                    <a:pt x="50" y="59"/>
                  </a:cubicBezTo>
                  <a:cubicBezTo>
                    <a:pt x="78" y="24"/>
                    <a:pt x="127" y="12"/>
                    <a:pt x="169" y="19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39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175" name="Freeform 311"/>
            <p:cNvSpPr/>
            <p:nvPr>
              <p:custDataLst>
                <p:tags r:id="rId8"/>
              </p:custDataLst>
            </p:nvPr>
          </p:nvSpPr>
          <p:spPr bwMode="auto">
            <a:xfrm>
              <a:off x="8045" y="8060"/>
              <a:ext cx="186" cy="167"/>
            </a:xfrm>
            <a:custGeom>
              <a:avLst/>
              <a:gdLst>
                <a:gd name="T0" fmla="*/ 51 w 194"/>
                <a:gd name="T1" fmla="*/ 47 h 176"/>
                <a:gd name="T2" fmla="*/ 116 w 194"/>
                <a:gd name="T3" fmla="*/ 14 h 176"/>
                <a:gd name="T4" fmla="*/ 191 w 194"/>
                <a:gd name="T5" fmla="*/ 10 h 176"/>
                <a:gd name="T6" fmla="*/ 191 w 194"/>
                <a:gd name="T7" fmla="*/ 6 h 176"/>
                <a:gd name="T8" fmla="*/ 43 w 194"/>
                <a:gd name="T9" fmla="*/ 48 h 176"/>
                <a:gd name="T10" fmla="*/ 16 w 194"/>
                <a:gd name="T11" fmla="*/ 175 h 176"/>
                <a:gd name="T12" fmla="*/ 17 w 194"/>
                <a:gd name="T13" fmla="*/ 175 h 176"/>
                <a:gd name="T14" fmla="*/ 51 w 194"/>
                <a:gd name="T15" fmla="*/ 47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4" h="176">
                  <a:moveTo>
                    <a:pt x="51" y="47"/>
                  </a:moveTo>
                  <a:cubicBezTo>
                    <a:pt x="70" y="29"/>
                    <a:pt x="91" y="18"/>
                    <a:pt x="116" y="14"/>
                  </a:cubicBezTo>
                  <a:cubicBezTo>
                    <a:pt x="141" y="9"/>
                    <a:pt x="167" y="13"/>
                    <a:pt x="191" y="10"/>
                  </a:cubicBezTo>
                  <a:cubicBezTo>
                    <a:pt x="194" y="10"/>
                    <a:pt x="194" y="7"/>
                    <a:pt x="191" y="6"/>
                  </a:cubicBezTo>
                  <a:cubicBezTo>
                    <a:pt x="137" y="0"/>
                    <a:pt x="83" y="8"/>
                    <a:pt x="43" y="48"/>
                  </a:cubicBezTo>
                  <a:cubicBezTo>
                    <a:pt x="7" y="83"/>
                    <a:pt x="0" y="128"/>
                    <a:pt x="16" y="175"/>
                  </a:cubicBezTo>
                  <a:cubicBezTo>
                    <a:pt x="16" y="176"/>
                    <a:pt x="17" y="175"/>
                    <a:pt x="17" y="175"/>
                  </a:cubicBezTo>
                  <a:cubicBezTo>
                    <a:pt x="3" y="126"/>
                    <a:pt x="15" y="83"/>
                    <a:pt x="51" y="47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39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176" name="Freeform 312"/>
            <p:cNvSpPr/>
            <p:nvPr>
              <p:custDataLst>
                <p:tags r:id="rId9"/>
              </p:custDataLst>
            </p:nvPr>
          </p:nvSpPr>
          <p:spPr bwMode="auto">
            <a:xfrm>
              <a:off x="8065" y="8075"/>
              <a:ext cx="279" cy="302"/>
            </a:xfrm>
            <a:custGeom>
              <a:avLst/>
              <a:gdLst>
                <a:gd name="T0" fmla="*/ 203 w 294"/>
                <a:gd name="T1" fmla="*/ 4 h 317"/>
                <a:gd name="T2" fmla="*/ 258 w 294"/>
                <a:gd name="T3" fmla="*/ 37 h 317"/>
                <a:gd name="T4" fmla="*/ 282 w 294"/>
                <a:gd name="T5" fmla="*/ 97 h 317"/>
                <a:gd name="T6" fmla="*/ 254 w 294"/>
                <a:gd name="T7" fmla="*/ 218 h 317"/>
                <a:gd name="T8" fmla="*/ 1 w 294"/>
                <a:gd name="T9" fmla="*/ 192 h 317"/>
                <a:gd name="T10" fmla="*/ 0 w 294"/>
                <a:gd name="T11" fmla="*/ 192 h 317"/>
                <a:gd name="T12" fmla="*/ 258 w 294"/>
                <a:gd name="T13" fmla="*/ 224 h 317"/>
                <a:gd name="T14" fmla="*/ 287 w 294"/>
                <a:gd name="T15" fmla="*/ 88 h 317"/>
                <a:gd name="T16" fmla="*/ 203 w 294"/>
                <a:gd name="T17" fmla="*/ 0 h 317"/>
                <a:gd name="T18" fmla="*/ 203 w 294"/>
                <a:gd name="T19" fmla="*/ 4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4" h="317">
                  <a:moveTo>
                    <a:pt x="203" y="4"/>
                  </a:moveTo>
                  <a:cubicBezTo>
                    <a:pt x="225" y="12"/>
                    <a:pt x="243" y="18"/>
                    <a:pt x="258" y="37"/>
                  </a:cubicBezTo>
                  <a:cubicBezTo>
                    <a:pt x="273" y="53"/>
                    <a:pt x="279" y="76"/>
                    <a:pt x="282" y="97"/>
                  </a:cubicBezTo>
                  <a:cubicBezTo>
                    <a:pt x="287" y="138"/>
                    <a:pt x="276" y="183"/>
                    <a:pt x="254" y="218"/>
                  </a:cubicBezTo>
                  <a:cubicBezTo>
                    <a:pt x="194" y="316"/>
                    <a:pt x="51" y="281"/>
                    <a:pt x="1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41" y="296"/>
                    <a:pt x="194" y="317"/>
                    <a:pt x="258" y="224"/>
                  </a:cubicBezTo>
                  <a:cubicBezTo>
                    <a:pt x="285" y="186"/>
                    <a:pt x="294" y="134"/>
                    <a:pt x="287" y="88"/>
                  </a:cubicBezTo>
                  <a:cubicBezTo>
                    <a:pt x="281" y="47"/>
                    <a:pt x="249" y="1"/>
                    <a:pt x="203" y="0"/>
                  </a:cubicBezTo>
                  <a:cubicBezTo>
                    <a:pt x="201" y="0"/>
                    <a:pt x="201" y="3"/>
                    <a:pt x="203" y="4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39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2164080" cy="902335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005" cy="49117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0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4626610" cy="7213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zh-CN" sz="3600" dirty="0">
                <a:solidFill>
                  <a:schemeClr val="bg1"/>
                </a:solidFill>
                <a:sym typeface="+mn-ea"/>
              </a:rPr>
              <a:t>FindMin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quarter" idx="10"/>
            <p:custDataLst>
              <p:tags r:id="rId4"/>
            </p:custDataLst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CN" sz="790"/>
              <a:t>23/09/11</a:t>
            </a:r>
          </a:p>
        </p:txBody>
      </p:sp>
      <p:pic>
        <p:nvPicPr>
          <p:cNvPr id="12" name="图片 11" descr="华工标志（透明版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560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Trees and Binary trees – Lecture 4-1</a:t>
            </a:r>
          </a:p>
        </p:txBody>
      </p:sp>
      <p:sp>
        <p:nvSpPr>
          <p:cNvPr id="2560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80E638C-FA15-41B9-8BAB-09E42E5E9544}" type="slidenum">
              <a:rPr lang="en-US" altLang="zh-CN" sz="790"/>
              <a:pPr/>
              <a:t>24</a:t>
            </a:fld>
            <a:endParaRPr lang="en-US" altLang="zh-CN" sz="790"/>
          </a:p>
        </p:txBody>
      </p:sp>
      <p:sp>
        <p:nvSpPr>
          <p:cNvPr id="25606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33730" y="1613535"/>
            <a:ext cx="7886700" cy="1477645"/>
          </a:xfrm>
        </p:spPr>
        <p:txBody>
          <a:bodyPr/>
          <a:lstStyle/>
          <a:p>
            <a:r>
              <a:rPr lang="en-US" altLang="zh-CN" sz="2800" dirty="0">
                <a:ea typeface="宋体" panose="02010600030101010101" pitchFamily="2" charset="-122"/>
              </a:rPr>
              <a:t>Design recursive </a:t>
            </a:r>
            <a:r>
              <a:rPr lang="en-US" altLang="zh-CN" sz="2800" dirty="0" err="1">
                <a:ea typeface="宋体" panose="02010600030101010101" pitchFamily="2" charset="-122"/>
              </a:rPr>
              <a:t>FindMin</a:t>
            </a:r>
            <a:r>
              <a:rPr lang="en-US" altLang="zh-CN" sz="2800" dirty="0">
                <a:ea typeface="宋体" panose="02010600030101010101" pitchFamily="2" charset="-122"/>
              </a:rPr>
              <a:t> operation that returns the smallest element in a binary search tree.</a:t>
            </a:r>
          </a:p>
        </p:txBody>
      </p:sp>
      <p:sp>
        <p:nvSpPr>
          <p:cNvPr id="3" name="矩形 2"/>
          <p:cNvSpPr/>
          <p:nvPr/>
        </p:nvSpPr>
        <p:spPr>
          <a:xfrm>
            <a:off x="1186180" y="2637155"/>
            <a:ext cx="7148830" cy="3415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/**</a:t>
            </a:r>
          </a:p>
          <a:p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find the smallest item in a subtree t.</a:t>
            </a:r>
          </a:p>
          <a:p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Return node containing the smallest item.</a:t>
            </a:r>
          </a:p>
          <a:p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zh-CN" altLang="en-US" sz="24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BinaryNode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findMin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BinaryNode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*t )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if( t ==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nullptr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 return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nullptr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root is empty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if( t-&gt;left ==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nullptr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 return t; 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//left child is empty 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findMin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t-&gt;left );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grpSp>
        <p:nvGrpSpPr>
          <p:cNvPr id="19" name="组合 18"/>
          <p:cNvGrpSpPr/>
          <p:nvPr/>
        </p:nvGrpSpPr>
        <p:grpSpPr>
          <a:xfrm rot="16200000">
            <a:off x="7826375" y="5311140"/>
            <a:ext cx="769620" cy="811530"/>
            <a:chOff x="7852" y="8022"/>
            <a:chExt cx="520" cy="548"/>
          </a:xfrm>
          <a:solidFill>
            <a:schemeClr val="accent1">
              <a:lumMod val="50000"/>
              <a:alpha val="11000"/>
            </a:schemeClr>
          </a:solidFill>
        </p:grpSpPr>
        <p:sp>
          <p:nvSpPr>
            <p:cNvPr id="1173" name="Freeform 309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7852" y="8022"/>
              <a:ext cx="520" cy="549"/>
            </a:xfrm>
            <a:custGeom>
              <a:avLst/>
              <a:gdLst>
                <a:gd name="T0" fmla="*/ 186 w 545"/>
                <a:gd name="T1" fmla="*/ 136 h 574"/>
                <a:gd name="T2" fmla="*/ 145 w 545"/>
                <a:gd name="T3" fmla="*/ 398 h 574"/>
                <a:gd name="T4" fmla="*/ 3 w 545"/>
                <a:gd name="T5" fmla="*/ 512 h 574"/>
                <a:gd name="T6" fmla="*/ 55 w 545"/>
                <a:gd name="T7" fmla="*/ 574 h 574"/>
                <a:gd name="T8" fmla="*/ 83 w 545"/>
                <a:gd name="T9" fmla="*/ 553 h 574"/>
                <a:gd name="T10" fmla="*/ 171 w 545"/>
                <a:gd name="T11" fmla="*/ 455 h 574"/>
                <a:gd name="T12" fmla="*/ 208 w 545"/>
                <a:gd name="T13" fmla="*/ 405 h 574"/>
                <a:gd name="T14" fmla="*/ 227 w 545"/>
                <a:gd name="T15" fmla="*/ 388 h 574"/>
                <a:gd name="T16" fmla="*/ 271 w 545"/>
                <a:gd name="T17" fmla="*/ 340 h 574"/>
                <a:gd name="T18" fmla="*/ 138 w 545"/>
                <a:gd name="T19" fmla="*/ 487 h 574"/>
                <a:gd name="T20" fmla="*/ 136 w 545"/>
                <a:gd name="T21" fmla="*/ 486 h 574"/>
                <a:gd name="T22" fmla="*/ 148 w 545"/>
                <a:gd name="T23" fmla="*/ 475 h 574"/>
                <a:gd name="T24" fmla="*/ 117 w 545"/>
                <a:gd name="T25" fmla="*/ 504 h 574"/>
                <a:gd name="T26" fmla="*/ 122 w 545"/>
                <a:gd name="T27" fmla="*/ 506 h 574"/>
                <a:gd name="T28" fmla="*/ 173 w 545"/>
                <a:gd name="T29" fmla="*/ 431 h 574"/>
                <a:gd name="T30" fmla="*/ 155 w 545"/>
                <a:gd name="T31" fmla="*/ 428 h 574"/>
                <a:gd name="T32" fmla="*/ 165 w 545"/>
                <a:gd name="T33" fmla="*/ 451 h 574"/>
                <a:gd name="T34" fmla="*/ 154 w 545"/>
                <a:gd name="T35" fmla="*/ 462 h 574"/>
                <a:gd name="T36" fmla="*/ 150 w 545"/>
                <a:gd name="T37" fmla="*/ 465 h 574"/>
                <a:gd name="T38" fmla="*/ 127 w 545"/>
                <a:gd name="T39" fmla="*/ 446 h 574"/>
                <a:gd name="T40" fmla="*/ 109 w 545"/>
                <a:gd name="T41" fmla="*/ 455 h 574"/>
                <a:gd name="T42" fmla="*/ 116 w 545"/>
                <a:gd name="T43" fmla="*/ 493 h 574"/>
                <a:gd name="T44" fmla="*/ 101 w 545"/>
                <a:gd name="T45" fmla="*/ 510 h 574"/>
                <a:gd name="T46" fmla="*/ 75 w 545"/>
                <a:gd name="T47" fmla="*/ 485 h 574"/>
                <a:gd name="T48" fmla="*/ 56 w 545"/>
                <a:gd name="T49" fmla="*/ 499 h 574"/>
                <a:gd name="T50" fmla="*/ 42 w 545"/>
                <a:gd name="T51" fmla="*/ 513 h 574"/>
                <a:gd name="T52" fmla="*/ 48 w 545"/>
                <a:gd name="T53" fmla="*/ 545 h 574"/>
                <a:gd name="T54" fmla="*/ 62 w 545"/>
                <a:gd name="T55" fmla="*/ 560 h 574"/>
                <a:gd name="T56" fmla="*/ 55 w 545"/>
                <a:gd name="T57" fmla="*/ 559 h 574"/>
                <a:gd name="T58" fmla="*/ 11 w 545"/>
                <a:gd name="T59" fmla="*/ 515 h 574"/>
                <a:gd name="T60" fmla="*/ 91 w 545"/>
                <a:gd name="T61" fmla="*/ 538 h 574"/>
                <a:gd name="T62" fmla="*/ 92 w 545"/>
                <a:gd name="T63" fmla="*/ 536 h 574"/>
                <a:gd name="T64" fmla="*/ 107 w 545"/>
                <a:gd name="T65" fmla="*/ 517 h 574"/>
                <a:gd name="T66" fmla="*/ 116 w 545"/>
                <a:gd name="T67" fmla="*/ 505 h 574"/>
                <a:gd name="T68" fmla="*/ 124 w 545"/>
                <a:gd name="T69" fmla="*/ 500 h 574"/>
                <a:gd name="T70" fmla="*/ 133 w 545"/>
                <a:gd name="T71" fmla="*/ 490 h 574"/>
                <a:gd name="T72" fmla="*/ 124 w 545"/>
                <a:gd name="T73" fmla="*/ 503 h 574"/>
                <a:gd name="T74" fmla="*/ 229 w 545"/>
                <a:gd name="T75" fmla="*/ 372 h 574"/>
                <a:gd name="T76" fmla="*/ 202 w 545"/>
                <a:gd name="T77" fmla="*/ 375 h 574"/>
                <a:gd name="T78" fmla="*/ 190 w 545"/>
                <a:gd name="T79" fmla="*/ 389 h 574"/>
                <a:gd name="T80" fmla="*/ 189 w 545"/>
                <a:gd name="T81" fmla="*/ 410 h 574"/>
                <a:gd name="T82" fmla="*/ 181 w 545"/>
                <a:gd name="T83" fmla="*/ 408 h 574"/>
                <a:gd name="T84" fmla="*/ 175 w 545"/>
                <a:gd name="T85" fmla="*/ 415 h 574"/>
                <a:gd name="T86" fmla="*/ 263 w 545"/>
                <a:gd name="T87" fmla="*/ 337 h 574"/>
                <a:gd name="T88" fmla="*/ 240 w 545"/>
                <a:gd name="T89" fmla="*/ 328 h 574"/>
                <a:gd name="T90" fmla="*/ 232 w 545"/>
                <a:gd name="T91" fmla="*/ 341 h 574"/>
                <a:gd name="T92" fmla="*/ 231 w 545"/>
                <a:gd name="T93" fmla="*/ 370 h 574"/>
                <a:gd name="T94" fmla="*/ 223 w 545"/>
                <a:gd name="T95" fmla="*/ 278 h 574"/>
                <a:gd name="T96" fmla="*/ 476 w 545"/>
                <a:gd name="T97" fmla="*/ 308 h 5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45" h="574">
                  <a:moveTo>
                    <a:pt x="525" y="138"/>
                  </a:moveTo>
                  <a:cubicBezTo>
                    <a:pt x="505" y="58"/>
                    <a:pt x="435" y="11"/>
                    <a:pt x="355" y="8"/>
                  </a:cubicBezTo>
                  <a:cubicBezTo>
                    <a:pt x="317" y="6"/>
                    <a:pt x="278" y="15"/>
                    <a:pt x="246" y="36"/>
                  </a:cubicBezTo>
                  <a:cubicBezTo>
                    <a:pt x="212" y="59"/>
                    <a:pt x="194" y="97"/>
                    <a:pt x="186" y="136"/>
                  </a:cubicBezTo>
                  <a:cubicBezTo>
                    <a:pt x="178" y="174"/>
                    <a:pt x="184" y="214"/>
                    <a:pt x="198" y="251"/>
                  </a:cubicBezTo>
                  <a:cubicBezTo>
                    <a:pt x="205" y="268"/>
                    <a:pt x="215" y="287"/>
                    <a:pt x="228" y="304"/>
                  </a:cubicBezTo>
                  <a:cubicBezTo>
                    <a:pt x="197" y="331"/>
                    <a:pt x="168" y="361"/>
                    <a:pt x="146" y="396"/>
                  </a:cubicBezTo>
                  <a:cubicBezTo>
                    <a:pt x="146" y="397"/>
                    <a:pt x="145" y="397"/>
                    <a:pt x="145" y="398"/>
                  </a:cubicBezTo>
                  <a:cubicBezTo>
                    <a:pt x="126" y="397"/>
                    <a:pt x="103" y="410"/>
                    <a:pt x="85" y="423"/>
                  </a:cubicBezTo>
                  <a:cubicBezTo>
                    <a:pt x="65" y="438"/>
                    <a:pt x="47" y="457"/>
                    <a:pt x="30" y="476"/>
                  </a:cubicBezTo>
                  <a:cubicBezTo>
                    <a:pt x="24" y="482"/>
                    <a:pt x="11" y="495"/>
                    <a:pt x="8" y="506"/>
                  </a:cubicBezTo>
                  <a:cubicBezTo>
                    <a:pt x="6" y="508"/>
                    <a:pt x="5" y="510"/>
                    <a:pt x="3" y="512"/>
                  </a:cubicBezTo>
                  <a:cubicBezTo>
                    <a:pt x="1" y="513"/>
                    <a:pt x="0" y="515"/>
                    <a:pt x="1" y="516"/>
                  </a:cubicBezTo>
                  <a:cubicBezTo>
                    <a:pt x="5" y="530"/>
                    <a:pt x="11" y="542"/>
                    <a:pt x="21" y="552"/>
                  </a:cubicBezTo>
                  <a:cubicBezTo>
                    <a:pt x="26" y="556"/>
                    <a:pt x="32" y="560"/>
                    <a:pt x="38" y="563"/>
                  </a:cubicBezTo>
                  <a:cubicBezTo>
                    <a:pt x="43" y="567"/>
                    <a:pt x="49" y="571"/>
                    <a:pt x="55" y="574"/>
                  </a:cubicBezTo>
                  <a:cubicBezTo>
                    <a:pt x="55" y="574"/>
                    <a:pt x="56" y="574"/>
                    <a:pt x="57" y="574"/>
                  </a:cubicBezTo>
                  <a:cubicBezTo>
                    <a:pt x="58" y="574"/>
                    <a:pt x="59" y="574"/>
                    <a:pt x="60" y="573"/>
                  </a:cubicBezTo>
                  <a:cubicBezTo>
                    <a:pt x="62" y="570"/>
                    <a:pt x="65" y="568"/>
                    <a:pt x="68" y="565"/>
                  </a:cubicBezTo>
                  <a:cubicBezTo>
                    <a:pt x="74" y="562"/>
                    <a:pt x="80" y="555"/>
                    <a:pt x="83" y="553"/>
                  </a:cubicBezTo>
                  <a:cubicBezTo>
                    <a:pt x="103" y="537"/>
                    <a:pt x="121" y="518"/>
                    <a:pt x="138" y="498"/>
                  </a:cubicBezTo>
                  <a:cubicBezTo>
                    <a:pt x="141" y="494"/>
                    <a:pt x="158" y="476"/>
                    <a:pt x="170" y="457"/>
                  </a:cubicBezTo>
                  <a:cubicBezTo>
                    <a:pt x="170" y="457"/>
                    <a:pt x="170" y="458"/>
                    <a:pt x="170" y="458"/>
                  </a:cubicBezTo>
                  <a:cubicBezTo>
                    <a:pt x="172" y="458"/>
                    <a:pt x="172" y="456"/>
                    <a:pt x="171" y="455"/>
                  </a:cubicBezTo>
                  <a:cubicBezTo>
                    <a:pt x="177" y="446"/>
                    <a:pt x="181" y="438"/>
                    <a:pt x="182" y="432"/>
                  </a:cubicBezTo>
                  <a:cubicBezTo>
                    <a:pt x="184" y="431"/>
                    <a:pt x="185" y="431"/>
                    <a:pt x="186" y="429"/>
                  </a:cubicBezTo>
                  <a:cubicBezTo>
                    <a:pt x="192" y="420"/>
                    <a:pt x="199" y="412"/>
                    <a:pt x="207" y="405"/>
                  </a:cubicBezTo>
                  <a:cubicBezTo>
                    <a:pt x="208" y="405"/>
                    <a:pt x="208" y="405"/>
                    <a:pt x="208" y="405"/>
                  </a:cubicBezTo>
                  <a:cubicBezTo>
                    <a:pt x="209" y="404"/>
                    <a:pt x="209" y="404"/>
                    <a:pt x="209" y="403"/>
                  </a:cubicBezTo>
                  <a:cubicBezTo>
                    <a:pt x="214" y="399"/>
                    <a:pt x="218" y="395"/>
                    <a:pt x="223" y="391"/>
                  </a:cubicBezTo>
                  <a:cubicBezTo>
                    <a:pt x="224" y="391"/>
                    <a:pt x="226" y="391"/>
                    <a:pt x="227" y="391"/>
                  </a:cubicBezTo>
                  <a:cubicBezTo>
                    <a:pt x="228" y="390"/>
                    <a:pt x="229" y="388"/>
                    <a:pt x="227" y="388"/>
                  </a:cubicBezTo>
                  <a:cubicBezTo>
                    <a:pt x="227" y="388"/>
                    <a:pt x="227" y="388"/>
                    <a:pt x="226" y="388"/>
                  </a:cubicBezTo>
                  <a:cubicBezTo>
                    <a:pt x="242" y="374"/>
                    <a:pt x="258" y="361"/>
                    <a:pt x="269" y="344"/>
                  </a:cubicBezTo>
                  <a:cubicBezTo>
                    <a:pt x="270" y="343"/>
                    <a:pt x="270" y="341"/>
                    <a:pt x="270" y="340"/>
                  </a:cubicBezTo>
                  <a:cubicBezTo>
                    <a:pt x="270" y="340"/>
                    <a:pt x="270" y="340"/>
                    <a:pt x="271" y="340"/>
                  </a:cubicBezTo>
                  <a:cubicBezTo>
                    <a:pt x="280" y="347"/>
                    <a:pt x="291" y="353"/>
                    <a:pt x="302" y="358"/>
                  </a:cubicBezTo>
                  <a:cubicBezTo>
                    <a:pt x="345" y="373"/>
                    <a:pt x="395" y="368"/>
                    <a:pt x="436" y="349"/>
                  </a:cubicBezTo>
                  <a:cubicBezTo>
                    <a:pt x="514" y="313"/>
                    <a:pt x="545" y="217"/>
                    <a:pt x="525" y="138"/>
                  </a:cubicBezTo>
                  <a:close/>
                  <a:moveTo>
                    <a:pt x="138" y="487"/>
                  </a:moveTo>
                  <a:cubicBezTo>
                    <a:pt x="138" y="487"/>
                    <a:pt x="138" y="487"/>
                    <a:pt x="138" y="487"/>
                  </a:cubicBezTo>
                  <a:cubicBezTo>
                    <a:pt x="138" y="487"/>
                    <a:pt x="138" y="487"/>
                    <a:pt x="138" y="487"/>
                  </a:cubicBezTo>
                  <a:cubicBezTo>
                    <a:pt x="139" y="486"/>
                    <a:pt x="137" y="485"/>
                    <a:pt x="137" y="486"/>
                  </a:cubicBezTo>
                  <a:cubicBezTo>
                    <a:pt x="136" y="486"/>
                    <a:pt x="136" y="486"/>
                    <a:pt x="136" y="486"/>
                  </a:cubicBezTo>
                  <a:cubicBezTo>
                    <a:pt x="136" y="486"/>
                    <a:pt x="136" y="486"/>
                    <a:pt x="136" y="485"/>
                  </a:cubicBezTo>
                  <a:cubicBezTo>
                    <a:pt x="139" y="482"/>
                    <a:pt x="143" y="479"/>
                    <a:pt x="147" y="476"/>
                  </a:cubicBezTo>
                  <a:cubicBezTo>
                    <a:pt x="147" y="476"/>
                    <a:pt x="147" y="476"/>
                    <a:pt x="148" y="475"/>
                  </a:cubicBezTo>
                  <a:cubicBezTo>
                    <a:pt x="148" y="475"/>
                    <a:pt x="148" y="475"/>
                    <a:pt x="148" y="475"/>
                  </a:cubicBezTo>
                  <a:cubicBezTo>
                    <a:pt x="148" y="475"/>
                    <a:pt x="149" y="474"/>
                    <a:pt x="149" y="474"/>
                  </a:cubicBezTo>
                  <a:cubicBezTo>
                    <a:pt x="145" y="479"/>
                    <a:pt x="142" y="483"/>
                    <a:pt x="138" y="487"/>
                  </a:cubicBezTo>
                  <a:close/>
                  <a:moveTo>
                    <a:pt x="122" y="506"/>
                  </a:moveTo>
                  <a:cubicBezTo>
                    <a:pt x="120" y="505"/>
                    <a:pt x="119" y="505"/>
                    <a:pt x="117" y="504"/>
                  </a:cubicBezTo>
                  <a:cubicBezTo>
                    <a:pt x="118" y="503"/>
                    <a:pt x="119" y="501"/>
                    <a:pt x="120" y="500"/>
                  </a:cubicBezTo>
                  <a:cubicBezTo>
                    <a:pt x="121" y="500"/>
                    <a:pt x="121" y="500"/>
                    <a:pt x="122" y="500"/>
                  </a:cubicBezTo>
                  <a:cubicBezTo>
                    <a:pt x="122" y="502"/>
                    <a:pt x="122" y="504"/>
                    <a:pt x="122" y="506"/>
                  </a:cubicBezTo>
                  <a:cubicBezTo>
                    <a:pt x="122" y="506"/>
                    <a:pt x="122" y="506"/>
                    <a:pt x="122" y="506"/>
                  </a:cubicBezTo>
                  <a:close/>
                  <a:moveTo>
                    <a:pt x="31" y="492"/>
                  </a:moveTo>
                  <a:cubicBezTo>
                    <a:pt x="44" y="476"/>
                    <a:pt x="58" y="461"/>
                    <a:pt x="73" y="447"/>
                  </a:cubicBezTo>
                  <a:cubicBezTo>
                    <a:pt x="97" y="425"/>
                    <a:pt x="150" y="383"/>
                    <a:pt x="171" y="429"/>
                  </a:cubicBezTo>
                  <a:cubicBezTo>
                    <a:pt x="172" y="430"/>
                    <a:pt x="172" y="431"/>
                    <a:pt x="173" y="431"/>
                  </a:cubicBezTo>
                  <a:cubicBezTo>
                    <a:pt x="173" y="433"/>
                    <a:pt x="173" y="436"/>
                    <a:pt x="172" y="438"/>
                  </a:cubicBezTo>
                  <a:cubicBezTo>
                    <a:pt x="172" y="439"/>
                    <a:pt x="172" y="439"/>
                    <a:pt x="171" y="440"/>
                  </a:cubicBezTo>
                  <a:cubicBezTo>
                    <a:pt x="168" y="434"/>
                    <a:pt x="162" y="429"/>
                    <a:pt x="157" y="426"/>
                  </a:cubicBezTo>
                  <a:cubicBezTo>
                    <a:pt x="155" y="425"/>
                    <a:pt x="154" y="428"/>
                    <a:pt x="155" y="428"/>
                  </a:cubicBezTo>
                  <a:cubicBezTo>
                    <a:pt x="161" y="431"/>
                    <a:pt x="166" y="437"/>
                    <a:pt x="168" y="442"/>
                  </a:cubicBezTo>
                  <a:cubicBezTo>
                    <a:pt x="169" y="442"/>
                    <a:pt x="169" y="443"/>
                    <a:pt x="170" y="443"/>
                  </a:cubicBezTo>
                  <a:cubicBezTo>
                    <a:pt x="168" y="445"/>
                    <a:pt x="167" y="448"/>
                    <a:pt x="165" y="451"/>
                  </a:cubicBezTo>
                  <a:cubicBezTo>
                    <a:pt x="165" y="451"/>
                    <a:pt x="165" y="451"/>
                    <a:pt x="165" y="451"/>
                  </a:cubicBezTo>
                  <a:cubicBezTo>
                    <a:pt x="158" y="448"/>
                    <a:pt x="152" y="443"/>
                    <a:pt x="147" y="437"/>
                  </a:cubicBezTo>
                  <a:cubicBezTo>
                    <a:pt x="147" y="436"/>
                    <a:pt x="146" y="437"/>
                    <a:pt x="146" y="437"/>
                  </a:cubicBezTo>
                  <a:cubicBezTo>
                    <a:pt x="151" y="443"/>
                    <a:pt x="155" y="450"/>
                    <a:pt x="162" y="454"/>
                  </a:cubicBezTo>
                  <a:cubicBezTo>
                    <a:pt x="160" y="457"/>
                    <a:pt x="157" y="460"/>
                    <a:pt x="154" y="462"/>
                  </a:cubicBezTo>
                  <a:cubicBezTo>
                    <a:pt x="151" y="460"/>
                    <a:pt x="147" y="458"/>
                    <a:pt x="145" y="454"/>
                  </a:cubicBezTo>
                  <a:cubicBezTo>
                    <a:pt x="140" y="450"/>
                    <a:pt x="138" y="443"/>
                    <a:pt x="138" y="437"/>
                  </a:cubicBezTo>
                  <a:cubicBezTo>
                    <a:pt x="138" y="436"/>
                    <a:pt x="136" y="436"/>
                    <a:pt x="136" y="437"/>
                  </a:cubicBezTo>
                  <a:cubicBezTo>
                    <a:pt x="136" y="447"/>
                    <a:pt x="141" y="460"/>
                    <a:pt x="150" y="465"/>
                  </a:cubicBezTo>
                  <a:cubicBezTo>
                    <a:pt x="148" y="467"/>
                    <a:pt x="146" y="469"/>
                    <a:pt x="144" y="470"/>
                  </a:cubicBezTo>
                  <a:cubicBezTo>
                    <a:pt x="142" y="468"/>
                    <a:pt x="139" y="466"/>
                    <a:pt x="137" y="464"/>
                  </a:cubicBezTo>
                  <a:cubicBezTo>
                    <a:pt x="132" y="459"/>
                    <a:pt x="130" y="452"/>
                    <a:pt x="128" y="446"/>
                  </a:cubicBezTo>
                  <a:cubicBezTo>
                    <a:pt x="128" y="446"/>
                    <a:pt x="127" y="446"/>
                    <a:pt x="127" y="446"/>
                  </a:cubicBezTo>
                  <a:cubicBezTo>
                    <a:pt x="128" y="453"/>
                    <a:pt x="131" y="458"/>
                    <a:pt x="134" y="464"/>
                  </a:cubicBezTo>
                  <a:cubicBezTo>
                    <a:pt x="136" y="466"/>
                    <a:pt x="138" y="470"/>
                    <a:pt x="141" y="473"/>
                  </a:cubicBezTo>
                  <a:cubicBezTo>
                    <a:pt x="137" y="476"/>
                    <a:pt x="133" y="478"/>
                    <a:pt x="130" y="481"/>
                  </a:cubicBezTo>
                  <a:cubicBezTo>
                    <a:pt x="122" y="473"/>
                    <a:pt x="116" y="464"/>
                    <a:pt x="109" y="455"/>
                  </a:cubicBezTo>
                  <a:cubicBezTo>
                    <a:pt x="109" y="455"/>
                    <a:pt x="108" y="456"/>
                    <a:pt x="108" y="456"/>
                  </a:cubicBezTo>
                  <a:cubicBezTo>
                    <a:pt x="113" y="466"/>
                    <a:pt x="119" y="476"/>
                    <a:pt x="127" y="483"/>
                  </a:cubicBezTo>
                  <a:cubicBezTo>
                    <a:pt x="126" y="484"/>
                    <a:pt x="125" y="485"/>
                    <a:pt x="125" y="485"/>
                  </a:cubicBezTo>
                  <a:cubicBezTo>
                    <a:pt x="122" y="488"/>
                    <a:pt x="119" y="491"/>
                    <a:pt x="116" y="493"/>
                  </a:cubicBezTo>
                  <a:cubicBezTo>
                    <a:pt x="107" y="488"/>
                    <a:pt x="100" y="479"/>
                    <a:pt x="95" y="470"/>
                  </a:cubicBezTo>
                  <a:cubicBezTo>
                    <a:pt x="95" y="469"/>
                    <a:pt x="93" y="470"/>
                    <a:pt x="94" y="470"/>
                  </a:cubicBezTo>
                  <a:cubicBezTo>
                    <a:pt x="98" y="480"/>
                    <a:pt x="104" y="491"/>
                    <a:pt x="113" y="497"/>
                  </a:cubicBezTo>
                  <a:cubicBezTo>
                    <a:pt x="108" y="501"/>
                    <a:pt x="105" y="506"/>
                    <a:pt x="101" y="510"/>
                  </a:cubicBezTo>
                  <a:cubicBezTo>
                    <a:pt x="101" y="510"/>
                    <a:pt x="100" y="510"/>
                    <a:pt x="100" y="509"/>
                  </a:cubicBezTo>
                  <a:cubicBezTo>
                    <a:pt x="99" y="509"/>
                    <a:pt x="99" y="509"/>
                    <a:pt x="98" y="510"/>
                  </a:cubicBezTo>
                  <a:cubicBezTo>
                    <a:pt x="90" y="502"/>
                    <a:pt x="83" y="492"/>
                    <a:pt x="76" y="484"/>
                  </a:cubicBezTo>
                  <a:cubicBezTo>
                    <a:pt x="76" y="483"/>
                    <a:pt x="75" y="484"/>
                    <a:pt x="75" y="485"/>
                  </a:cubicBezTo>
                  <a:cubicBezTo>
                    <a:pt x="81" y="496"/>
                    <a:pt x="87" y="507"/>
                    <a:pt x="97" y="516"/>
                  </a:cubicBezTo>
                  <a:cubicBezTo>
                    <a:pt x="93" y="521"/>
                    <a:pt x="89" y="526"/>
                    <a:pt x="85" y="531"/>
                  </a:cubicBezTo>
                  <a:cubicBezTo>
                    <a:pt x="73" y="523"/>
                    <a:pt x="62" y="513"/>
                    <a:pt x="57" y="499"/>
                  </a:cubicBezTo>
                  <a:cubicBezTo>
                    <a:pt x="57" y="498"/>
                    <a:pt x="56" y="498"/>
                    <a:pt x="56" y="499"/>
                  </a:cubicBezTo>
                  <a:cubicBezTo>
                    <a:pt x="60" y="513"/>
                    <a:pt x="70" y="527"/>
                    <a:pt x="83" y="535"/>
                  </a:cubicBezTo>
                  <a:cubicBezTo>
                    <a:pt x="79" y="539"/>
                    <a:pt x="76" y="543"/>
                    <a:pt x="73" y="547"/>
                  </a:cubicBezTo>
                  <a:cubicBezTo>
                    <a:pt x="58" y="541"/>
                    <a:pt x="48" y="528"/>
                    <a:pt x="43" y="513"/>
                  </a:cubicBezTo>
                  <a:cubicBezTo>
                    <a:pt x="43" y="512"/>
                    <a:pt x="42" y="512"/>
                    <a:pt x="42" y="513"/>
                  </a:cubicBezTo>
                  <a:cubicBezTo>
                    <a:pt x="46" y="529"/>
                    <a:pt x="55" y="544"/>
                    <a:pt x="69" y="551"/>
                  </a:cubicBezTo>
                  <a:cubicBezTo>
                    <a:pt x="68" y="553"/>
                    <a:pt x="67" y="554"/>
                    <a:pt x="66" y="556"/>
                  </a:cubicBezTo>
                  <a:cubicBezTo>
                    <a:pt x="65" y="555"/>
                    <a:pt x="64" y="555"/>
                    <a:pt x="63" y="554"/>
                  </a:cubicBezTo>
                  <a:cubicBezTo>
                    <a:pt x="57" y="552"/>
                    <a:pt x="53" y="548"/>
                    <a:pt x="48" y="545"/>
                  </a:cubicBezTo>
                  <a:cubicBezTo>
                    <a:pt x="41" y="538"/>
                    <a:pt x="34" y="530"/>
                    <a:pt x="29" y="522"/>
                  </a:cubicBezTo>
                  <a:cubicBezTo>
                    <a:pt x="28" y="521"/>
                    <a:pt x="27" y="522"/>
                    <a:pt x="28" y="523"/>
                  </a:cubicBezTo>
                  <a:cubicBezTo>
                    <a:pt x="33" y="532"/>
                    <a:pt x="39" y="540"/>
                    <a:pt x="46" y="547"/>
                  </a:cubicBezTo>
                  <a:cubicBezTo>
                    <a:pt x="50" y="551"/>
                    <a:pt x="56" y="557"/>
                    <a:pt x="62" y="560"/>
                  </a:cubicBezTo>
                  <a:cubicBezTo>
                    <a:pt x="60" y="562"/>
                    <a:pt x="58" y="563"/>
                    <a:pt x="56" y="565"/>
                  </a:cubicBezTo>
                  <a:cubicBezTo>
                    <a:pt x="55" y="565"/>
                    <a:pt x="54" y="564"/>
                    <a:pt x="53" y="563"/>
                  </a:cubicBezTo>
                  <a:cubicBezTo>
                    <a:pt x="54" y="563"/>
                    <a:pt x="55" y="563"/>
                    <a:pt x="55" y="562"/>
                  </a:cubicBezTo>
                  <a:cubicBezTo>
                    <a:pt x="57" y="561"/>
                    <a:pt x="57" y="560"/>
                    <a:pt x="55" y="559"/>
                  </a:cubicBezTo>
                  <a:cubicBezTo>
                    <a:pt x="50" y="555"/>
                    <a:pt x="43" y="555"/>
                    <a:pt x="38" y="552"/>
                  </a:cubicBezTo>
                  <a:cubicBezTo>
                    <a:pt x="37" y="552"/>
                    <a:pt x="36" y="551"/>
                    <a:pt x="36" y="551"/>
                  </a:cubicBezTo>
                  <a:cubicBezTo>
                    <a:pt x="29" y="545"/>
                    <a:pt x="22" y="538"/>
                    <a:pt x="16" y="531"/>
                  </a:cubicBezTo>
                  <a:cubicBezTo>
                    <a:pt x="13" y="526"/>
                    <a:pt x="9" y="518"/>
                    <a:pt x="11" y="515"/>
                  </a:cubicBezTo>
                  <a:cubicBezTo>
                    <a:pt x="11" y="515"/>
                    <a:pt x="11" y="515"/>
                    <a:pt x="11" y="514"/>
                  </a:cubicBezTo>
                  <a:cubicBezTo>
                    <a:pt x="20" y="512"/>
                    <a:pt x="25" y="498"/>
                    <a:pt x="31" y="492"/>
                  </a:cubicBezTo>
                  <a:close/>
                  <a:moveTo>
                    <a:pt x="90" y="539"/>
                  </a:moveTo>
                  <a:cubicBezTo>
                    <a:pt x="90" y="539"/>
                    <a:pt x="91" y="539"/>
                    <a:pt x="91" y="538"/>
                  </a:cubicBezTo>
                  <a:cubicBezTo>
                    <a:pt x="90" y="539"/>
                    <a:pt x="89" y="540"/>
                    <a:pt x="88" y="541"/>
                  </a:cubicBezTo>
                  <a:cubicBezTo>
                    <a:pt x="89" y="540"/>
                    <a:pt x="90" y="539"/>
                    <a:pt x="90" y="539"/>
                  </a:cubicBezTo>
                  <a:close/>
                  <a:moveTo>
                    <a:pt x="92" y="538"/>
                  </a:moveTo>
                  <a:cubicBezTo>
                    <a:pt x="92" y="537"/>
                    <a:pt x="92" y="537"/>
                    <a:pt x="92" y="536"/>
                  </a:cubicBezTo>
                  <a:cubicBezTo>
                    <a:pt x="96" y="531"/>
                    <a:pt x="100" y="526"/>
                    <a:pt x="104" y="520"/>
                  </a:cubicBezTo>
                  <a:cubicBezTo>
                    <a:pt x="105" y="521"/>
                    <a:pt x="105" y="520"/>
                    <a:pt x="106" y="519"/>
                  </a:cubicBezTo>
                  <a:cubicBezTo>
                    <a:pt x="106" y="520"/>
                    <a:pt x="107" y="519"/>
                    <a:pt x="107" y="518"/>
                  </a:cubicBezTo>
                  <a:cubicBezTo>
                    <a:pt x="107" y="518"/>
                    <a:pt x="107" y="518"/>
                    <a:pt x="107" y="517"/>
                  </a:cubicBezTo>
                  <a:cubicBezTo>
                    <a:pt x="110" y="517"/>
                    <a:pt x="111" y="515"/>
                    <a:pt x="114" y="514"/>
                  </a:cubicBezTo>
                  <a:cubicBezTo>
                    <a:pt x="115" y="514"/>
                    <a:pt x="114" y="512"/>
                    <a:pt x="113" y="512"/>
                  </a:cubicBezTo>
                  <a:cubicBezTo>
                    <a:pt x="112" y="512"/>
                    <a:pt x="111" y="512"/>
                    <a:pt x="110" y="512"/>
                  </a:cubicBezTo>
                  <a:cubicBezTo>
                    <a:pt x="112" y="510"/>
                    <a:pt x="114" y="507"/>
                    <a:pt x="116" y="505"/>
                  </a:cubicBezTo>
                  <a:cubicBezTo>
                    <a:pt x="117" y="506"/>
                    <a:pt x="119" y="507"/>
                    <a:pt x="120" y="508"/>
                  </a:cubicBezTo>
                  <a:cubicBezTo>
                    <a:pt x="111" y="518"/>
                    <a:pt x="101" y="528"/>
                    <a:pt x="92" y="538"/>
                  </a:cubicBezTo>
                  <a:close/>
                  <a:moveTo>
                    <a:pt x="124" y="503"/>
                  </a:moveTo>
                  <a:cubicBezTo>
                    <a:pt x="124" y="502"/>
                    <a:pt x="124" y="501"/>
                    <a:pt x="124" y="500"/>
                  </a:cubicBezTo>
                  <a:cubicBezTo>
                    <a:pt x="124" y="500"/>
                    <a:pt x="124" y="500"/>
                    <a:pt x="124" y="500"/>
                  </a:cubicBezTo>
                  <a:cubicBezTo>
                    <a:pt x="125" y="499"/>
                    <a:pt x="125" y="499"/>
                    <a:pt x="125" y="498"/>
                  </a:cubicBezTo>
                  <a:cubicBezTo>
                    <a:pt x="125" y="497"/>
                    <a:pt x="126" y="497"/>
                    <a:pt x="128" y="496"/>
                  </a:cubicBezTo>
                  <a:cubicBezTo>
                    <a:pt x="131" y="495"/>
                    <a:pt x="132" y="492"/>
                    <a:pt x="133" y="490"/>
                  </a:cubicBezTo>
                  <a:cubicBezTo>
                    <a:pt x="134" y="490"/>
                    <a:pt x="134" y="490"/>
                    <a:pt x="135" y="490"/>
                  </a:cubicBezTo>
                  <a:cubicBezTo>
                    <a:pt x="135" y="490"/>
                    <a:pt x="135" y="490"/>
                    <a:pt x="135" y="491"/>
                  </a:cubicBezTo>
                  <a:cubicBezTo>
                    <a:pt x="133" y="494"/>
                    <a:pt x="130" y="497"/>
                    <a:pt x="128" y="500"/>
                  </a:cubicBezTo>
                  <a:cubicBezTo>
                    <a:pt x="127" y="501"/>
                    <a:pt x="125" y="502"/>
                    <a:pt x="124" y="503"/>
                  </a:cubicBezTo>
                  <a:close/>
                  <a:moveTo>
                    <a:pt x="231" y="370"/>
                  </a:moveTo>
                  <a:cubicBezTo>
                    <a:pt x="226" y="366"/>
                    <a:pt x="220" y="362"/>
                    <a:pt x="218" y="356"/>
                  </a:cubicBezTo>
                  <a:cubicBezTo>
                    <a:pt x="218" y="356"/>
                    <a:pt x="217" y="356"/>
                    <a:pt x="217" y="356"/>
                  </a:cubicBezTo>
                  <a:cubicBezTo>
                    <a:pt x="219" y="362"/>
                    <a:pt x="224" y="368"/>
                    <a:pt x="229" y="372"/>
                  </a:cubicBezTo>
                  <a:cubicBezTo>
                    <a:pt x="224" y="377"/>
                    <a:pt x="219" y="381"/>
                    <a:pt x="214" y="385"/>
                  </a:cubicBezTo>
                  <a:cubicBezTo>
                    <a:pt x="214" y="385"/>
                    <a:pt x="214" y="385"/>
                    <a:pt x="214" y="385"/>
                  </a:cubicBezTo>
                  <a:cubicBezTo>
                    <a:pt x="209" y="383"/>
                    <a:pt x="206" y="379"/>
                    <a:pt x="204" y="374"/>
                  </a:cubicBezTo>
                  <a:cubicBezTo>
                    <a:pt x="204" y="373"/>
                    <a:pt x="202" y="374"/>
                    <a:pt x="202" y="375"/>
                  </a:cubicBezTo>
                  <a:cubicBezTo>
                    <a:pt x="205" y="380"/>
                    <a:pt x="208" y="384"/>
                    <a:pt x="212" y="387"/>
                  </a:cubicBezTo>
                  <a:cubicBezTo>
                    <a:pt x="208" y="391"/>
                    <a:pt x="203" y="395"/>
                    <a:pt x="198" y="400"/>
                  </a:cubicBezTo>
                  <a:cubicBezTo>
                    <a:pt x="198" y="400"/>
                    <a:pt x="198" y="400"/>
                    <a:pt x="198" y="399"/>
                  </a:cubicBezTo>
                  <a:cubicBezTo>
                    <a:pt x="194" y="397"/>
                    <a:pt x="191" y="393"/>
                    <a:pt x="190" y="389"/>
                  </a:cubicBezTo>
                  <a:cubicBezTo>
                    <a:pt x="190" y="388"/>
                    <a:pt x="188" y="388"/>
                    <a:pt x="188" y="389"/>
                  </a:cubicBezTo>
                  <a:cubicBezTo>
                    <a:pt x="189" y="394"/>
                    <a:pt x="191" y="398"/>
                    <a:pt x="195" y="401"/>
                  </a:cubicBezTo>
                  <a:cubicBezTo>
                    <a:pt x="195" y="401"/>
                    <a:pt x="196" y="401"/>
                    <a:pt x="197" y="402"/>
                  </a:cubicBezTo>
                  <a:cubicBezTo>
                    <a:pt x="194" y="404"/>
                    <a:pt x="192" y="407"/>
                    <a:pt x="189" y="410"/>
                  </a:cubicBezTo>
                  <a:cubicBezTo>
                    <a:pt x="187" y="409"/>
                    <a:pt x="184" y="408"/>
                    <a:pt x="182" y="406"/>
                  </a:cubicBezTo>
                  <a:cubicBezTo>
                    <a:pt x="177" y="403"/>
                    <a:pt x="173" y="399"/>
                    <a:pt x="171" y="394"/>
                  </a:cubicBezTo>
                  <a:cubicBezTo>
                    <a:pt x="170" y="393"/>
                    <a:pt x="170" y="394"/>
                    <a:pt x="170" y="394"/>
                  </a:cubicBezTo>
                  <a:cubicBezTo>
                    <a:pt x="172" y="400"/>
                    <a:pt x="176" y="404"/>
                    <a:pt x="181" y="408"/>
                  </a:cubicBezTo>
                  <a:cubicBezTo>
                    <a:pt x="183" y="409"/>
                    <a:pt x="185" y="411"/>
                    <a:pt x="187" y="412"/>
                  </a:cubicBezTo>
                  <a:cubicBezTo>
                    <a:pt x="185" y="415"/>
                    <a:pt x="183" y="417"/>
                    <a:pt x="182" y="420"/>
                  </a:cubicBezTo>
                  <a:cubicBezTo>
                    <a:pt x="180" y="418"/>
                    <a:pt x="179" y="416"/>
                    <a:pt x="176" y="415"/>
                  </a:cubicBezTo>
                  <a:cubicBezTo>
                    <a:pt x="175" y="415"/>
                    <a:pt x="175" y="415"/>
                    <a:pt x="175" y="415"/>
                  </a:cubicBezTo>
                  <a:cubicBezTo>
                    <a:pt x="174" y="415"/>
                    <a:pt x="173" y="414"/>
                    <a:pt x="172" y="413"/>
                  </a:cubicBezTo>
                  <a:cubicBezTo>
                    <a:pt x="168" y="407"/>
                    <a:pt x="163" y="403"/>
                    <a:pt x="157" y="401"/>
                  </a:cubicBezTo>
                  <a:cubicBezTo>
                    <a:pt x="179" y="368"/>
                    <a:pt x="205" y="338"/>
                    <a:pt x="231" y="308"/>
                  </a:cubicBezTo>
                  <a:cubicBezTo>
                    <a:pt x="240" y="320"/>
                    <a:pt x="251" y="330"/>
                    <a:pt x="263" y="337"/>
                  </a:cubicBezTo>
                  <a:cubicBezTo>
                    <a:pt x="262" y="337"/>
                    <a:pt x="261" y="338"/>
                    <a:pt x="260" y="339"/>
                  </a:cubicBezTo>
                  <a:cubicBezTo>
                    <a:pt x="260" y="339"/>
                    <a:pt x="260" y="339"/>
                    <a:pt x="260" y="339"/>
                  </a:cubicBezTo>
                  <a:cubicBezTo>
                    <a:pt x="253" y="337"/>
                    <a:pt x="246" y="333"/>
                    <a:pt x="242" y="327"/>
                  </a:cubicBezTo>
                  <a:cubicBezTo>
                    <a:pt x="241" y="326"/>
                    <a:pt x="240" y="327"/>
                    <a:pt x="240" y="328"/>
                  </a:cubicBezTo>
                  <a:cubicBezTo>
                    <a:pt x="245" y="334"/>
                    <a:pt x="251" y="338"/>
                    <a:pt x="259" y="341"/>
                  </a:cubicBezTo>
                  <a:cubicBezTo>
                    <a:pt x="255" y="346"/>
                    <a:pt x="251" y="350"/>
                    <a:pt x="248" y="355"/>
                  </a:cubicBezTo>
                  <a:cubicBezTo>
                    <a:pt x="245" y="355"/>
                    <a:pt x="243" y="354"/>
                    <a:pt x="241" y="353"/>
                  </a:cubicBezTo>
                  <a:cubicBezTo>
                    <a:pt x="236" y="351"/>
                    <a:pt x="233" y="346"/>
                    <a:pt x="232" y="341"/>
                  </a:cubicBezTo>
                  <a:cubicBezTo>
                    <a:pt x="232" y="341"/>
                    <a:pt x="231" y="341"/>
                    <a:pt x="231" y="342"/>
                  </a:cubicBezTo>
                  <a:cubicBezTo>
                    <a:pt x="232" y="347"/>
                    <a:pt x="235" y="352"/>
                    <a:pt x="240" y="355"/>
                  </a:cubicBezTo>
                  <a:cubicBezTo>
                    <a:pt x="241" y="356"/>
                    <a:pt x="243" y="357"/>
                    <a:pt x="245" y="357"/>
                  </a:cubicBezTo>
                  <a:cubicBezTo>
                    <a:pt x="241" y="362"/>
                    <a:pt x="236" y="366"/>
                    <a:pt x="231" y="370"/>
                  </a:cubicBezTo>
                  <a:close/>
                  <a:moveTo>
                    <a:pt x="476" y="308"/>
                  </a:moveTo>
                  <a:cubicBezTo>
                    <a:pt x="439" y="349"/>
                    <a:pt x="382" y="364"/>
                    <a:pt x="328" y="356"/>
                  </a:cubicBezTo>
                  <a:cubicBezTo>
                    <a:pt x="287" y="349"/>
                    <a:pt x="260" y="321"/>
                    <a:pt x="233" y="292"/>
                  </a:cubicBezTo>
                  <a:cubicBezTo>
                    <a:pt x="230" y="288"/>
                    <a:pt x="226" y="283"/>
                    <a:pt x="223" y="278"/>
                  </a:cubicBezTo>
                  <a:cubicBezTo>
                    <a:pt x="210" y="257"/>
                    <a:pt x="201" y="233"/>
                    <a:pt x="196" y="209"/>
                  </a:cubicBezTo>
                  <a:cubicBezTo>
                    <a:pt x="186" y="161"/>
                    <a:pt x="196" y="104"/>
                    <a:pt x="228" y="66"/>
                  </a:cubicBezTo>
                  <a:cubicBezTo>
                    <a:pt x="282" y="0"/>
                    <a:pt x="400" y="4"/>
                    <a:pt x="462" y="54"/>
                  </a:cubicBezTo>
                  <a:cubicBezTo>
                    <a:pt x="539" y="116"/>
                    <a:pt x="540" y="238"/>
                    <a:pt x="476" y="308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39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174" name="Freeform 310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8058" y="8067"/>
              <a:ext cx="274" cy="268"/>
            </a:xfrm>
            <a:custGeom>
              <a:avLst/>
              <a:gdLst>
                <a:gd name="T0" fmla="*/ 62 w 287"/>
                <a:gd name="T1" fmla="*/ 35 h 282"/>
                <a:gd name="T2" fmla="*/ 24 w 287"/>
                <a:gd name="T3" fmla="*/ 88 h 282"/>
                <a:gd name="T4" fmla="*/ 21 w 287"/>
                <a:gd name="T5" fmla="*/ 111 h 282"/>
                <a:gd name="T6" fmla="*/ 103 w 287"/>
                <a:gd name="T7" fmla="*/ 267 h 282"/>
                <a:gd name="T8" fmla="*/ 266 w 287"/>
                <a:gd name="T9" fmla="*/ 174 h 282"/>
                <a:gd name="T10" fmla="*/ 183 w 287"/>
                <a:gd name="T11" fmla="*/ 12 h 282"/>
                <a:gd name="T12" fmla="*/ 62 w 287"/>
                <a:gd name="T13" fmla="*/ 35 h 282"/>
                <a:gd name="T14" fmla="*/ 169 w 287"/>
                <a:gd name="T15" fmla="*/ 19 h 282"/>
                <a:gd name="T16" fmla="*/ 258 w 287"/>
                <a:gd name="T17" fmla="*/ 163 h 282"/>
                <a:gd name="T18" fmla="*/ 125 w 287"/>
                <a:gd name="T19" fmla="*/ 258 h 282"/>
                <a:gd name="T20" fmla="*/ 41 w 287"/>
                <a:gd name="T21" fmla="*/ 80 h 282"/>
                <a:gd name="T22" fmla="*/ 38 w 287"/>
                <a:gd name="T23" fmla="*/ 79 h 282"/>
                <a:gd name="T24" fmla="*/ 37 w 287"/>
                <a:gd name="T25" fmla="*/ 80 h 282"/>
                <a:gd name="T26" fmla="*/ 50 w 287"/>
                <a:gd name="T27" fmla="*/ 59 h 282"/>
                <a:gd name="T28" fmla="*/ 169 w 287"/>
                <a:gd name="T29" fmla="*/ 19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7" h="282">
                  <a:moveTo>
                    <a:pt x="62" y="35"/>
                  </a:moveTo>
                  <a:cubicBezTo>
                    <a:pt x="44" y="49"/>
                    <a:pt x="32" y="67"/>
                    <a:pt x="24" y="88"/>
                  </a:cubicBezTo>
                  <a:cubicBezTo>
                    <a:pt x="21" y="96"/>
                    <a:pt x="21" y="103"/>
                    <a:pt x="21" y="111"/>
                  </a:cubicBezTo>
                  <a:cubicBezTo>
                    <a:pt x="0" y="174"/>
                    <a:pt x="36" y="253"/>
                    <a:pt x="103" y="267"/>
                  </a:cubicBezTo>
                  <a:cubicBezTo>
                    <a:pt x="174" y="282"/>
                    <a:pt x="244" y="244"/>
                    <a:pt x="266" y="174"/>
                  </a:cubicBezTo>
                  <a:cubicBezTo>
                    <a:pt x="287" y="107"/>
                    <a:pt x="250" y="33"/>
                    <a:pt x="183" y="12"/>
                  </a:cubicBezTo>
                  <a:cubicBezTo>
                    <a:pt x="145" y="0"/>
                    <a:pt x="94" y="9"/>
                    <a:pt x="62" y="35"/>
                  </a:cubicBezTo>
                  <a:close/>
                  <a:moveTo>
                    <a:pt x="169" y="19"/>
                  </a:moveTo>
                  <a:cubicBezTo>
                    <a:pt x="236" y="30"/>
                    <a:pt x="272" y="100"/>
                    <a:pt x="258" y="163"/>
                  </a:cubicBezTo>
                  <a:cubicBezTo>
                    <a:pt x="244" y="226"/>
                    <a:pt x="187" y="261"/>
                    <a:pt x="125" y="258"/>
                  </a:cubicBezTo>
                  <a:cubicBezTo>
                    <a:pt x="38" y="255"/>
                    <a:pt x="12" y="150"/>
                    <a:pt x="41" y="80"/>
                  </a:cubicBezTo>
                  <a:cubicBezTo>
                    <a:pt x="41" y="79"/>
                    <a:pt x="39" y="78"/>
                    <a:pt x="38" y="79"/>
                  </a:cubicBezTo>
                  <a:cubicBezTo>
                    <a:pt x="38" y="79"/>
                    <a:pt x="38" y="79"/>
                    <a:pt x="37" y="80"/>
                  </a:cubicBezTo>
                  <a:cubicBezTo>
                    <a:pt x="41" y="73"/>
                    <a:pt x="45" y="66"/>
                    <a:pt x="50" y="59"/>
                  </a:cubicBezTo>
                  <a:cubicBezTo>
                    <a:pt x="78" y="24"/>
                    <a:pt x="127" y="12"/>
                    <a:pt x="169" y="19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39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175" name="Freeform 311"/>
            <p:cNvSpPr/>
            <p:nvPr>
              <p:custDataLst>
                <p:tags r:id="rId8"/>
              </p:custDataLst>
            </p:nvPr>
          </p:nvSpPr>
          <p:spPr bwMode="auto">
            <a:xfrm>
              <a:off x="8045" y="8060"/>
              <a:ext cx="186" cy="167"/>
            </a:xfrm>
            <a:custGeom>
              <a:avLst/>
              <a:gdLst>
                <a:gd name="T0" fmla="*/ 51 w 194"/>
                <a:gd name="T1" fmla="*/ 47 h 176"/>
                <a:gd name="T2" fmla="*/ 116 w 194"/>
                <a:gd name="T3" fmla="*/ 14 h 176"/>
                <a:gd name="T4" fmla="*/ 191 w 194"/>
                <a:gd name="T5" fmla="*/ 10 h 176"/>
                <a:gd name="T6" fmla="*/ 191 w 194"/>
                <a:gd name="T7" fmla="*/ 6 h 176"/>
                <a:gd name="T8" fmla="*/ 43 w 194"/>
                <a:gd name="T9" fmla="*/ 48 h 176"/>
                <a:gd name="T10" fmla="*/ 16 w 194"/>
                <a:gd name="T11" fmla="*/ 175 h 176"/>
                <a:gd name="T12" fmla="*/ 17 w 194"/>
                <a:gd name="T13" fmla="*/ 175 h 176"/>
                <a:gd name="T14" fmla="*/ 51 w 194"/>
                <a:gd name="T15" fmla="*/ 47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4" h="176">
                  <a:moveTo>
                    <a:pt x="51" y="47"/>
                  </a:moveTo>
                  <a:cubicBezTo>
                    <a:pt x="70" y="29"/>
                    <a:pt x="91" y="18"/>
                    <a:pt x="116" y="14"/>
                  </a:cubicBezTo>
                  <a:cubicBezTo>
                    <a:pt x="141" y="9"/>
                    <a:pt x="167" y="13"/>
                    <a:pt x="191" y="10"/>
                  </a:cubicBezTo>
                  <a:cubicBezTo>
                    <a:pt x="194" y="10"/>
                    <a:pt x="194" y="7"/>
                    <a:pt x="191" y="6"/>
                  </a:cubicBezTo>
                  <a:cubicBezTo>
                    <a:pt x="137" y="0"/>
                    <a:pt x="83" y="8"/>
                    <a:pt x="43" y="48"/>
                  </a:cubicBezTo>
                  <a:cubicBezTo>
                    <a:pt x="7" y="83"/>
                    <a:pt x="0" y="128"/>
                    <a:pt x="16" y="175"/>
                  </a:cubicBezTo>
                  <a:cubicBezTo>
                    <a:pt x="16" y="176"/>
                    <a:pt x="17" y="175"/>
                    <a:pt x="17" y="175"/>
                  </a:cubicBezTo>
                  <a:cubicBezTo>
                    <a:pt x="3" y="126"/>
                    <a:pt x="15" y="83"/>
                    <a:pt x="51" y="47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39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176" name="Freeform 312"/>
            <p:cNvSpPr/>
            <p:nvPr>
              <p:custDataLst>
                <p:tags r:id="rId9"/>
              </p:custDataLst>
            </p:nvPr>
          </p:nvSpPr>
          <p:spPr bwMode="auto">
            <a:xfrm>
              <a:off x="8065" y="8075"/>
              <a:ext cx="279" cy="302"/>
            </a:xfrm>
            <a:custGeom>
              <a:avLst/>
              <a:gdLst>
                <a:gd name="T0" fmla="*/ 203 w 294"/>
                <a:gd name="T1" fmla="*/ 4 h 317"/>
                <a:gd name="T2" fmla="*/ 258 w 294"/>
                <a:gd name="T3" fmla="*/ 37 h 317"/>
                <a:gd name="T4" fmla="*/ 282 w 294"/>
                <a:gd name="T5" fmla="*/ 97 h 317"/>
                <a:gd name="T6" fmla="*/ 254 w 294"/>
                <a:gd name="T7" fmla="*/ 218 h 317"/>
                <a:gd name="T8" fmla="*/ 1 w 294"/>
                <a:gd name="T9" fmla="*/ 192 h 317"/>
                <a:gd name="T10" fmla="*/ 0 w 294"/>
                <a:gd name="T11" fmla="*/ 192 h 317"/>
                <a:gd name="T12" fmla="*/ 258 w 294"/>
                <a:gd name="T13" fmla="*/ 224 h 317"/>
                <a:gd name="T14" fmla="*/ 287 w 294"/>
                <a:gd name="T15" fmla="*/ 88 h 317"/>
                <a:gd name="T16" fmla="*/ 203 w 294"/>
                <a:gd name="T17" fmla="*/ 0 h 317"/>
                <a:gd name="T18" fmla="*/ 203 w 294"/>
                <a:gd name="T19" fmla="*/ 4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4" h="317">
                  <a:moveTo>
                    <a:pt x="203" y="4"/>
                  </a:moveTo>
                  <a:cubicBezTo>
                    <a:pt x="225" y="12"/>
                    <a:pt x="243" y="18"/>
                    <a:pt x="258" y="37"/>
                  </a:cubicBezTo>
                  <a:cubicBezTo>
                    <a:pt x="273" y="53"/>
                    <a:pt x="279" y="76"/>
                    <a:pt x="282" y="97"/>
                  </a:cubicBezTo>
                  <a:cubicBezTo>
                    <a:pt x="287" y="138"/>
                    <a:pt x="276" y="183"/>
                    <a:pt x="254" y="218"/>
                  </a:cubicBezTo>
                  <a:cubicBezTo>
                    <a:pt x="194" y="316"/>
                    <a:pt x="51" y="281"/>
                    <a:pt x="1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41" y="296"/>
                    <a:pt x="194" y="317"/>
                    <a:pt x="258" y="224"/>
                  </a:cubicBezTo>
                  <a:cubicBezTo>
                    <a:pt x="285" y="186"/>
                    <a:pt x="294" y="134"/>
                    <a:pt x="287" y="88"/>
                  </a:cubicBezTo>
                  <a:cubicBezTo>
                    <a:pt x="281" y="47"/>
                    <a:pt x="249" y="1"/>
                    <a:pt x="203" y="0"/>
                  </a:cubicBezTo>
                  <a:cubicBezTo>
                    <a:pt x="201" y="0"/>
                    <a:pt x="201" y="3"/>
                    <a:pt x="203" y="4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39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1549400" cy="902335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005" cy="27565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0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4626610" cy="7213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zh-CN" sz="3600" dirty="0">
                <a:solidFill>
                  <a:schemeClr val="bg1"/>
                </a:solidFill>
                <a:sym typeface="+mn-ea"/>
              </a:rPr>
              <a:t>Insert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quarter" idx="10"/>
            <p:custDataLst>
              <p:tags r:id="rId4"/>
            </p:custDataLst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CN" sz="790"/>
              <a:t>23/09/11</a:t>
            </a:r>
          </a:p>
        </p:txBody>
      </p:sp>
      <p:pic>
        <p:nvPicPr>
          <p:cNvPr id="12" name="图片 11" descr="华工标志（透明版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662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Trees and Binary trees – Lecture 4-1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995" y="1569085"/>
            <a:ext cx="8311515" cy="4432300"/>
          </a:xfrm>
        </p:spPr>
        <p:txBody>
          <a:bodyPr vert="horz" lIns="68580" tIns="34290" rIns="68580" bIns="34290" rtlCol="0"/>
          <a:lstStyle/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Challenge: how to preserve the BST property without making major changes to the structure of the tree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1800" dirty="0">
                <a:ea typeface="宋体" panose="02010600030101010101" pitchFamily="2" charset="-122"/>
              </a:rPr>
              <a:t>Do a “Find” operation for X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1800" dirty="0"/>
              <a:t>If X is found </a:t>
            </a:r>
            <a:r>
              <a:rPr lang="en-US" altLang="zh-CN" sz="1800" dirty="0">
                <a:sym typeface="Wingdings" panose="05000000000000000000" pitchFamily="2" charset="2"/>
              </a:rPr>
              <a:t> update     (no need to insert)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1800" dirty="0">
                <a:sym typeface="Wingdings" panose="05000000000000000000" pitchFamily="2" charset="2"/>
              </a:rPr>
              <a:t>Else, “Find” stops at a NULL pointer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1800" dirty="0">
                <a:sym typeface="Wingdings" panose="05000000000000000000" pitchFamily="2" charset="2"/>
              </a:rPr>
              <a:t>Insert Node with X there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endParaRPr lang="en-US" altLang="zh-CN" sz="1800" dirty="0"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endParaRPr lang="en-US" altLang="zh-CN" sz="1800" dirty="0">
              <a:ea typeface="宋体" panose="02010600030101010101" pitchFamily="2" charset="-122"/>
            </a:endParaRPr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Example: Insert 95</a:t>
            </a:r>
          </a:p>
        </p:txBody>
      </p:sp>
      <p:sp>
        <p:nvSpPr>
          <p:cNvPr id="2662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EF12AF4-EC55-4DB2-9D40-C85D8C9D8A42}" type="slidenum">
              <a:rPr lang="en-US" altLang="zh-CN" sz="790"/>
              <a:pPr/>
              <a:t>25</a:t>
            </a:fld>
            <a:endParaRPr lang="en-US" altLang="zh-CN" sz="790" dirty="0"/>
          </a:p>
        </p:txBody>
      </p:sp>
      <p:grpSp>
        <p:nvGrpSpPr>
          <p:cNvPr id="3" name="组合 2"/>
          <p:cNvGrpSpPr/>
          <p:nvPr/>
        </p:nvGrpSpPr>
        <p:grpSpPr>
          <a:xfrm>
            <a:off x="3382010" y="4185920"/>
            <a:ext cx="1564640" cy="2251710"/>
            <a:chOff x="1412776" y="5868144"/>
            <a:chExt cx="1433513" cy="2062599"/>
          </a:xfrm>
        </p:grpSpPr>
        <p:sp>
          <p:nvSpPr>
            <p:cNvPr id="26631" name="Oval 4"/>
            <p:cNvSpPr>
              <a:spLocks noChangeArrowheads="1"/>
            </p:cNvSpPr>
            <p:nvPr/>
          </p:nvSpPr>
          <p:spPr bwMode="auto">
            <a:xfrm>
              <a:off x="1764011" y="5881241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26632" name="Oval 5"/>
            <p:cNvSpPr>
              <a:spLocks noChangeArrowheads="1"/>
            </p:cNvSpPr>
            <p:nvPr/>
          </p:nvSpPr>
          <p:spPr bwMode="auto">
            <a:xfrm>
              <a:off x="1421111" y="6738491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26633" name="Oval 6"/>
            <p:cNvSpPr>
              <a:spLocks noChangeArrowheads="1"/>
            </p:cNvSpPr>
            <p:nvPr/>
          </p:nvSpPr>
          <p:spPr bwMode="auto">
            <a:xfrm>
              <a:off x="2106911" y="6738491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26634" name="Line 7"/>
            <p:cNvSpPr>
              <a:spLocks noChangeShapeType="1"/>
            </p:cNvSpPr>
            <p:nvPr/>
          </p:nvSpPr>
          <p:spPr bwMode="auto">
            <a:xfrm flipH="1">
              <a:off x="1592561" y="6224141"/>
              <a:ext cx="34290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26635" name="Line 8"/>
            <p:cNvSpPr>
              <a:spLocks noChangeShapeType="1"/>
            </p:cNvSpPr>
            <p:nvPr/>
          </p:nvSpPr>
          <p:spPr bwMode="auto">
            <a:xfrm>
              <a:off x="1935461" y="6224141"/>
              <a:ext cx="28575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26636" name="Text Box 9"/>
            <p:cNvSpPr txBox="1">
              <a:spLocks noChangeArrowheads="1"/>
            </p:cNvSpPr>
            <p:nvPr/>
          </p:nvSpPr>
          <p:spPr bwMode="auto">
            <a:xfrm>
              <a:off x="1412776" y="6723013"/>
              <a:ext cx="422672" cy="3373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26637" name="Oval 10"/>
            <p:cNvSpPr>
              <a:spLocks noChangeArrowheads="1"/>
            </p:cNvSpPr>
            <p:nvPr/>
          </p:nvSpPr>
          <p:spPr bwMode="auto">
            <a:xfrm>
              <a:off x="1773536" y="7585025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26638" name="Oval 11"/>
            <p:cNvSpPr>
              <a:spLocks noChangeArrowheads="1"/>
            </p:cNvSpPr>
            <p:nvPr/>
          </p:nvSpPr>
          <p:spPr bwMode="auto">
            <a:xfrm>
              <a:off x="2459336" y="7585025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26639" name="Line 12"/>
            <p:cNvSpPr>
              <a:spLocks noChangeShapeType="1"/>
            </p:cNvSpPr>
            <p:nvPr/>
          </p:nvSpPr>
          <p:spPr bwMode="auto">
            <a:xfrm flipH="1">
              <a:off x="1944986" y="7070675"/>
              <a:ext cx="34290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26640" name="Line 13"/>
            <p:cNvSpPr>
              <a:spLocks noChangeShapeType="1"/>
            </p:cNvSpPr>
            <p:nvPr/>
          </p:nvSpPr>
          <p:spPr bwMode="auto">
            <a:xfrm>
              <a:off x="2287886" y="7070675"/>
              <a:ext cx="28575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26641" name="Text Box 14"/>
            <p:cNvSpPr txBox="1">
              <a:spLocks noChangeArrowheads="1"/>
            </p:cNvSpPr>
            <p:nvPr/>
          </p:nvSpPr>
          <p:spPr bwMode="auto">
            <a:xfrm>
              <a:off x="1756867" y="7575501"/>
              <a:ext cx="592931" cy="3373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96</a:t>
              </a:r>
            </a:p>
          </p:txBody>
        </p:sp>
        <p:sp>
          <p:nvSpPr>
            <p:cNvPr id="26642" name="Text Box 15"/>
            <p:cNvSpPr txBox="1">
              <a:spLocks noChangeArrowheads="1"/>
            </p:cNvSpPr>
            <p:nvPr/>
          </p:nvSpPr>
          <p:spPr bwMode="auto">
            <a:xfrm>
              <a:off x="2442667" y="7593360"/>
              <a:ext cx="403622" cy="3373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99</a:t>
              </a:r>
            </a:p>
          </p:txBody>
        </p:sp>
        <p:sp>
          <p:nvSpPr>
            <p:cNvPr id="26643" name="Text Box 16"/>
            <p:cNvSpPr txBox="1">
              <a:spLocks noChangeArrowheads="1"/>
            </p:cNvSpPr>
            <p:nvPr/>
          </p:nvSpPr>
          <p:spPr bwMode="auto">
            <a:xfrm>
              <a:off x="1752104" y="5868144"/>
              <a:ext cx="519113" cy="3373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94</a:t>
              </a:r>
            </a:p>
          </p:txBody>
        </p:sp>
        <p:sp>
          <p:nvSpPr>
            <p:cNvPr id="26644" name="Text Box 17"/>
            <p:cNvSpPr txBox="1">
              <a:spLocks noChangeArrowheads="1"/>
            </p:cNvSpPr>
            <p:nvPr/>
          </p:nvSpPr>
          <p:spPr bwMode="auto">
            <a:xfrm>
              <a:off x="2096195" y="6719442"/>
              <a:ext cx="519113" cy="3373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 dirty="0">
                  <a:ea typeface="宋体" panose="02010600030101010101" pitchFamily="2" charset="-122"/>
                </a:rPr>
                <a:t>97</a:t>
              </a:r>
            </a:p>
          </p:txBody>
        </p:sp>
      </p:grpSp>
      <p:sp>
        <p:nvSpPr>
          <p:cNvPr id="26645" name="Line 18"/>
          <p:cNvSpPr>
            <a:spLocks noChangeShapeType="1"/>
          </p:cNvSpPr>
          <p:nvPr/>
        </p:nvSpPr>
        <p:spPr bwMode="auto">
          <a:xfrm>
            <a:off x="5189855" y="5099685"/>
            <a:ext cx="3873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015"/>
          </a:p>
        </p:txBody>
      </p:sp>
      <p:sp>
        <p:nvSpPr>
          <p:cNvPr id="26646" name="Text Box 19"/>
          <p:cNvSpPr txBox="1">
            <a:spLocks noChangeArrowheads="1"/>
          </p:cNvSpPr>
          <p:nvPr/>
        </p:nvSpPr>
        <p:spPr bwMode="auto">
          <a:xfrm>
            <a:off x="5651500" y="4857750"/>
            <a:ext cx="432435" cy="5829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?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205220" y="3392170"/>
            <a:ext cx="1682750" cy="3343658"/>
            <a:chOff x="4376708" y="5549593"/>
            <a:chExt cx="1459706" cy="2900363"/>
          </a:xfrm>
        </p:grpSpPr>
        <p:sp>
          <p:nvSpPr>
            <p:cNvPr id="25" name="Oval 20"/>
            <p:cNvSpPr>
              <a:spLocks noChangeArrowheads="1"/>
            </p:cNvSpPr>
            <p:nvPr/>
          </p:nvSpPr>
          <p:spPr bwMode="auto">
            <a:xfrm>
              <a:off x="4754136" y="5549593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26" name="Oval 21"/>
            <p:cNvSpPr>
              <a:spLocks noChangeArrowheads="1"/>
            </p:cNvSpPr>
            <p:nvPr/>
          </p:nvSpPr>
          <p:spPr bwMode="auto">
            <a:xfrm>
              <a:off x="4411236" y="6406843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27" name="Oval 22"/>
            <p:cNvSpPr>
              <a:spLocks noChangeArrowheads="1"/>
            </p:cNvSpPr>
            <p:nvPr/>
          </p:nvSpPr>
          <p:spPr bwMode="auto">
            <a:xfrm>
              <a:off x="5097036" y="6406843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28" name="Line 23"/>
            <p:cNvSpPr>
              <a:spLocks noChangeShapeType="1"/>
            </p:cNvSpPr>
            <p:nvPr/>
          </p:nvSpPr>
          <p:spPr bwMode="auto">
            <a:xfrm flipH="1">
              <a:off x="4582686" y="5892493"/>
              <a:ext cx="34290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29" name="Line 24"/>
            <p:cNvSpPr>
              <a:spLocks noChangeShapeType="1"/>
            </p:cNvSpPr>
            <p:nvPr/>
          </p:nvSpPr>
          <p:spPr bwMode="auto">
            <a:xfrm>
              <a:off x="4925586" y="5892493"/>
              <a:ext cx="28575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30" name="Text Box 25"/>
            <p:cNvSpPr txBox="1">
              <a:spLocks noChangeArrowheads="1"/>
            </p:cNvSpPr>
            <p:nvPr/>
          </p:nvSpPr>
          <p:spPr bwMode="auto">
            <a:xfrm>
              <a:off x="4377502" y="6421845"/>
              <a:ext cx="408384" cy="3194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 dirty="0"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31" name="Oval 26"/>
            <p:cNvSpPr>
              <a:spLocks noChangeArrowheads="1"/>
            </p:cNvSpPr>
            <p:nvPr/>
          </p:nvSpPr>
          <p:spPr bwMode="auto">
            <a:xfrm>
              <a:off x="4763661" y="7253377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32" name="Oval 27"/>
            <p:cNvSpPr>
              <a:spLocks noChangeArrowheads="1"/>
            </p:cNvSpPr>
            <p:nvPr/>
          </p:nvSpPr>
          <p:spPr bwMode="auto">
            <a:xfrm>
              <a:off x="5449461" y="7253377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33" name="Line 28"/>
            <p:cNvSpPr>
              <a:spLocks noChangeShapeType="1"/>
            </p:cNvSpPr>
            <p:nvPr/>
          </p:nvSpPr>
          <p:spPr bwMode="auto">
            <a:xfrm flipH="1">
              <a:off x="4935111" y="6739027"/>
              <a:ext cx="34290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34" name="Line 29"/>
            <p:cNvSpPr>
              <a:spLocks noChangeShapeType="1"/>
            </p:cNvSpPr>
            <p:nvPr/>
          </p:nvSpPr>
          <p:spPr bwMode="auto">
            <a:xfrm>
              <a:off x="5278011" y="6739027"/>
              <a:ext cx="28575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35" name="Text Box 30"/>
            <p:cNvSpPr txBox="1">
              <a:spLocks noChangeArrowheads="1"/>
            </p:cNvSpPr>
            <p:nvPr/>
          </p:nvSpPr>
          <p:spPr bwMode="auto">
            <a:xfrm>
              <a:off x="4741913" y="7264173"/>
              <a:ext cx="416718" cy="3194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 dirty="0">
                  <a:ea typeface="宋体" panose="02010600030101010101" pitchFamily="2" charset="-122"/>
                </a:rPr>
                <a:t>96</a:t>
              </a:r>
            </a:p>
          </p:txBody>
        </p:sp>
        <p:sp>
          <p:nvSpPr>
            <p:cNvPr id="36" name="Text Box 31"/>
            <p:cNvSpPr txBox="1">
              <a:spLocks noChangeArrowheads="1"/>
            </p:cNvSpPr>
            <p:nvPr/>
          </p:nvSpPr>
          <p:spPr bwMode="auto">
            <a:xfrm>
              <a:off x="5432792" y="7261712"/>
              <a:ext cx="403622" cy="5596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99</a:t>
              </a:r>
            </a:p>
          </p:txBody>
        </p:sp>
        <p:sp>
          <p:nvSpPr>
            <p:cNvPr id="37" name="Text Box 32"/>
            <p:cNvSpPr txBox="1">
              <a:spLocks noChangeArrowheads="1"/>
            </p:cNvSpPr>
            <p:nvPr/>
          </p:nvSpPr>
          <p:spPr bwMode="auto">
            <a:xfrm>
              <a:off x="4737150" y="5556816"/>
              <a:ext cx="519113" cy="3194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 dirty="0">
                  <a:ea typeface="宋体" panose="02010600030101010101" pitchFamily="2" charset="-122"/>
                </a:rPr>
                <a:t>94</a:t>
              </a:r>
            </a:p>
          </p:txBody>
        </p:sp>
        <p:sp>
          <p:nvSpPr>
            <p:cNvPr id="38" name="Text Box 33"/>
            <p:cNvSpPr txBox="1">
              <a:spLocks noChangeArrowheads="1"/>
            </p:cNvSpPr>
            <p:nvPr/>
          </p:nvSpPr>
          <p:spPr bwMode="auto">
            <a:xfrm>
              <a:off x="5086320" y="6418274"/>
              <a:ext cx="519113" cy="3194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 dirty="0">
                  <a:ea typeface="宋体" panose="02010600030101010101" pitchFamily="2" charset="-122"/>
                </a:rPr>
                <a:t>97</a:t>
              </a:r>
            </a:p>
          </p:txBody>
        </p:sp>
        <p:sp>
          <p:nvSpPr>
            <p:cNvPr id="39" name="Oval 34"/>
            <p:cNvSpPr>
              <a:spLocks noChangeArrowheads="1"/>
            </p:cNvSpPr>
            <p:nvPr/>
          </p:nvSpPr>
          <p:spPr bwMode="auto">
            <a:xfrm>
              <a:off x="4393377" y="8107056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40" name="Line 35"/>
            <p:cNvSpPr>
              <a:spLocks noChangeShapeType="1"/>
            </p:cNvSpPr>
            <p:nvPr/>
          </p:nvSpPr>
          <p:spPr bwMode="auto">
            <a:xfrm flipH="1">
              <a:off x="4564827" y="7592706"/>
              <a:ext cx="34290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41" name="Text Box 36"/>
            <p:cNvSpPr txBox="1">
              <a:spLocks noChangeArrowheads="1"/>
            </p:cNvSpPr>
            <p:nvPr/>
          </p:nvSpPr>
          <p:spPr bwMode="auto">
            <a:xfrm>
              <a:off x="4376708" y="8125574"/>
              <a:ext cx="409178" cy="3194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 dirty="0">
                  <a:solidFill>
                    <a:srgbClr val="FF0000"/>
                  </a:solidFill>
                  <a:ea typeface="宋体" panose="02010600030101010101" pitchFamily="2" charset="-122"/>
                </a:rPr>
                <a:t>95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46" grpId="0" animBg="1"/>
      <p:bldP spid="26646" grpId="1" animBg="1"/>
      <p:bldP spid="26646" grpId="2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1549400" cy="902335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005" cy="3611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0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4626610" cy="7213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zh-CN" sz="3600" dirty="0">
                <a:solidFill>
                  <a:schemeClr val="bg1"/>
                </a:solidFill>
                <a:sym typeface="+mn-ea"/>
              </a:rPr>
              <a:t>Insert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quarter" idx="10"/>
            <p:custDataLst>
              <p:tags r:id="rId4"/>
            </p:custDataLst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CN" sz="790"/>
              <a:t>23/09/11</a:t>
            </a:r>
          </a:p>
        </p:txBody>
      </p:sp>
      <p:pic>
        <p:nvPicPr>
          <p:cNvPr id="12" name="图片 11" descr="华工标志（透明版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662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Trees and Binary trees – Lecture 4-1</a:t>
            </a:r>
          </a:p>
        </p:txBody>
      </p:sp>
      <p:sp>
        <p:nvSpPr>
          <p:cNvPr id="2662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EF12AF4-EC55-4DB2-9D40-C85D8C9D8A42}" type="slidenum">
              <a:rPr lang="en-US" altLang="zh-CN" sz="790"/>
              <a:pPr/>
              <a:t>26</a:t>
            </a:fld>
            <a:endParaRPr lang="en-US" altLang="zh-CN" sz="790"/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2140" y="1557655"/>
            <a:ext cx="7845425" cy="1204595"/>
          </a:xfrm>
        </p:spPr>
        <p:txBody>
          <a:bodyPr vert="horz" lIns="68580" tIns="34290" rIns="68580" bIns="34290" rtlCol="0">
            <a:normAutofit/>
          </a:bodyPr>
          <a:lstStyle/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How to handle </a:t>
            </a:r>
            <a:r>
              <a:rPr lang="en-US" altLang="zh-CN" sz="2400" dirty="0"/>
              <a:t>duplicates?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Example: Insert 97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695450" y="2512695"/>
            <a:ext cx="1709420" cy="2456180"/>
            <a:chOff x="1412776" y="5868144"/>
            <a:chExt cx="1433513" cy="2059781"/>
          </a:xfrm>
        </p:grpSpPr>
        <p:sp>
          <p:nvSpPr>
            <p:cNvPr id="26631" name="Oval 4"/>
            <p:cNvSpPr>
              <a:spLocks noChangeArrowheads="1"/>
            </p:cNvSpPr>
            <p:nvPr/>
          </p:nvSpPr>
          <p:spPr bwMode="auto">
            <a:xfrm>
              <a:off x="1764011" y="5881241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>
                <a:lnSpc>
                  <a:spcPct val="120000"/>
                </a:lnSpc>
              </a:pPr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26632" name="Oval 5"/>
            <p:cNvSpPr>
              <a:spLocks noChangeArrowheads="1"/>
            </p:cNvSpPr>
            <p:nvPr/>
          </p:nvSpPr>
          <p:spPr bwMode="auto">
            <a:xfrm>
              <a:off x="1421111" y="6738491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>
                <a:lnSpc>
                  <a:spcPct val="120000"/>
                </a:lnSpc>
              </a:pPr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26633" name="Oval 6"/>
            <p:cNvSpPr>
              <a:spLocks noChangeArrowheads="1"/>
            </p:cNvSpPr>
            <p:nvPr/>
          </p:nvSpPr>
          <p:spPr bwMode="auto">
            <a:xfrm>
              <a:off x="2106911" y="6738491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>
                <a:lnSpc>
                  <a:spcPct val="120000"/>
                </a:lnSpc>
              </a:pPr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26634" name="Line 7"/>
            <p:cNvSpPr>
              <a:spLocks noChangeShapeType="1"/>
            </p:cNvSpPr>
            <p:nvPr/>
          </p:nvSpPr>
          <p:spPr bwMode="auto">
            <a:xfrm flipH="1">
              <a:off x="1592561" y="6224141"/>
              <a:ext cx="34290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26635" name="Line 8"/>
            <p:cNvSpPr>
              <a:spLocks noChangeShapeType="1"/>
            </p:cNvSpPr>
            <p:nvPr/>
          </p:nvSpPr>
          <p:spPr bwMode="auto">
            <a:xfrm>
              <a:off x="1935461" y="6224141"/>
              <a:ext cx="28575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26636" name="Text Box 9"/>
            <p:cNvSpPr txBox="1">
              <a:spLocks noChangeArrowheads="1"/>
            </p:cNvSpPr>
            <p:nvPr/>
          </p:nvSpPr>
          <p:spPr bwMode="auto">
            <a:xfrm>
              <a:off x="1412776" y="6723013"/>
              <a:ext cx="422672" cy="3237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>
                <a:lnSpc>
                  <a:spcPct val="120000"/>
                </a:lnSpc>
              </a:pPr>
              <a:r>
                <a:rPr lang="en-US" altLang="zh-CN" sz="1600"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26637" name="Oval 10"/>
            <p:cNvSpPr>
              <a:spLocks noChangeArrowheads="1"/>
            </p:cNvSpPr>
            <p:nvPr/>
          </p:nvSpPr>
          <p:spPr bwMode="auto">
            <a:xfrm>
              <a:off x="1773536" y="7585025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>
                <a:lnSpc>
                  <a:spcPct val="120000"/>
                </a:lnSpc>
              </a:pPr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26638" name="Oval 11"/>
            <p:cNvSpPr>
              <a:spLocks noChangeArrowheads="1"/>
            </p:cNvSpPr>
            <p:nvPr/>
          </p:nvSpPr>
          <p:spPr bwMode="auto">
            <a:xfrm>
              <a:off x="2459336" y="7585025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>
                <a:lnSpc>
                  <a:spcPct val="120000"/>
                </a:lnSpc>
              </a:pPr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26639" name="Line 12"/>
            <p:cNvSpPr>
              <a:spLocks noChangeShapeType="1"/>
            </p:cNvSpPr>
            <p:nvPr/>
          </p:nvSpPr>
          <p:spPr bwMode="auto">
            <a:xfrm flipH="1">
              <a:off x="1944986" y="7070675"/>
              <a:ext cx="34290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26640" name="Line 13"/>
            <p:cNvSpPr>
              <a:spLocks noChangeShapeType="1"/>
            </p:cNvSpPr>
            <p:nvPr/>
          </p:nvSpPr>
          <p:spPr bwMode="auto">
            <a:xfrm>
              <a:off x="2287886" y="7070675"/>
              <a:ext cx="28575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26641" name="Text Box 14"/>
            <p:cNvSpPr txBox="1">
              <a:spLocks noChangeArrowheads="1"/>
            </p:cNvSpPr>
            <p:nvPr/>
          </p:nvSpPr>
          <p:spPr bwMode="auto">
            <a:xfrm>
              <a:off x="1756867" y="7575501"/>
              <a:ext cx="592931" cy="3237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>
                <a:lnSpc>
                  <a:spcPct val="120000"/>
                </a:lnSpc>
              </a:pPr>
              <a:r>
                <a:rPr lang="en-US" altLang="zh-CN" sz="1600">
                  <a:ea typeface="宋体" panose="02010600030101010101" pitchFamily="2" charset="-122"/>
                </a:rPr>
                <a:t>96</a:t>
              </a:r>
            </a:p>
          </p:txBody>
        </p:sp>
        <p:sp>
          <p:nvSpPr>
            <p:cNvPr id="26642" name="Text Box 15"/>
            <p:cNvSpPr txBox="1">
              <a:spLocks noChangeArrowheads="1"/>
            </p:cNvSpPr>
            <p:nvPr/>
          </p:nvSpPr>
          <p:spPr bwMode="auto">
            <a:xfrm>
              <a:off x="2442667" y="7593360"/>
              <a:ext cx="403622" cy="3237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>
                <a:lnSpc>
                  <a:spcPct val="120000"/>
                </a:lnSpc>
              </a:pPr>
              <a:r>
                <a:rPr lang="en-US" altLang="zh-CN" sz="1600">
                  <a:ea typeface="宋体" panose="02010600030101010101" pitchFamily="2" charset="-122"/>
                </a:rPr>
                <a:t>99</a:t>
              </a:r>
            </a:p>
          </p:txBody>
        </p:sp>
        <p:sp>
          <p:nvSpPr>
            <p:cNvPr id="26643" name="Text Box 16"/>
            <p:cNvSpPr txBox="1">
              <a:spLocks noChangeArrowheads="1"/>
            </p:cNvSpPr>
            <p:nvPr/>
          </p:nvSpPr>
          <p:spPr bwMode="auto">
            <a:xfrm>
              <a:off x="1752104" y="5868144"/>
              <a:ext cx="519113" cy="3237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>
                <a:lnSpc>
                  <a:spcPct val="120000"/>
                </a:lnSpc>
              </a:pPr>
              <a:r>
                <a:rPr lang="en-US" altLang="zh-CN" sz="1600">
                  <a:ea typeface="宋体" panose="02010600030101010101" pitchFamily="2" charset="-122"/>
                </a:rPr>
                <a:t>94</a:t>
              </a:r>
            </a:p>
          </p:txBody>
        </p:sp>
        <p:sp>
          <p:nvSpPr>
            <p:cNvPr id="26644" name="Text Box 17"/>
            <p:cNvSpPr txBox="1">
              <a:spLocks noChangeArrowheads="1"/>
            </p:cNvSpPr>
            <p:nvPr/>
          </p:nvSpPr>
          <p:spPr bwMode="auto">
            <a:xfrm>
              <a:off x="2096195" y="6719442"/>
              <a:ext cx="519113" cy="3237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>
                <a:lnSpc>
                  <a:spcPct val="120000"/>
                </a:lnSpc>
              </a:pPr>
              <a:r>
                <a:rPr lang="en-US" altLang="zh-CN" sz="1600" dirty="0">
                  <a:ea typeface="宋体" panose="02010600030101010101" pitchFamily="2" charset="-122"/>
                </a:rPr>
                <a:t>97</a:t>
              </a:r>
            </a:p>
          </p:txBody>
        </p:sp>
      </p:grpSp>
      <p:sp>
        <p:nvSpPr>
          <p:cNvPr id="26645" name="Line 18"/>
          <p:cNvSpPr>
            <a:spLocks noChangeShapeType="1"/>
          </p:cNvSpPr>
          <p:nvPr/>
        </p:nvSpPr>
        <p:spPr bwMode="auto">
          <a:xfrm>
            <a:off x="4085946" y="3570704"/>
            <a:ext cx="26610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015"/>
          </a:p>
        </p:txBody>
      </p:sp>
      <p:sp>
        <p:nvSpPr>
          <p:cNvPr id="26646" name="Text Box 19"/>
          <p:cNvSpPr txBox="1">
            <a:spLocks noChangeArrowheads="1"/>
          </p:cNvSpPr>
          <p:nvPr/>
        </p:nvSpPr>
        <p:spPr bwMode="auto">
          <a:xfrm>
            <a:off x="4402949" y="3404611"/>
            <a:ext cx="2971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?</a:t>
            </a:r>
          </a:p>
        </p:txBody>
      </p:sp>
      <p:grpSp>
        <p:nvGrpSpPr>
          <p:cNvPr id="42" name="组合 41"/>
          <p:cNvGrpSpPr/>
          <p:nvPr/>
        </p:nvGrpSpPr>
        <p:grpSpPr>
          <a:xfrm>
            <a:off x="5440680" y="1701165"/>
            <a:ext cx="1637665" cy="3267710"/>
            <a:chOff x="4377502" y="5549593"/>
            <a:chExt cx="1458912" cy="2910230"/>
          </a:xfrm>
        </p:grpSpPr>
        <p:sp>
          <p:nvSpPr>
            <p:cNvPr id="43" name="Oval 20"/>
            <p:cNvSpPr>
              <a:spLocks noChangeArrowheads="1"/>
            </p:cNvSpPr>
            <p:nvPr/>
          </p:nvSpPr>
          <p:spPr bwMode="auto">
            <a:xfrm>
              <a:off x="4754136" y="5549593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44" name="Oval 21"/>
            <p:cNvSpPr>
              <a:spLocks noChangeArrowheads="1"/>
            </p:cNvSpPr>
            <p:nvPr/>
          </p:nvSpPr>
          <p:spPr bwMode="auto">
            <a:xfrm>
              <a:off x="4411236" y="6406843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45" name="Oval 22"/>
            <p:cNvSpPr>
              <a:spLocks noChangeArrowheads="1"/>
            </p:cNvSpPr>
            <p:nvPr/>
          </p:nvSpPr>
          <p:spPr bwMode="auto">
            <a:xfrm>
              <a:off x="5097036" y="6406843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46" name="Line 23"/>
            <p:cNvSpPr>
              <a:spLocks noChangeShapeType="1"/>
            </p:cNvSpPr>
            <p:nvPr/>
          </p:nvSpPr>
          <p:spPr bwMode="auto">
            <a:xfrm flipH="1">
              <a:off x="4582686" y="5892493"/>
              <a:ext cx="34290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47" name="Line 24"/>
            <p:cNvSpPr>
              <a:spLocks noChangeShapeType="1"/>
            </p:cNvSpPr>
            <p:nvPr/>
          </p:nvSpPr>
          <p:spPr bwMode="auto">
            <a:xfrm>
              <a:off x="4925586" y="5892493"/>
              <a:ext cx="28575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48" name="Text Box 25"/>
            <p:cNvSpPr txBox="1">
              <a:spLocks noChangeArrowheads="1"/>
            </p:cNvSpPr>
            <p:nvPr/>
          </p:nvSpPr>
          <p:spPr bwMode="auto">
            <a:xfrm>
              <a:off x="4377502" y="6421845"/>
              <a:ext cx="408384" cy="300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600" dirty="0"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49" name="Oval 26"/>
            <p:cNvSpPr>
              <a:spLocks noChangeArrowheads="1"/>
            </p:cNvSpPr>
            <p:nvPr/>
          </p:nvSpPr>
          <p:spPr bwMode="auto">
            <a:xfrm>
              <a:off x="4763661" y="7253377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50" name="Oval 27"/>
            <p:cNvSpPr>
              <a:spLocks noChangeArrowheads="1"/>
            </p:cNvSpPr>
            <p:nvPr/>
          </p:nvSpPr>
          <p:spPr bwMode="auto">
            <a:xfrm>
              <a:off x="5449461" y="7253377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51" name="Line 28"/>
            <p:cNvSpPr>
              <a:spLocks noChangeShapeType="1"/>
            </p:cNvSpPr>
            <p:nvPr/>
          </p:nvSpPr>
          <p:spPr bwMode="auto">
            <a:xfrm flipH="1">
              <a:off x="4935111" y="6739027"/>
              <a:ext cx="34290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52" name="Line 29"/>
            <p:cNvSpPr>
              <a:spLocks noChangeShapeType="1"/>
            </p:cNvSpPr>
            <p:nvPr/>
          </p:nvSpPr>
          <p:spPr bwMode="auto">
            <a:xfrm>
              <a:off x="5278011" y="6739027"/>
              <a:ext cx="28575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53" name="Text Box 30"/>
            <p:cNvSpPr txBox="1">
              <a:spLocks noChangeArrowheads="1"/>
            </p:cNvSpPr>
            <p:nvPr/>
          </p:nvSpPr>
          <p:spPr bwMode="auto">
            <a:xfrm>
              <a:off x="4741913" y="7264173"/>
              <a:ext cx="416718" cy="300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600" dirty="0">
                  <a:ea typeface="宋体" panose="02010600030101010101" pitchFamily="2" charset="-122"/>
                </a:rPr>
                <a:t>96</a:t>
              </a:r>
            </a:p>
          </p:txBody>
        </p:sp>
        <p:sp>
          <p:nvSpPr>
            <p:cNvPr id="54" name="Text Box 31"/>
            <p:cNvSpPr txBox="1">
              <a:spLocks noChangeArrowheads="1"/>
            </p:cNvSpPr>
            <p:nvPr/>
          </p:nvSpPr>
          <p:spPr bwMode="auto">
            <a:xfrm>
              <a:off x="5432792" y="7261712"/>
              <a:ext cx="403622" cy="300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600">
                  <a:ea typeface="宋体" panose="02010600030101010101" pitchFamily="2" charset="-122"/>
                </a:rPr>
                <a:t>99</a:t>
              </a:r>
            </a:p>
          </p:txBody>
        </p:sp>
        <p:sp>
          <p:nvSpPr>
            <p:cNvPr id="55" name="Text Box 32"/>
            <p:cNvSpPr txBox="1">
              <a:spLocks noChangeArrowheads="1"/>
            </p:cNvSpPr>
            <p:nvPr/>
          </p:nvSpPr>
          <p:spPr bwMode="auto">
            <a:xfrm>
              <a:off x="4737150" y="5556816"/>
              <a:ext cx="519113" cy="300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600" dirty="0">
                  <a:ea typeface="宋体" panose="02010600030101010101" pitchFamily="2" charset="-122"/>
                </a:rPr>
                <a:t>94</a:t>
              </a:r>
            </a:p>
          </p:txBody>
        </p:sp>
        <p:sp>
          <p:nvSpPr>
            <p:cNvPr id="56" name="Text Box 33"/>
            <p:cNvSpPr txBox="1">
              <a:spLocks noChangeArrowheads="1"/>
            </p:cNvSpPr>
            <p:nvPr/>
          </p:nvSpPr>
          <p:spPr bwMode="auto">
            <a:xfrm>
              <a:off x="5086320" y="6418274"/>
              <a:ext cx="519113" cy="300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600" dirty="0">
                  <a:ea typeface="宋体" panose="02010600030101010101" pitchFamily="2" charset="-122"/>
                </a:rPr>
                <a:t>97</a:t>
              </a:r>
            </a:p>
          </p:txBody>
        </p:sp>
        <p:sp>
          <p:nvSpPr>
            <p:cNvPr id="57" name="Oval 34"/>
            <p:cNvSpPr>
              <a:spLocks noChangeArrowheads="1"/>
            </p:cNvSpPr>
            <p:nvPr/>
          </p:nvSpPr>
          <p:spPr bwMode="auto">
            <a:xfrm>
              <a:off x="5106561" y="8116923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58" name="Line 35"/>
            <p:cNvSpPr>
              <a:spLocks noChangeShapeType="1"/>
            </p:cNvSpPr>
            <p:nvPr/>
          </p:nvSpPr>
          <p:spPr bwMode="auto">
            <a:xfrm flipH="1">
              <a:off x="5256263" y="7574130"/>
              <a:ext cx="307498" cy="5413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59" name="Text Box 36"/>
            <p:cNvSpPr txBox="1">
              <a:spLocks noChangeArrowheads="1"/>
            </p:cNvSpPr>
            <p:nvPr/>
          </p:nvSpPr>
          <p:spPr bwMode="auto">
            <a:xfrm>
              <a:off x="5089401" y="8126791"/>
              <a:ext cx="409178" cy="300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600" dirty="0">
                  <a:solidFill>
                    <a:srgbClr val="FF0000"/>
                  </a:solidFill>
                  <a:ea typeface="宋体" panose="02010600030101010101" pitchFamily="2" charset="-122"/>
                </a:rPr>
                <a:t>97</a:t>
              </a:r>
            </a:p>
          </p:txBody>
        </p:sp>
      </p:grpSp>
      <p:sp>
        <p:nvSpPr>
          <p:cNvPr id="60" name="矩形 59"/>
          <p:cNvSpPr/>
          <p:nvPr/>
        </p:nvSpPr>
        <p:spPr>
          <a:xfrm>
            <a:off x="731520" y="4989195"/>
            <a:ext cx="7992745" cy="119888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 a new node and insert it into the tree. or,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keeping an extra field in the node record indicating the frequency of occurrence, etc.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45" grpId="0" bldLvl="0" animBg="1"/>
      <p:bldP spid="26646" grpId="0" bldLvl="0" animBg="1"/>
      <p:bldP spid="26646" grpId="1" bldLvl="0" animBg="1"/>
      <p:bldP spid="6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1549400" cy="902335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251520" y="1340768"/>
            <a:ext cx="8676005" cy="48520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0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4626610" cy="7213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zh-CN" sz="3600" dirty="0">
                <a:solidFill>
                  <a:schemeClr val="bg1"/>
                </a:solidFill>
                <a:sym typeface="+mn-ea"/>
              </a:rPr>
              <a:t>Insert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quarter" idx="10"/>
            <p:custDataLst>
              <p:tags r:id="rId4"/>
            </p:custDataLst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CN" sz="790"/>
              <a:t>23/09/11</a:t>
            </a:r>
          </a:p>
        </p:txBody>
      </p:sp>
      <p:pic>
        <p:nvPicPr>
          <p:cNvPr id="12" name="图片 11" descr="华工标志（透明版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8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8675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Trees and Binary trees – Lecture 4-1</a:t>
            </a:r>
          </a:p>
        </p:txBody>
      </p:sp>
      <p:sp>
        <p:nvSpPr>
          <p:cNvPr id="28676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1E8EB82-61C7-4DBA-8929-85766DDA432F}" type="slidenum">
              <a:rPr lang="en-US" altLang="zh-CN" sz="790"/>
              <a:pPr/>
              <a:t>27</a:t>
            </a:fld>
            <a:endParaRPr lang="en-US" altLang="zh-CN" sz="790"/>
          </a:p>
        </p:txBody>
      </p:sp>
      <p:sp>
        <p:nvSpPr>
          <p:cNvPr id="28678" name="Text Box 1029"/>
          <p:cNvSpPr txBox="1">
            <a:spLocks noChangeArrowheads="1"/>
          </p:cNvSpPr>
          <p:nvPr/>
        </p:nvSpPr>
        <p:spPr bwMode="auto">
          <a:xfrm>
            <a:off x="395605" y="1342390"/>
            <a:ext cx="8117205" cy="5015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/**</a:t>
            </a:r>
          </a:p>
          <a:p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* Internal method to insert into a subtree.</a:t>
            </a:r>
          </a:p>
          <a:p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* x is the item to insert.</a:t>
            </a:r>
          </a:p>
          <a:p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* t is the node that roots the subtree.</a:t>
            </a:r>
          </a:p>
          <a:p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* Set the new root of the subtree.</a:t>
            </a:r>
          </a:p>
          <a:p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*/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insert(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Comparable &amp; x,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BinaryNode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 ){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if( t ==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nullptr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t = new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BinaryNode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x,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nullptr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nullptr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else if( x &lt; t-&gt;element )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insert( x, t-&gt;left );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else if( t-&gt;element &lt; x )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insert( x, t-&gt;right );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else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; // Duplicate; do nothing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</p:txBody>
      </p:sp>
      <p:grpSp>
        <p:nvGrpSpPr>
          <p:cNvPr id="23" name="组合 22"/>
          <p:cNvGrpSpPr/>
          <p:nvPr/>
        </p:nvGrpSpPr>
        <p:grpSpPr>
          <a:xfrm>
            <a:off x="7922895" y="5250815"/>
            <a:ext cx="819150" cy="948690"/>
            <a:chOff x="9066" y="9530"/>
            <a:chExt cx="430" cy="498"/>
          </a:xfrm>
          <a:solidFill>
            <a:schemeClr val="accent1">
              <a:lumMod val="75000"/>
              <a:alpha val="47000"/>
            </a:schemeClr>
          </a:solidFill>
        </p:grpSpPr>
        <p:sp>
          <p:nvSpPr>
            <p:cNvPr id="1053" name="Freeform 590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9066" y="9530"/>
              <a:ext cx="430" cy="499"/>
            </a:xfrm>
            <a:custGeom>
              <a:avLst/>
              <a:gdLst>
                <a:gd name="T0" fmla="*/ 236 w 449"/>
                <a:gd name="T1" fmla="*/ 52 h 523"/>
                <a:gd name="T2" fmla="*/ 67 w 449"/>
                <a:gd name="T3" fmla="*/ 50 h 523"/>
                <a:gd name="T4" fmla="*/ 5 w 449"/>
                <a:gd name="T5" fmla="*/ 113 h 523"/>
                <a:gd name="T6" fmla="*/ 24 w 449"/>
                <a:gd name="T7" fmla="*/ 158 h 523"/>
                <a:gd name="T8" fmla="*/ 159 w 449"/>
                <a:gd name="T9" fmla="*/ 197 h 523"/>
                <a:gd name="T10" fmla="*/ 162 w 449"/>
                <a:gd name="T11" fmla="*/ 424 h 523"/>
                <a:gd name="T12" fmla="*/ 169 w 449"/>
                <a:gd name="T13" fmla="*/ 517 h 523"/>
                <a:gd name="T14" fmla="*/ 244 w 449"/>
                <a:gd name="T15" fmla="*/ 491 h 523"/>
                <a:gd name="T16" fmla="*/ 320 w 449"/>
                <a:gd name="T17" fmla="*/ 201 h 523"/>
                <a:gd name="T18" fmla="*/ 184 w 449"/>
                <a:gd name="T19" fmla="*/ 191 h 523"/>
                <a:gd name="T20" fmla="*/ 14 w 449"/>
                <a:gd name="T21" fmla="*/ 177 h 523"/>
                <a:gd name="T22" fmla="*/ 117 w 449"/>
                <a:gd name="T23" fmla="*/ 131 h 523"/>
                <a:gd name="T24" fmla="*/ 30 w 449"/>
                <a:gd name="T25" fmla="*/ 139 h 523"/>
                <a:gd name="T26" fmla="*/ 26 w 449"/>
                <a:gd name="T27" fmla="*/ 148 h 523"/>
                <a:gd name="T28" fmla="*/ 31 w 449"/>
                <a:gd name="T29" fmla="*/ 153 h 523"/>
                <a:gd name="T30" fmla="*/ 41 w 449"/>
                <a:gd name="T31" fmla="*/ 129 h 523"/>
                <a:gd name="T32" fmla="*/ 14 w 449"/>
                <a:gd name="T33" fmla="*/ 118 h 523"/>
                <a:gd name="T34" fmla="*/ 201 w 449"/>
                <a:gd name="T35" fmla="*/ 116 h 523"/>
                <a:gd name="T36" fmla="*/ 15 w 449"/>
                <a:gd name="T37" fmla="*/ 123 h 523"/>
                <a:gd name="T38" fmla="*/ 53 w 449"/>
                <a:gd name="T39" fmla="*/ 74 h 523"/>
                <a:gd name="T40" fmla="*/ 76 w 449"/>
                <a:gd name="T41" fmla="*/ 84 h 523"/>
                <a:gd name="T42" fmla="*/ 140 w 449"/>
                <a:gd name="T43" fmla="*/ 95 h 523"/>
                <a:gd name="T44" fmla="*/ 211 w 449"/>
                <a:gd name="T45" fmla="*/ 101 h 523"/>
                <a:gd name="T46" fmla="*/ 186 w 449"/>
                <a:gd name="T47" fmla="*/ 89 h 523"/>
                <a:gd name="T48" fmla="*/ 315 w 449"/>
                <a:gd name="T49" fmla="*/ 107 h 523"/>
                <a:gd name="T50" fmla="*/ 9 w 449"/>
                <a:gd name="T51" fmla="*/ 98 h 523"/>
                <a:gd name="T52" fmla="*/ 15 w 449"/>
                <a:gd name="T53" fmla="*/ 72 h 523"/>
                <a:gd name="T54" fmla="*/ 43 w 449"/>
                <a:gd name="T55" fmla="*/ 80 h 523"/>
                <a:gd name="T56" fmla="*/ 15 w 449"/>
                <a:gd name="T57" fmla="*/ 67 h 523"/>
                <a:gd name="T58" fmla="*/ 97 w 449"/>
                <a:gd name="T59" fmla="*/ 127 h 523"/>
                <a:gd name="T60" fmla="*/ 280 w 449"/>
                <a:gd name="T61" fmla="*/ 119 h 523"/>
                <a:gd name="T62" fmla="*/ 331 w 449"/>
                <a:gd name="T63" fmla="*/ 132 h 523"/>
                <a:gd name="T64" fmla="*/ 377 w 449"/>
                <a:gd name="T65" fmla="*/ 122 h 523"/>
                <a:gd name="T66" fmla="*/ 387 w 449"/>
                <a:gd name="T67" fmla="*/ 120 h 523"/>
                <a:gd name="T68" fmla="*/ 312 w 449"/>
                <a:gd name="T69" fmla="*/ 110 h 523"/>
                <a:gd name="T70" fmla="*/ 163 w 449"/>
                <a:gd name="T71" fmla="*/ 42 h 523"/>
                <a:gd name="T72" fmla="*/ 214 w 449"/>
                <a:gd name="T73" fmla="*/ 30 h 523"/>
                <a:gd name="T74" fmla="*/ 214 w 449"/>
                <a:gd name="T75" fmla="*/ 14 h 523"/>
                <a:gd name="T76" fmla="*/ 206 w 449"/>
                <a:gd name="T77" fmla="*/ 53 h 523"/>
                <a:gd name="T78" fmla="*/ 368 w 449"/>
                <a:gd name="T79" fmla="*/ 72 h 523"/>
                <a:gd name="T80" fmla="*/ 146 w 449"/>
                <a:gd name="T81" fmla="*/ 80 h 523"/>
                <a:gd name="T82" fmla="*/ 95 w 449"/>
                <a:gd name="T83" fmla="*/ 71 h 523"/>
                <a:gd name="T84" fmla="*/ 376 w 449"/>
                <a:gd name="T85" fmla="*/ 77 h 523"/>
                <a:gd name="T86" fmla="*/ 44 w 449"/>
                <a:gd name="T87" fmla="*/ 62 h 523"/>
                <a:gd name="T88" fmla="*/ 146 w 449"/>
                <a:gd name="T89" fmla="*/ 71 h 523"/>
                <a:gd name="T90" fmla="*/ 18 w 449"/>
                <a:gd name="T91" fmla="*/ 59 h 523"/>
                <a:gd name="T92" fmla="*/ 5 w 449"/>
                <a:gd name="T93" fmla="*/ 100 h 523"/>
                <a:gd name="T94" fmla="*/ 19 w 449"/>
                <a:gd name="T95" fmla="*/ 135 h 523"/>
                <a:gd name="T96" fmla="*/ 24 w 449"/>
                <a:gd name="T97" fmla="*/ 163 h 523"/>
                <a:gd name="T98" fmla="*/ 14 w 449"/>
                <a:gd name="T99" fmla="*/ 180 h 523"/>
                <a:gd name="T100" fmla="*/ 168 w 449"/>
                <a:gd name="T101" fmla="*/ 490 h 523"/>
                <a:gd name="T102" fmla="*/ 206 w 449"/>
                <a:gd name="T103" fmla="*/ 510 h 523"/>
                <a:gd name="T104" fmla="*/ 170 w 449"/>
                <a:gd name="T105" fmla="*/ 455 h 523"/>
                <a:gd name="T106" fmla="*/ 216 w 449"/>
                <a:gd name="T107" fmla="*/ 401 h 523"/>
                <a:gd name="T108" fmla="*/ 171 w 449"/>
                <a:gd name="T109" fmla="*/ 389 h 523"/>
                <a:gd name="T110" fmla="*/ 171 w 449"/>
                <a:gd name="T111" fmla="*/ 350 h 523"/>
                <a:gd name="T112" fmla="*/ 210 w 449"/>
                <a:gd name="T113" fmla="*/ 285 h 523"/>
                <a:gd name="T114" fmla="*/ 167 w 449"/>
                <a:gd name="T115" fmla="*/ 283 h 523"/>
                <a:gd name="T116" fmla="*/ 166 w 449"/>
                <a:gd name="T117" fmla="*/ 264 h 523"/>
                <a:gd name="T118" fmla="*/ 164 w 449"/>
                <a:gd name="T119" fmla="*/ 217 h 523"/>
                <a:gd name="T120" fmla="*/ 231 w 449"/>
                <a:gd name="T121" fmla="*/ 197 h 523"/>
                <a:gd name="T122" fmla="*/ 273 w 449"/>
                <a:gd name="T123" fmla="*/ 192 h 5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49" h="523">
                  <a:moveTo>
                    <a:pt x="446" y="133"/>
                  </a:moveTo>
                  <a:cubicBezTo>
                    <a:pt x="431" y="123"/>
                    <a:pt x="419" y="109"/>
                    <a:pt x="407" y="95"/>
                  </a:cubicBezTo>
                  <a:cubicBezTo>
                    <a:pt x="397" y="85"/>
                    <a:pt x="385" y="73"/>
                    <a:pt x="372" y="68"/>
                  </a:cubicBezTo>
                  <a:cubicBezTo>
                    <a:pt x="372" y="67"/>
                    <a:pt x="372" y="66"/>
                    <a:pt x="371" y="66"/>
                  </a:cubicBezTo>
                  <a:cubicBezTo>
                    <a:pt x="365" y="57"/>
                    <a:pt x="352" y="58"/>
                    <a:pt x="342" y="57"/>
                  </a:cubicBezTo>
                  <a:cubicBezTo>
                    <a:pt x="329" y="57"/>
                    <a:pt x="316" y="57"/>
                    <a:pt x="304" y="56"/>
                  </a:cubicBezTo>
                  <a:cubicBezTo>
                    <a:pt x="281" y="54"/>
                    <a:pt x="258" y="55"/>
                    <a:pt x="236" y="54"/>
                  </a:cubicBezTo>
                  <a:cubicBezTo>
                    <a:pt x="236" y="54"/>
                    <a:pt x="236" y="53"/>
                    <a:pt x="236" y="52"/>
                  </a:cubicBezTo>
                  <a:cubicBezTo>
                    <a:pt x="232" y="47"/>
                    <a:pt x="235" y="33"/>
                    <a:pt x="236" y="27"/>
                  </a:cubicBezTo>
                  <a:cubicBezTo>
                    <a:pt x="238" y="21"/>
                    <a:pt x="240" y="15"/>
                    <a:pt x="235" y="10"/>
                  </a:cubicBezTo>
                  <a:cubicBezTo>
                    <a:pt x="228" y="3"/>
                    <a:pt x="215" y="4"/>
                    <a:pt x="207" y="4"/>
                  </a:cubicBezTo>
                  <a:cubicBezTo>
                    <a:pt x="192" y="5"/>
                    <a:pt x="178" y="0"/>
                    <a:pt x="163" y="1"/>
                  </a:cubicBezTo>
                  <a:cubicBezTo>
                    <a:pt x="161" y="1"/>
                    <a:pt x="160" y="2"/>
                    <a:pt x="160" y="3"/>
                  </a:cubicBezTo>
                  <a:cubicBezTo>
                    <a:pt x="160" y="18"/>
                    <a:pt x="159" y="34"/>
                    <a:pt x="159" y="49"/>
                  </a:cubicBezTo>
                  <a:cubicBezTo>
                    <a:pt x="144" y="48"/>
                    <a:pt x="128" y="47"/>
                    <a:pt x="112" y="47"/>
                  </a:cubicBezTo>
                  <a:cubicBezTo>
                    <a:pt x="97" y="48"/>
                    <a:pt x="82" y="49"/>
                    <a:pt x="67" y="50"/>
                  </a:cubicBezTo>
                  <a:cubicBezTo>
                    <a:pt x="53" y="50"/>
                    <a:pt x="38" y="50"/>
                    <a:pt x="23" y="49"/>
                  </a:cubicBezTo>
                  <a:cubicBezTo>
                    <a:pt x="22" y="49"/>
                    <a:pt x="21" y="49"/>
                    <a:pt x="21" y="50"/>
                  </a:cubicBezTo>
                  <a:cubicBezTo>
                    <a:pt x="21" y="50"/>
                    <a:pt x="21" y="50"/>
                    <a:pt x="21" y="50"/>
                  </a:cubicBezTo>
                  <a:cubicBezTo>
                    <a:pt x="19" y="51"/>
                    <a:pt x="17" y="52"/>
                    <a:pt x="16" y="54"/>
                  </a:cubicBezTo>
                  <a:cubicBezTo>
                    <a:pt x="11" y="59"/>
                    <a:pt x="10" y="65"/>
                    <a:pt x="9" y="71"/>
                  </a:cubicBezTo>
                  <a:cubicBezTo>
                    <a:pt x="9" y="72"/>
                    <a:pt x="10" y="73"/>
                    <a:pt x="11" y="73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4" y="84"/>
                    <a:pt x="0" y="102"/>
                    <a:pt x="5" y="113"/>
                  </a:cubicBezTo>
                  <a:cubicBezTo>
                    <a:pt x="7" y="116"/>
                    <a:pt x="8" y="118"/>
                    <a:pt x="11" y="119"/>
                  </a:cubicBezTo>
                  <a:cubicBezTo>
                    <a:pt x="11" y="120"/>
                    <a:pt x="11" y="120"/>
                    <a:pt x="12" y="120"/>
                  </a:cubicBezTo>
                  <a:cubicBezTo>
                    <a:pt x="11" y="121"/>
                    <a:pt x="11" y="123"/>
                    <a:pt x="11" y="124"/>
                  </a:cubicBezTo>
                  <a:cubicBezTo>
                    <a:pt x="11" y="126"/>
                    <a:pt x="10" y="128"/>
                    <a:pt x="10" y="129"/>
                  </a:cubicBezTo>
                  <a:cubicBezTo>
                    <a:pt x="8" y="138"/>
                    <a:pt x="14" y="144"/>
                    <a:pt x="20" y="149"/>
                  </a:cubicBezTo>
                  <a:cubicBezTo>
                    <a:pt x="21" y="150"/>
                    <a:pt x="22" y="150"/>
                    <a:pt x="22" y="149"/>
                  </a:cubicBezTo>
                  <a:cubicBezTo>
                    <a:pt x="22" y="148"/>
                    <a:pt x="23" y="148"/>
                    <a:pt x="23" y="148"/>
                  </a:cubicBezTo>
                  <a:cubicBezTo>
                    <a:pt x="25" y="151"/>
                    <a:pt x="27" y="155"/>
                    <a:pt x="24" y="158"/>
                  </a:cubicBezTo>
                  <a:cubicBezTo>
                    <a:pt x="22" y="159"/>
                    <a:pt x="19" y="161"/>
                    <a:pt x="17" y="162"/>
                  </a:cubicBezTo>
                  <a:cubicBezTo>
                    <a:pt x="14" y="164"/>
                    <a:pt x="13" y="166"/>
                    <a:pt x="12" y="169"/>
                  </a:cubicBezTo>
                  <a:cubicBezTo>
                    <a:pt x="10" y="170"/>
                    <a:pt x="8" y="172"/>
                    <a:pt x="8" y="175"/>
                  </a:cubicBezTo>
                  <a:cubicBezTo>
                    <a:pt x="9" y="180"/>
                    <a:pt x="11" y="185"/>
                    <a:pt x="10" y="191"/>
                  </a:cubicBezTo>
                  <a:cubicBezTo>
                    <a:pt x="10" y="192"/>
                    <a:pt x="12" y="193"/>
                    <a:pt x="13" y="193"/>
                  </a:cubicBezTo>
                  <a:cubicBezTo>
                    <a:pt x="25" y="194"/>
                    <a:pt x="43" y="203"/>
                    <a:pt x="56" y="199"/>
                  </a:cubicBezTo>
                  <a:cubicBezTo>
                    <a:pt x="76" y="200"/>
                    <a:pt x="98" y="198"/>
                    <a:pt x="119" y="198"/>
                  </a:cubicBezTo>
                  <a:cubicBezTo>
                    <a:pt x="132" y="198"/>
                    <a:pt x="146" y="198"/>
                    <a:pt x="159" y="197"/>
                  </a:cubicBezTo>
                  <a:cubicBezTo>
                    <a:pt x="158" y="204"/>
                    <a:pt x="158" y="210"/>
                    <a:pt x="158" y="217"/>
                  </a:cubicBezTo>
                  <a:cubicBezTo>
                    <a:pt x="157" y="217"/>
                    <a:pt x="157" y="218"/>
                    <a:pt x="157" y="218"/>
                  </a:cubicBezTo>
                  <a:cubicBezTo>
                    <a:pt x="156" y="218"/>
                    <a:pt x="157" y="219"/>
                    <a:pt x="158" y="219"/>
                  </a:cubicBezTo>
                  <a:cubicBezTo>
                    <a:pt x="158" y="219"/>
                    <a:pt x="158" y="219"/>
                    <a:pt x="158" y="219"/>
                  </a:cubicBezTo>
                  <a:cubicBezTo>
                    <a:pt x="157" y="236"/>
                    <a:pt x="159" y="253"/>
                    <a:pt x="159" y="270"/>
                  </a:cubicBezTo>
                  <a:cubicBezTo>
                    <a:pt x="160" y="295"/>
                    <a:pt x="162" y="321"/>
                    <a:pt x="164" y="347"/>
                  </a:cubicBezTo>
                  <a:cubicBezTo>
                    <a:pt x="165" y="373"/>
                    <a:pt x="165" y="397"/>
                    <a:pt x="164" y="423"/>
                  </a:cubicBezTo>
                  <a:cubicBezTo>
                    <a:pt x="163" y="423"/>
                    <a:pt x="163" y="423"/>
                    <a:pt x="162" y="424"/>
                  </a:cubicBezTo>
                  <a:cubicBezTo>
                    <a:pt x="161" y="425"/>
                    <a:pt x="162" y="427"/>
                    <a:pt x="163" y="426"/>
                  </a:cubicBezTo>
                  <a:cubicBezTo>
                    <a:pt x="163" y="426"/>
                    <a:pt x="164" y="425"/>
                    <a:pt x="164" y="425"/>
                  </a:cubicBezTo>
                  <a:cubicBezTo>
                    <a:pt x="164" y="429"/>
                    <a:pt x="164" y="433"/>
                    <a:pt x="164" y="437"/>
                  </a:cubicBezTo>
                  <a:cubicBezTo>
                    <a:pt x="162" y="462"/>
                    <a:pt x="163" y="487"/>
                    <a:pt x="163" y="512"/>
                  </a:cubicBezTo>
                  <a:cubicBezTo>
                    <a:pt x="163" y="513"/>
                    <a:pt x="164" y="514"/>
                    <a:pt x="165" y="514"/>
                  </a:cubicBezTo>
                  <a:cubicBezTo>
                    <a:pt x="165" y="515"/>
                    <a:pt x="165" y="515"/>
                    <a:pt x="166" y="515"/>
                  </a:cubicBezTo>
                  <a:cubicBezTo>
                    <a:pt x="166" y="515"/>
                    <a:pt x="166" y="515"/>
                    <a:pt x="166" y="515"/>
                  </a:cubicBezTo>
                  <a:cubicBezTo>
                    <a:pt x="167" y="517"/>
                    <a:pt x="168" y="517"/>
                    <a:pt x="169" y="517"/>
                  </a:cubicBezTo>
                  <a:cubicBezTo>
                    <a:pt x="178" y="522"/>
                    <a:pt x="190" y="521"/>
                    <a:pt x="199" y="520"/>
                  </a:cubicBezTo>
                  <a:cubicBezTo>
                    <a:pt x="201" y="520"/>
                    <a:pt x="203" y="521"/>
                    <a:pt x="205" y="521"/>
                  </a:cubicBezTo>
                  <a:cubicBezTo>
                    <a:pt x="212" y="522"/>
                    <a:pt x="222" y="523"/>
                    <a:pt x="230" y="520"/>
                  </a:cubicBezTo>
                  <a:cubicBezTo>
                    <a:pt x="234" y="520"/>
                    <a:pt x="237" y="519"/>
                    <a:pt x="241" y="518"/>
                  </a:cubicBezTo>
                  <a:cubicBezTo>
                    <a:pt x="242" y="518"/>
                    <a:pt x="243" y="518"/>
                    <a:pt x="243" y="516"/>
                  </a:cubicBezTo>
                  <a:cubicBezTo>
                    <a:pt x="243" y="516"/>
                    <a:pt x="243" y="516"/>
                    <a:pt x="243" y="515"/>
                  </a:cubicBezTo>
                  <a:cubicBezTo>
                    <a:pt x="245" y="514"/>
                    <a:pt x="246" y="513"/>
                    <a:pt x="246" y="511"/>
                  </a:cubicBezTo>
                  <a:cubicBezTo>
                    <a:pt x="246" y="504"/>
                    <a:pt x="247" y="497"/>
                    <a:pt x="244" y="491"/>
                  </a:cubicBezTo>
                  <a:cubicBezTo>
                    <a:pt x="244" y="489"/>
                    <a:pt x="244" y="486"/>
                    <a:pt x="243" y="483"/>
                  </a:cubicBezTo>
                  <a:cubicBezTo>
                    <a:pt x="243" y="482"/>
                    <a:pt x="243" y="480"/>
                    <a:pt x="243" y="479"/>
                  </a:cubicBezTo>
                  <a:cubicBezTo>
                    <a:pt x="243" y="465"/>
                    <a:pt x="242" y="452"/>
                    <a:pt x="241" y="439"/>
                  </a:cubicBezTo>
                  <a:cubicBezTo>
                    <a:pt x="239" y="411"/>
                    <a:pt x="236" y="384"/>
                    <a:pt x="234" y="356"/>
                  </a:cubicBezTo>
                  <a:cubicBezTo>
                    <a:pt x="232" y="329"/>
                    <a:pt x="232" y="301"/>
                    <a:pt x="233" y="273"/>
                  </a:cubicBezTo>
                  <a:cubicBezTo>
                    <a:pt x="234" y="248"/>
                    <a:pt x="236" y="222"/>
                    <a:pt x="234" y="197"/>
                  </a:cubicBezTo>
                  <a:cubicBezTo>
                    <a:pt x="249" y="197"/>
                    <a:pt x="265" y="197"/>
                    <a:pt x="281" y="198"/>
                  </a:cubicBezTo>
                  <a:cubicBezTo>
                    <a:pt x="294" y="199"/>
                    <a:pt x="307" y="200"/>
                    <a:pt x="320" y="201"/>
                  </a:cubicBezTo>
                  <a:cubicBezTo>
                    <a:pt x="328" y="202"/>
                    <a:pt x="335" y="202"/>
                    <a:pt x="342" y="203"/>
                  </a:cubicBezTo>
                  <a:cubicBezTo>
                    <a:pt x="346" y="203"/>
                    <a:pt x="351" y="204"/>
                    <a:pt x="355" y="203"/>
                  </a:cubicBezTo>
                  <a:cubicBezTo>
                    <a:pt x="357" y="204"/>
                    <a:pt x="358" y="204"/>
                    <a:pt x="360" y="202"/>
                  </a:cubicBezTo>
                  <a:cubicBezTo>
                    <a:pt x="385" y="176"/>
                    <a:pt x="423" y="167"/>
                    <a:pt x="447" y="140"/>
                  </a:cubicBezTo>
                  <a:cubicBezTo>
                    <a:pt x="449" y="138"/>
                    <a:pt x="448" y="135"/>
                    <a:pt x="446" y="133"/>
                  </a:cubicBezTo>
                  <a:close/>
                  <a:moveTo>
                    <a:pt x="359" y="190"/>
                  </a:moveTo>
                  <a:cubicBezTo>
                    <a:pt x="332" y="190"/>
                    <a:pt x="305" y="189"/>
                    <a:pt x="279" y="189"/>
                  </a:cubicBezTo>
                  <a:cubicBezTo>
                    <a:pt x="247" y="189"/>
                    <a:pt x="216" y="190"/>
                    <a:pt x="184" y="191"/>
                  </a:cubicBezTo>
                  <a:cubicBezTo>
                    <a:pt x="155" y="192"/>
                    <a:pt x="125" y="190"/>
                    <a:pt x="95" y="190"/>
                  </a:cubicBezTo>
                  <a:cubicBezTo>
                    <a:pt x="69" y="190"/>
                    <a:pt x="42" y="190"/>
                    <a:pt x="19" y="179"/>
                  </a:cubicBezTo>
                  <a:cubicBezTo>
                    <a:pt x="48" y="171"/>
                    <a:pt x="79" y="171"/>
                    <a:pt x="109" y="170"/>
                  </a:cubicBezTo>
                  <a:cubicBezTo>
                    <a:pt x="145" y="169"/>
                    <a:pt x="180" y="168"/>
                    <a:pt x="216" y="169"/>
                  </a:cubicBezTo>
                  <a:cubicBezTo>
                    <a:pt x="217" y="169"/>
                    <a:pt x="217" y="168"/>
                    <a:pt x="216" y="168"/>
                  </a:cubicBezTo>
                  <a:cubicBezTo>
                    <a:pt x="180" y="165"/>
                    <a:pt x="145" y="167"/>
                    <a:pt x="109" y="167"/>
                  </a:cubicBezTo>
                  <a:cubicBezTo>
                    <a:pt x="77" y="168"/>
                    <a:pt x="45" y="168"/>
                    <a:pt x="14" y="177"/>
                  </a:cubicBezTo>
                  <a:cubicBezTo>
                    <a:pt x="14" y="177"/>
                    <a:pt x="14" y="177"/>
                    <a:pt x="14" y="177"/>
                  </a:cubicBezTo>
                  <a:cubicBezTo>
                    <a:pt x="15" y="174"/>
                    <a:pt x="16" y="173"/>
                    <a:pt x="20" y="171"/>
                  </a:cubicBezTo>
                  <a:cubicBezTo>
                    <a:pt x="26" y="169"/>
                    <a:pt x="31" y="167"/>
                    <a:pt x="37" y="165"/>
                  </a:cubicBezTo>
                  <a:cubicBezTo>
                    <a:pt x="42" y="163"/>
                    <a:pt x="41" y="156"/>
                    <a:pt x="40" y="152"/>
                  </a:cubicBezTo>
                  <a:cubicBezTo>
                    <a:pt x="39" y="148"/>
                    <a:pt x="36" y="145"/>
                    <a:pt x="32" y="144"/>
                  </a:cubicBezTo>
                  <a:cubicBezTo>
                    <a:pt x="35" y="141"/>
                    <a:pt x="38" y="139"/>
                    <a:pt x="41" y="136"/>
                  </a:cubicBezTo>
                  <a:cubicBezTo>
                    <a:pt x="42" y="136"/>
                    <a:pt x="42" y="136"/>
                    <a:pt x="42" y="135"/>
                  </a:cubicBezTo>
                  <a:cubicBezTo>
                    <a:pt x="53" y="137"/>
                    <a:pt x="64" y="136"/>
                    <a:pt x="76" y="135"/>
                  </a:cubicBezTo>
                  <a:cubicBezTo>
                    <a:pt x="89" y="134"/>
                    <a:pt x="103" y="132"/>
                    <a:pt x="117" y="131"/>
                  </a:cubicBezTo>
                  <a:cubicBezTo>
                    <a:pt x="147" y="131"/>
                    <a:pt x="177" y="132"/>
                    <a:pt x="207" y="133"/>
                  </a:cubicBezTo>
                  <a:cubicBezTo>
                    <a:pt x="245" y="135"/>
                    <a:pt x="283" y="137"/>
                    <a:pt x="322" y="135"/>
                  </a:cubicBezTo>
                  <a:cubicBezTo>
                    <a:pt x="341" y="135"/>
                    <a:pt x="360" y="136"/>
                    <a:pt x="379" y="136"/>
                  </a:cubicBezTo>
                  <a:cubicBezTo>
                    <a:pt x="398" y="137"/>
                    <a:pt x="418" y="134"/>
                    <a:pt x="437" y="138"/>
                  </a:cubicBezTo>
                  <a:cubicBezTo>
                    <a:pt x="414" y="160"/>
                    <a:pt x="383" y="169"/>
                    <a:pt x="359" y="190"/>
                  </a:cubicBezTo>
                  <a:close/>
                  <a:moveTo>
                    <a:pt x="26" y="142"/>
                  </a:moveTo>
                  <a:cubicBezTo>
                    <a:pt x="26" y="141"/>
                    <a:pt x="25" y="141"/>
                    <a:pt x="24" y="140"/>
                  </a:cubicBezTo>
                  <a:cubicBezTo>
                    <a:pt x="26" y="139"/>
                    <a:pt x="28" y="139"/>
                    <a:pt x="30" y="139"/>
                  </a:cubicBezTo>
                  <a:cubicBezTo>
                    <a:pt x="29" y="140"/>
                    <a:pt x="27" y="141"/>
                    <a:pt x="26" y="142"/>
                  </a:cubicBezTo>
                  <a:close/>
                  <a:moveTo>
                    <a:pt x="26" y="148"/>
                  </a:moveTo>
                  <a:cubicBezTo>
                    <a:pt x="27" y="148"/>
                    <a:pt x="27" y="148"/>
                    <a:pt x="27" y="148"/>
                  </a:cubicBezTo>
                  <a:cubicBezTo>
                    <a:pt x="28" y="151"/>
                    <a:pt x="29" y="154"/>
                    <a:pt x="29" y="156"/>
                  </a:cubicBezTo>
                  <a:cubicBezTo>
                    <a:pt x="29" y="157"/>
                    <a:pt x="28" y="157"/>
                    <a:pt x="28" y="157"/>
                  </a:cubicBezTo>
                  <a:cubicBezTo>
                    <a:pt x="28" y="157"/>
                    <a:pt x="28" y="156"/>
                    <a:pt x="28" y="156"/>
                  </a:cubicBezTo>
                  <a:cubicBezTo>
                    <a:pt x="28" y="153"/>
                    <a:pt x="27" y="151"/>
                    <a:pt x="26" y="148"/>
                  </a:cubicBezTo>
                  <a:cubicBezTo>
                    <a:pt x="26" y="148"/>
                    <a:pt x="26" y="148"/>
                    <a:pt x="26" y="148"/>
                  </a:cubicBezTo>
                  <a:close/>
                  <a:moveTo>
                    <a:pt x="31" y="153"/>
                  </a:moveTo>
                  <a:cubicBezTo>
                    <a:pt x="31" y="152"/>
                    <a:pt x="31" y="150"/>
                    <a:pt x="30" y="149"/>
                  </a:cubicBezTo>
                  <a:cubicBezTo>
                    <a:pt x="34" y="150"/>
                    <a:pt x="36" y="154"/>
                    <a:pt x="36" y="159"/>
                  </a:cubicBezTo>
                  <a:cubicBezTo>
                    <a:pt x="36" y="161"/>
                    <a:pt x="32" y="161"/>
                    <a:pt x="31" y="161"/>
                  </a:cubicBezTo>
                  <a:cubicBezTo>
                    <a:pt x="30" y="161"/>
                    <a:pt x="30" y="161"/>
                    <a:pt x="29" y="161"/>
                  </a:cubicBezTo>
                  <a:cubicBezTo>
                    <a:pt x="31" y="159"/>
                    <a:pt x="32" y="157"/>
                    <a:pt x="31" y="154"/>
                  </a:cubicBezTo>
                  <a:cubicBezTo>
                    <a:pt x="31" y="154"/>
                    <a:pt x="31" y="154"/>
                    <a:pt x="31" y="154"/>
                  </a:cubicBezTo>
                  <a:cubicBezTo>
                    <a:pt x="32" y="154"/>
                    <a:pt x="32" y="154"/>
                    <a:pt x="31" y="153"/>
                  </a:cubicBezTo>
                  <a:close/>
                  <a:moveTo>
                    <a:pt x="25" y="163"/>
                  </a:moveTo>
                  <a:cubicBezTo>
                    <a:pt x="26" y="163"/>
                    <a:pt x="26" y="162"/>
                    <a:pt x="26" y="162"/>
                  </a:cubicBezTo>
                  <a:cubicBezTo>
                    <a:pt x="26" y="162"/>
                    <a:pt x="26" y="162"/>
                    <a:pt x="26" y="163"/>
                  </a:cubicBezTo>
                  <a:cubicBezTo>
                    <a:pt x="26" y="163"/>
                    <a:pt x="26" y="163"/>
                    <a:pt x="25" y="163"/>
                  </a:cubicBezTo>
                  <a:close/>
                  <a:moveTo>
                    <a:pt x="42" y="134"/>
                  </a:moveTo>
                  <a:cubicBezTo>
                    <a:pt x="42" y="134"/>
                    <a:pt x="43" y="134"/>
                    <a:pt x="43" y="133"/>
                  </a:cubicBezTo>
                  <a:cubicBezTo>
                    <a:pt x="44" y="133"/>
                    <a:pt x="44" y="130"/>
                    <a:pt x="43" y="129"/>
                  </a:cubicBezTo>
                  <a:cubicBezTo>
                    <a:pt x="42" y="129"/>
                    <a:pt x="42" y="129"/>
                    <a:pt x="41" y="129"/>
                  </a:cubicBezTo>
                  <a:cubicBezTo>
                    <a:pt x="42" y="129"/>
                    <a:pt x="43" y="129"/>
                    <a:pt x="44" y="129"/>
                  </a:cubicBezTo>
                  <a:cubicBezTo>
                    <a:pt x="59" y="129"/>
                    <a:pt x="75" y="130"/>
                    <a:pt x="90" y="131"/>
                  </a:cubicBezTo>
                  <a:cubicBezTo>
                    <a:pt x="94" y="131"/>
                    <a:pt x="98" y="131"/>
                    <a:pt x="101" y="131"/>
                  </a:cubicBezTo>
                  <a:cubicBezTo>
                    <a:pt x="96" y="131"/>
                    <a:pt x="90" y="132"/>
                    <a:pt x="85" y="132"/>
                  </a:cubicBezTo>
                  <a:cubicBezTo>
                    <a:pt x="71" y="134"/>
                    <a:pt x="56" y="136"/>
                    <a:pt x="42" y="134"/>
                  </a:cubicBezTo>
                  <a:cubicBezTo>
                    <a:pt x="42" y="134"/>
                    <a:pt x="42" y="134"/>
                    <a:pt x="42" y="134"/>
                  </a:cubicBezTo>
                  <a:close/>
                  <a:moveTo>
                    <a:pt x="15" y="119"/>
                  </a:moveTo>
                  <a:cubicBezTo>
                    <a:pt x="15" y="119"/>
                    <a:pt x="14" y="118"/>
                    <a:pt x="14" y="118"/>
                  </a:cubicBezTo>
                  <a:cubicBezTo>
                    <a:pt x="14" y="118"/>
                    <a:pt x="14" y="118"/>
                    <a:pt x="14" y="118"/>
                  </a:cubicBezTo>
                  <a:cubicBezTo>
                    <a:pt x="21" y="118"/>
                    <a:pt x="27" y="117"/>
                    <a:pt x="34" y="117"/>
                  </a:cubicBezTo>
                  <a:cubicBezTo>
                    <a:pt x="39" y="116"/>
                    <a:pt x="46" y="115"/>
                    <a:pt x="49" y="110"/>
                  </a:cubicBezTo>
                  <a:cubicBezTo>
                    <a:pt x="50" y="108"/>
                    <a:pt x="50" y="107"/>
                    <a:pt x="48" y="106"/>
                  </a:cubicBezTo>
                  <a:cubicBezTo>
                    <a:pt x="48" y="105"/>
                    <a:pt x="47" y="105"/>
                    <a:pt x="46" y="105"/>
                  </a:cubicBezTo>
                  <a:cubicBezTo>
                    <a:pt x="54" y="106"/>
                    <a:pt x="62" y="106"/>
                    <a:pt x="69" y="107"/>
                  </a:cubicBezTo>
                  <a:cubicBezTo>
                    <a:pt x="86" y="108"/>
                    <a:pt x="102" y="109"/>
                    <a:pt x="118" y="111"/>
                  </a:cubicBezTo>
                  <a:cubicBezTo>
                    <a:pt x="146" y="113"/>
                    <a:pt x="173" y="115"/>
                    <a:pt x="201" y="116"/>
                  </a:cubicBezTo>
                  <a:cubicBezTo>
                    <a:pt x="189" y="117"/>
                    <a:pt x="178" y="118"/>
                    <a:pt x="166" y="118"/>
                  </a:cubicBezTo>
                  <a:cubicBezTo>
                    <a:pt x="150" y="118"/>
                    <a:pt x="133" y="116"/>
                    <a:pt x="117" y="116"/>
                  </a:cubicBezTo>
                  <a:cubicBezTo>
                    <a:pt x="99" y="116"/>
                    <a:pt x="82" y="116"/>
                    <a:pt x="65" y="116"/>
                  </a:cubicBezTo>
                  <a:cubicBezTo>
                    <a:pt x="49" y="116"/>
                    <a:pt x="33" y="122"/>
                    <a:pt x="17" y="122"/>
                  </a:cubicBezTo>
                  <a:cubicBezTo>
                    <a:pt x="15" y="122"/>
                    <a:pt x="15" y="125"/>
                    <a:pt x="17" y="125"/>
                  </a:cubicBezTo>
                  <a:cubicBezTo>
                    <a:pt x="20" y="125"/>
                    <a:pt x="23" y="126"/>
                    <a:pt x="26" y="127"/>
                  </a:cubicBezTo>
                  <a:cubicBezTo>
                    <a:pt x="22" y="128"/>
                    <a:pt x="18" y="129"/>
                    <a:pt x="15" y="130"/>
                  </a:cubicBezTo>
                  <a:cubicBezTo>
                    <a:pt x="15" y="127"/>
                    <a:pt x="15" y="125"/>
                    <a:pt x="15" y="123"/>
                  </a:cubicBezTo>
                  <a:cubicBezTo>
                    <a:pt x="15" y="122"/>
                    <a:pt x="15" y="121"/>
                    <a:pt x="16" y="120"/>
                  </a:cubicBezTo>
                  <a:cubicBezTo>
                    <a:pt x="16" y="120"/>
                    <a:pt x="16" y="119"/>
                    <a:pt x="15" y="119"/>
                  </a:cubicBezTo>
                  <a:close/>
                  <a:moveTo>
                    <a:pt x="11" y="84"/>
                  </a:moveTo>
                  <a:cubicBezTo>
                    <a:pt x="9" y="84"/>
                    <a:pt x="7" y="86"/>
                    <a:pt x="6" y="90"/>
                  </a:cubicBezTo>
                  <a:cubicBezTo>
                    <a:pt x="7" y="87"/>
                    <a:pt x="7" y="85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21" y="86"/>
                    <a:pt x="46" y="92"/>
                    <a:pt x="55" y="78"/>
                  </a:cubicBezTo>
                  <a:cubicBezTo>
                    <a:pt x="55" y="77"/>
                    <a:pt x="55" y="74"/>
                    <a:pt x="53" y="74"/>
                  </a:cubicBezTo>
                  <a:cubicBezTo>
                    <a:pt x="47" y="73"/>
                    <a:pt x="41" y="73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1"/>
                    <a:pt x="35" y="71"/>
                    <a:pt x="35" y="71"/>
                  </a:cubicBezTo>
                  <a:cubicBezTo>
                    <a:pt x="35" y="71"/>
                    <a:pt x="35" y="71"/>
                    <a:pt x="35" y="70"/>
                  </a:cubicBezTo>
                  <a:cubicBezTo>
                    <a:pt x="36" y="70"/>
                    <a:pt x="38" y="70"/>
                    <a:pt x="40" y="70"/>
                  </a:cubicBezTo>
                  <a:cubicBezTo>
                    <a:pt x="55" y="67"/>
                    <a:pt x="70" y="75"/>
                    <a:pt x="85" y="77"/>
                  </a:cubicBezTo>
                  <a:cubicBezTo>
                    <a:pt x="89" y="78"/>
                    <a:pt x="94" y="78"/>
                    <a:pt x="98" y="79"/>
                  </a:cubicBezTo>
                  <a:cubicBezTo>
                    <a:pt x="90" y="80"/>
                    <a:pt x="83" y="82"/>
                    <a:pt x="76" y="84"/>
                  </a:cubicBezTo>
                  <a:cubicBezTo>
                    <a:pt x="74" y="85"/>
                    <a:pt x="74" y="87"/>
                    <a:pt x="76" y="87"/>
                  </a:cubicBezTo>
                  <a:cubicBezTo>
                    <a:pt x="79" y="89"/>
                    <a:pt x="83" y="89"/>
                    <a:pt x="87" y="90"/>
                  </a:cubicBezTo>
                  <a:cubicBezTo>
                    <a:pt x="81" y="91"/>
                    <a:pt x="76" y="91"/>
                    <a:pt x="71" y="92"/>
                  </a:cubicBezTo>
                  <a:cubicBezTo>
                    <a:pt x="62" y="92"/>
                    <a:pt x="54" y="92"/>
                    <a:pt x="45" y="93"/>
                  </a:cubicBezTo>
                  <a:cubicBezTo>
                    <a:pt x="45" y="93"/>
                    <a:pt x="45" y="93"/>
                    <a:pt x="45" y="93"/>
                  </a:cubicBezTo>
                  <a:cubicBezTo>
                    <a:pt x="53" y="95"/>
                    <a:pt x="62" y="94"/>
                    <a:pt x="71" y="94"/>
                  </a:cubicBezTo>
                  <a:cubicBezTo>
                    <a:pt x="79" y="93"/>
                    <a:pt x="87" y="94"/>
                    <a:pt x="95" y="92"/>
                  </a:cubicBezTo>
                  <a:cubicBezTo>
                    <a:pt x="110" y="94"/>
                    <a:pt x="125" y="93"/>
                    <a:pt x="140" y="95"/>
                  </a:cubicBezTo>
                  <a:cubicBezTo>
                    <a:pt x="152" y="96"/>
                    <a:pt x="163" y="101"/>
                    <a:pt x="175" y="103"/>
                  </a:cubicBezTo>
                  <a:cubicBezTo>
                    <a:pt x="185" y="105"/>
                    <a:pt x="196" y="105"/>
                    <a:pt x="206" y="105"/>
                  </a:cubicBezTo>
                  <a:cubicBezTo>
                    <a:pt x="218" y="104"/>
                    <a:pt x="229" y="102"/>
                    <a:pt x="241" y="101"/>
                  </a:cubicBezTo>
                  <a:cubicBezTo>
                    <a:pt x="255" y="100"/>
                    <a:pt x="269" y="100"/>
                    <a:pt x="282" y="100"/>
                  </a:cubicBezTo>
                  <a:cubicBezTo>
                    <a:pt x="309" y="100"/>
                    <a:pt x="336" y="102"/>
                    <a:pt x="363" y="101"/>
                  </a:cubicBezTo>
                  <a:cubicBezTo>
                    <a:pt x="364" y="101"/>
                    <a:pt x="364" y="99"/>
                    <a:pt x="363" y="99"/>
                  </a:cubicBezTo>
                  <a:cubicBezTo>
                    <a:pt x="337" y="98"/>
                    <a:pt x="311" y="97"/>
                    <a:pt x="285" y="97"/>
                  </a:cubicBezTo>
                  <a:cubicBezTo>
                    <a:pt x="260" y="97"/>
                    <a:pt x="236" y="99"/>
                    <a:pt x="211" y="101"/>
                  </a:cubicBezTo>
                  <a:cubicBezTo>
                    <a:pt x="200" y="102"/>
                    <a:pt x="189" y="102"/>
                    <a:pt x="179" y="100"/>
                  </a:cubicBezTo>
                  <a:cubicBezTo>
                    <a:pt x="167" y="99"/>
                    <a:pt x="156" y="95"/>
                    <a:pt x="145" y="93"/>
                  </a:cubicBezTo>
                  <a:cubicBezTo>
                    <a:pt x="124" y="89"/>
                    <a:pt x="102" y="92"/>
                    <a:pt x="81" y="86"/>
                  </a:cubicBezTo>
                  <a:cubicBezTo>
                    <a:pt x="96" y="81"/>
                    <a:pt x="111" y="81"/>
                    <a:pt x="126" y="82"/>
                  </a:cubicBezTo>
                  <a:cubicBezTo>
                    <a:pt x="130" y="82"/>
                    <a:pt x="135" y="82"/>
                    <a:pt x="140" y="83"/>
                  </a:cubicBezTo>
                  <a:cubicBezTo>
                    <a:pt x="144" y="83"/>
                    <a:pt x="148" y="83"/>
                    <a:pt x="152" y="84"/>
                  </a:cubicBezTo>
                  <a:cubicBezTo>
                    <a:pt x="155" y="84"/>
                    <a:pt x="158" y="84"/>
                    <a:pt x="160" y="85"/>
                  </a:cubicBezTo>
                  <a:cubicBezTo>
                    <a:pt x="169" y="86"/>
                    <a:pt x="177" y="87"/>
                    <a:pt x="186" y="89"/>
                  </a:cubicBezTo>
                  <a:cubicBezTo>
                    <a:pt x="186" y="89"/>
                    <a:pt x="187" y="88"/>
                    <a:pt x="186" y="88"/>
                  </a:cubicBezTo>
                  <a:cubicBezTo>
                    <a:pt x="184" y="87"/>
                    <a:pt x="182" y="87"/>
                    <a:pt x="180" y="86"/>
                  </a:cubicBezTo>
                  <a:cubicBezTo>
                    <a:pt x="198" y="87"/>
                    <a:pt x="215" y="87"/>
                    <a:pt x="233" y="87"/>
                  </a:cubicBezTo>
                  <a:cubicBezTo>
                    <a:pt x="264" y="87"/>
                    <a:pt x="294" y="87"/>
                    <a:pt x="325" y="90"/>
                  </a:cubicBezTo>
                  <a:cubicBezTo>
                    <a:pt x="341" y="91"/>
                    <a:pt x="356" y="93"/>
                    <a:pt x="372" y="97"/>
                  </a:cubicBezTo>
                  <a:cubicBezTo>
                    <a:pt x="380" y="98"/>
                    <a:pt x="388" y="101"/>
                    <a:pt x="395" y="103"/>
                  </a:cubicBezTo>
                  <a:cubicBezTo>
                    <a:pt x="385" y="104"/>
                    <a:pt x="375" y="105"/>
                    <a:pt x="365" y="106"/>
                  </a:cubicBezTo>
                  <a:cubicBezTo>
                    <a:pt x="349" y="108"/>
                    <a:pt x="332" y="107"/>
                    <a:pt x="315" y="107"/>
                  </a:cubicBezTo>
                  <a:cubicBezTo>
                    <a:pt x="281" y="107"/>
                    <a:pt x="248" y="111"/>
                    <a:pt x="214" y="115"/>
                  </a:cubicBezTo>
                  <a:cubicBezTo>
                    <a:pt x="185" y="114"/>
                    <a:pt x="156" y="113"/>
                    <a:pt x="127" y="110"/>
                  </a:cubicBezTo>
                  <a:cubicBezTo>
                    <a:pt x="111" y="108"/>
                    <a:pt x="95" y="107"/>
                    <a:pt x="78" y="106"/>
                  </a:cubicBezTo>
                  <a:cubicBezTo>
                    <a:pt x="66" y="105"/>
                    <a:pt x="51" y="107"/>
                    <a:pt x="39" y="102"/>
                  </a:cubicBezTo>
                  <a:cubicBezTo>
                    <a:pt x="39" y="102"/>
                    <a:pt x="38" y="102"/>
                    <a:pt x="39" y="102"/>
                  </a:cubicBezTo>
                  <a:cubicBezTo>
                    <a:pt x="40" y="103"/>
                    <a:pt x="41" y="103"/>
                    <a:pt x="42" y="103"/>
                  </a:cubicBezTo>
                  <a:cubicBezTo>
                    <a:pt x="34" y="102"/>
                    <a:pt x="26" y="105"/>
                    <a:pt x="19" y="106"/>
                  </a:cubicBezTo>
                  <a:cubicBezTo>
                    <a:pt x="13" y="107"/>
                    <a:pt x="9" y="105"/>
                    <a:pt x="9" y="98"/>
                  </a:cubicBezTo>
                  <a:cubicBezTo>
                    <a:pt x="9" y="94"/>
                    <a:pt x="9" y="88"/>
                    <a:pt x="11" y="84"/>
                  </a:cubicBezTo>
                  <a:cubicBezTo>
                    <a:pt x="11" y="84"/>
                    <a:pt x="11" y="84"/>
                    <a:pt x="11" y="84"/>
                  </a:cubicBezTo>
                  <a:close/>
                  <a:moveTo>
                    <a:pt x="16" y="72"/>
                  </a:moveTo>
                  <a:cubicBezTo>
                    <a:pt x="16" y="73"/>
                    <a:pt x="17" y="73"/>
                    <a:pt x="18" y="74"/>
                  </a:cubicBezTo>
                  <a:cubicBezTo>
                    <a:pt x="20" y="75"/>
                    <a:pt x="23" y="76"/>
                    <a:pt x="26" y="76"/>
                  </a:cubicBezTo>
                  <a:cubicBezTo>
                    <a:pt x="24" y="76"/>
                    <a:pt x="21" y="76"/>
                    <a:pt x="19" y="77"/>
                  </a:cubicBezTo>
                  <a:cubicBezTo>
                    <a:pt x="18" y="76"/>
                    <a:pt x="17" y="75"/>
                    <a:pt x="15" y="73"/>
                  </a:cubicBezTo>
                  <a:cubicBezTo>
                    <a:pt x="15" y="73"/>
                    <a:pt x="15" y="73"/>
                    <a:pt x="15" y="72"/>
                  </a:cubicBezTo>
                  <a:cubicBezTo>
                    <a:pt x="15" y="72"/>
                    <a:pt x="16" y="72"/>
                    <a:pt x="16" y="72"/>
                  </a:cubicBezTo>
                  <a:close/>
                  <a:moveTo>
                    <a:pt x="25" y="80"/>
                  </a:moveTo>
                  <a:cubicBezTo>
                    <a:pt x="25" y="80"/>
                    <a:pt x="25" y="80"/>
                    <a:pt x="26" y="80"/>
                  </a:cubicBezTo>
                  <a:cubicBezTo>
                    <a:pt x="26" y="80"/>
                    <a:pt x="26" y="80"/>
                    <a:pt x="26" y="81"/>
                  </a:cubicBezTo>
                  <a:cubicBezTo>
                    <a:pt x="25" y="80"/>
                    <a:pt x="23" y="80"/>
                    <a:pt x="22" y="80"/>
                  </a:cubicBezTo>
                  <a:cubicBezTo>
                    <a:pt x="23" y="80"/>
                    <a:pt x="24" y="80"/>
                    <a:pt x="25" y="80"/>
                  </a:cubicBezTo>
                  <a:close/>
                  <a:moveTo>
                    <a:pt x="44" y="80"/>
                  </a:moveTo>
                  <a:cubicBezTo>
                    <a:pt x="44" y="80"/>
                    <a:pt x="44" y="80"/>
                    <a:pt x="43" y="80"/>
                  </a:cubicBezTo>
                  <a:cubicBezTo>
                    <a:pt x="41" y="79"/>
                    <a:pt x="39" y="79"/>
                    <a:pt x="37" y="78"/>
                  </a:cubicBezTo>
                  <a:cubicBezTo>
                    <a:pt x="35" y="78"/>
                    <a:pt x="33" y="78"/>
                    <a:pt x="32" y="77"/>
                  </a:cubicBezTo>
                  <a:cubicBezTo>
                    <a:pt x="36" y="78"/>
                    <a:pt x="41" y="78"/>
                    <a:pt x="46" y="79"/>
                  </a:cubicBezTo>
                  <a:cubicBezTo>
                    <a:pt x="45" y="79"/>
                    <a:pt x="44" y="79"/>
                    <a:pt x="44" y="80"/>
                  </a:cubicBezTo>
                  <a:close/>
                  <a:moveTo>
                    <a:pt x="16" y="68"/>
                  </a:moveTo>
                  <a:cubicBezTo>
                    <a:pt x="16" y="68"/>
                    <a:pt x="16" y="68"/>
                    <a:pt x="15" y="68"/>
                  </a:cubicBezTo>
                  <a:cubicBezTo>
                    <a:pt x="15" y="68"/>
                    <a:pt x="16" y="68"/>
                    <a:pt x="15" y="68"/>
                  </a:cubicBezTo>
                  <a:cubicBezTo>
                    <a:pt x="15" y="67"/>
                    <a:pt x="15" y="67"/>
                    <a:pt x="15" y="67"/>
                  </a:cubicBezTo>
                  <a:cubicBezTo>
                    <a:pt x="16" y="67"/>
                    <a:pt x="16" y="67"/>
                    <a:pt x="16" y="67"/>
                  </a:cubicBezTo>
                  <a:cubicBezTo>
                    <a:pt x="16" y="68"/>
                    <a:pt x="16" y="68"/>
                    <a:pt x="16" y="68"/>
                  </a:cubicBezTo>
                  <a:close/>
                  <a:moveTo>
                    <a:pt x="15" y="80"/>
                  </a:moveTo>
                  <a:cubicBezTo>
                    <a:pt x="13" y="80"/>
                    <a:pt x="11" y="81"/>
                    <a:pt x="8" y="81"/>
                  </a:cubicBezTo>
                  <a:cubicBezTo>
                    <a:pt x="9" y="79"/>
                    <a:pt x="10" y="76"/>
                    <a:pt x="12" y="74"/>
                  </a:cubicBezTo>
                  <a:cubicBezTo>
                    <a:pt x="13" y="77"/>
                    <a:pt x="15" y="77"/>
                    <a:pt x="15" y="80"/>
                  </a:cubicBezTo>
                  <a:close/>
                  <a:moveTo>
                    <a:pt x="129" y="127"/>
                  </a:moveTo>
                  <a:cubicBezTo>
                    <a:pt x="118" y="127"/>
                    <a:pt x="107" y="127"/>
                    <a:pt x="97" y="127"/>
                  </a:cubicBezTo>
                  <a:cubicBezTo>
                    <a:pt x="80" y="127"/>
                    <a:pt x="63" y="125"/>
                    <a:pt x="47" y="125"/>
                  </a:cubicBezTo>
                  <a:cubicBezTo>
                    <a:pt x="41" y="125"/>
                    <a:pt x="36" y="125"/>
                    <a:pt x="30" y="124"/>
                  </a:cubicBezTo>
                  <a:cubicBezTo>
                    <a:pt x="41" y="123"/>
                    <a:pt x="51" y="120"/>
                    <a:pt x="62" y="120"/>
                  </a:cubicBezTo>
                  <a:cubicBezTo>
                    <a:pt x="79" y="119"/>
                    <a:pt x="96" y="120"/>
                    <a:pt x="114" y="120"/>
                  </a:cubicBezTo>
                  <a:cubicBezTo>
                    <a:pt x="130" y="120"/>
                    <a:pt x="147" y="121"/>
                    <a:pt x="163" y="121"/>
                  </a:cubicBezTo>
                  <a:cubicBezTo>
                    <a:pt x="180" y="122"/>
                    <a:pt x="197" y="120"/>
                    <a:pt x="214" y="118"/>
                  </a:cubicBezTo>
                  <a:cubicBezTo>
                    <a:pt x="218" y="118"/>
                    <a:pt x="222" y="117"/>
                    <a:pt x="226" y="117"/>
                  </a:cubicBezTo>
                  <a:cubicBezTo>
                    <a:pt x="244" y="117"/>
                    <a:pt x="262" y="118"/>
                    <a:pt x="280" y="119"/>
                  </a:cubicBezTo>
                  <a:cubicBezTo>
                    <a:pt x="266" y="119"/>
                    <a:pt x="251" y="119"/>
                    <a:pt x="237" y="119"/>
                  </a:cubicBezTo>
                  <a:cubicBezTo>
                    <a:pt x="203" y="119"/>
                    <a:pt x="169" y="122"/>
                    <a:pt x="135" y="127"/>
                  </a:cubicBezTo>
                  <a:cubicBezTo>
                    <a:pt x="133" y="127"/>
                    <a:pt x="131" y="127"/>
                    <a:pt x="129" y="127"/>
                  </a:cubicBezTo>
                  <a:close/>
                  <a:moveTo>
                    <a:pt x="436" y="135"/>
                  </a:moveTo>
                  <a:cubicBezTo>
                    <a:pt x="435" y="135"/>
                    <a:pt x="434" y="135"/>
                    <a:pt x="434" y="135"/>
                  </a:cubicBezTo>
                  <a:cubicBezTo>
                    <a:pt x="433" y="135"/>
                    <a:pt x="433" y="135"/>
                    <a:pt x="433" y="135"/>
                  </a:cubicBezTo>
                  <a:cubicBezTo>
                    <a:pt x="418" y="132"/>
                    <a:pt x="403" y="134"/>
                    <a:pt x="388" y="133"/>
                  </a:cubicBezTo>
                  <a:cubicBezTo>
                    <a:pt x="369" y="133"/>
                    <a:pt x="350" y="131"/>
                    <a:pt x="331" y="132"/>
                  </a:cubicBezTo>
                  <a:cubicBezTo>
                    <a:pt x="312" y="132"/>
                    <a:pt x="293" y="133"/>
                    <a:pt x="274" y="133"/>
                  </a:cubicBezTo>
                  <a:cubicBezTo>
                    <a:pt x="253" y="132"/>
                    <a:pt x="233" y="131"/>
                    <a:pt x="213" y="130"/>
                  </a:cubicBezTo>
                  <a:cubicBezTo>
                    <a:pt x="194" y="129"/>
                    <a:pt x="175" y="129"/>
                    <a:pt x="156" y="128"/>
                  </a:cubicBezTo>
                  <a:cubicBezTo>
                    <a:pt x="151" y="128"/>
                    <a:pt x="146" y="128"/>
                    <a:pt x="141" y="128"/>
                  </a:cubicBezTo>
                  <a:cubicBezTo>
                    <a:pt x="170" y="124"/>
                    <a:pt x="199" y="121"/>
                    <a:pt x="228" y="121"/>
                  </a:cubicBezTo>
                  <a:cubicBezTo>
                    <a:pt x="256" y="121"/>
                    <a:pt x="284" y="122"/>
                    <a:pt x="313" y="120"/>
                  </a:cubicBezTo>
                  <a:cubicBezTo>
                    <a:pt x="317" y="120"/>
                    <a:pt x="322" y="120"/>
                    <a:pt x="326" y="120"/>
                  </a:cubicBezTo>
                  <a:cubicBezTo>
                    <a:pt x="343" y="121"/>
                    <a:pt x="360" y="121"/>
                    <a:pt x="377" y="122"/>
                  </a:cubicBezTo>
                  <a:cubicBezTo>
                    <a:pt x="386" y="122"/>
                    <a:pt x="394" y="123"/>
                    <a:pt x="402" y="124"/>
                  </a:cubicBezTo>
                  <a:cubicBezTo>
                    <a:pt x="404" y="125"/>
                    <a:pt x="406" y="125"/>
                    <a:pt x="408" y="126"/>
                  </a:cubicBezTo>
                  <a:cubicBezTo>
                    <a:pt x="409" y="127"/>
                    <a:pt x="410" y="125"/>
                    <a:pt x="409" y="124"/>
                  </a:cubicBezTo>
                  <a:cubicBezTo>
                    <a:pt x="414" y="125"/>
                    <a:pt x="418" y="125"/>
                    <a:pt x="423" y="125"/>
                  </a:cubicBezTo>
                  <a:cubicBezTo>
                    <a:pt x="423" y="125"/>
                    <a:pt x="423" y="124"/>
                    <a:pt x="423" y="124"/>
                  </a:cubicBezTo>
                  <a:cubicBezTo>
                    <a:pt x="427" y="128"/>
                    <a:pt x="431" y="132"/>
                    <a:pt x="436" y="135"/>
                  </a:cubicBezTo>
                  <a:close/>
                  <a:moveTo>
                    <a:pt x="343" y="118"/>
                  </a:moveTo>
                  <a:cubicBezTo>
                    <a:pt x="358" y="118"/>
                    <a:pt x="373" y="118"/>
                    <a:pt x="387" y="120"/>
                  </a:cubicBezTo>
                  <a:cubicBezTo>
                    <a:pt x="385" y="120"/>
                    <a:pt x="382" y="120"/>
                    <a:pt x="380" y="120"/>
                  </a:cubicBezTo>
                  <a:cubicBezTo>
                    <a:pt x="368" y="119"/>
                    <a:pt x="355" y="118"/>
                    <a:pt x="343" y="118"/>
                  </a:cubicBezTo>
                  <a:close/>
                  <a:moveTo>
                    <a:pt x="421" y="122"/>
                  </a:moveTo>
                  <a:cubicBezTo>
                    <a:pt x="415" y="122"/>
                    <a:pt x="408" y="122"/>
                    <a:pt x="402" y="122"/>
                  </a:cubicBezTo>
                  <a:cubicBezTo>
                    <a:pt x="379" y="115"/>
                    <a:pt x="355" y="116"/>
                    <a:pt x="332" y="117"/>
                  </a:cubicBezTo>
                  <a:cubicBezTo>
                    <a:pt x="325" y="117"/>
                    <a:pt x="318" y="118"/>
                    <a:pt x="311" y="118"/>
                  </a:cubicBezTo>
                  <a:cubicBezTo>
                    <a:pt x="287" y="117"/>
                    <a:pt x="264" y="116"/>
                    <a:pt x="240" y="115"/>
                  </a:cubicBezTo>
                  <a:cubicBezTo>
                    <a:pt x="264" y="113"/>
                    <a:pt x="288" y="111"/>
                    <a:pt x="312" y="110"/>
                  </a:cubicBezTo>
                  <a:cubicBezTo>
                    <a:pt x="329" y="110"/>
                    <a:pt x="346" y="111"/>
                    <a:pt x="362" y="110"/>
                  </a:cubicBezTo>
                  <a:cubicBezTo>
                    <a:pt x="377" y="109"/>
                    <a:pt x="391" y="107"/>
                    <a:pt x="406" y="106"/>
                  </a:cubicBezTo>
                  <a:cubicBezTo>
                    <a:pt x="411" y="111"/>
                    <a:pt x="416" y="117"/>
                    <a:pt x="421" y="122"/>
                  </a:cubicBezTo>
                  <a:close/>
                  <a:moveTo>
                    <a:pt x="163" y="47"/>
                  </a:moveTo>
                  <a:cubicBezTo>
                    <a:pt x="175" y="42"/>
                    <a:pt x="191" y="48"/>
                    <a:pt x="204" y="49"/>
                  </a:cubicBezTo>
                  <a:cubicBezTo>
                    <a:pt x="204" y="49"/>
                    <a:pt x="204" y="48"/>
                    <a:pt x="204" y="48"/>
                  </a:cubicBezTo>
                  <a:cubicBezTo>
                    <a:pt x="191" y="47"/>
                    <a:pt x="175" y="40"/>
                    <a:pt x="163" y="44"/>
                  </a:cubicBezTo>
                  <a:cubicBezTo>
                    <a:pt x="163" y="44"/>
                    <a:pt x="163" y="43"/>
                    <a:pt x="163" y="42"/>
                  </a:cubicBezTo>
                  <a:cubicBezTo>
                    <a:pt x="172" y="43"/>
                    <a:pt x="181" y="41"/>
                    <a:pt x="191" y="42"/>
                  </a:cubicBezTo>
                  <a:cubicBezTo>
                    <a:pt x="199" y="44"/>
                    <a:pt x="206" y="46"/>
                    <a:pt x="214" y="45"/>
                  </a:cubicBezTo>
                  <a:cubicBezTo>
                    <a:pt x="215" y="45"/>
                    <a:pt x="215" y="44"/>
                    <a:pt x="214" y="44"/>
                  </a:cubicBezTo>
                  <a:cubicBezTo>
                    <a:pt x="205" y="43"/>
                    <a:pt x="196" y="41"/>
                    <a:pt x="186" y="39"/>
                  </a:cubicBezTo>
                  <a:cubicBezTo>
                    <a:pt x="179" y="37"/>
                    <a:pt x="171" y="40"/>
                    <a:pt x="163" y="39"/>
                  </a:cubicBezTo>
                  <a:cubicBezTo>
                    <a:pt x="163" y="36"/>
                    <a:pt x="163" y="33"/>
                    <a:pt x="164" y="30"/>
                  </a:cubicBezTo>
                  <a:cubicBezTo>
                    <a:pt x="164" y="30"/>
                    <a:pt x="164" y="30"/>
                    <a:pt x="165" y="30"/>
                  </a:cubicBezTo>
                  <a:cubicBezTo>
                    <a:pt x="181" y="24"/>
                    <a:pt x="198" y="32"/>
                    <a:pt x="214" y="30"/>
                  </a:cubicBezTo>
                  <a:cubicBezTo>
                    <a:pt x="215" y="30"/>
                    <a:pt x="215" y="30"/>
                    <a:pt x="214" y="30"/>
                  </a:cubicBezTo>
                  <a:cubicBezTo>
                    <a:pt x="198" y="29"/>
                    <a:pt x="180" y="21"/>
                    <a:pt x="164" y="27"/>
                  </a:cubicBezTo>
                  <a:cubicBezTo>
                    <a:pt x="164" y="27"/>
                    <a:pt x="164" y="27"/>
                    <a:pt x="164" y="27"/>
                  </a:cubicBezTo>
                  <a:cubicBezTo>
                    <a:pt x="164" y="23"/>
                    <a:pt x="165" y="19"/>
                    <a:pt x="165" y="16"/>
                  </a:cubicBezTo>
                  <a:cubicBezTo>
                    <a:pt x="167" y="15"/>
                    <a:pt x="170" y="15"/>
                    <a:pt x="171" y="15"/>
                  </a:cubicBezTo>
                  <a:cubicBezTo>
                    <a:pt x="176" y="15"/>
                    <a:pt x="181" y="15"/>
                    <a:pt x="187" y="15"/>
                  </a:cubicBezTo>
                  <a:cubicBezTo>
                    <a:pt x="196" y="15"/>
                    <a:pt x="205" y="15"/>
                    <a:pt x="214" y="14"/>
                  </a:cubicBezTo>
                  <a:cubicBezTo>
                    <a:pt x="214" y="14"/>
                    <a:pt x="214" y="14"/>
                    <a:pt x="214" y="14"/>
                  </a:cubicBezTo>
                  <a:cubicBezTo>
                    <a:pt x="209" y="14"/>
                    <a:pt x="175" y="9"/>
                    <a:pt x="165" y="13"/>
                  </a:cubicBezTo>
                  <a:cubicBezTo>
                    <a:pt x="165" y="10"/>
                    <a:pt x="165" y="8"/>
                    <a:pt x="165" y="6"/>
                  </a:cubicBezTo>
                  <a:cubicBezTo>
                    <a:pt x="178" y="6"/>
                    <a:pt x="189" y="9"/>
                    <a:pt x="202" y="10"/>
                  </a:cubicBezTo>
                  <a:cubicBezTo>
                    <a:pt x="209" y="11"/>
                    <a:pt x="233" y="6"/>
                    <a:pt x="233" y="19"/>
                  </a:cubicBezTo>
                  <a:cubicBezTo>
                    <a:pt x="232" y="23"/>
                    <a:pt x="231" y="28"/>
                    <a:pt x="230" y="32"/>
                  </a:cubicBezTo>
                  <a:cubicBezTo>
                    <a:pt x="229" y="36"/>
                    <a:pt x="229" y="40"/>
                    <a:pt x="229" y="44"/>
                  </a:cubicBezTo>
                  <a:cubicBezTo>
                    <a:pt x="229" y="46"/>
                    <a:pt x="229" y="52"/>
                    <a:pt x="231" y="54"/>
                  </a:cubicBezTo>
                  <a:cubicBezTo>
                    <a:pt x="223" y="54"/>
                    <a:pt x="215" y="54"/>
                    <a:pt x="206" y="53"/>
                  </a:cubicBezTo>
                  <a:cubicBezTo>
                    <a:pt x="192" y="52"/>
                    <a:pt x="177" y="51"/>
                    <a:pt x="162" y="49"/>
                  </a:cubicBezTo>
                  <a:cubicBezTo>
                    <a:pt x="162" y="48"/>
                    <a:pt x="162" y="48"/>
                    <a:pt x="163" y="47"/>
                  </a:cubicBezTo>
                  <a:close/>
                  <a:moveTo>
                    <a:pt x="104" y="56"/>
                  </a:moveTo>
                  <a:cubicBezTo>
                    <a:pt x="135" y="56"/>
                    <a:pt x="166" y="60"/>
                    <a:pt x="198" y="63"/>
                  </a:cubicBezTo>
                  <a:cubicBezTo>
                    <a:pt x="229" y="67"/>
                    <a:pt x="260" y="66"/>
                    <a:pt x="292" y="67"/>
                  </a:cubicBezTo>
                  <a:cubicBezTo>
                    <a:pt x="306" y="67"/>
                    <a:pt x="319" y="69"/>
                    <a:pt x="333" y="69"/>
                  </a:cubicBezTo>
                  <a:cubicBezTo>
                    <a:pt x="339" y="69"/>
                    <a:pt x="345" y="69"/>
                    <a:pt x="351" y="69"/>
                  </a:cubicBezTo>
                  <a:cubicBezTo>
                    <a:pt x="357" y="70"/>
                    <a:pt x="362" y="72"/>
                    <a:pt x="368" y="72"/>
                  </a:cubicBezTo>
                  <a:cubicBezTo>
                    <a:pt x="368" y="72"/>
                    <a:pt x="369" y="72"/>
                    <a:pt x="370" y="71"/>
                  </a:cubicBezTo>
                  <a:cubicBezTo>
                    <a:pt x="381" y="80"/>
                    <a:pt x="391" y="90"/>
                    <a:pt x="401" y="101"/>
                  </a:cubicBezTo>
                  <a:cubicBezTo>
                    <a:pt x="391" y="99"/>
                    <a:pt x="380" y="95"/>
                    <a:pt x="370" y="93"/>
                  </a:cubicBezTo>
                  <a:cubicBezTo>
                    <a:pt x="356" y="90"/>
                    <a:pt x="342" y="88"/>
                    <a:pt x="328" y="87"/>
                  </a:cubicBezTo>
                  <a:cubicBezTo>
                    <a:pt x="296" y="83"/>
                    <a:pt x="265" y="84"/>
                    <a:pt x="233" y="84"/>
                  </a:cubicBezTo>
                  <a:cubicBezTo>
                    <a:pt x="219" y="84"/>
                    <a:pt x="204" y="84"/>
                    <a:pt x="189" y="84"/>
                  </a:cubicBezTo>
                  <a:cubicBezTo>
                    <a:pt x="176" y="83"/>
                    <a:pt x="163" y="82"/>
                    <a:pt x="150" y="80"/>
                  </a:cubicBezTo>
                  <a:cubicBezTo>
                    <a:pt x="148" y="80"/>
                    <a:pt x="147" y="80"/>
                    <a:pt x="146" y="80"/>
                  </a:cubicBezTo>
                  <a:cubicBezTo>
                    <a:pt x="129" y="78"/>
                    <a:pt x="113" y="77"/>
                    <a:pt x="97" y="76"/>
                  </a:cubicBezTo>
                  <a:cubicBezTo>
                    <a:pt x="82" y="74"/>
                    <a:pt x="68" y="69"/>
                    <a:pt x="52" y="67"/>
                  </a:cubicBezTo>
                  <a:cubicBezTo>
                    <a:pt x="42" y="65"/>
                    <a:pt x="30" y="71"/>
                    <a:pt x="21" y="67"/>
                  </a:cubicBezTo>
                  <a:cubicBezTo>
                    <a:pt x="21" y="66"/>
                    <a:pt x="21" y="65"/>
                    <a:pt x="21" y="63"/>
                  </a:cubicBezTo>
                  <a:cubicBezTo>
                    <a:pt x="32" y="61"/>
                    <a:pt x="44" y="64"/>
                    <a:pt x="55" y="66"/>
                  </a:cubicBezTo>
                  <a:cubicBezTo>
                    <a:pt x="57" y="67"/>
                    <a:pt x="59" y="67"/>
                    <a:pt x="61" y="67"/>
                  </a:cubicBezTo>
                  <a:cubicBezTo>
                    <a:pt x="65" y="68"/>
                    <a:pt x="68" y="69"/>
                    <a:pt x="72" y="69"/>
                  </a:cubicBezTo>
                  <a:cubicBezTo>
                    <a:pt x="80" y="70"/>
                    <a:pt x="87" y="70"/>
                    <a:pt x="95" y="71"/>
                  </a:cubicBezTo>
                  <a:cubicBezTo>
                    <a:pt x="126" y="74"/>
                    <a:pt x="158" y="75"/>
                    <a:pt x="189" y="76"/>
                  </a:cubicBezTo>
                  <a:cubicBezTo>
                    <a:pt x="207" y="76"/>
                    <a:pt x="225" y="77"/>
                    <a:pt x="243" y="76"/>
                  </a:cubicBezTo>
                  <a:cubicBezTo>
                    <a:pt x="253" y="78"/>
                    <a:pt x="264" y="79"/>
                    <a:pt x="274" y="80"/>
                  </a:cubicBezTo>
                  <a:cubicBezTo>
                    <a:pt x="302" y="84"/>
                    <a:pt x="331" y="87"/>
                    <a:pt x="359" y="85"/>
                  </a:cubicBezTo>
                  <a:cubicBezTo>
                    <a:pt x="360" y="84"/>
                    <a:pt x="360" y="83"/>
                    <a:pt x="359" y="83"/>
                  </a:cubicBezTo>
                  <a:cubicBezTo>
                    <a:pt x="325" y="85"/>
                    <a:pt x="292" y="80"/>
                    <a:pt x="258" y="76"/>
                  </a:cubicBezTo>
                  <a:cubicBezTo>
                    <a:pt x="266" y="76"/>
                    <a:pt x="275" y="76"/>
                    <a:pt x="283" y="76"/>
                  </a:cubicBezTo>
                  <a:cubicBezTo>
                    <a:pt x="314" y="75"/>
                    <a:pt x="345" y="78"/>
                    <a:pt x="376" y="77"/>
                  </a:cubicBezTo>
                  <a:cubicBezTo>
                    <a:pt x="376" y="77"/>
                    <a:pt x="376" y="76"/>
                    <a:pt x="376" y="76"/>
                  </a:cubicBezTo>
                  <a:cubicBezTo>
                    <a:pt x="345" y="76"/>
                    <a:pt x="314" y="73"/>
                    <a:pt x="283" y="73"/>
                  </a:cubicBezTo>
                  <a:cubicBezTo>
                    <a:pt x="267" y="74"/>
                    <a:pt x="252" y="74"/>
                    <a:pt x="236" y="74"/>
                  </a:cubicBezTo>
                  <a:cubicBezTo>
                    <a:pt x="223" y="72"/>
                    <a:pt x="210" y="71"/>
                    <a:pt x="197" y="70"/>
                  </a:cubicBezTo>
                  <a:cubicBezTo>
                    <a:pt x="169" y="69"/>
                    <a:pt x="141" y="70"/>
                    <a:pt x="113" y="67"/>
                  </a:cubicBezTo>
                  <a:cubicBezTo>
                    <a:pt x="103" y="66"/>
                    <a:pt x="93" y="66"/>
                    <a:pt x="83" y="67"/>
                  </a:cubicBezTo>
                  <a:cubicBezTo>
                    <a:pt x="82" y="67"/>
                    <a:pt x="81" y="67"/>
                    <a:pt x="80" y="67"/>
                  </a:cubicBezTo>
                  <a:cubicBezTo>
                    <a:pt x="68" y="65"/>
                    <a:pt x="56" y="64"/>
                    <a:pt x="44" y="62"/>
                  </a:cubicBezTo>
                  <a:cubicBezTo>
                    <a:pt x="37" y="60"/>
                    <a:pt x="29" y="59"/>
                    <a:pt x="22" y="61"/>
                  </a:cubicBezTo>
                  <a:cubicBezTo>
                    <a:pt x="22" y="58"/>
                    <a:pt x="22" y="56"/>
                    <a:pt x="23" y="54"/>
                  </a:cubicBezTo>
                  <a:cubicBezTo>
                    <a:pt x="23" y="53"/>
                    <a:pt x="23" y="53"/>
                    <a:pt x="23" y="53"/>
                  </a:cubicBezTo>
                  <a:cubicBezTo>
                    <a:pt x="24" y="52"/>
                    <a:pt x="24" y="52"/>
                    <a:pt x="24" y="51"/>
                  </a:cubicBezTo>
                  <a:cubicBezTo>
                    <a:pt x="48" y="60"/>
                    <a:pt x="78" y="57"/>
                    <a:pt x="104" y="56"/>
                  </a:cubicBezTo>
                  <a:close/>
                  <a:moveTo>
                    <a:pt x="95" y="68"/>
                  </a:moveTo>
                  <a:cubicBezTo>
                    <a:pt x="99" y="68"/>
                    <a:pt x="103" y="68"/>
                    <a:pt x="107" y="68"/>
                  </a:cubicBezTo>
                  <a:cubicBezTo>
                    <a:pt x="120" y="69"/>
                    <a:pt x="133" y="71"/>
                    <a:pt x="146" y="71"/>
                  </a:cubicBezTo>
                  <a:cubicBezTo>
                    <a:pt x="161" y="71"/>
                    <a:pt x="176" y="72"/>
                    <a:pt x="191" y="72"/>
                  </a:cubicBezTo>
                  <a:cubicBezTo>
                    <a:pt x="199" y="73"/>
                    <a:pt x="206" y="73"/>
                    <a:pt x="214" y="74"/>
                  </a:cubicBezTo>
                  <a:cubicBezTo>
                    <a:pt x="205" y="74"/>
                    <a:pt x="196" y="73"/>
                    <a:pt x="186" y="73"/>
                  </a:cubicBezTo>
                  <a:cubicBezTo>
                    <a:pt x="156" y="72"/>
                    <a:pt x="126" y="71"/>
                    <a:pt x="95" y="68"/>
                  </a:cubicBezTo>
                  <a:close/>
                  <a:moveTo>
                    <a:pt x="18" y="62"/>
                  </a:moveTo>
                  <a:cubicBezTo>
                    <a:pt x="17" y="62"/>
                    <a:pt x="17" y="62"/>
                    <a:pt x="16" y="62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60"/>
                    <a:pt x="18" y="60"/>
                    <a:pt x="18" y="59"/>
                  </a:cubicBezTo>
                  <a:cubicBezTo>
                    <a:pt x="18" y="60"/>
                    <a:pt x="18" y="61"/>
                    <a:pt x="18" y="62"/>
                  </a:cubicBezTo>
                  <a:close/>
                  <a:moveTo>
                    <a:pt x="5" y="100"/>
                  </a:moveTo>
                  <a:cubicBezTo>
                    <a:pt x="5" y="104"/>
                    <a:pt x="6" y="106"/>
                    <a:pt x="7" y="108"/>
                  </a:cubicBezTo>
                  <a:cubicBezTo>
                    <a:pt x="16" y="118"/>
                    <a:pt x="31" y="106"/>
                    <a:pt x="42" y="109"/>
                  </a:cubicBezTo>
                  <a:cubicBezTo>
                    <a:pt x="38" y="112"/>
                    <a:pt x="29" y="111"/>
                    <a:pt x="25" y="112"/>
                  </a:cubicBezTo>
                  <a:cubicBezTo>
                    <a:pt x="20" y="112"/>
                    <a:pt x="14" y="111"/>
                    <a:pt x="10" y="115"/>
                  </a:cubicBezTo>
                  <a:cubicBezTo>
                    <a:pt x="10" y="115"/>
                    <a:pt x="10" y="115"/>
                    <a:pt x="9" y="116"/>
                  </a:cubicBezTo>
                  <a:cubicBezTo>
                    <a:pt x="6" y="112"/>
                    <a:pt x="5" y="106"/>
                    <a:pt x="5" y="100"/>
                  </a:cubicBezTo>
                  <a:close/>
                  <a:moveTo>
                    <a:pt x="22" y="144"/>
                  </a:moveTo>
                  <a:cubicBezTo>
                    <a:pt x="21" y="145"/>
                    <a:pt x="21" y="146"/>
                    <a:pt x="21" y="147"/>
                  </a:cubicBezTo>
                  <a:cubicBezTo>
                    <a:pt x="18" y="144"/>
                    <a:pt x="15" y="142"/>
                    <a:pt x="13" y="138"/>
                  </a:cubicBezTo>
                  <a:cubicBezTo>
                    <a:pt x="12" y="137"/>
                    <a:pt x="12" y="135"/>
                    <a:pt x="12" y="134"/>
                  </a:cubicBezTo>
                  <a:cubicBezTo>
                    <a:pt x="12" y="134"/>
                    <a:pt x="13" y="134"/>
                    <a:pt x="14" y="134"/>
                  </a:cubicBezTo>
                  <a:cubicBezTo>
                    <a:pt x="20" y="133"/>
                    <a:pt x="29" y="130"/>
                    <a:pt x="36" y="132"/>
                  </a:cubicBezTo>
                  <a:cubicBezTo>
                    <a:pt x="35" y="132"/>
                    <a:pt x="34" y="133"/>
                    <a:pt x="33" y="133"/>
                  </a:cubicBezTo>
                  <a:cubicBezTo>
                    <a:pt x="28" y="134"/>
                    <a:pt x="24" y="135"/>
                    <a:pt x="19" y="135"/>
                  </a:cubicBezTo>
                  <a:cubicBezTo>
                    <a:pt x="16" y="135"/>
                    <a:pt x="16" y="140"/>
                    <a:pt x="19" y="140"/>
                  </a:cubicBezTo>
                  <a:cubicBezTo>
                    <a:pt x="20" y="140"/>
                    <a:pt x="21" y="140"/>
                    <a:pt x="22" y="140"/>
                  </a:cubicBezTo>
                  <a:cubicBezTo>
                    <a:pt x="22" y="142"/>
                    <a:pt x="23" y="143"/>
                    <a:pt x="24" y="144"/>
                  </a:cubicBezTo>
                  <a:cubicBezTo>
                    <a:pt x="24" y="145"/>
                    <a:pt x="24" y="145"/>
                    <a:pt x="24" y="145"/>
                  </a:cubicBezTo>
                  <a:cubicBezTo>
                    <a:pt x="24" y="145"/>
                    <a:pt x="24" y="144"/>
                    <a:pt x="24" y="144"/>
                  </a:cubicBezTo>
                  <a:cubicBezTo>
                    <a:pt x="23" y="143"/>
                    <a:pt x="22" y="144"/>
                    <a:pt x="22" y="144"/>
                  </a:cubicBezTo>
                  <a:close/>
                  <a:moveTo>
                    <a:pt x="28" y="158"/>
                  </a:moveTo>
                  <a:cubicBezTo>
                    <a:pt x="27" y="160"/>
                    <a:pt x="26" y="161"/>
                    <a:pt x="24" y="163"/>
                  </a:cubicBezTo>
                  <a:cubicBezTo>
                    <a:pt x="21" y="165"/>
                    <a:pt x="19" y="166"/>
                    <a:pt x="16" y="167"/>
                  </a:cubicBezTo>
                  <a:cubicBezTo>
                    <a:pt x="16" y="167"/>
                    <a:pt x="16" y="167"/>
                    <a:pt x="16" y="167"/>
                  </a:cubicBezTo>
                  <a:cubicBezTo>
                    <a:pt x="18" y="163"/>
                    <a:pt x="24" y="161"/>
                    <a:pt x="28" y="158"/>
                  </a:cubicBezTo>
                  <a:close/>
                  <a:moveTo>
                    <a:pt x="60" y="195"/>
                  </a:moveTo>
                  <a:cubicBezTo>
                    <a:pt x="60" y="194"/>
                    <a:pt x="59" y="193"/>
                    <a:pt x="58" y="194"/>
                  </a:cubicBezTo>
                  <a:cubicBezTo>
                    <a:pt x="43" y="196"/>
                    <a:pt x="30" y="190"/>
                    <a:pt x="16" y="188"/>
                  </a:cubicBezTo>
                  <a:cubicBezTo>
                    <a:pt x="16" y="186"/>
                    <a:pt x="15" y="184"/>
                    <a:pt x="15" y="182"/>
                  </a:cubicBezTo>
                  <a:cubicBezTo>
                    <a:pt x="15" y="181"/>
                    <a:pt x="15" y="180"/>
                    <a:pt x="14" y="180"/>
                  </a:cubicBezTo>
                  <a:cubicBezTo>
                    <a:pt x="36" y="191"/>
                    <a:pt x="61" y="193"/>
                    <a:pt x="85" y="193"/>
                  </a:cubicBezTo>
                  <a:cubicBezTo>
                    <a:pt x="93" y="193"/>
                    <a:pt x="101" y="193"/>
                    <a:pt x="109" y="193"/>
                  </a:cubicBezTo>
                  <a:cubicBezTo>
                    <a:pt x="93" y="194"/>
                    <a:pt x="76" y="194"/>
                    <a:pt x="60" y="195"/>
                  </a:cubicBezTo>
                  <a:close/>
                  <a:moveTo>
                    <a:pt x="168" y="490"/>
                  </a:moveTo>
                  <a:cubicBezTo>
                    <a:pt x="168" y="490"/>
                    <a:pt x="168" y="490"/>
                    <a:pt x="168" y="489"/>
                  </a:cubicBezTo>
                  <a:cubicBezTo>
                    <a:pt x="168" y="488"/>
                    <a:pt x="168" y="486"/>
                    <a:pt x="168" y="484"/>
                  </a:cubicBezTo>
                  <a:cubicBezTo>
                    <a:pt x="168" y="486"/>
                    <a:pt x="169" y="488"/>
                    <a:pt x="169" y="490"/>
                  </a:cubicBezTo>
                  <a:cubicBezTo>
                    <a:pt x="168" y="490"/>
                    <a:pt x="168" y="490"/>
                    <a:pt x="168" y="490"/>
                  </a:cubicBezTo>
                  <a:close/>
                  <a:moveTo>
                    <a:pt x="228" y="353"/>
                  </a:moveTo>
                  <a:cubicBezTo>
                    <a:pt x="230" y="381"/>
                    <a:pt x="233" y="408"/>
                    <a:pt x="235" y="436"/>
                  </a:cubicBezTo>
                  <a:cubicBezTo>
                    <a:pt x="236" y="449"/>
                    <a:pt x="237" y="462"/>
                    <a:pt x="238" y="476"/>
                  </a:cubicBezTo>
                  <a:cubicBezTo>
                    <a:pt x="238" y="478"/>
                    <a:pt x="238" y="481"/>
                    <a:pt x="238" y="483"/>
                  </a:cubicBezTo>
                  <a:cubicBezTo>
                    <a:pt x="237" y="486"/>
                    <a:pt x="237" y="490"/>
                    <a:pt x="237" y="493"/>
                  </a:cubicBezTo>
                  <a:cubicBezTo>
                    <a:pt x="236" y="497"/>
                    <a:pt x="236" y="502"/>
                    <a:pt x="236" y="506"/>
                  </a:cubicBezTo>
                  <a:cubicBezTo>
                    <a:pt x="231" y="507"/>
                    <a:pt x="225" y="508"/>
                    <a:pt x="220" y="509"/>
                  </a:cubicBezTo>
                  <a:cubicBezTo>
                    <a:pt x="215" y="509"/>
                    <a:pt x="210" y="509"/>
                    <a:pt x="206" y="510"/>
                  </a:cubicBezTo>
                  <a:cubicBezTo>
                    <a:pt x="212" y="506"/>
                    <a:pt x="219" y="504"/>
                    <a:pt x="225" y="500"/>
                  </a:cubicBezTo>
                  <a:cubicBezTo>
                    <a:pt x="225" y="500"/>
                    <a:pt x="225" y="500"/>
                    <a:pt x="225" y="500"/>
                  </a:cubicBezTo>
                  <a:cubicBezTo>
                    <a:pt x="218" y="502"/>
                    <a:pt x="212" y="504"/>
                    <a:pt x="206" y="507"/>
                  </a:cubicBezTo>
                  <a:cubicBezTo>
                    <a:pt x="204" y="508"/>
                    <a:pt x="202" y="509"/>
                    <a:pt x="199" y="510"/>
                  </a:cubicBezTo>
                  <a:cubicBezTo>
                    <a:pt x="191" y="510"/>
                    <a:pt x="183" y="510"/>
                    <a:pt x="174" y="509"/>
                  </a:cubicBezTo>
                  <a:cubicBezTo>
                    <a:pt x="174" y="505"/>
                    <a:pt x="172" y="501"/>
                    <a:pt x="171" y="497"/>
                  </a:cubicBezTo>
                  <a:cubicBezTo>
                    <a:pt x="173" y="487"/>
                    <a:pt x="172" y="476"/>
                    <a:pt x="171" y="466"/>
                  </a:cubicBezTo>
                  <a:cubicBezTo>
                    <a:pt x="170" y="462"/>
                    <a:pt x="170" y="458"/>
                    <a:pt x="170" y="455"/>
                  </a:cubicBezTo>
                  <a:cubicBezTo>
                    <a:pt x="170" y="455"/>
                    <a:pt x="170" y="455"/>
                    <a:pt x="171" y="454"/>
                  </a:cubicBezTo>
                  <a:cubicBezTo>
                    <a:pt x="183" y="441"/>
                    <a:pt x="204" y="442"/>
                    <a:pt x="218" y="430"/>
                  </a:cubicBezTo>
                  <a:cubicBezTo>
                    <a:pt x="218" y="430"/>
                    <a:pt x="218" y="430"/>
                    <a:pt x="218" y="430"/>
                  </a:cubicBezTo>
                  <a:cubicBezTo>
                    <a:pt x="203" y="441"/>
                    <a:pt x="183" y="439"/>
                    <a:pt x="170" y="452"/>
                  </a:cubicBezTo>
                  <a:cubicBezTo>
                    <a:pt x="169" y="445"/>
                    <a:pt x="169" y="437"/>
                    <a:pt x="169" y="429"/>
                  </a:cubicBezTo>
                  <a:cubicBezTo>
                    <a:pt x="169" y="427"/>
                    <a:pt x="169" y="424"/>
                    <a:pt x="169" y="422"/>
                  </a:cubicBezTo>
                  <a:cubicBezTo>
                    <a:pt x="185" y="414"/>
                    <a:pt x="203" y="413"/>
                    <a:pt x="216" y="402"/>
                  </a:cubicBezTo>
                  <a:cubicBezTo>
                    <a:pt x="216" y="401"/>
                    <a:pt x="216" y="401"/>
                    <a:pt x="216" y="401"/>
                  </a:cubicBezTo>
                  <a:cubicBezTo>
                    <a:pt x="202" y="410"/>
                    <a:pt x="184" y="412"/>
                    <a:pt x="170" y="419"/>
                  </a:cubicBezTo>
                  <a:cubicBezTo>
                    <a:pt x="170" y="411"/>
                    <a:pt x="170" y="402"/>
                    <a:pt x="171" y="394"/>
                  </a:cubicBezTo>
                  <a:cubicBezTo>
                    <a:pt x="173" y="391"/>
                    <a:pt x="175" y="388"/>
                    <a:pt x="178" y="386"/>
                  </a:cubicBezTo>
                  <a:cubicBezTo>
                    <a:pt x="182" y="383"/>
                    <a:pt x="186" y="381"/>
                    <a:pt x="190" y="378"/>
                  </a:cubicBezTo>
                  <a:cubicBezTo>
                    <a:pt x="198" y="374"/>
                    <a:pt x="205" y="370"/>
                    <a:pt x="211" y="364"/>
                  </a:cubicBezTo>
                  <a:cubicBezTo>
                    <a:pt x="211" y="364"/>
                    <a:pt x="211" y="364"/>
                    <a:pt x="211" y="364"/>
                  </a:cubicBezTo>
                  <a:cubicBezTo>
                    <a:pt x="203" y="370"/>
                    <a:pt x="194" y="374"/>
                    <a:pt x="186" y="378"/>
                  </a:cubicBezTo>
                  <a:cubicBezTo>
                    <a:pt x="181" y="381"/>
                    <a:pt x="175" y="384"/>
                    <a:pt x="171" y="389"/>
                  </a:cubicBezTo>
                  <a:cubicBezTo>
                    <a:pt x="171" y="383"/>
                    <a:pt x="171" y="377"/>
                    <a:pt x="171" y="371"/>
                  </a:cubicBezTo>
                  <a:cubicBezTo>
                    <a:pt x="174" y="368"/>
                    <a:pt x="176" y="366"/>
                    <a:pt x="179" y="364"/>
                  </a:cubicBezTo>
                  <a:cubicBezTo>
                    <a:pt x="183" y="360"/>
                    <a:pt x="188" y="358"/>
                    <a:pt x="193" y="355"/>
                  </a:cubicBezTo>
                  <a:cubicBezTo>
                    <a:pt x="203" y="351"/>
                    <a:pt x="213" y="347"/>
                    <a:pt x="222" y="341"/>
                  </a:cubicBezTo>
                  <a:cubicBezTo>
                    <a:pt x="222" y="341"/>
                    <a:pt x="222" y="340"/>
                    <a:pt x="221" y="340"/>
                  </a:cubicBezTo>
                  <a:cubicBezTo>
                    <a:pt x="211" y="346"/>
                    <a:pt x="201" y="350"/>
                    <a:pt x="190" y="355"/>
                  </a:cubicBezTo>
                  <a:cubicBezTo>
                    <a:pt x="185" y="357"/>
                    <a:pt x="176" y="361"/>
                    <a:pt x="171" y="367"/>
                  </a:cubicBezTo>
                  <a:cubicBezTo>
                    <a:pt x="171" y="361"/>
                    <a:pt x="171" y="356"/>
                    <a:pt x="171" y="350"/>
                  </a:cubicBezTo>
                  <a:cubicBezTo>
                    <a:pt x="170" y="343"/>
                    <a:pt x="170" y="335"/>
                    <a:pt x="169" y="328"/>
                  </a:cubicBezTo>
                  <a:cubicBezTo>
                    <a:pt x="175" y="324"/>
                    <a:pt x="181" y="319"/>
                    <a:pt x="187" y="316"/>
                  </a:cubicBezTo>
                  <a:cubicBezTo>
                    <a:pt x="194" y="313"/>
                    <a:pt x="201" y="309"/>
                    <a:pt x="206" y="303"/>
                  </a:cubicBezTo>
                  <a:cubicBezTo>
                    <a:pt x="206" y="303"/>
                    <a:pt x="205" y="302"/>
                    <a:pt x="205" y="303"/>
                  </a:cubicBezTo>
                  <a:cubicBezTo>
                    <a:pt x="195" y="311"/>
                    <a:pt x="178" y="314"/>
                    <a:pt x="169" y="325"/>
                  </a:cubicBezTo>
                  <a:cubicBezTo>
                    <a:pt x="169" y="318"/>
                    <a:pt x="168" y="311"/>
                    <a:pt x="168" y="305"/>
                  </a:cubicBezTo>
                  <a:cubicBezTo>
                    <a:pt x="174" y="302"/>
                    <a:pt x="180" y="299"/>
                    <a:pt x="186" y="296"/>
                  </a:cubicBezTo>
                  <a:cubicBezTo>
                    <a:pt x="195" y="293"/>
                    <a:pt x="203" y="290"/>
                    <a:pt x="210" y="285"/>
                  </a:cubicBezTo>
                  <a:cubicBezTo>
                    <a:pt x="211" y="284"/>
                    <a:pt x="210" y="283"/>
                    <a:pt x="210" y="283"/>
                  </a:cubicBezTo>
                  <a:cubicBezTo>
                    <a:pt x="201" y="289"/>
                    <a:pt x="192" y="292"/>
                    <a:pt x="183" y="295"/>
                  </a:cubicBezTo>
                  <a:cubicBezTo>
                    <a:pt x="178" y="297"/>
                    <a:pt x="173" y="299"/>
                    <a:pt x="168" y="302"/>
                  </a:cubicBezTo>
                  <a:cubicBezTo>
                    <a:pt x="167" y="296"/>
                    <a:pt x="167" y="291"/>
                    <a:pt x="167" y="286"/>
                  </a:cubicBezTo>
                  <a:cubicBezTo>
                    <a:pt x="180" y="276"/>
                    <a:pt x="195" y="271"/>
                    <a:pt x="209" y="264"/>
                  </a:cubicBezTo>
                  <a:cubicBezTo>
                    <a:pt x="210" y="263"/>
                    <a:pt x="209" y="263"/>
                    <a:pt x="209" y="263"/>
                  </a:cubicBezTo>
                  <a:cubicBezTo>
                    <a:pt x="201" y="267"/>
                    <a:pt x="192" y="269"/>
                    <a:pt x="184" y="273"/>
                  </a:cubicBezTo>
                  <a:cubicBezTo>
                    <a:pt x="178" y="275"/>
                    <a:pt x="171" y="278"/>
                    <a:pt x="167" y="283"/>
                  </a:cubicBezTo>
                  <a:cubicBezTo>
                    <a:pt x="167" y="279"/>
                    <a:pt x="166" y="276"/>
                    <a:pt x="166" y="273"/>
                  </a:cubicBezTo>
                  <a:cubicBezTo>
                    <a:pt x="166" y="271"/>
                    <a:pt x="166" y="269"/>
                    <a:pt x="166" y="268"/>
                  </a:cubicBezTo>
                  <a:cubicBezTo>
                    <a:pt x="169" y="266"/>
                    <a:pt x="172" y="264"/>
                    <a:pt x="175" y="263"/>
                  </a:cubicBezTo>
                  <a:cubicBezTo>
                    <a:pt x="179" y="261"/>
                    <a:pt x="183" y="260"/>
                    <a:pt x="187" y="258"/>
                  </a:cubicBezTo>
                  <a:cubicBezTo>
                    <a:pt x="194" y="256"/>
                    <a:pt x="200" y="253"/>
                    <a:pt x="206" y="248"/>
                  </a:cubicBezTo>
                  <a:cubicBezTo>
                    <a:pt x="206" y="248"/>
                    <a:pt x="206" y="247"/>
                    <a:pt x="205" y="248"/>
                  </a:cubicBezTo>
                  <a:cubicBezTo>
                    <a:pt x="197" y="254"/>
                    <a:pt x="188" y="256"/>
                    <a:pt x="178" y="259"/>
                  </a:cubicBezTo>
                  <a:cubicBezTo>
                    <a:pt x="174" y="260"/>
                    <a:pt x="169" y="262"/>
                    <a:pt x="166" y="264"/>
                  </a:cubicBezTo>
                  <a:cubicBezTo>
                    <a:pt x="166" y="254"/>
                    <a:pt x="165" y="244"/>
                    <a:pt x="165" y="234"/>
                  </a:cubicBezTo>
                  <a:cubicBezTo>
                    <a:pt x="166" y="234"/>
                    <a:pt x="167" y="233"/>
                    <a:pt x="167" y="233"/>
                  </a:cubicBezTo>
                  <a:cubicBezTo>
                    <a:pt x="172" y="230"/>
                    <a:pt x="178" y="229"/>
                    <a:pt x="183" y="227"/>
                  </a:cubicBezTo>
                  <a:cubicBezTo>
                    <a:pt x="191" y="224"/>
                    <a:pt x="200" y="222"/>
                    <a:pt x="207" y="219"/>
                  </a:cubicBezTo>
                  <a:cubicBezTo>
                    <a:pt x="208" y="219"/>
                    <a:pt x="207" y="218"/>
                    <a:pt x="207" y="218"/>
                  </a:cubicBezTo>
                  <a:cubicBezTo>
                    <a:pt x="198" y="221"/>
                    <a:pt x="188" y="223"/>
                    <a:pt x="178" y="226"/>
                  </a:cubicBezTo>
                  <a:cubicBezTo>
                    <a:pt x="175" y="227"/>
                    <a:pt x="169" y="228"/>
                    <a:pt x="165" y="231"/>
                  </a:cubicBezTo>
                  <a:cubicBezTo>
                    <a:pt x="165" y="226"/>
                    <a:pt x="165" y="221"/>
                    <a:pt x="164" y="217"/>
                  </a:cubicBezTo>
                  <a:cubicBezTo>
                    <a:pt x="169" y="215"/>
                    <a:pt x="174" y="213"/>
                    <a:pt x="180" y="212"/>
                  </a:cubicBezTo>
                  <a:cubicBezTo>
                    <a:pt x="189" y="210"/>
                    <a:pt x="198" y="209"/>
                    <a:pt x="207" y="208"/>
                  </a:cubicBezTo>
                  <a:cubicBezTo>
                    <a:pt x="208" y="208"/>
                    <a:pt x="208" y="207"/>
                    <a:pt x="207" y="207"/>
                  </a:cubicBezTo>
                  <a:cubicBezTo>
                    <a:pt x="198" y="207"/>
                    <a:pt x="190" y="208"/>
                    <a:pt x="181" y="209"/>
                  </a:cubicBezTo>
                  <a:cubicBezTo>
                    <a:pt x="176" y="210"/>
                    <a:pt x="170" y="211"/>
                    <a:pt x="164" y="214"/>
                  </a:cubicBezTo>
                  <a:cubicBezTo>
                    <a:pt x="164" y="208"/>
                    <a:pt x="163" y="203"/>
                    <a:pt x="162" y="197"/>
                  </a:cubicBezTo>
                  <a:cubicBezTo>
                    <a:pt x="175" y="197"/>
                    <a:pt x="188" y="197"/>
                    <a:pt x="200" y="197"/>
                  </a:cubicBezTo>
                  <a:cubicBezTo>
                    <a:pt x="210" y="196"/>
                    <a:pt x="221" y="196"/>
                    <a:pt x="231" y="197"/>
                  </a:cubicBezTo>
                  <a:cubicBezTo>
                    <a:pt x="229" y="208"/>
                    <a:pt x="229" y="219"/>
                    <a:pt x="229" y="230"/>
                  </a:cubicBezTo>
                  <a:cubicBezTo>
                    <a:pt x="228" y="244"/>
                    <a:pt x="228" y="257"/>
                    <a:pt x="227" y="270"/>
                  </a:cubicBezTo>
                  <a:cubicBezTo>
                    <a:pt x="226" y="298"/>
                    <a:pt x="226" y="326"/>
                    <a:pt x="228" y="353"/>
                  </a:cubicBezTo>
                  <a:close/>
                  <a:moveTo>
                    <a:pt x="345" y="197"/>
                  </a:moveTo>
                  <a:cubicBezTo>
                    <a:pt x="338" y="196"/>
                    <a:pt x="331" y="196"/>
                    <a:pt x="323" y="195"/>
                  </a:cubicBezTo>
                  <a:cubicBezTo>
                    <a:pt x="310" y="194"/>
                    <a:pt x="297" y="193"/>
                    <a:pt x="284" y="192"/>
                  </a:cubicBezTo>
                  <a:cubicBezTo>
                    <a:pt x="280" y="192"/>
                    <a:pt x="276" y="192"/>
                    <a:pt x="272" y="192"/>
                  </a:cubicBezTo>
                  <a:cubicBezTo>
                    <a:pt x="272" y="192"/>
                    <a:pt x="272" y="192"/>
                    <a:pt x="273" y="192"/>
                  </a:cubicBezTo>
                  <a:cubicBezTo>
                    <a:pt x="300" y="192"/>
                    <a:pt x="328" y="193"/>
                    <a:pt x="356" y="193"/>
                  </a:cubicBezTo>
                  <a:cubicBezTo>
                    <a:pt x="355" y="194"/>
                    <a:pt x="355" y="195"/>
                    <a:pt x="354" y="196"/>
                  </a:cubicBezTo>
                  <a:cubicBezTo>
                    <a:pt x="353" y="196"/>
                    <a:pt x="353" y="197"/>
                    <a:pt x="353" y="197"/>
                  </a:cubicBezTo>
                  <a:cubicBezTo>
                    <a:pt x="350" y="197"/>
                    <a:pt x="348" y="197"/>
                    <a:pt x="345" y="197"/>
                  </a:cubicBez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054" name="Freeform 591"/>
            <p:cNvSpPr/>
            <p:nvPr>
              <p:custDataLst>
                <p:tags r:id="rId7"/>
              </p:custDataLst>
            </p:nvPr>
          </p:nvSpPr>
          <p:spPr bwMode="auto">
            <a:xfrm>
              <a:off x="9097" y="9701"/>
              <a:ext cx="285" cy="10"/>
            </a:xfrm>
            <a:custGeom>
              <a:avLst/>
              <a:gdLst>
                <a:gd name="T0" fmla="*/ 296 w 298"/>
                <a:gd name="T1" fmla="*/ 4 h 10"/>
                <a:gd name="T2" fmla="*/ 138 w 298"/>
                <a:gd name="T3" fmla="*/ 4 h 10"/>
                <a:gd name="T4" fmla="*/ 62 w 298"/>
                <a:gd name="T5" fmla="*/ 3 h 10"/>
                <a:gd name="T6" fmla="*/ 1 w 298"/>
                <a:gd name="T7" fmla="*/ 0 h 10"/>
                <a:gd name="T8" fmla="*/ 1 w 298"/>
                <a:gd name="T9" fmla="*/ 0 h 10"/>
                <a:gd name="T10" fmla="*/ 56 w 298"/>
                <a:gd name="T11" fmla="*/ 6 h 10"/>
                <a:gd name="T12" fmla="*/ 90 w 298"/>
                <a:gd name="T13" fmla="*/ 6 h 10"/>
                <a:gd name="T14" fmla="*/ 132 w 298"/>
                <a:gd name="T15" fmla="*/ 7 h 10"/>
                <a:gd name="T16" fmla="*/ 296 w 298"/>
                <a:gd name="T17" fmla="*/ 6 h 10"/>
                <a:gd name="T18" fmla="*/ 296 w 298"/>
                <a:gd name="T19" fmla="*/ 4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8" h="10">
                  <a:moveTo>
                    <a:pt x="296" y="4"/>
                  </a:moveTo>
                  <a:cubicBezTo>
                    <a:pt x="244" y="2"/>
                    <a:pt x="191" y="6"/>
                    <a:pt x="138" y="4"/>
                  </a:cubicBezTo>
                  <a:cubicBezTo>
                    <a:pt x="113" y="3"/>
                    <a:pt x="88" y="4"/>
                    <a:pt x="62" y="3"/>
                  </a:cubicBezTo>
                  <a:cubicBezTo>
                    <a:pt x="42" y="2"/>
                    <a:pt x="21" y="6"/>
                    <a:pt x="1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6" y="10"/>
                    <a:pt x="38" y="6"/>
                    <a:pt x="56" y="6"/>
                  </a:cubicBezTo>
                  <a:cubicBezTo>
                    <a:pt x="67" y="5"/>
                    <a:pt x="79" y="6"/>
                    <a:pt x="90" y="6"/>
                  </a:cubicBezTo>
                  <a:cubicBezTo>
                    <a:pt x="104" y="7"/>
                    <a:pt x="118" y="6"/>
                    <a:pt x="132" y="7"/>
                  </a:cubicBezTo>
                  <a:cubicBezTo>
                    <a:pt x="187" y="9"/>
                    <a:pt x="242" y="9"/>
                    <a:pt x="296" y="6"/>
                  </a:cubicBezTo>
                  <a:cubicBezTo>
                    <a:pt x="298" y="6"/>
                    <a:pt x="298" y="4"/>
                    <a:pt x="296" y="4"/>
                  </a:cubicBez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055" name="Freeform 592"/>
            <p:cNvSpPr/>
            <p:nvPr>
              <p:custDataLst>
                <p:tags r:id="rId8"/>
              </p:custDataLst>
            </p:nvPr>
          </p:nvSpPr>
          <p:spPr bwMode="auto">
            <a:xfrm>
              <a:off x="9114" y="9673"/>
              <a:ext cx="53" cy="15"/>
            </a:xfrm>
            <a:custGeom>
              <a:avLst/>
              <a:gdLst>
                <a:gd name="T0" fmla="*/ 53 w 54"/>
                <a:gd name="T1" fmla="*/ 0 h 15"/>
                <a:gd name="T2" fmla="*/ 28 w 54"/>
                <a:gd name="T3" fmla="*/ 6 h 15"/>
                <a:gd name="T4" fmla="*/ 0 w 54"/>
                <a:gd name="T5" fmla="*/ 10 h 15"/>
                <a:gd name="T6" fmla="*/ 0 w 54"/>
                <a:gd name="T7" fmla="*/ 10 h 15"/>
                <a:gd name="T8" fmla="*/ 19 w 54"/>
                <a:gd name="T9" fmla="*/ 10 h 15"/>
                <a:gd name="T10" fmla="*/ 53 w 54"/>
                <a:gd name="T11" fmla="*/ 2 h 15"/>
                <a:gd name="T12" fmla="*/ 53 w 54"/>
                <a:gd name="T1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15">
                  <a:moveTo>
                    <a:pt x="53" y="0"/>
                  </a:moveTo>
                  <a:cubicBezTo>
                    <a:pt x="45" y="0"/>
                    <a:pt x="36" y="3"/>
                    <a:pt x="28" y="6"/>
                  </a:cubicBezTo>
                  <a:cubicBezTo>
                    <a:pt x="21" y="8"/>
                    <a:pt x="8" y="14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4" y="15"/>
                    <a:pt x="14" y="11"/>
                    <a:pt x="19" y="10"/>
                  </a:cubicBezTo>
                  <a:cubicBezTo>
                    <a:pt x="31" y="8"/>
                    <a:pt x="41" y="3"/>
                    <a:pt x="53" y="2"/>
                  </a:cubicBezTo>
                  <a:cubicBezTo>
                    <a:pt x="54" y="2"/>
                    <a:pt x="54" y="0"/>
                    <a:pt x="53" y="0"/>
                  </a:cubicBez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056" name="Freeform 593"/>
            <p:cNvSpPr/>
            <p:nvPr>
              <p:custDataLst>
                <p:tags r:id="rId9"/>
              </p:custDataLst>
            </p:nvPr>
          </p:nvSpPr>
          <p:spPr bwMode="auto">
            <a:xfrm>
              <a:off x="9235" y="9670"/>
              <a:ext cx="234" cy="27"/>
            </a:xfrm>
            <a:custGeom>
              <a:avLst/>
              <a:gdLst>
                <a:gd name="T0" fmla="*/ 245 w 245"/>
                <a:gd name="T1" fmla="*/ 3 h 28"/>
                <a:gd name="T2" fmla="*/ 196 w 245"/>
                <a:gd name="T3" fmla="*/ 7 h 28"/>
                <a:gd name="T4" fmla="*/ 138 w 245"/>
                <a:gd name="T5" fmla="*/ 3 h 28"/>
                <a:gd name="T6" fmla="*/ 68 w 245"/>
                <a:gd name="T7" fmla="*/ 2 h 28"/>
                <a:gd name="T8" fmla="*/ 34 w 245"/>
                <a:gd name="T9" fmla="*/ 1 h 28"/>
                <a:gd name="T10" fmla="*/ 2 w 245"/>
                <a:gd name="T11" fmla="*/ 6 h 28"/>
                <a:gd name="T12" fmla="*/ 2 w 245"/>
                <a:gd name="T13" fmla="*/ 8 h 28"/>
                <a:gd name="T14" fmla="*/ 130 w 245"/>
                <a:gd name="T15" fmla="*/ 20 h 28"/>
                <a:gd name="T16" fmla="*/ 178 w 245"/>
                <a:gd name="T17" fmla="*/ 25 h 28"/>
                <a:gd name="T18" fmla="*/ 208 w 245"/>
                <a:gd name="T19" fmla="*/ 24 h 28"/>
                <a:gd name="T20" fmla="*/ 207 w 245"/>
                <a:gd name="T21" fmla="*/ 22 h 28"/>
                <a:gd name="T22" fmla="*/ 191 w 245"/>
                <a:gd name="T23" fmla="*/ 23 h 28"/>
                <a:gd name="T24" fmla="*/ 173 w 245"/>
                <a:gd name="T25" fmla="*/ 22 h 28"/>
                <a:gd name="T26" fmla="*/ 122 w 245"/>
                <a:gd name="T27" fmla="*/ 17 h 28"/>
                <a:gd name="T28" fmla="*/ 12 w 245"/>
                <a:gd name="T29" fmla="*/ 7 h 28"/>
                <a:gd name="T30" fmla="*/ 29 w 245"/>
                <a:gd name="T31" fmla="*/ 3 h 28"/>
                <a:gd name="T32" fmla="*/ 68 w 245"/>
                <a:gd name="T33" fmla="*/ 4 h 28"/>
                <a:gd name="T34" fmla="*/ 141 w 245"/>
                <a:gd name="T35" fmla="*/ 5 h 28"/>
                <a:gd name="T36" fmla="*/ 200 w 245"/>
                <a:gd name="T37" fmla="*/ 9 h 28"/>
                <a:gd name="T38" fmla="*/ 245 w 245"/>
                <a:gd name="T39" fmla="*/ 3 h 28"/>
                <a:gd name="T40" fmla="*/ 245 w 245"/>
                <a:gd name="T41" fmla="*/ 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5" h="28">
                  <a:moveTo>
                    <a:pt x="245" y="3"/>
                  </a:moveTo>
                  <a:cubicBezTo>
                    <a:pt x="231" y="11"/>
                    <a:pt x="211" y="8"/>
                    <a:pt x="196" y="7"/>
                  </a:cubicBezTo>
                  <a:cubicBezTo>
                    <a:pt x="177" y="6"/>
                    <a:pt x="157" y="4"/>
                    <a:pt x="138" y="3"/>
                  </a:cubicBezTo>
                  <a:cubicBezTo>
                    <a:pt x="114" y="1"/>
                    <a:pt x="91" y="3"/>
                    <a:pt x="68" y="2"/>
                  </a:cubicBezTo>
                  <a:cubicBezTo>
                    <a:pt x="56" y="1"/>
                    <a:pt x="45" y="0"/>
                    <a:pt x="34" y="1"/>
                  </a:cubicBezTo>
                  <a:cubicBezTo>
                    <a:pt x="23" y="2"/>
                    <a:pt x="13" y="5"/>
                    <a:pt x="2" y="6"/>
                  </a:cubicBezTo>
                  <a:cubicBezTo>
                    <a:pt x="0" y="6"/>
                    <a:pt x="0" y="8"/>
                    <a:pt x="2" y="8"/>
                  </a:cubicBezTo>
                  <a:cubicBezTo>
                    <a:pt x="45" y="12"/>
                    <a:pt x="88" y="14"/>
                    <a:pt x="130" y="20"/>
                  </a:cubicBezTo>
                  <a:cubicBezTo>
                    <a:pt x="146" y="23"/>
                    <a:pt x="162" y="24"/>
                    <a:pt x="178" y="25"/>
                  </a:cubicBezTo>
                  <a:cubicBezTo>
                    <a:pt x="187" y="25"/>
                    <a:pt x="200" y="28"/>
                    <a:pt x="208" y="24"/>
                  </a:cubicBezTo>
                  <a:cubicBezTo>
                    <a:pt x="210" y="23"/>
                    <a:pt x="208" y="21"/>
                    <a:pt x="207" y="22"/>
                  </a:cubicBezTo>
                  <a:cubicBezTo>
                    <a:pt x="203" y="24"/>
                    <a:pt x="196" y="23"/>
                    <a:pt x="191" y="23"/>
                  </a:cubicBezTo>
                  <a:cubicBezTo>
                    <a:pt x="185" y="23"/>
                    <a:pt x="179" y="22"/>
                    <a:pt x="173" y="22"/>
                  </a:cubicBezTo>
                  <a:cubicBezTo>
                    <a:pt x="156" y="21"/>
                    <a:pt x="139" y="19"/>
                    <a:pt x="122" y="17"/>
                  </a:cubicBezTo>
                  <a:cubicBezTo>
                    <a:pt x="85" y="12"/>
                    <a:pt x="48" y="10"/>
                    <a:pt x="12" y="7"/>
                  </a:cubicBezTo>
                  <a:cubicBezTo>
                    <a:pt x="18" y="6"/>
                    <a:pt x="23" y="5"/>
                    <a:pt x="29" y="3"/>
                  </a:cubicBezTo>
                  <a:cubicBezTo>
                    <a:pt x="42" y="1"/>
                    <a:pt x="55" y="3"/>
                    <a:pt x="68" y="4"/>
                  </a:cubicBezTo>
                  <a:cubicBezTo>
                    <a:pt x="92" y="5"/>
                    <a:pt x="116" y="3"/>
                    <a:pt x="141" y="5"/>
                  </a:cubicBezTo>
                  <a:cubicBezTo>
                    <a:pt x="160" y="6"/>
                    <a:pt x="180" y="8"/>
                    <a:pt x="200" y="9"/>
                  </a:cubicBezTo>
                  <a:cubicBezTo>
                    <a:pt x="214" y="10"/>
                    <a:pt x="232" y="12"/>
                    <a:pt x="245" y="3"/>
                  </a:cubicBezTo>
                  <a:cubicBezTo>
                    <a:pt x="245" y="3"/>
                    <a:pt x="245" y="3"/>
                    <a:pt x="245" y="3"/>
                  </a:cubicBez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057" name="Freeform 594"/>
            <p:cNvSpPr/>
            <p:nvPr>
              <p:custDataLst>
                <p:tags r:id="rId10"/>
              </p:custDataLst>
            </p:nvPr>
          </p:nvSpPr>
          <p:spPr bwMode="auto">
            <a:xfrm>
              <a:off x="9226" y="9752"/>
              <a:ext cx="41" cy="15"/>
            </a:xfrm>
            <a:custGeom>
              <a:avLst/>
              <a:gdLst>
                <a:gd name="T0" fmla="*/ 44 w 44"/>
                <a:gd name="T1" fmla="*/ 0 h 15"/>
                <a:gd name="T2" fmla="*/ 20 w 44"/>
                <a:gd name="T3" fmla="*/ 6 h 15"/>
                <a:gd name="T4" fmla="*/ 0 w 44"/>
                <a:gd name="T5" fmla="*/ 14 h 15"/>
                <a:gd name="T6" fmla="*/ 1 w 44"/>
                <a:gd name="T7" fmla="*/ 15 h 15"/>
                <a:gd name="T8" fmla="*/ 44 w 44"/>
                <a:gd name="T9" fmla="*/ 0 h 15"/>
                <a:gd name="T10" fmla="*/ 44 w 44"/>
                <a:gd name="T11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" h="15">
                  <a:moveTo>
                    <a:pt x="44" y="0"/>
                  </a:moveTo>
                  <a:cubicBezTo>
                    <a:pt x="36" y="3"/>
                    <a:pt x="28" y="4"/>
                    <a:pt x="20" y="6"/>
                  </a:cubicBezTo>
                  <a:cubicBezTo>
                    <a:pt x="14" y="8"/>
                    <a:pt x="6" y="9"/>
                    <a:pt x="0" y="14"/>
                  </a:cubicBezTo>
                  <a:cubicBezTo>
                    <a:pt x="0" y="14"/>
                    <a:pt x="1" y="15"/>
                    <a:pt x="1" y="15"/>
                  </a:cubicBezTo>
                  <a:cubicBezTo>
                    <a:pt x="15" y="9"/>
                    <a:pt x="31" y="7"/>
                    <a:pt x="44" y="0"/>
                  </a:cubicBezTo>
                  <a:cubicBezTo>
                    <a:pt x="44" y="0"/>
                    <a:pt x="44" y="0"/>
                    <a:pt x="44" y="0"/>
                  </a:cubicBez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058" name="Freeform 595"/>
            <p:cNvSpPr/>
            <p:nvPr>
              <p:custDataLst>
                <p:tags r:id="rId11"/>
              </p:custDataLst>
            </p:nvPr>
          </p:nvSpPr>
          <p:spPr bwMode="auto">
            <a:xfrm>
              <a:off x="9235" y="9844"/>
              <a:ext cx="20" cy="17"/>
            </a:xfrm>
            <a:custGeom>
              <a:avLst/>
              <a:gdLst>
                <a:gd name="T0" fmla="*/ 21 w 22"/>
                <a:gd name="T1" fmla="*/ 0 h 19"/>
                <a:gd name="T2" fmla="*/ 8 w 22"/>
                <a:gd name="T3" fmla="*/ 9 h 19"/>
                <a:gd name="T4" fmla="*/ 0 w 22"/>
                <a:gd name="T5" fmla="*/ 18 h 19"/>
                <a:gd name="T6" fmla="*/ 1 w 22"/>
                <a:gd name="T7" fmla="*/ 18 h 19"/>
                <a:gd name="T8" fmla="*/ 6 w 22"/>
                <a:gd name="T9" fmla="*/ 13 h 19"/>
                <a:gd name="T10" fmla="*/ 12 w 22"/>
                <a:gd name="T11" fmla="*/ 9 h 19"/>
                <a:gd name="T12" fmla="*/ 22 w 22"/>
                <a:gd name="T13" fmla="*/ 1 h 19"/>
                <a:gd name="T14" fmla="*/ 21 w 22"/>
                <a:gd name="T1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19">
                  <a:moveTo>
                    <a:pt x="21" y="0"/>
                  </a:moveTo>
                  <a:cubicBezTo>
                    <a:pt x="17" y="4"/>
                    <a:pt x="13" y="6"/>
                    <a:pt x="8" y="9"/>
                  </a:cubicBezTo>
                  <a:cubicBezTo>
                    <a:pt x="5" y="11"/>
                    <a:pt x="1" y="14"/>
                    <a:pt x="0" y="18"/>
                  </a:cubicBezTo>
                  <a:cubicBezTo>
                    <a:pt x="0" y="18"/>
                    <a:pt x="1" y="19"/>
                    <a:pt x="1" y="18"/>
                  </a:cubicBezTo>
                  <a:cubicBezTo>
                    <a:pt x="3" y="17"/>
                    <a:pt x="4" y="15"/>
                    <a:pt x="6" y="13"/>
                  </a:cubicBezTo>
                  <a:cubicBezTo>
                    <a:pt x="7" y="11"/>
                    <a:pt x="10" y="10"/>
                    <a:pt x="12" y="9"/>
                  </a:cubicBezTo>
                  <a:cubicBezTo>
                    <a:pt x="15" y="6"/>
                    <a:pt x="19" y="4"/>
                    <a:pt x="22" y="1"/>
                  </a:cubicBezTo>
                  <a:cubicBezTo>
                    <a:pt x="22" y="1"/>
                    <a:pt x="21" y="0"/>
                    <a:pt x="21" y="0"/>
                  </a:cubicBez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059" name="Freeform 596"/>
            <p:cNvSpPr/>
            <p:nvPr>
              <p:custDataLst>
                <p:tags r:id="rId12"/>
              </p:custDataLst>
            </p:nvPr>
          </p:nvSpPr>
          <p:spPr bwMode="auto">
            <a:xfrm>
              <a:off x="9231" y="9902"/>
              <a:ext cx="41" cy="19"/>
            </a:xfrm>
            <a:custGeom>
              <a:avLst/>
              <a:gdLst>
                <a:gd name="T0" fmla="*/ 44 w 44"/>
                <a:gd name="T1" fmla="*/ 0 h 21"/>
                <a:gd name="T2" fmla="*/ 18 w 44"/>
                <a:gd name="T3" fmla="*/ 8 h 21"/>
                <a:gd name="T4" fmla="*/ 1 w 44"/>
                <a:gd name="T5" fmla="*/ 19 h 21"/>
                <a:gd name="T6" fmla="*/ 2 w 44"/>
                <a:gd name="T7" fmla="*/ 20 h 21"/>
                <a:gd name="T8" fmla="*/ 19 w 44"/>
                <a:gd name="T9" fmla="*/ 9 h 21"/>
                <a:gd name="T10" fmla="*/ 44 w 44"/>
                <a:gd name="T11" fmla="*/ 0 h 21"/>
                <a:gd name="T12" fmla="*/ 44 w 44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" h="21">
                  <a:moveTo>
                    <a:pt x="44" y="0"/>
                  </a:moveTo>
                  <a:cubicBezTo>
                    <a:pt x="35" y="0"/>
                    <a:pt x="26" y="4"/>
                    <a:pt x="18" y="8"/>
                  </a:cubicBezTo>
                  <a:cubicBezTo>
                    <a:pt x="13" y="10"/>
                    <a:pt x="3" y="14"/>
                    <a:pt x="1" y="19"/>
                  </a:cubicBezTo>
                  <a:cubicBezTo>
                    <a:pt x="0" y="20"/>
                    <a:pt x="1" y="21"/>
                    <a:pt x="2" y="20"/>
                  </a:cubicBezTo>
                  <a:cubicBezTo>
                    <a:pt x="8" y="17"/>
                    <a:pt x="13" y="13"/>
                    <a:pt x="19" y="9"/>
                  </a:cubicBezTo>
                  <a:cubicBezTo>
                    <a:pt x="27" y="5"/>
                    <a:pt x="36" y="2"/>
                    <a:pt x="44" y="0"/>
                  </a:cubicBezTo>
                  <a:cubicBezTo>
                    <a:pt x="44" y="0"/>
                    <a:pt x="44" y="0"/>
                    <a:pt x="44" y="0"/>
                  </a:cubicBez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060" name="Freeform 597"/>
            <p:cNvSpPr/>
            <p:nvPr>
              <p:custDataLst>
                <p:tags r:id="rId13"/>
              </p:custDataLst>
            </p:nvPr>
          </p:nvSpPr>
          <p:spPr bwMode="auto">
            <a:xfrm>
              <a:off x="9228" y="9934"/>
              <a:ext cx="39" cy="15"/>
            </a:xfrm>
            <a:custGeom>
              <a:avLst/>
              <a:gdLst>
                <a:gd name="T0" fmla="*/ 41 w 41"/>
                <a:gd name="T1" fmla="*/ 0 h 16"/>
                <a:gd name="T2" fmla="*/ 1 w 41"/>
                <a:gd name="T3" fmla="*/ 14 h 16"/>
                <a:gd name="T4" fmla="*/ 2 w 41"/>
                <a:gd name="T5" fmla="*/ 15 h 16"/>
                <a:gd name="T6" fmla="*/ 41 w 41"/>
                <a:gd name="T7" fmla="*/ 0 h 16"/>
                <a:gd name="T8" fmla="*/ 41 w 41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6">
                  <a:moveTo>
                    <a:pt x="41" y="0"/>
                  </a:moveTo>
                  <a:cubicBezTo>
                    <a:pt x="27" y="4"/>
                    <a:pt x="14" y="7"/>
                    <a:pt x="1" y="14"/>
                  </a:cubicBezTo>
                  <a:cubicBezTo>
                    <a:pt x="0" y="14"/>
                    <a:pt x="1" y="16"/>
                    <a:pt x="2" y="15"/>
                  </a:cubicBezTo>
                  <a:cubicBezTo>
                    <a:pt x="14" y="9"/>
                    <a:pt x="28" y="5"/>
                    <a:pt x="41" y="0"/>
                  </a:cubicBezTo>
                  <a:cubicBezTo>
                    <a:pt x="41" y="0"/>
                    <a:pt x="41" y="0"/>
                    <a:pt x="41" y="0"/>
                  </a:cubicBez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061" name="Freeform 598"/>
            <p:cNvSpPr/>
            <p:nvPr>
              <p:custDataLst>
                <p:tags r:id="rId14"/>
              </p:custDataLst>
            </p:nvPr>
          </p:nvSpPr>
          <p:spPr bwMode="auto">
            <a:xfrm>
              <a:off x="9230" y="9960"/>
              <a:ext cx="37" cy="24"/>
            </a:xfrm>
            <a:custGeom>
              <a:avLst/>
              <a:gdLst>
                <a:gd name="T0" fmla="*/ 40 w 40"/>
                <a:gd name="T1" fmla="*/ 1 h 24"/>
                <a:gd name="T2" fmla="*/ 39 w 40"/>
                <a:gd name="T3" fmla="*/ 0 h 24"/>
                <a:gd name="T4" fmla="*/ 18 w 40"/>
                <a:gd name="T5" fmla="*/ 11 h 24"/>
                <a:gd name="T6" fmla="*/ 1 w 40"/>
                <a:gd name="T7" fmla="*/ 21 h 24"/>
                <a:gd name="T8" fmla="*/ 3 w 40"/>
                <a:gd name="T9" fmla="*/ 23 h 24"/>
                <a:gd name="T10" fmla="*/ 40 w 40"/>
                <a:gd name="T11" fmla="*/ 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24">
                  <a:moveTo>
                    <a:pt x="40" y="1"/>
                  </a:moveTo>
                  <a:cubicBezTo>
                    <a:pt x="40" y="1"/>
                    <a:pt x="40" y="0"/>
                    <a:pt x="39" y="0"/>
                  </a:cubicBezTo>
                  <a:cubicBezTo>
                    <a:pt x="33" y="5"/>
                    <a:pt x="26" y="8"/>
                    <a:pt x="18" y="11"/>
                  </a:cubicBezTo>
                  <a:cubicBezTo>
                    <a:pt x="12" y="13"/>
                    <a:pt x="5" y="16"/>
                    <a:pt x="1" y="21"/>
                  </a:cubicBezTo>
                  <a:cubicBezTo>
                    <a:pt x="0" y="23"/>
                    <a:pt x="2" y="24"/>
                    <a:pt x="3" y="23"/>
                  </a:cubicBezTo>
                  <a:cubicBezTo>
                    <a:pt x="14" y="13"/>
                    <a:pt x="30" y="12"/>
                    <a:pt x="40" y="1"/>
                  </a:cubicBez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062" name="Freeform 599"/>
            <p:cNvSpPr/>
            <p:nvPr>
              <p:custDataLst>
                <p:tags r:id="rId15"/>
              </p:custDataLst>
            </p:nvPr>
          </p:nvSpPr>
          <p:spPr bwMode="auto">
            <a:xfrm>
              <a:off x="9231" y="9973"/>
              <a:ext cx="44" cy="27"/>
            </a:xfrm>
            <a:custGeom>
              <a:avLst/>
              <a:gdLst>
                <a:gd name="T0" fmla="*/ 46 w 47"/>
                <a:gd name="T1" fmla="*/ 1 h 28"/>
                <a:gd name="T2" fmla="*/ 1 w 47"/>
                <a:gd name="T3" fmla="*/ 25 h 28"/>
                <a:gd name="T4" fmla="*/ 3 w 47"/>
                <a:gd name="T5" fmla="*/ 27 h 28"/>
                <a:gd name="T6" fmla="*/ 47 w 47"/>
                <a:gd name="T7" fmla="*/ 1 h 28"/>
                <a:gd name="T8" fmla="*/ 46 w 47"/>
                <a:gd name="T9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8">
                  <a:moveTo>
                    <a:pt x="46" y="1"/>
                  </a:moveTo>
                  <a:cubicBezTo>
                    <a:pt x="32" y="10"/>
                    <a:pt x="16" y="16"/>
                    <a:pt x="1" y="25"/>
                  </a:cubicBezTo>
                  <a:cubicBezTo>
                    <a:pt x="0" y="26"/>
                    <a:pt x="1" y="28"/>
                    <a:pt x="3" y="27"/>
                  </a:cubicBezTo>
                  <a:cubicBezTo>
                    <a:pt x="17" y="18"/>
                    <a:pt x="33" y="12"/>
                    <a:pt x="47" y="1"/>
                  </a:cubicBezTo>
                  <a:cubicBezTo>
                    <a:pt x="47" y="1"/>
                    <a:pt x="47" y="0"/>
                    <a:pt x="46" y="1"/>
                  </a:cubicBez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063" name="Freeform 600"/>
            <p:cNvSpPr/>
            <p:nvPr>
              <p:custDataLst>
                <p:tags r:id="rId16"/>
              </p:custDataLst>
            </p:nvPr>
          </p:nvSpPr>
          <p:spPr bwMode="auto">
            <a:xfrm>
              <a:off x="9233" y="9996"/>
              <a:ext cx="39" cy="19"/>
            </a:xfrm>
            <a:custGeom>
              <a:avLst/>
              <a:gdLst>
                <a:gd name="T0" fmla="*/ 40 w 41"/>
                <a:gd name="T1" fmla="*/ 0 h 21"/>
                <a:gd name="T2" fmla="*/ 4 w 41"/>
                <a:gd name="T3" fmla="*/ 21 h 21"/>
                <a:gd name="T4" fmla="*/ 5 w 41"/>
                <a:gd name="T5" fmla="*/ 20 h 21"/>
                <a:gd name="T6" fmla="*/ 10 w 41"/>
                <a:gd name="T7" fmla="*/ 17 h 21"/>
                <a:gd name="T8" fmla="*/ 21 w 41"/>
                <a:gd name="T9" fmla="*/ 11 h 21"/>
                <a:gd name="T10" fmla="*/ 40 w 41"/>
                <a:gd name="T11" fmla="*/ 1 h 21"/>
                <a:gd name="T12" fmla="*/ 40 w 41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21">
                  <a:moveTo>
                    <a:pt x="40" y="0"/>
                  </a:moveTo>
                  <a:cubicBezTo>
                    <a:pt x="36" y="3"/>
                    <a:pt x="0" y="16"/>
                    <a:pt x="4" y="21"/>
                  </a:cubicBezTo>
                  <a:cubicBezTo>
                    <a:pt x="5" y="21"/>
                    <a:pt x="5" y="21"/>
                    <a:pt x="5" y="20"/>
                  </a:cubicBezTo>
                  <a:cubicBezTo>
                    <a:pt x="5" y="20"/>
                    <a:pt x="10" y="18"/>
                    <a:pt x="10" y="17"/>
                  </a:cubicBezTo>
                  <a:cubicBezTo>
                    <a:pt x="14" y="15"/>
                    <a:pt x="18" y="13"/>
                    <a:pt x="21" y="11"/>
                  </a:cubicBezTo>
                  <a:cubicBezTo>
                    <a:pt x="28" y="8"/>
                    <a:pt x="35" y="5"/>
                    <a:pt x="40" y="1"/>
                  </a:cubicBezTo>
                  <a:cubicBezTo>
                    <a:pt x="41" y="1"/>
                    <a:pt x="40" y="0"/>
                    <a:pt x="40" y="0"/>
                  </a:cubicBez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6588224" y="1988840"/>
            <a:ext cx="1682750" cy="3343658"/>
            <a:chOff x="4376708" y="5549593"/>
            <a:chExt cx="1459706" cy="2900363"/>
          </a:xfrm>
        </p:grpSpPr>
        <p:sp>
          <p:nvSpPr>
            <p:cNvPr id="24" name="Oval 20"/>
            <p:cNvSpPr>
              <a:spLocks noChangeArrowheads="1"/>
            </p:cNvSpPr>
            <p:nvPr/>
          </p:nvSpPr>
          <p:spPr bwMode="auto">
            <a:xfrm>
              <a:off x="4754136" y="5549593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25" name="Oval 21"/>
            <p:cNvSpPr>
              <a:spLocks noChangeArrowheads="1"/>
            </p:cNvSpPr>
            <p:nvPr/>
          </p:nvSpPr>
          <p:spPr bwMode="auto">
            <a:xfrm>
              <a:off x="4411236" y="6406843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26" name="Oval 22"/>
            <p:cNvSpPr>
              <a:spLocks noChangeArrowheads="1"/>
            </p:cNvSpPr>
            <p:nvPr/>
          </p:nvSpPr>
          <p:spPr bwMode="auto">
            <a:xfrm>
              <a:off x="5097036" y="6406843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27" name="Line 23"/>
            <p:cNvSpPr>
              <a:spLocks noChangeShapeType="1"/>
            </p:cNvSpPr>
            <p:nvPr/>
          </p:nvSpPr>
          <p:spPr bwMode="auto">
            <a:xfrm flipH="1">
              <a:off x="4582686" y="5892493"/>
              <a:ext cx="34290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28" name="Line 24"/>
            <p:cNvSpPr>
              <a:spLocks noChangeShapeType="1"/>
            </p:cNvSpPr>
            <p:nvPr/>
          </p:nvSpPr>
          <p:spPr bwMode="auto">
            <a:xfrm>
              <a:off x="4925586" y="5892493"/>
              <a:ext cx="28575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29" name="Text Box 25"/>
            <p:cNvSpPr txBox="1">
              <a:spLocks noChangeArrowheads="1"/>
            </p:cNvSpPr>
            <p:nvPr/>
          </p:nvSpPr>
          <p:spPr bwMode="auto">
            <a:xfrm>
              <a:off x="4377502" y="6421845"/>
              <a:ext cx="408384" cy="3194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 dirty="0"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30" name="Oval 26"/>
            <p:cNvSpPr>
              <a:spLocks noChangeArrowheads="1"/>
            </p:cNvSpPr>
            <p:nvPr/>
          </p:nvSpPr>
          <p:spPr bwMode="auto">
            <a:xfrm>
              <a:off x="4763661" y="7253377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31" name="Oval 27"/>
            <p:cNvSpPr>
              <a:spLocks noChangeArrowheads="1"/>
            </p:cNvSpPr>
            <p:nvPr/>
          </p:nvSpPr>
          <p:spPr bwMode="auto">
            <a:xfrm>
              <a:off x="5449461" y="7253377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32" name="Line 28"/>
            <p:cNvSpPr>
              <a:spLocks noChangeShapeType="1"/>
            </p:cNvSpPr>
            <p:nvPr/>
          </p:nvSpPr>
          <p:spPr bwMode="auto">
            <a:xfrm flipH="1">
              <a:off x="4935111" y="6739027"/>
              <a:ext cx="34290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33" name="Line 29"/>
            <p:cNvSpPr>
              <a:spLocks noChangeShapeType="1"/>
            </p:cNvSpPr>
            <p:nvPr/>
          </p:nvSpPr>
          <p:spPr bwMode="auto">
            <a:xfrm>
              <a:off x="5278011" y="6739027"/>
              <a:ext cx="28575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34" name="Text Box 30"/>
            <p:cNvSpPr txBox="1">
              <a:spLocks noChangeArrowheads="1"/>
            </p:cNvSpPr>
            <p:nvPr/>
          </p:nvSpPr>
          <p:spPr bwMode="auto">
            <a:xfrm>
              <a:off x="4741913" y="7264173"/>
              <a:ext cx="416718" cy="3194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 dirty="0">
                  <a:ea typeface="宋体" panose="02010600030101010101" pitchFamily="2" charset="-122"/>
                </a:rPr>
                <a:t>96</a:t>
              </a:r>
            </a:p>
          </p:txBody>
        </p:sp>
        <p:sp>
          <p:nvSpPr>
            <p:cNvPr id="35" name="Text Box 31"/>
            <p:cNvSpPr txBox="1">
              <a:spLocks noChangeArrowheads="1"/>
            </p:cNvSpPr>
            <p:nvPr/>
          </p:nvSpPr>
          <p:spPr bwMode="auto">
            <a:xfrm>
              <a:off x="5432792" y="7261712"/>
              <a:ext cx="403622" cy="5596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99</a:t>
              </a:r>
            </a:p>
          </p:txBody>
        </p:sp>
        <p:sp>
          <p:nvSpPr>
            <p:cNvPr id="36" name="Text Box 32"/>
            <p:cNvSpPr txBox="1">
              <a:spLocks noChangeArrowheads="1"/>
            </p:cNvSpPr>
            <p:nvPr/>
          </p:nvSpPr>
          <p:spPr bwMode="auto">
            <a:xfrm>
              <a:off x="4737150" y="5556816"/>
              <a:ext cx="519113" cy="3194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 dirty="0">
                  <a:ea typeface="宋体" panose="02010600030101010101" pitchFamily="2" charset="-122"/>
                </a:rPr>
                <a:t>94</a:t>
              </a:r>
            </a:p>
          </p:txBody>
        </p:sp>
        <p:sp>
          <p:nvSpPr>
            <p:cNvPr id="37" name="Text Box 33"/>
            <p:cNvSpPr txBox="1">
              <a:spLocks noChangeArrowheads="1"/>
            </p:cNvSpPr>
            <p:nvPr/>
          </p:nvSpPr>
          <p:spPr bwMode="auto">
            <a:xfrm>
              <a:off x="5086320" y="6418274"/>
              <a:ext cx="519113" cy="3194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 dirty="0">
                  <a:ea typeface="宋体" panose="02010600030101010101" pitchFamily="2" charset="-122"/>
                </a:rPr>
                <a:t>97</a:t>
              </a:r>
            </a:p>
          </p:txBody>
        </p:sp>
        <p:sp>
          <p:nvSpPr>
            <p:cNvPr id="38" name="Oval 34"/>
            <p:cNvSpPr>
              <a:spLocks noChangeArrowheads="1"/>
            </p:cNvSpPr>
            <p:nvPr/>
          </p:nvSpPr>
          <p:spPr bwMode="auto">
            <a:xfrm>
              <a:off x="4393377" y="8107056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39" name="Line 35"/>
            <p:cNvSpPr>
              <a:spLocks noChangeShapeType="1"/>
            </p:cNvSpPr>
            <p:nvPr/>
          </p:nvSpPr>
          <p:spPr bwMode="auto">
            <a:xfrm flipH="1">
              <a:off x="4564827" y="7592706"/>
              <a:ext cx="34290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40" name="Text Box 36"/>
            <p:cNvSpPr txBox="1">
              <a:spLocks noChangeArrowheads="1"/>
            </p:cNvSpPr>
            <p:nvPr/>
          </p:nvSpPr>
          <p:spPr bwMode="auto">
            <a:xfrm>
              <a:off x="4376708" y="8125574"/>
              <a:ext cx="409178" cy="3203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 dirty="0" err="1">
                  <a:solidFill>
                    <a:srgbClr val="FF0000"/>
                  </a:solidFill>
                  <a:ea typeface="宋体" panose="02010600030101010101" pitchFamily="2" charset="-122"/>
                </a:rPr>
                <a:t>nL</a:t>
              </a:r>
              <a:endPara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</p:grpSp>
      <p:cxnSp>
        <p:nvCxnSpPr>
          <p:cNvPr id="42" name="直接箭头连接符 41"/>
          <p:cNvCxnSpPr/>
          <p:nvPr/>
        </p:nvCxnSpPr>
        <p:spPr>
          <a:xfrm flipV="1">
            <a:off x="6660232" y="2132856"/>
            <a:ext cx="343510" cy="23547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444208" y="1988840"/>
            <a:ext cx="216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>
                <a:solidFill>
                  <a:srgbClr val="FF0000"/>
                </a:solidFill>
              </a:rPr>
              <a:t>t</a:t>
            </a:r>
            <a:endParaRPr lang="zh-CN" altLang="en-US" i="1" dirty="0">
              <a:solidFill>
                <a:srgbClr val="FF0000"/>
              </a:solidFill>
            </a:endParaRPr>
          </a:p>
        </p:txBody>
      </p:sp>
      <p:cxnSp>
        <p:nvCxnSpPr>
          <p:cNvPr id="44" name="直接箭头连接符 43"/>
          <p:cNvCxnSpPr/>
          <p:nvPr/>
        </p:nvCxnSpPr>
        <p:spPr>
          <a:xfrm>
            <a:off x="7524328" y="2588452"/>
            <a:ext cx="144016" cy="336492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596336" y="2420888"/>
            <a:ext cx="216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>
                <a:solidFill>
                  <a:srgbClr val="FF0000"/>
                </a:solidFill>
              </a:rPr>
              <a:t>t</a:t>
            </a:r>
            <a:endParaRPr lang="zh-CN" altLang="en-US" i="1" dirty="0">
              <a:solidFill>
                <a:srgbClr val="FF0000"/>
              </a:solidFill>
            </a:endParaRPr>
          </a:p>
        </p:txBody>
      </p:sp>
      <p:cxnSp>
        <p:nvCxnSpPr>
          <p:cNvPr id="47" name="直接箭头连接符 46"/>
          <p:cNvCxnSpPr>
            <a:stCxn id="36" idx="2"/>
          </p:cNvCxnSpPr>
          <p:nvPr/>
        </p:nvCxnSpPr>
        <p:spPr>
          <a:xfrm>
            <a:off x="7302959" y="2365467"/>
            <a:ext cx="293377" cy="559477"/>
          </a:xfrm>
          <a:prstGeom prst="straightConnector1">
            <a:avLst/>
          </a:prstGeom>
          <a:ln w="12700">
            <a:solidFill>
              <a:srgbClr val="008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020272" y="3501008"/>
            <a:ext cx="216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>
                <a:solidFill>
                  <a:srgbClr val="FF0000"/>
                </a:solidFill>
              </a:rPr>
              <a:t>t</a:t>
            </a:r>
            <a:endParaRPr lang="zh-CN" altLang="en-US" i="1" dirty="0">
              <a:solidFill>
                <a:srgbClr val="FF0000"/>
              </a:solidFill>
            </a:endParaRPr>
          </a:p>
        </p:txBody>
      </p:sp>
      <p:cxnSp>
        <p:nvCxnSpPr>
          <p:cNvPr id="49" name="直接箭头连接符 48"/>
          <p:cNvCxnSpPr/>
          <p:nvPr/>
        </p:nvCxnSpPr>
        <p:spPr>
          <a:xfrm flipH="1">
            <a:off x="7092280" y="3573016"/>
            <a:ext cx="216024" cy="360041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 flipH="1">
            <a:off x="7308304" y="3356992"/>
            <a:ext cx="440651" cy="653932"/>
          </a:xfrm>
          <a:prstGeom prst="straightConnector1">
            <a:avLst/>
          </a:prstGeom>
          <a:ln w="12700">
            <a:solidFill>
              <a:srgbClr val="008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/>
          <p:nvPr/>
        </p:nvCxnSpPr>
        <p:spPr>
          <a:xfrm flipH="1">
            <a:off x="6876256" y="4365104"/>
            <a:ext cx="440651" cy="653932"/>
          </a:xfrm>
          <a:prstGeom prst="straightConnector1">
            <a:avLst/>
          </a:prstGeom>
          <a:ln w="12700">
            <a:solidFill>
              <a:srgbClr val="008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/>
        </p:nvCxnSpPr>
        <p:spPr>
          <a:xfrm flipH="1">
            <a:off x="6948264" y="4725144"/>
            <a:ext cx="216024" cy="288032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164288" y="4725144"/>
            <a:ext cx="216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>
                <a:solidFill>
                  <a:srgbClr val="FF0000"/>
                </a:solidFill>
              </a:rPr>
              <a:t>t</a:t>
            </a:r>
            <a:endParaRPr lang="zh-CN" altLang="en-US" i="1" dirty="0">
              <a:solidFill>
                <a:srgbClr val="FF0000"/>
              </a:solidFill>
            </a:endParaRPr>
          </a:p>
        </p:txBody>
      </p:sp>
      <p:sp>
        <p:nvSpPr>
          <p:cNvPr id="56" name="Text Box 36"/>
          <p:cNvSpPr txBox="1">
            <a:spLocks noChangeArrowheads="1"/>
          </p:cNvSpPr>
          <p:nvPr/>
        </p:nvSpPr>
        <p:spPr bwMode="auto">
          <a:xfrm>
            <a:off x="6588224" y="5373216"/>
            <a:ext cx="471701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95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1549400" cy="902335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005" cy="889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0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4626610" cy="7213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zh-CN" sz="3600" dirty="0">
                <a:solidFill>
                  <a:schemeClr val="bg1"/>
                </a:solidFill>
                <a:sym typeface="+mn-ea"/>
              </a:rPr>
              <a:t>Insert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quarter" idx="10"/>
            <p:custDataLst>
              <p:tags r:id="rId4"/>
            </p:custDataLst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CN" sz="790"/>
              <a:t>23/09/11</a:t>
            </a:r>
          </a:p>
        </p:txBody>
      </p:sp>
      <p:pic>
        <p:nvPicPr>
          <p:cNvPr id="12" name="图片 11" descr="华工标志（透明版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pic>
        <p:nvPicPr>
          <p:cNvPr id="67586" name="Picture 4" descr="C:\Shaffer\CS2604\Figs\BSTShape.gif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6" t="3815" r="4454" b="10489"/>
          <a:stretch>
            <a:fillRect/>
          </a:stretch>
        </p:blipFill>
        <p:spPr bwMode="auto">
          <a:xfrm>
            <a:off x="1692275" y="2963545"/>
            <a:ext cx="5349240" cy="2867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3730" y="1470025"/>
            <a:ext cx="7886700" cy="2080895"/>
          </a:xfrm>
        </p:spPr>
        <p:txBody>
          <a:bodyPr>
            <a:normAutofit/>
          </a:bodyPr>
          <a:lstStyle/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/>
              <a:t>The shape of a BST depends on the order in which elements are inserted.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/>
              <a:t>Left BST: 37, 24, 42, 7, 2, 40, 42, 32, 120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/>
              <a:t>Right BST: 120, 42, 42, 7, 2, 32, 37, 24, 40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  <p:sp>
        <p:nvSpPr>
          <p:cNvPr id="6758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C793E7C-C946-462A-8782-E7150FA0EBC6}" type="slidenum">
              <a:rPr lang="en-US" altLang="zh-CN" sz="465" smtClean="0"/>
              <a:pPr/>
              <a:t>28</a:t>
            </a:fld>
            <a:endParaRPr lang="en-US" altLang="zh-CN" sz="465"/>
          </a:p>
        </p:txBody>
      </p:sp>
      <p:sp>
        <p:nvSpPr>
          <p:cNvPr id="4" name="矩形 3"/>
          <p:cNvSpPr/>
          <p:nvPr/>
        </p:nvSpPr>
        <p:spPr>
          <a:xfrm>
            <a:off x="1980565" y="5772785"/>
            <a:ext cx="5445760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What if nodes are inserted in a sorted order?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65"/>
              <a:t>Trees and Binary trees – Lecture 4-1</a:t>
            </a:r>
            <a:endParaRPr lang="zh-CN" altLang="en-US" sz="465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1682115" cy="902335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4894580" cy="48387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4626610" cy="7213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zh-CN" sz="3600" dirty="0">
                <a:solidFill>
                  <a:schemeClr val="bg1"/>
                </a:solidFill>
                <a:sym typeface="+mn-ea"/>
              </a:rPr>
              <a:t>Delete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quarter" idx="10"/>
            <p:custDataLst>
              <p:tags r:id="rId4"/>
            </p:custDataLst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CN" sz="790"/>
              <a:t>23/09/11</a:t>
            </a:r>
          </a:p>
        </p:txBody>
      </p:sp>
      <p:pic>
        <p:nvPicPr>
          <p:cNvPr id="6" name="图片 5" descr="华工标志（透明版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3072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Trees and Binary trees – Lecture 4-1</a:t>
            </a:r>
          </a:p>
        </p:txBody>
      </p:sp>
      <p:sp>
        <p:nvSpPr>
          <p:cNvPr id="3072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D671D8C-24DA-4DF7-A438-57282308BF46}" type="slidenum">
              <a:rPr lang="en-US" altLang="zh-CN" sz="790"/>
              <a:pPr/>
              <a:t>29</a:t>
            </a:fld>
            <a:endParaRPr lang="en-US" altLang="zh-CN" sz="790"/>
          </a:p>
        </p:txBody>
      </p:sp>
      <p:sp>
        <p:nvSpPr>
          <p:cNvPr id="307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6710" y="1900555"/>
            <a:ext cx="4618990" cy="4351020"/>
          </a:xfrm>
        </p:spPr>
        <p:txBody>
          <a:bodyPr>
            <a:noAutofit/>
          </a:bodyPr>
          <a:lstStyle/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Delete is a bit trickier…Why?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Suppose you want to delete 10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Strategy: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Find 10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Delete the node containing 10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Problem: When you delete a node,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  <a:buFontTx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	what do you replace it by?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5595620" y="1237615"/>
            <a:ext cx="2277745" cy="5104765"/>
            <a:chOff x="8678" y="4118"/>
            <a:chExt cx="1626" cy="3644"/>
          </a:xfrm>
        </p:grpSpPr>
        <p:sp>
          <p:nvSpPr>
            <p:cNvPr id="30727" name="Oval 4"/>
            <p:cNvSpPr>
              <a:spLocks noChangeArrowheads="1"/>
            </p:cNvSpPr>
            <p:nvPr/>
          </p:nvSpPr>
          <p:spPr bwMode="auto">
            <a:xfrm>
              <a:off x="9495" y="4118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ea typeface="宋体" panose="02010600030101010101" pitchFamily="2" charset="-122"/>
                </a:rPr>
                <a:t>94</a:t>
              </a:r>
            </a:p>
          </p:txBody>
        </p:sp>
        <p:sp>
          <p:nvSpPr>
            <p:cNvPr id="30728" name="Oval 5"/>
            <p:cNvSpPr>
              <a:spLocks noChangeArrowheads="1"/>
            </p:cNvSpPr>
            <p:nvPr/>
          </p:nvSpPr>
          <p:spPr bwMode="auto">
            <a:xfrm>
              <a:off x="9090" y="4860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30729" name="Oval 6"/>
            <p:cNvSpPr>
              <a:spLocks noChangeArrowheads="1"/>
            </p:cNvSpPr>
            <p:nvPr/>
          </p:nvSpPr>
          <p:spPr bwMode="auto">
            <a:xfrm>
              <a:off x="9900" y="4860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ea typeface="宋体" panose="02010600030101010101" pitchFamily="2" charset="-122"/>
                </a:rPr>
                <a:t>97</a:t>
              </a:r>
            </a:p>
          </p:txBody>
        </p:sp>
        <p:sp>
          <p:nvSpPr>
            <p:cNvPr id="30730" name="Oval 10"/>
            <p:cNvSpPr>
              <a:spLocks noChangeArrowheads="1"/>
            </p:cNvSpPr>
            <p:nvPr/>
          </p:nvSpPr>
          <p:spPr bwMode="auto">
            <a:xfrm>
              <a:off x="8678" y="5738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30731" name="Oval 11"/>
            <p:cNvSpPr>
              <a:spLocks noChangeArrowheads="1"/>
            </p:cNvSpPr>
            <p:nvPr/>
          </p:nvSpPr>
          <p:spPr bwMode="auto">
            <a:xfrm>
              <a:off x="9488" y="5738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ea typeface="宋体" panose="02010600030101010101" pitchFamily="2" charset="-122"/>
                </a:rPr>
                <a:t>24</a:t>
              </a:r>
            </a:p>
          </p:txBody>
        </p:sp>
        <p:sp>
          <p:nvSpPr>
            <p:cNvPr id="30732" name="Oval 18"/>
            <p:cNvSpPr>
              <a:spLocks noChangeArrowheads="1"/>
            </p:cNvSpPr>
            <p:nvPr/>
          </p:nvSpPr>
          <p:spPr bwMode="auto">
            <a:xfrm>
              <a:off x="9058" y="6615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ea typeface="宋体" panose="02010600030101010101" pitchFamily="2" charset="-122"/>
                </a:rPr>
                <a:t>11</a:t>
              </a:r>
            </a:p>
          </p:txBody>
        </p:sp>
        <p:sp>
          <p:nvSpPr>
            <p:cNvPr id="30733" name="Oval 21"/>
            <p:cNvSpPr>
              <a:spLocks noChangeArrowheads="1"/>
            </p:cNvSpPr>
            <p:nvPr/>
          </p:nvSpPr>
          <p:spPr bwMode="auto">
            <a:xfrm>
              <a:off x="9631" y="7358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ea typeface="宋体" panose="02010600030101010101" pitchFamily="2" charset="-122"/>
                </a:rPr>
                <a:t>17</a:t>
              </a:r>
            </a:p>
          </p:txBody>
        </p:sp>
        <p:cxnSp>
          <p:nvCxnSpPr>
            <p:cNvPr id="30734" name="AutoShape 35"/>
            <p:cNvCxnSpPr>
              <a:cxnSpLocks noChangeShapeType="1"/>
              <a:stCxn id="30727" idx="3"/>
              <a:endCxn id="30728" idx="0"/>
            </p:cNvCxnSpPr>
            <p:nvPr/>
          </p:nvCxnSpPr>
          <p:spPr bwMode="auto">
            <a:xfrm flipH="1">
              <a:off x="9293" y="4463"/>
              <a:ext cx="262" cy="39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735" name="AutoShape 36"/>
            <p:cNvCxnSpPr>
              <a:cxnSpLocks noChangeShapeType="1"/>
              <a:stCxn id="30727" idx="5"/>
              <a:endCxn id="30729" idx="0"/>
            </p:cNvCxnSpPr>
            <p:nvPr/>
          </p:nvCxnSpPr>
          <p:spPr bwMode="auto">
            <a:xfrm>
              <a:off x="9841" y="4463"/>
              <a:ext cx="262" cy="39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736" name="AutoShape 37"/>
            <p:cNvCxnSpPr>
              <a:cxnSpLocks noChangeShapeType="1"/>
              <a:stCxn id="30728" idx="5"/>
              <a:endCxn id="30731" idx="0"/>
            </p:cNvCxnSpPr>
            <p:nvPr/>
          </p:nvCxnSpPr>
          <p:spPr bwMode="auto">
            <a:xfrm>
              <a:off x="9436" y="5206"/>
              <a:ext cx="255" cy="53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737" name="AutoShape 38"/>
            <p:cNvCxnSpPr>
              <a:cxnSpLocks noChangeShapeType="1"/>
              <a:stCxn id="30728" idx="3"/>
              <a:endCxn id="30730" idx="0"/>
            </p:cNvCxnSpPr>
            <p:nvPr/>
          </p:nvCxnSpPr>
          <p:spPr bwMode="auto">
            <a:xfrm flipH="1">
              <a:off x="8880" y="5206"/>
              <a:ext cx="269" cy="53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738" name="AutoShape 39"/>
            <p:cNvCxnSpPr>
              <a:cxnSpLocks noChangeShapeType="1"/>
              <a:stCxn id="30731" idx="3"/>
              <a:endCxn id="30732" idx="0"/>
            </p:cNvCxnSpPr>
            <p:nvPr/>
          </p:nvCxnSpPr>
          <p:spPr bwMode="auto">
            <a:xfrm flipH="1">
              <a:off x="9260" y="6083"/>
              <a:ext cx="287" cy="53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739" name="AutoShape 40"/>
            <p:cNvCxnSpPr>
              <a:cxnSpLocks noChangeShapeType="1"/>
              <a:stCxn id="30732" idx="5"/>
              <a:endCxn id="30733" idx="0"/>
            </p:cNvCxnSpPr>
            <p:nvPr/>
          </p:nvCxnSpPr>
          <p:spPr bwMode="auto">
            <a:xfrm>
              <a:off x="9404" y="6961"/>
              <a:ext cx="430" cy="39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1682115" cy="902335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5715635" cy="48387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4626610" cy="7213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zh-CN" sz="3600" dirty="0">
                <a:solidFill>
                  <a:schemeClr val="bg1"/>
                </a:solidFill>
                <a:sym typeface="+mn-ea"/>
              </a:rPr>
              <a:t>Delete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quarter" idx="10"/>
            <p:custDataLst>
              <p:tags r:id="rId4"/>
            </p:custDataLst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CN" sz="790"/>
              <a:t>23/09/11</a:t>
            </a:r>
          </a:p>
        </p:txBody>
      </p:sp>
      <p:pic>
        <p:nvPicPr>
          <p:cNvPr id="6" name="图片 5" descr="华工标志（透明版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3174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Trees and Binary trees – Lecture 4-1</a:t>
            </a:r>
          </a:p>
        </p:txBody>
      </p:sp>
      <p:sp>
        <p:nvSpPr>
          <p:cNvPr id="3174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9540C90-BE95-4426-B647-43579041CE8E}" type="slidenum">
              <a:rPr lang="en-US" altLang="zh-CN" sz="790"/>
              <a:pPr/>
              <a:t>30</a:t>
            </a:fld>
            <a:endParaRPr lang="en-US" altLang="zh-CN" sz="790"/>
          </a:p>
        </p:txBody>
      </p:sp>
      <p:sp>
        <p:nvSpPr>
          <p:cNvPr id="317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4485" y="1700530"/>
            <a:ext cx="5559425" cy="4534535"/>
          </a:xfrm>
        </p:spPr>
        <p:txBody>
          <a:bodyPr>
            <a:noAutofit/>
          </a:bodyPr>
          <a:lstStyle/>
          <a:p>
            <a:pPr marL="342900" indent="-342900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Problem: When you delete a node,</a:t>
            </a:r>
          </a:p>
          <a:p>
            <a:pPr marL="342900" indent="-342900" fontAlgn="auto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	what do you replace it by?</a:t>
            </a:r>
          </a:p>
          <a:p>
            <a:pPr marL="342900" indent="-342900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 Solution:</a:t>
            </a:r>
          </a:p>
          <a:p>
            <a:pPr marL="628650" lvl="1" indent="-285750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If it has no children, by NULL</a:t>
            </a:r>
          </a:p>
          <a:p>
            <a:pPr marL="628650" lvl="1" indent="-285750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If it has 1 child, by that child</a:t>
            </a:r>
          </a:p>
          <a:p>
            <a:pPr marL="628650" lvl="1" indent="-285750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>
                <a:solidFill>
                  <a:srgbClr val="008000"/>
                </a:solidFill>
                <a:ea typeface="宋体" panose="02010600030101010101" pitchFamily="2" charset="-122"/>
              </a:rPr>
              <a:t>If it has 2 children, by the node with</a:t>
            </a:r>
            <a:br>
              <a:rPr lang="en-US" altLang="zh-CN" sz="2400" dirty="0">
                <a:solidFill>
                  <a:srgbClr val="008000"/>
                </a:solidFill>
                <a:ea typeface="宋体" panose="02010600030101010101" pitchFamily="2" charset="-122"/>
              </a:rPr>
            </a:br>
            <a:r>
              <a:rPr lang="en-US" altLang="zh-CN" sz="2400" dirty="0">
                <a:solidFill>
                  <a:srgbClr val="008000"/>
                </a:solidFill>
                <a:ea typeface="宋体" panose="02010600030101010101" pitchFamily="2" charset="-122"/>
              </a:rPr>
              <a:t>the smallest value in its right subtree</a:t>
            </a:r>
            <a:br>
              <a:rPr lang="en-US" altLang="zh-CN" sz="2400" dirty="0">
                <a:solidFill>
                  <a:srgbClr val="008000"/>
                </a:solidFill>
                <a:ea typeface="宋体" panose="02010600030101010101" pitchFamily="2" charset="-122"/>
              </a:rPr>
            </a:br>
            <a:r>
              <a:rPr lang="en-US" altLang="zh-CN" sz="2400" dirty="0">
                <a:solidFill>
                  <a:srgbClr val="008000"/>
                </a:solidFill>
                <a:ea typeface="宋体" panose="02010600030101010101" pitchFamily="2" charset="-122"/>
              </a:rPr>
              <a:t>(the successor of the node)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6222365" y="1259205"/>
            <a:ext cx="2320925" cy="5198110"/>
            <a:chOff x="8880" y="4118"/>
            <a:chExt cx="1627" cy="3644"/>
          </a:xfrm>
        </p:grpSpPr>
        <p:sp>
          <p:nvSpPr>
            <p:cNvPr id="31751" name="Oval 24"/>
            <p:cNvSpPr>
              <a:spLocks noChangeArrowheads="1"/>
            </p:cNvSpPr>
            <p:nvPr/>
          </p:nvSpPr>
          <p:spPr bwMode="auto">
            <a:xfrm>
              <a:off x="9698" y="4118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ea typeface="宋体" panose="02010600030101010101" pitchFamily="2" charset="-122"/>
                </a:rPr>
                <a:t>94</a:t>
              </a:r>
            </a:p>
          </p:txBody>
        </p:sp>
        <p:sp>
          <p:nvSpPr>
            <p:cNvPr id="31752" name="Oval 25"/>
            <p:cNvSpPr>
              <a:spLocks noChangeArrowheads="1"/>
            </p:cNvSpPr>
            <p:nvPr/>
          </p:nvSpPr>
          <p:spPr bwMode="auto">
            <a:xfrm>
              <a:off x="9293" y="4860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31753" name="Oval 26"/>
            <p:cNvSpPr>
              <a:spLocks noChangeArrowheads="1"/>
            </p:cNvSpPr>
            <p:nvPr/>
          </p:nvSpPr>
          <p:spPr bwMode="auto">
            <a:xfrm>
              <a:off x="10103" y="4860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ea typeface="宋体" panose="02010600030101010101" pitchFamily="2" charset="-122"/>
                </a:rPr>
                <a:t>97</a:t>
              </a:r>
            </a:p>
          </p:txBody>
        </p:sp>
        <p:sp>
          <p:nvSpPr>
            <p:cNvPr id="31754" name="Oval 27"/>
            <p:cNvSpPr>
              <a:spLocks noChangeArrowheads="1"/>
            </p:cNvSpPr>
            <p:nvPr/>
          </p:nvSpPr>
          <p:spPr bwMode="auto">
            <a:xfrm>
              <a:off x="8880" y="5738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31755" name="Oval 28"/>
            <p:cNvSpPr>
              <a:spLocks noChangeArrowheads="1"/>
            </p:cNvSpPr>
            <p:nvPr/>
          </p:nvSpPr>
          <p:spPr bwMode="auto">
            <a:xfrm>
              <a:off x="9690" y="5738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ea typeface="宋体" panose="02010600030101010101" pitchFamily="2" charset="-122"/>
                </a:rPr>
                <a:t>24</a:t>
              </a:r>
            </a:p>
          </p:txBody>
        </p:sp>
        <p:sp>
          <p:nvSpPr>
            <p:cNvPr id="31756" name="Oval 29"/>
            <p:cNvSpPr>
              <a:spLocks noChangeArrowheads="1"/>
            </p:cNvSpPr>
            <p:nvPr/>
          </p:nvSpPr>
          <p:spPr bwMode="auto">
            <a:xfrm>
              <a:off x="9260" y="6615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ea typeface="宋体" panose="02010600030101010101" pitchFamily="2" charset="-122"/>
                </a:rPr>
                <a:t>11</a:t>
              </a:r>
            </a:p>
          </p:txBody>
        </p:sp>
        <p:sp>
          <p:nvSpPr>
            <p:cNvPr id="31757" name="Oval 30"/>
            <p:cNvSpPr>
              <a:spLocks noChangeArrowheads="1"/>
            </p:cNvSpPr>
            <p:nvPr/>
          </p:nvSpPr>
          <p:spPr bwMode="auto">
            <a:xfrm>
              <a:off x="9834" y="7358"/>
              <a:ext cx="405" cy="4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ea typeface="宋体" panose="02010600030101010101" pitchFamily="2" charset="-122"/>
                </a:rPr>
                <a:t>17</a:t>
              </a:r>
            </a:p>
          </p:txBody>
        </p:sp>
        <p:cxnSp>
          <p:nvCxnSpPr>
            <p:cNvPr id="31758" name="AutoShape 31"/>
            <p:cNvCxnSpPr>
              <a:cxnSpLocks noChangeShapeType="1"/>
              <a:stCxn id="31751" idx="3"/>
              <a:endCxn id="31752" idx="0"/>
            </p:cNvCxnSpPr>
            <p:nvPr/>
          </p:nvCxnSpPr>
          <p:spPr bwMode="auto">
            <a:xfrm flipH="1">
              <a:off x="9495" y="4463"/>
              <a:ext cx="262" cy="39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1759" name="AutoShape 32"/>
            <p:cNvCxnSpPr>
              <a:cxnSpLocks noChangeShapeType="1"/>
              <a:stCxn id="31751" idx="5"/>
              <a:endCxn id="31753" idx="0"/>
            </p:cNvCxnSpPr>
            <p:nvPr/>
          </p:nvCxnSpPr>
          <p:spPr bwMode="auto">
            <a:xfrm>
              <a:off x="10043" y="4463"/>
              <a:ext cx="262" cy="39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1760" name="AutoShape 33"/>
            <p:cNvCxnSpPr>
              <a:cxnSpLocks noChangeShapeType="1"/>
              <a:stCxn id="31752" idx="5"/>
              <a:endCxn id="31755" idx="0"/>
            </p:cNvCxnSpPr>
            <p:nvPr/>
          </p:nvCxnSpPr>
          <p:spPr bwMode="auto">
            <a:xfrm>
              <a:off x="9638" y="5206"/>
              <a:ext cx="255" cy="53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1761" name="AutoShape 34"/>
            <p:cNvCxnSpPr>
              <a:cxnSpLocks noChangeShapeType="1"/>
              <a:stCxn id="31752" idx="3"/>
              <a:endCxn id="31754" idx="0"/>
            </p:cNvCxnSpPr>
            <p:nvPr/>
          </p:nvCxnSpPr>
          <p:spPr bwMode="auto">
            <a:xfrm flipH="1">
              <a:off x="9083" y="5206"/>
              <a:ext cx="269" cy="53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1762" name="AutoShape 35"/>
            <p:cNvCxnSpPr>
              <a:cxnSpLocks noChangeShapeType="1"/>
              <a:stCxn id="31755" idx="3"/>
              <a:endCxn id="31756" idx="0"/>
            </p:cNvCxnSpPr>
            <p:nvPr/>
          </p:nvCxnSpPr>
          <p:spPr bwMode="auto">
            <a:xfrm flipH="1">
              <a:off x="9463" y="6083"/>
              <a:ext cx="287" cy="53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1763" name="AutoShape 36"/>
            <p:cNvCxnSpPr>
              <a:cxnSpLocks noChangeShapeType="1"/>
              <a:stCxn id="31756" idx="5"/>
              <a:endCxn id="31757" idx="0"/>
            </p:cNvCxnSpPr>
            <p:nvPr/>
          </p:nvCxnSpPr>
          <p:spPr bwMode="auto">
            <a:xfrm>
              <a:off x="9606" y="6961"/>
              <a:ext cx="430" cy="39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1682115" cy="902335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61400" cy="48387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4626610" cy="7213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zh-CN" sz="3600" dirty="0">
                <a:solidFill>
                  <a:schemeClr val="bg1"/>
                </a:solidFill>
                <a:sym typeface="+mn-ea"/>
              </a:rPr>
              <a:t>Delete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sz="quarter" idx="10"/>
            <p:custDataLst>
              <p:tags r:id="rId4"/>
            </p:custDataLst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CN" sz="790"/>
              <a:t>23/09/11</a:t>
            </a:r>
          </a:p>
        </p:txBody>
      </p:sp>
      <p:pic>
        <p:nvPicPr>
          <p:cNvPr id="10" name="图片 9" descr="华工标志（透明版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3277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Trees and Binary trees – Lecture 4-1</a:t>
            </a:r>
          </a:p>
        </p:txBody>
      </p:sp>
      <p:sp>
        <p:nvSpPr>
          <p:cNvPr id="3277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A2A2220-FDCE-4523-A3CC-68978F46C142}" type="slidenum">
              <a:rPr lang="en-US" altLang="zh-CN" sz="790"/>
              <a:pPr/>
              <a:t>31</a:t>
            </a:fld>
            <a:endParaRPr lang="en-US" altLang="zh-CN" sz="790"/>
          </a:p>
        </p:txBody>
      </p:sp>
      <p:sp>
        <p:nvSpPr>
          <p:cNvPr id="32775" name="Text Box 44"/>
          <p:cNvSpPr txBox="1">
            <a:spLocks noChangeArrowheads="1"/>
          </p:cNvSpPr>
          <p:nvPr/>
        </p:nvSpPr>
        <p:spPr bwMode="auto">
          <a:xfrm>
            <a:off x="972185" y="2763898"/>
            <a:ext cx="152209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Find</a:t>
            </a: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5 node</a:t>
            </a:r>
          </a:p>
        </p:txBody>
      </p:sp>
      <p:sp>
        <p:nvSpPr>
          <p:cNvPr id="32776" name="Text Box 45"/>
          <p:cNvSpPr txBox="1">
            <a:spLocks noChangeArrowheads="1"/>
          </p:cNvSpPr>
          <p:nvPr/>
        </p:nvSpPr>
        <p:spPr bwMode="auto">
          <a:xfrm>
            <a:off x="6783864" y="3468053"/>
            <a:ext cx="1945005" cy="1322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ea typeface="宋体" panose="02010600030101010101" pitchFamily="2" charset="-122"/>
              </a:rPr>
              <a:t>Then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 Free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the 5 node and 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NULL the 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pointer to it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2596515" y="2256155"/>
            <a:ext cx="1680845" cy="3667760"/>
            <a:chOff x="1590675" y="3486150"/>
            <a:chExt cx="1445419" cy="3153966"/>
          </a:xfrm>
        </p:grpSpPr>
        <p:sp>
          <p:nvSpPr>
            <p:cNvPr id="32777" name="Oval 46"/>
            <p:cNvSpPr>
              <a:spLocks noChangeArrowheads="1"/>
            </p:cNvSpPr>
            <p:nvPr/>
          </p:nvSpPr>
          <p:spPr bwMode="auto">
            <a:xfrm>
              <a:off x="2282429" y="348615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>
                  <a:ea typeface="宋体" panose="02010600030101010101" pitchFamily="2" charset="-122"/>
                </a:rPr>
                <a:t>94</a:t>
              </a:r>
            </a:p>
          </p:txBody>
        </p:sp>
        <p:sp>
          <p:nvSpPr>
            <p:cNvPr id="32778" name="Oval 47"/>
            <p:cNvSpPr>
              <a:spLocks noChangeArrowheads="1"/>
            </p:cNvSpPr>
            <p:nvPr/>
          </p:nvSpPr>
          <p:spPr bwMode="auto">
            <a:xfrm>
              <a:off x="1939529" y="411480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32779" name="Oval 48"/>
            <p:cNvSpPr>
              <a:spLocks noChangeArrowheads="1"/>
            </p:cNvSpPr>
            <p:nvPr/>
          </p:nvSpPr>
          <p:spPr bwMode="auto">
            <a:xfrm>
              <a:off x="2625329" y="411480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>
                  <a:ea typeface="宋体" panose="02010600030101010101" pitchFamily="2" charset="-122"/>
                </a:rPr>
                <a:t>97</a:t>
              </a:r>
            </a:p>
          </p:txBody>
        </p:sp>
        <p:sp>
          <p:nvSpPr>
            <p:cNvPr id="32780" name="Oval 49"/>
            <p:cNvSpPr>
              <a:spLocks noChangeArrowheads="1"/>
            </p:cNvSpPr>
            <p:nvPr/>
          </p:nvSpPr>
          <p:spPr bwMode="auto">
            <a:xfrm>
              <a:off x="1590675" y="4857750"/>
              <a:ext cx="410766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32781" name="Oval 50"/>
            <p:cNvSpPr>
              <a:spLocks noChangeArrowheads="1"/>
            </p:cNvSpPr>
            <p:nvPr/>
          </p:nvSpPr>
          <p:spPr bwMode="auto">
            <a:xfrm>
              <a:off x="2276475" y="4857750"/>
              <a:ext cx="410766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>
                  <a:ea typeface="宋体" panose="02010600030101010101" pitchFamily="2" charset="-122"/>
                </a:rPr>
                <a:t>24</a:t>
              </a:r>
            </a:p>
          </p:txBody>
        </p:sp>
        <p:sp>
          <p:nvSpPr>
            <p:cNvPr id="32782" name="Oval 51"/>
            <p:cNvSpPr>
              <a:spLocks noChangeArrowheads="1"/>
            </p:cNvSpPr>
            <p:nvPr/>
          </p:nvSpPr>
          <p:spPr bwMode="auto">
            <a:xfrm>
              <a:off x="1912144" y="5600700"/>
              <a:ext cx="410766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>
                  <a:ea typeface="宋体" panose="02010600030101010101" pitchFamily="2" charset="-122"/>
                </a:rPr>
                <a:t>11</a:t>
              </a:r>
            </a:p>
          </p:txBody>
        </p:sp>
        <p:sp>
          <p:nvSpPr>
            <p:cNvPr id="32783" name="Oval 52"/>
            <p:cNvSpPr>
              <a:spLocks noChangeArrowheads="1"/>
            </p:cNvSpPr>
            <p:nvPr/>
          </p:nvSpPr>
          <p:spPr bwMode="auto">
            <a:xfrm>
              <a:off x="2397919" y="6229350"/>
              <a:ext cx="410766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>
                  <a:ea typeface="宋体" panose="02010600030101010101" pitchFamily="2" charset="-122"/>
                </a:rPr>
                <a:t>17</a:t>
              </a:r>
            </a:p>
          </p:txBody>
        </p:sp>
        <p:cxnSp>
          <p:nvCxnSpPr>
            <p:cNvPr id="32784" name="AutoShape 53"/>
            <p:cNvCxnSpPr>
              <a:cxnSpLocks noChangeShapeType="1"/>
              <a:stCxn id="32777" idx="3"/>
              <a:endCxn id="32778" idx="0"/>
            </p:cNvCxnSpPr>
            <p:nvPr/>
          </p:nvCxnSpPr>
          <p:spPr bwMode="auto">
            <a:xfrm flipH="1">
              <a:off x="2145507" y="3836194"/>
              <a:ext cx="197644" cy="2786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785" name="AutoShape 54"/>
            <p:cNvCxnSpPr>
              <a:cxnSpLocks noChangeShapeType="1"/>
              <a:stCxn id="32777" idx="5"/>
              <a:endCxn id="32779" idx="0"/>
            </p:cNvCxnSpPr>
            <p:nvPr/>
          </p:nvCxnSpPr>
          <p:spPr bwMode="auto">
            <a:xfrm>
              <a:off x="2632472" y="3836194"/>
              <a:ext cx="198834" cy="2786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786" name="AutoShape 55"/>
            <p:cNvCxnSpPr>
              <a:cxnSpLocks noChangeShapeType="1"/>
              <a:stCxn id="32778" idx="5"/>
              <a:endCxn id="32781" idx="0"/>
            </p:cNvCxnSpPr>
            <p:nvPr/>
          </p:nvCxnSpPr>
          <p:spPr bwMode="auto">
            <a:xfrm>
              <a:off x="2289573" y="4464844"/>
              <a:ext cx="192881" cy="3929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787" name="AutoShape 56"/>
            <p:cNvCxnSpPr>
              <a:cxnSpLocks noChangeShapeType="1"/>
              <a:stCxn id="32778" idx="3"/>
              <a:endCxn id="32780" idx="0"/>
            </p:cNvCxnSpPr>
            <p:nvPr/>
          </p:nvCxnSpPr>
          <p:spPr bwMode="auto">
            <a:xfrm flipH="1">
              <a:off x="1796653" y="4464844"/>
              <a:ext cx="203597" cy="3929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788" name="AutoShape 57"/>
            <p:cNvCxnSpPr>
              <a:cxnSpLocks noChangeShapeType="1"/>
              <a:stCxn id="32781" idx="3"/>
              <a:endCxn id="32782" idx="0"/>
            </p:cNvCxnSpPr>
            <p:nvPr/>
          </p:nvCxnSpPr>
          <p:spPr bwMode="auto">
            <a:xfrm flipH="1">
              <a:off x="2118122" y="5207794"/>
              <a:ext cx="219075" cy="3929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789" name="AutoShape 58"/>
            <p:cNvCxnSpPr>
              <a:cxnSpLocks noChangeShapeType="1"/>
              <a:stCxn id="32782" idx="5"/>
              <a:endCxn id="32783" idx="0"/>
            </p:cNvCxnSpPr>
            <p:nvPr/>
          </p:nvCxnSpPr>
          <p:spPr bwMode="auto">
            <a:xfrm>
              <a:off x="2262188" y="5950744"/>
              <a:ext cx="341710" cy="2786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2790" name="Oval 72"/>
          <p:cNvSpPr>
            <a:spLocks noChangeArrowheads="1"/>
          </p:cNvSpPr>
          <p:nvPr/>
        </p:nvSpPr>
        <p:spPr bwMode="auto">
          <a:xfrm>
            <a:off x="2461260" y="3789045"/>
            <a:ext cx="748665" cy="588645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宋体" panose="0201060003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375785" y="2327910"/>
            <a:ext cx="2235835" cy="3500755"/>
            <a:chOff x="3167063" y="3486150"/>
            <a:chExt cx="2014537" cy="3153966"/>
          </a:xfrm>
        </p:grpSpPr>
        <p:sp>
          <p:nvSpPr>
            <p:cNvPr id="32774" name="Line 23"/>
            <p:cNvSpPr>
              <a:spLocks noChangeShapeType="1"/>
            </p:cNvSpPr>
            <p:nvPr/>
          </p:nvSpPr>
          <p:spPr bwMode="auto">
            <a:xfrm>
              <a:off x="3167063" y="5105400"/>
              <a:ext cx="35480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15"/>
            </a:p>
          </p:txBody>
        </p:sp>
        <p:sp>
          <p:nvSpPr>
            <p:cNvPr id="32791" name="Oval 77"/>
            <p:cNvSpPr>
              <a:spLocks noChangeArrowheads="1"/>
            </p:cNvSpPr>
            <p:nvPr/>
          </p:nvSpPr>
          <p:spPr bwMode="auto">
            <a:xfrm>
              <a:off x="4427935" y="348615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>
                  <a:ea typeface="宋体" panose="02010600030101010101" pitchFamily="2" charset="-122"/>
                </a:rPr>
                <a:t>94</a:t>
              </a:r>
            </a:p>
          </p:txBody>
        </p:sp>
        <p:sp>
          <p:nvSpPr>
            <p:cNvPr id="32792" name="Oval 78"/>
            <p:cNvSpPr>
              <a:spLocks noChangeArrowheads="1"/>
            </p:cNvSpPr>
            <p:nvPr/>
          </p:nvSpPr>
          <p:spPr bwMode="auto">
            <a:xfrm>
              <a:off x="4085035" y="411480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32793" name="Oval 79"/>
            <p:cNvSpPr>
              <a:spLocks noChangeArrowheads="1"/>
            </p:cNvSpPr>
            <p:nvPr/>
          </p:nvSpPr>
          <p:spPr bwMode="auto">
            <a:xfrm>
              <a:off x="4770835" y="411480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>
                  <a:ea typeface="宋体" panose="02010600030101010101" pitchFamily="2" charset="-122"/>
                </a:rPr>
                <a:t>97</a:t>
              </a:r>
            </a:p>
          </p:txBody>
        </p:sp>
        <p:sp>
          <p:nvSpPr>
            <p:cNvPr id="32794" name="Oval 80"/>
            <p:cNvSpPr>
              <a:spLocks noChangeArrowheads="1"/>
            </p:cNvSpPr>
            <p:nvPr/>
          </p:nvSpPr>
          <p:spPr bwMode="auto">
            <a:xfrm>
              <a:off x="3736181" y="4857750"/>
              <a:ext cx="410766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32795" name="Oval 81"/>
            <p:cNvSpPr>
              <a:spLocks noChangeArrowheads="1"/>
            </p:cNvSpPr>
            <p:nvPr/>
          </p:nvSpPr>
          <p:spPr bwMode="auto">
            <a:xfrm>
              <a:off x="4421981" y="4857750"/>
              <a:ext cx="410766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>
                  <a:ea typeface="宋体" panose="02010600030101010101" pitchFamily="2" charset="-122"/>
                </a:rPr>
                <a:t>24</a:t>
              </a:r>
            </a:p>
          </p:txBody>
        </p:sp>
        <p:sp>
          <p:nvSpPr>
            <p:cNvPr id="32796" name="Oval 82"/>
            <p:cNvSpPr>
              <a:spLocks noChangeArrowheads="1"/>
            </p:cNvSpPr>
            <p:nvPr/>
          </p:nvSpPr>
          <p:spPr bwMode="auto">
            <a:xfrm>
              <a:off x="4075510" y="560070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>
                  <a:ea typeface="宋体" panose="02010600030101010101" pitchFamily="2" charset="-122"/>
                </a:rPr>
                <a:t>11</a:t>
              </a:r>
            </a:p>
          </p:txBody>
        </p:sp>
        <p:sp>
          <p:nvSpPr>
            <p:cNvPr id="32797" name="Oval 83"/>
            <p:cNvSpPr>
              <a:spLocks noChangeArrowheads="1"/>
            </p:cNvSpPr>
            <p:nvPr/>
          </p:nvSpPr>
          <p:spPr bwMode="auto">
            <a:xfrm>
              <a:off x="4561285" y="622935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>
                  <a:ea typeface="宋体" panose="02010600030101010101" pitchFamily="2" charset="-122"/>
                </a:rPr>
                <a:t>17</a:t>
              </a:r>
            </a:p>
          </p:txBody>
        </p:sp>
        <p:cxnSp>
          <p:nvCxnSpPr>
            <p:cNvPr id="32798" name="AutoShape 84"/>
            <p:cNvCxnSpPr>
              <a:cxnSpLocks noChangeShapeType="1"/>
              <a:stCxn id="32791" idx="3"/>
              <a:endCxn id="32792" idx="0"/>
            </p:cNvCxnSpPr>
            <p:nvPr/>
          </p:nvCxnSpPr>
          <p:spPr bwMode="auto">
            <a:xfrm flipH="1">
              <a:off x="4291013" y="3836194"/>
              <a:ext cx="197644" cy="2786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799" name="AutoShape 85"/>
            <p:cNvCxnSpPr>
              <a:cxnSpLocks noChangeShapeType="1"/>
              <a:stCxn id="32791" idx="5"/>
              <a:endCxn id="32793" idx="0"/>
            </p:cNvCxnSpPr>
            <p:nvPr/>
          </p:nvCxnSpPr>
          <p:spPr bwMode="auto">
            <a:xfrm>
              <a:off x="4777979" y="3836194"/>
              <a:ext cx="198834" cy="2786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800" name="AutoShape 86"/>
            <p:cNvCxnSpPr>
              <a:cxnSpLocks noChangeShapeType="1"/>
              <a:stCxn id="32792" idx="5"/>
              <a:endCxn id="32795" idx="0"/>
            </p:cNvCxnSpPr>
            <p:nvPr/>
          </p:nvCxnSpPr>
          <p:spPr bwMode="auto">
            <a:xfrm>
              <a:off x="4435079" y="4464844"/>
              <a:ext cx="192881" cy="3929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801" name="AutoShape 87"/>
            <p:cNvCxnSpPr>
              <a:cxnSpLocks noChangeShapeType="1"/>
              <a:stCxn id="32806" idx="7"/>
              <a:endCxn id="32794" idx="0"/>
            </p:cNvCxnSpPr>
            <p:nvPr/>
          </p:nvCxnSpPr>
          <p:spPr bwMode="auto">
            <a:xfrm flipH="1">
              <a:off x="3942160" y="4466035"/>
              <a:ext cx="221456" cy="39171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802" name="AutoShape 88"/>
            <p:cNvCxnSpPr>
              <a:cxnSpLocks noChangeShapeType="1"/>
              <a:stCxn id="32795" idx="3"/>
              <a:endCxn id="32796" idx="0"/>
            </p:cNvCxnSpPr>
            <p:nvPr/>
          </p:nvCxnSpPr>
          <p:spPr bwMode="auto">
            <a:xfrm flipH="1">
              <a:off x="4281488" y="5207794"/>
              <a:ext cx="201216" cy="3929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803" name="AutoShape 89"/>
            <p:cNvCxnSpPr>
              <a:cxnSpLocks noChangeShapeType="1"/>
              <a:stCxn id="32796" idx="5"/>
              <a:endCxn id="32797" idx="0"/>
            </p:cNvCxnSpPr>
            <p:nvPr/>
          </p:nvCxnSpPr>
          <p:spPr bwMode="auto">
            <a:xfrm>
              <a:off x="4425554" y="5950744"/>
              <a:ext cx="341709" cy="2786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804" name="Line 97"/>
            <p:cNvSpPr>
              <a:spLocks noChangeShapeType="1"/>
            </p:cNvSpPr>
            <p:nvPr/>
          </p:nvSpPr>
          <p:spPr bwMode="auto">
            <a:xfrm>
              <a:off x="3657600" y="4800600"/>
              <a:ext cx="571500" cy="51435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32805" name="Line 98"/>
            <p:cNvSpPr>
              <a:spLocks noChangeShapeType="1"/>
            </p:cNvSpPr>
            <p:nvPr/>
          </p:nvSpPr>
          <p:spPr bwMode="auto">
            <a:xfrm flipH="1">
              <a:off x="3657600" y="4800600"/>
              <a:ext cx="571500" cy="57150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32806" name="Oval 99"/>
            <p:cNvSpPr>
              <a:spLocks noChangeArrowheads="1"/>
            </p:cNvSpPr>
            <p:nvPr/>
          </p:nvSpPr>
          <p:spPr bwMode="auto">
            <a:xfrm>
              <a:off x="4114800" y="4457700"/>
              <a:ext cx="57150" cy="5715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宋体" panose="02010600030101010101" pitchFamily="2" charset="-122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746370" y="1629360"/>
            <a:ext cx="4900295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node with no children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5" grpId="0" bldLvl="0" animBg="1"/>
      <p:bldP spid="32776" grpId="0" bldLvl="0" animBg="1"/>
      <p:bldP spid="32790" grpId="0" bldLvl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1682115" cy="902335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83625" cy="48387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1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4626610" cy="7213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zh-CN" sz="3600" dirty="0">
                <a:solidFill>
                  <a:schemeClr val="bg1"/>
                </a:solidFill>
                <a:sym typeface="+mn-ea"/>
              </a:rPr>
              <a:t>Delete</a:t>
            </a:r>
          </a:p>
        </p:txBody>
      </p:sp>
      <p:sp>
        <p:nvSpPr>
          <p:cNvPr id="12" name="日期占位符 3"/>
          <p:cNvSpPr>
            <a:spLocks noGrp="1"/>
          </p:cNvSpPr>
          <p:nvPr>
            <p:ph type="dt" sz="quarter" idx="10"/>
            <p:custDataLst>
              <p:tags r:id="rId4"/>
            </p:custDataLst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CN" sz="790"/>
              <a:t>23/09/11</a:t>
            </a:r>
          </a:p>
        </p:txBody>
      </p:sp>
      <p:pic>
        <p:nvPicPr>
          <p:cNvPr id="13" name="图片 12" descr="华工标志（透明版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3379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Trees and Binary trees – Lecture 4-1</a:t>
            </a:r>
          </a:p>
        </p:txBody>
      </p:sp>
      <p:sp>
        <p:nvSpPr>
          <p:cNvPr id="3379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3E36518-954C-4AAF-B9B0-E3EAF593AE27}" type="slidenum">
              <a:rPr lang="en-US" altLang="zh-CN" sz="790"/>
              <a:pPr/>
              <a:t>32</a:t>
            </a:fld>
            <a:endParaRPr lang="en-US" altLang="zh-CN" sz="790"/>
          </a:p>
        </p:txBody>
      </p:sp>
      <p:sp>
        <p:nvSpPr>
          <p:cNvPr id="33799" name="Text Box 4"/>
          <p:cNvSpPr txBox="1">
            <a:spLocks noChangeArrowheads="1"/>
          </p:cNvSpPr>
          <p:nvPr/>
        </p:nvSpPr>
        <p:spPr bwMode="auto">
          <a:xfrm>
            <a:off x="900345" y="2564544"/>
            <a:ext cx="166306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Find</a:t>
            </a: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24 node</a:t>
            </a:r>
          </a:p>
        </p:txBody>
      </p:sp>
      <p:sp>
        <p:nvSpPr>
          <p:cNvPr id="33800" name="Text Box 5"/>
          <p:cNvSpPr txBox="1">
            <a:spLocks noChangeArrowheads="1"/>
          </p:cNvSpPr>
          <p:nvPr/>
        </p:nvSpPr>
        <p:spPr bwMode="auto">
          <a:xfrm>
            <a:off x="7264400" y="2856865"/>
            <a:ext cx="1831340" cy="2245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ea typeface="宋体" panose="02010600030101010101" pitchFamily="2" charset="-122"/>
              </a:rPr>
              <a:t>Then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 Free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the 24 node and </a:t>
            </a:r>
          </a:p>
          <a:p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replace</a:t>
            </a:r>
            <a:r>
              <a:rPr lang="en-US" altLang="zh-CN" dirty="0">
                <a:ea typeface="宋体" panose="02010600030101010101" pitchFamily="2" charset="-122"/>
              </a:rPr>
              <a:t> the 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pointer to it with a pointer to its child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2263775" y="2112645"/>
            <a:ext cx="1866265" cy="4072255"/>
            <a:chOff x="1116806" y="3486150"/>
            <a:chExt cx="1445419" cy="3153966"/>
          </a:xfrm>
        </p:grpSpPr>
        <p:sp>
          <p:nvSpPr>
            <p:cNvPr id="33801" name="Oval 6"/>
            <p:cNvSpPr>
              <a:spLocks noChangeArrowheads="1"/>
            </p:cNvSpPr>
            <p:nvPr/>
          </p:nvSpPr>
          <p:spPr bwMode="auto">
            <a:xfrm>
              <a:off x="1808560" y="348615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94</a:t>
              </a:r>
            </a:p>
          </p:txBody>
        </p:sp>
        <p:sp>
          <p:nvSpPr>
            <p:cNvPr id="33802" name="Oval 7"/>
            <p:cNvSpPr>
              <a:spLocks noChangeArrowheads="1"/>
            </p:cNvSpPr>
            <p:nvPr/>
          </p:nvSpPr>
          <p:spPr bwMode="auto">
            <a:xfrm>
              <a:off x="1465660" y="411480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33803" name="Oval 8"/>
            <p:cNvSpPr>
              <a:spLocks noChangeArrowheads="1"/>
            </p:cNvSpPr>
            <p:nvPr/>
          </p:nvSpPr>
          <p:spPr bwMode="auto">
            <a:xfrm>
              <a:off x="2151460" y="411480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dirty="0">
                  <a:ea typeface="宋体" panose="02010600030101010101" pitchFamily="2" charset="-122"/>
                </a:rPr>
                <a:t>97</a:t>
              </a:r>
            </a:p>
          </p:txBody>
        </p:sp>
        <p:sp>
          <p:nvSpPr>
            <p:cNvPr id="33804" name="Oval 9"/>
            <p:cNvSpPr>
              <a:spLocks noChangeArrowheads="1"/>
            </p:cNvSpPr>
            <p:nvPr/>
          </p:nvSpPr>
          <p:spPr bwMode="auto">
            <a:xfrm>
              <a:off x="1116806" y="4857750"/>
              <a:ext cx="410766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33805" name="Oval 10"/>
            <p:cNvSpPr>
              <a:spLocks noChangeArrowheads="1"/>
            </p:cNvSpPr>
            <p:nvPr/>
          </p:nvSpPr>
          <p:spPr bwMode="auto">
            <a:xfrm>
              <a:off x="1802606" y="4857750"/>
              <a:ext cx="410766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24</a:t>
              </a:r>
            </a:p>
          </p:txBody>
        </p:sp>
        <p:sp>
          <p:nvSpPr>
            <p:cNvPr id="33806" name="Oval 11"/>
            <p:cNvSpPr>
              <a:spLocks noChangeArrowheads="1"/>
            </p:cNvSpPr>
            <p:nvPr/>
          </p:nvSpPr>
          <p:spPr bwMode="auto">
            <a:xfrm>
              <a:off x="1438275" y="5600700"/>
              <a:ext cx="410766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11</a:t>
              </a:r>
            </a:p>
          </p:txBody>
        </p:sp>
        <p:sp>
          <p:nvSpPr>
            <p:cNvPr id="33807" name="Oval 12"/>
            <p:cNvSpPr>
              <a:spLocks noChangeArrowheads="1"/>
            </p:cNvSpPr>
            <p:nvPr/>
          </p:nvSpPr>
          <p:spPr bwMode="auto">
            <a:xfrm>
              <a:off x="1924050" y="6229350"/>
              <a:ext cx="410766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17</a:t>
              </a:r>
            </a:p>
          </p:txBody>
        </p:sp>
        <p:cxnSp>
          <p:nvCxnSpPr>
            <p:cNvPr id="33808" name="AutoShape 13"/>
            <p:cNvCxnSpPr>
              <a:cxnSpLocks noChangeShapeType="1"/>
              <a:stCxn id="33801" idx="3"/>
              <a:endCxn id="33802" idx="0"/>
            </p:cNvCxnSpPr>
            <p:nvPr/>
          </p:nvCxnSpPr>
          <p:spPr bwMode="auto">
            <a:xfrm flipH="1">
              <a:off x="1671638" y="3836194"/>
              <a:ext cx="197644" cy="2786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809" name="AutoShape 14"/>
            <p:cNvCxnSpPr>
              <a:cxnSpLocks noChangeShapeType="1"/>
              <a:stCxn id="33801" idx="5"/>
              <a:endCxn id="33803" idx="0"/>
            </p:cNvCxnSpPr>
            <p:nvPr/>
          </p:nvCxnSpPr>
          <p:spPr bwMode="auto">
            <a:xfrm>
              <a:off x="2158604" y="3836194"/>
              <a:ext cx="198834" cy="2786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810" name="AutoShape 15"/>
            <p:cNvCxnSpPr>
              <a:cxnSpLocks noChangeShapeType="1"/>
              <a:stCxn id="33802" idx="5"/>
              <a:endCxn id="33805" idx="0"/>
            </p:cNvCxnSpPr>
            <p:nvPr/>
          </p:nvCxnSpPr>
          <p:spPr bwMode="auto">
            <a:xfrm>
              <a:off x="1815704" y="4464844"/>
              <a:ext cx="192881" cy="3929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811" name="AutoShape 16"/>
            <p:cNvCxnSpPr>
              <a:cxnSpLocks noChangeShapeType="1"/>
              <a:stCxn id="33802" idx="3"/>
              <a:endCxn id="33804" idx="0"/>
            </p:cNvCxnSpPr>
            <p:nvPr/>
          </p:nvCxnSpPr>
          <p:spPr bwMode="auto">
            <a:xfrm flipH="1">
              <a:off x="1322785" y="4464844"/>
              <a:ext cx="203597" cy="3929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812" name="AutoShape 17"/>
            <p:cNvCxnSpPr>
              <a:cxnSpLocks noChangeShapeType="1"/>
              <a:stCxn id="33805" idx="3"/>
              <a:endCxn id="33806" idx="0"/>
            </p:cNvCxnSpPr>
            <p:nvPr/>
          </p:nvCxnSpPr>
          <p:spPr bwMode="auto">
            <a:xfrm flipH="1">
              <a:off x="1644254" y="5207794"/>
              <a:ext cx="219075" cy="3929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813" name="AutoShape 18"/>
            <p:cNvCxnSpPr>
              <a:cxnSpLocks noChangeShapeType="1"/>
              <a:stCxn id="33806" idx="5"/>
              <a:endCxn id="33807" idx="0"/>
            </p:cNvCxnSpPr>
            <p:nvPr/>
          </p:nvCxnSpPr>
          <p:spPr bwMode="auto">
            <a:xfrm>
              <a:off x="1788319" y="5950744"/>
              <a:ext cx="341710" cy="2786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3814" name="Oval 19"/>
          <p:cNvSpPr>
            <a:spLocks noChangeArrowheads="1"/>
          </p:cNvSpPr>
          <p:nvPr/>
        </p:nvSpPr>
        <p:spPr bwMode="auto">
          <a:xfrm>
            <a:off x="3044190" y="3844925"/>
            <a:ext cx="744855" cy="586105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宋体" panose="02010600030101010101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114800" y="2184400"/>
            <a:ext cx="2614930" cy="3985260"/>
            <a:chOff x="2819401" y="3486150"/>
            <a:chExt cx="2069306" cy="3153966"/>
          </a:xfrm>
        </p:grpSpPr>
        <p:sp>
          <p:nvSpPr>
            <p:cNvPr id="33798" name="Line 3"/>
            <p:cNvSpPr>
              <a:spLocks noChangeShapeType="1"/>
            </p:cNvSpPr>
            <p:nvPr/>
          </p:nvSpPr>
          <p:spPr bwMode="auto">
            <a:xfrm>
              <a:off x="2819401" y="5105400"/>
              <a:ext cx="35480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15"/>
            </a:p>
          </p:txBody>
        </p:sp>
        <p:sp>
          <p:nvSpPr>
            <p:cNvPr id="33815" name="Oval 22"/>
            <p:cNvSpPr>
              <a:spLocks noChangeArrowheads="1"/>
            </p:cNvSpPr>
            <p:nvPr/>
          </p:nvSpPr>
          <p:spPr bwMode="auto">
            <a:xfrm>
              <a:off x="4135042" y="348615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94</a:t>
              </a:r>
            </a:p>
          </p:txBody>
        </p:sp>
        <p:sp>
          <p:nvSpPr>
            <p:cNvPr id="33816" name="Oval 23"/>
            <p:cNvSpPr>
              <a:spLocks noChangeArrowheads="1"/>
            </p:cNvSpPr>
            <p:nvPr/>
          </p:nvSpPr>
          <p:spPr bwMode="auto">
            <a:xfrm>
              <a:off x="3792142" y="411480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33817" name="Oval 24"/>
            <p:cNvSpPr>
              <a:spLocks noChangeArrowheads="1"/>
            </p:cNvSpPr>
            <p:nvPr/>
          </p:nvSpPr>
          <p:spPr bwMode="auto">
            <a:xfrm>
              <a:off x="4477942" y="411480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97</a:t>
              </a:r>
            </a:p>
          </p:txBody>
        </p:sp>
        <p:sp>
          <p:nvSpPr>
            <p:cNvPr id="33818" name="Oval 25"/>
            <p:cNvSpPr>
              <a:spLocks noChangeArrowheads="1"/>
            </p:cNvSpPr>
            <p:nvPr/>
          </p:nvSpPr>
          <p:spPr bwMode="auto">
            <a:xfrm>
              <a:off x="3443288" y="4857750"/>
              <a:ext cx="410766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33819" name="Oval 26"/>
            <p:cNvSpPr>
              <a:spLocks noChangeArrowheads="1"/>
            </p:cNvSpPr>
            <p:nvPr/>
          </p:nvSpPr>
          <p:spPr bwMode="auto">
            <a:xfrm>
              <a:off x="4363642" y="485775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24</a:t>
              </a:r>
            </a:p>
          </p:txBody>
        </p:sp>
        <p:sp>
          <p:nvSpPr>
            <p:cNvPr id="33820" name="Oval 27"/>
            <p:cNvSpPr>
              <a:spLocks noChangeArrowheads="1"/>
            </p:cNvSpPr>
            <p:nvPr/>
          </p:nvSpPr>
          <p:spPr bwMode="auto">
            <a:xfrm>
              <a:off x="3935017" y="560070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11</a:t>
              </a:r>
            </a:p>
          </p:txBody>
        </p:sp>
        <p:sp>
          <p:nvSpPr>
            <p:cNvPr id="33821" name="Oval 28"/>
            <p:cNvSpPr>
              <a:spLocks noChangeArrowheads="1"/>
            </p:cNvSpPr>
            <p:nvPr/>
          </p:nvSpPr>
          <p:spPr bwMode="auto">
            <a:xfrm>
              <a:off x="4420792" y="622935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17</a:t>
              </a:r>
            </a:p>
          </p:txBody>
        </p:sp>
        <p:cxnSp>
          <p:nvCxnSpPr>
            <p:cNvPr id="33822" name="AutoShape 29"/>
            <p:cNvCxnSpPr>
              <a:cxnSpLocks noChangeShapeType="1"/>
              <a:stCxn id="33815" idx="3"/>
              <a:endCxn id="33816" idx="0"/>
            </p:cNvCxnSpPr>
            <p:nvPr/>
          </p:nvCxnSpPr>
          <p:spPr bwMode="auto">
            <a:xfrm flipH="1">
              <a:off x="3998119" y="3836194"/>
              <a:ext cx="197644" cy="2786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823" name="AutoShape 30"/>
            <p:cNvCxnSpPr>
              <a:cxnSpLocks noChangeShapeType="1"/>
              <a:stCxn id="33815" idx="5"/>
              <a:endCxn id="33817" idx="0"/>
            </p:cNvCxnSpPr>
            <p:nvPr/>
          </p:nvCxnSpPr>
          <p:spPr bwMode="auto">
            <a:xfrm>
              <a:off x="4485085" y="3836194"/>
              <a:ext cx="198834" cy="2786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824" name="AutoShape 31"/>
            <p:cNvCxnSpPr>
              <a:cxnSpLocks noChangeShapeType="1"/>
              <a:stCxn id="33816" idx="5"/>
              <a:endCxn id="33819" idx="0"/>
            </p:cNvCxnSpPr>
            <p:nvPr/>
          </p:nvCxnSpPr>
          <p:spPr bwMode="auto">
            <a:xfrm>
              <a:off x="4142185" y="4464844"/>
              <a:ext cx="427434" cy="3929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825" name="AutoShape 32"/>
            <p:cNvCxnSpPr>
              <a:cxnSpLocks noChangeShapeType="1"/>
              <a:stCxn id="33816" idx="3"/>
              <a:endCxn id="33818" idx="0"/>
            </p:cNvCxnSpPr>
            <p:nvPr/>
          </p:nvCxnSpPr>
          <p:spPr bwMode="auto">
            <a:xfrm flipH="1">
              <a:off x="3649266" y="4464844"/>
              <a:ext cx="203597" cy="3929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826" name="AutoShape 33"/>
            <p:cNvCxnSpPr>
              <a:cxnSpLocks noChangeShapeType="1"/>
              <a:stCxn id="33819" idx="3"/>
              <a:endCxn id="33820" idx="0"/>
            </p:cNvCxnSpPr>
            <p:nvPr/>
          </p:nvCxnSpPr>
          <p:spPr bwMode="auto">
            <a:xfrm flipH="1">
              <a:off x="4140994" y="5207794"/>
              <a:ext cx="283369" cy="3929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827" name="AutoShape 34"/>
            <p:cNvCxnSpPr>
              <a:cxnSpLocks noChangeShapeType="1"/>
              <a:stCxn id="33820" idx="5"/>
              <a:endCxn id="33821" idx="0"/>
            </p:cNvCxnSpPr>
            <p:nvPr/>
          </p:nvCxnSpPr>
          <p:spPr bwMode="auto">
            <a:xfrm>
              <a:off x="4285060" y="5950744"/>
              <a:ext cx="341709" cy="2786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828" name="Line 36"/>
            <p:cNvSpPr>
              <a:spLocks noChangeShapeType="1"/>
            </p:cNvSpPr>
            <p:nvPr/>
          </p:nvSpPr>
          <p:spPr bwMode="auto">
            <a:xfrm>
              <a:off x="4374356" y="4857750"/>
              <a:ext cx="400050" cy="40005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33829" name="Line 37"/>
            <p:cNvSpPr>
              <a:spLocks noChangeShapeType="1"/>
            </p:cNvSpPr>
            <p:nvPr/>
          </p:nvSpPr>
          <p:spPr bwMode="auto">
            <a:xfrm flipH="1">
              <a:off x="4374356" y="4857750"/>
              <a:ext cx="400050" cy="40005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cxnSp>
          <p:nvCxnSpPr>
            <p:cNvPr id="33830" name="AutoShape 38"/>
            <p:cNvCxnSpPr>
              <a:cxnSpLocks noChangeShapeType="1"/>
              <a:stCxn id="33816" idx="5"/>
              <a:endCxn id="33820" idx="0"/>
            </p:cNvCxnSpPr>
            <p:nvPr/>
          </p:nvCxnSpPr>
          <p:spPr bwMode="auto">
            <a:xfrm flipH="1">
              <a:off x="4140994" y="4464844"/>
              <a:ext cx="1191" cy="1135856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9" name="矩形 38"/>
          <p:cNvSpPr/>
          <p:nvPr/>
        </p:nvSpPr>
        <p:spPr>
          <a:xfrm>
            <a:off x="539995" y="1593800"/>
            <a:ext cx="456184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node with one child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9" grpId="0" bldLvl="0" animBg="1"/>
      <p:bldP spid="33800" grpId="0" bldLvl="0" animBg="1"/>
      <p:bldP spid="33814" grpId="0" bldLvl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1682115" cy="902335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63305" cy="48387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6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4626610" cy="7213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zh-CN" sz="3600" dirty="0">
                <a:solidFill>
                  <a:schemeClr val="bg1"/>
                </a:solidFill>
                <a:sym typeface="+mn-ea"/>
              </a:rPr>
              <a:t>Delete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quarter" idx="10"/>
            <p:custDataLst>
              <p:tags r:id="rId4"/>
            </p:custDataLst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CN" sz="790"/>
              <a:t>23/09/11</a:t>
            </a:r>
          </a:p>
        </p:txBody>
      </p:sp>
      <p:pic>
        <p:nvPicPr>
          <p:cNvPr id="8" name="图片 7" descr="华工标志（透明版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3481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Trees and Binary trees – Lecture 4-1</a:t>
            </a:r>
          </a:p>
        </p:txBody>
      </p:sp>
      <p:sp>
        <p:nvSpPr>
          <p:cNvPr id="3482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4FF0278-A9CC-455B-8BAC-35362F452008}" type="slidenum">
              <a:rPr lang="en-US" altLang="zh-CN" sz="790"/>
              <a:pPr/>
              <a:t>33</a:t>
            </a:fld>
            <a:endParaRPr lang="en-US" altLang="zh-CN" sz="790"/>
          </a:p>
        </p:txBody>
      </p:sp>
      <p:sp>
        <p:nvSpPr>
          <p:cNvPr id="34823" name="Text Box 4"/>
          <p:cNvSpPr txBox="1">
            <a:spLocks noChangeArrowheads="1"/>
          </p:cNvSpPr>
          <p:nvPr/>
        </p:nvSpPr>
        <p:spPr bwMode="auto">
          <a:xfrm>
            <a:off x="323562" y="4941380"/>
            <a:ext cx="2537460" cy="1322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Find</a:t>
            </a:r>
            <a:r>
              <a:rPr lang="en-US" altLang="zh-CN" dirty="0">
                <a:ea typeface="宋体" panose="02010600030101010101" pitchFamily="2" charset="-122"/>
              </a:rPr>
              <a:t> 10,</a:t>
            </a:r>
          </a:p>
          <a:p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Copy </a:t>
            </a:r>
            <a:r>
              <a:rPr lang="en-US" altLang="zh-CN" dirty="0">
                <a:ea typeface="宋体" panose="02010600030101010101" pitchFamily="2" charset="-122"/>
              </a:rPr>
              <a:t>the smallest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value in right subtree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into the node</a:t>
            </a:r>
          </a:p>
        </p:txBody>
      </p:sp>
      <p:sp>
        <p:nvSpPr>
          <p:cNvPr id="34824" name="Text Box 5"/>
          <p:cNvSpPr txBox="1">
            <a:spLocks noChangeArrowheads="1"/>
          </p:cNvSpPr>
          <p:nvPr/>
        </p:nvSpPr>
        <p:spPr bwMode="auto">
          <a:xfrm>
            <a:off x="6443980" y="4301490"/>
            <a:ext cx="2829560" cy="1938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ea typeface="宋体" panose="02010600030101010101" pitchFamily="2" charset="-122"/>
              </a:rPr>
              <a:t>Then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 (recursively) Delete </a:t>
            </a:r>
            <a:r>
              <a:rPr lang="en-US" altLang="zh-CN" dirty="0">
                <a:ea typeface="宋体" panose="02010600030101010101" pitchFamily="2" charset="-122"/>
              </a:rPr>
              <a:t>node with smallest value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in right subtree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Note:  it cannot have two children (why?)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2113280" y="2210435"/>
            <a:ext cx="1737995" cy="3792855"/>
            <a:chOff x="1590675" y="3486150"/>
            <a:chExt cx="1445419" cy="3153966"/>
          </a:xfrm>
        </p:grpSpPr>
        <p:sp>
          <p:nvSpPr>
            <p:cNvPr id="34825" name="Oval 6"/>
            <p:cNvSpPr>
              <a:spLocks noChangeArrowheads="1"/>
            </p:cNvSpPr>
            <p:nvPr/>
          </p:nvSpPr>
          <p:spPr bwMode="auto">
            <a:xfrm>
              <a:off x="2282429" y="348615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94</a:t>
              </a:r>
            </a:p>
          </p:txBody>
        </p:sp>
        <p:sp>
          <p:nvSpPr>
            <p:cNvPr id="34826" name="Oval 7"/>
            <p:cNvSpPr>
              <a:spLocks noChangeArrowheads="1"/>
            </p:cNvSpPr>
            <p:nvPr/>
          </p:nvSpPr>
          <p:spPr bwMode="auto">
            <a:xfrm>
              <a:off x="1939529" y="411480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34827" name="Oval 8"/>
            <p:cNvSpPr>
              <a:spLocks noChangeArrowheads="1"/>
            </p:cNvSpPr>
            <p:nvPr/>
          </p:nvSpPr>
          <p:spPr bwMode="auto">
            <a:xfrm>
              <a:off x="2625329" y="411480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97</a:t>
              </a:r>
            </a:p>
          </p:txBody>
        </p:sp>
        <p:sp>
          <p:nvSpPr>
            <p:cNvPr id="34828" name="Oval 9"/>
            <p:cNvSpPr>
              <a:spLocks noChangeArrowheads="1"/>
            </p:cNvSpPr>
            <p:nvPr/>
          </p:nvSpPr>
          <p:spPr bwMode="auto">
            <a:xfrm>
              <a:off x="1590675" y="4857750"/>
              <a:ext cx="410766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34829" name="Oval 10"/>
            <p:cNvSpPr>
              <a:spLocks noChangeArrowheads="1"/>
            </p:cNvSpPr>
            <p:nvPr/>
          </p:nvSpPr>
          <p:spPr bwMode="auto">
            <a:xfrm>
              <a:off x="2276475" y="4857750"/>
              <a:ext cx="410766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24</a:t>
              </a:r>
            </a:p>
          </p:txBody>
        </p:sp>
        <p:sp>
          <p:nvSpPr>
            <p:cNvPr id="34830" name="Oval 11"/>
            <p:cNvSpPr>
              <a:spLocks noChangeArrowheads="1"/>
            </p:cNvSpPr>
            <p:nvPr/>
          </p:nvSpPr>
          <p:spPr bwMode="auto">
            <a:xfrm>
              <a:off x="1912144" y="5600700"/>
              <a:ext cx="410766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11</a:t>
              </a:r>
            </a:p>
          </p:txBody>
        </p:sp>
        <p:sp>
          <p:nvSpPr>
            <p:cNvPr id="34831" name="Oval 12"/>
            <p:cNvSpPr>
              <a:spLocks noChangeArrowheads="1"/>
            </p:cNvSpPr>
            <p:nvPr/>
          </p:nvSpPr>
          <p:spPr bwMode="auto">
            <a:xfrm>
              <a:off x="2397919" y="6229350"/>
              <a:ext cx="410766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17</a:t>
              </a:r>
            </a:p>
          </p:txBody>
        </p:sp>
        <p:cxnSp>
          <p:nvCxnSpPr>
            <p:cNvPr id="34832" name="AutoShape 13"/>
            <p:cNvCxnSpPr>
              <a:cxnSpLocks noChangeShapeType="1"/>
              <a:stCxn id="34825" idx="3"/>
              <a:endCxn id="34826" idx="0"/>
            </p:cNvCxnSpPr>
            <p:nvPr/>
          </p:nvCxnSpPr>
          <p:spPr bwMode="auto">
            <a:xfrm flipH="1">
              <a:off x="2145507" y="3836194"/>
              <a:ext cx="197644" cy="2786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833" name="AutoShape 14"/>
            <p:cNvCxnSpPr>
              <a:cxnSpLocks noChangeShapeType="1"/>
              <a:stCxn id="34825" idx="5"/>
              <a:endCxn id="34827" idx="0"/>
            </p:cNvCxnSpPr>
            <p:nvPr/>
          </p:nvCxnSpPr>
          <p:spPr bwMode="auto">
            <a:xfrm>
              <a:off x="2632472" y="3836194"/>
              <a:ext cx="198834" cy="2786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834" name="AutoShape 15"/>
            <p:cNvCxnSpPr>
              <a:cxnSpLocks noChangeShapeType="1"/>
              <a:stCxn id="34826" idx="5"/>
              <a:endCxn id="34829" idx="0"/>
            </p:cNvCxnSpPr>
            <p:nvPr/>
          </p:nvCxnSpPr>
          <p:spPr bwMode="auto">
            <a:xfrm>
              <a:off x="2289573" y="4464844"/>
              <a:ext cx="192881" cy="3929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835" name="AutoShape 16"/>
            <p:cNvCxnSpPr>
              <a:cxnSpLocks noChangeShapeType="1"/>
              <a:stCxn id="34826" idx="3"/>
              <a:endCxn id="34828" idx="0"/>
            </p:cNvCxnSpPr>
            <p:nvPr/>
          </p:nvCxnSpPr>
          <p:spPr bwMode="auto">
            <a:xfrm flipH="1">
              <a:off x="1796653" y="4464844"/>
              <a:ext cx="203597" cy="3929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836" name="AutoShape 17"/>
            <p:cNvCxnSpPr>
              <a:cxnSpLocks noChangeShapeType="1"/>
              <a:stCxn id="34829" idx="3"/>
              <a:endCxn id="34830" idx="0"/>
            </p:cNvCxnSpPr>
            <p:nvPr/>
          </p:nvCxnSpPr>
          <p:spPr bwMode="auto">
            <a:xfrm flipH="1">
              <a:off x="2118122" y="5207794"/>
              <a:ext cx="219075" cy="3929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837" name="AutoShape 18"/>
            <p:cNvCxnSpPr>
              <a:cxnSpLocks noChangeShapeType="1"/>
              <a:stCxn id="34830" idx="5"/>
              <a:endCxn id="34831" idx="0"/>
            </p:cNvCxnSpPr>
            <p:nvPr/>
          </p:nvCxnSpPr>
          <p:spPr bwMode="auto">
            <a:xfrm>
              <a:off x="2262188" y="5950744"/>
              <a:ext cx="341710" cy="2786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838" name="Oval 19"/>
          <p:cNvSpPr>
            <a:spLocks noChangeArrowheads="1"/>
          </p:cNvSpPr>
          <p:nvPr/>
        </p:nvSpPr>
        <p:spPr bwMode="auto">
          <a:xfrm>
            <a:off x="2483803" y="2966720"/>
            <a:ext cx="600075" cy="471488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宋体" panose="02010600030101010101" pitchFamily="2" charset="-122"/>
            </a:endParaRPr>
          </a:p>
        </p:txBody>
      </p:sp>
      <p:sp>
        <p:nvSpPr>
          <p:cNvPr id="34839" name="Oval 20"/>
          <p:cNvSpPr>
            <a:spLocks noChangeArrowheads="1"/>
          </p:cNvSpPr>
          <p:nvPr/>
        </p:nvSpPr>
        <p:spPr bwMode="auto">
          <a:xfrm>
            <a:off x="2412365" y="4712335"/>
            <a:ext cx="663575" cy="568325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宋体" panose="02010600030101010101" pitchFamily="2" charset="-122"/>
            </a:endParaRPr>
          </a:p>
        </p:txBody>
      </p:sp>
      <p:cxnSp>
        <p:nvCxnSpPr>
          <p:cNvPr id="34840" name="AutoShape 21"/>
          <p:cNvCxnSpPr>
            <a:cxnSpLocks noChangeShapeType="1"/>
            <a:stCxn id="34839" idx="0"/>
            <a:endCxn id="34838" idx="4"/>
          </p:cNvCxnSpPr>
          <p:nvPr/>
        </p:nvCxnSpPr>
        <p:spPr bwMode="auto">
          <a:xfrm flipV="1">
            <a:off x="2744470" y="3438287"/>
            <a:ext cx="40005" cy="127381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" name="组合 2"/>
          <p:cNvGrpSpPr/>
          <p:nvPr/>
        </p:nvGrpSpPr>
        <p:grpSpPr>
          <a:xfrm>
            <a:off x="3801745" y="2256155"/>
            <a:ext cx="2428240" cy="3802380"/>
            <a:chOff x="3167063" y="3486150"/>
            <a:chExt cx="2014537" cy="3153966"/>
          </a:xfrm>
        </p:grpSpPr>
        <p:sp>
          <p:nvSpPr>
            <p:cNvPr id="34822" name="Line 3"/>
            <p:cNvSpPr>
              <a:spLocks noChangeShapeType="1"/>
            </p:cNvSpPr>
            <p:nvPr/>
          </p:nvSpPr>
          <p:spPr bwMode="auto">
            <a:xfrm>
              <a:off x="3167063" y="5105400"/>
              <a:ext cx="35480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15"/>
            </a:p>
          </p:txBody>
        </p:sp>
        <p:sp>
          <p:nvSpPr>
            <p:cNvPr id="34841" name="Oval 22"/>
            <p:cNvSpPr>
              <a:spLocks noChangeArrowheads="1"/>
            </p:cNvSpPr>
            <p:nvPr/>
          </p:nvSpPr>
          <p:spPr bwMode="auto">
            <a:xfrm>
              <a:off x="4427935" y="348615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94</a:t>
              </a:r>
            </a:p>
          </p:txBody>
        </p:sp>
        <p:sp>
          <p:nvSpPr>
            <p:cNvPr id="34842" name="Oval 23"/>
            <p:cNvSpPr>
              <a:spLocks noChangeArrowheads="1"/>
            </p:cNvSpPr>
            <p:nvPr/>
          </p:nvSpPr>
          <p:spPr bwMode="auto">
            <a:xfrm>
              <a:off x="4085035" y="411480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>
                  <a:solidFill>
                    <a:srgbClr val="FF0000"/>
                  </a:solidFill>
                  <a:ea typeface="宋体" panose="02010600030101010101" pitchFamily="2" charset="-122"/>
                </a:rPr>
                <a:t>11</a:t>
              </a:r>
            </a:p>
          </p:txBody>
        </p:sp>
        <p:sp>
          <p:nvSpPr>
            <p:cNvPr id="34843" name="Oval 24"/>
            <p:cNvSpPr>
              <a:spLocks noChangeArrowheads="1"/>
            </p:cNvSpPr>
            <p:nvPr/>
          </p:nvSpPr>
          <p:spPr bwMode="auto">
            <a:xfrm>
              <a:off x="4770835" y="411480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97</a:t>
              </a:r>
            </a:p>
          </p:txBody>
        </p:sp>
        <p:sp>
          <p:nvSpPr>
            <p:cNvPr id="34844" name="Oval 25"/>
            <p:cNvSpPr>
              <a:spLocks noChangeArrowheads="1"/>
            </p:cNvSpPr>
            <p:nvPr/>
          </p:nvSpPr>
          <p:spPr bwMode="auto">
            <a:xfrm>
              <a:off x="3736181" y="4857750"/>
              <a:ext cx="410766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34845" name="Oval 26"/>
            <p:cNvSpPr>
              <a:spLocks noChangeArrowheads="1"/>
            </p:cNvSpPr>
            <p:nvPr/>
          </p:nvSpPr>
          <p:spPr bwMode="auto">
            <a:xfrm>
              <a:off x="4421981" y="4857750"/>
              <a:ext cx="410766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dirty="0">
                  <a:ea typeface="宋体" panose="02010600030101010101" pitchFamily="2" charset="-122"/>
                </a:rPr>
                <a:t>24</a:t>
              </a:r>
            </a:p>
          </p:txBody>
        </p:sp>
        <p:sp>
          <p:nvSpPr>
            <p:cNvPr id="34846" name="Oval 27"/>
            <p:cNvSpPr>
              <a:spLocks noChangeArrowheads="1"/>
            </p:cNvSpPr>
            <p:nvPr/>
          </p:nvSpPr>
          <p:spPr bwMode="auto">
            <a:xfrm>
              <a:off x="4075510" y="560070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11</a:t>
              </a:r>
            </a:p>
          </p:txBody>
        </p:sp>
        <p:sp>
          <p:nvSpPr>
            <p:cNvPr id="34847" name="Oval 28"/>
            <p:cNvSpPr>
              <a:spLocks noChangeArrowheads="1"/>
            </p:cNvSpPr>
            <p:nvPr/>
          </p:nvSpPr>
          <p:spPr bwMode="auto">
            <a:xfrm>
              <a:off x="4561285" y="622935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17</a:t>
              </a:r>
            </a:p>
          </p:txBody>
        </p:sp>
        <p:cxnSp>
          <p:nvCxnSpPr>
            <p:cNvPr id="34848" name="AutoShape 29"/>
            <p:cNvCxnSpPr>
              <a:cxnSpLocks noChangeShapeType="1"/>
              <a:stCxn id="34841" idx="3"/>
              <a:endCxn id="34842" idx="0"/>
            </p:cNvCxnSpPr>
            <p:nvPr/>
          </p:nvCxnSpPr>
          <p:spPr bwMode="auto">
            <a:xfrm flipH="1">
              <a:off x="4291013" y="3836194"/>
              <a:ext cx="197644" cy="2786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849" name="AutoShape 30"/>
            <p:cNvCxnSpPr>
              <a:cxnSpLocks noChangeShapeType="1"/>
              <a:stCxn id="34841" idx="5"/>
              <a:endCxn id="34843" idx="0"/>
            </p:cNvCxnSpPr>
            <p:nvPr/>
          </p:nvCxnSpPr>
          <p:spPr bwMode="auto">
            <a:xfrm>
              <a:off x="4777979" y="3836194"/>
              <a:ext cx="198834" cy="2786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850" name="AutoShape 31"/>
            <p:cNvCxnSpPr>
              <a:cxnSpLocks noChangeShapeType="1"/>
              <a:stCxn id="34842" idx="5"/>
              <a:endCxn id="34845" idx="0"/>
            </p:cNvCxnSpPr>
            <p:nvPr/>
          </p:nvCxnSpPr>
          <p:spPr bwMode="auto">
            <a:xfrm>
              <a:off x="4435079" y="4464844"/>
              <a:ext cx="192881" cy="3929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851" name="AutoShape 32"/>
            <p:cNvCxnSpPr>
              <a:cxnSpLocks noChangeShapeType="1"/>
              <a:stCxn id="34842" idx="3"/>
              <a:endCxn id="34844" idx="0"/>
            </p:cNvCxnSpPr>
            <p:nvPr/>
          </p:nvCxnSpPr>
          <p:spPr bwMode="auto">
            <a:xfrm flipH="1">
              <a:off x="3942160" y="4464844"/>
              <a:ext cx="203597" cy="3929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852" name="AutoShape 33"/>
            <p:cNvCxnSpPr>
              <a:cxnSpLocks noChangeShapeType="1"/>
              <a:stCxn id="34845" idx="3"/>
              <a:endCxn id="34846" idx="0"/>
            </p:cNvCxnSpPr>
            <p:nvPr/>
          </p:nvCxnSpPr>
          <p:spPr bwMode="auto">
            <a:xfrm flipH="1">
              <a:off x="4281488" y="5207794"/>
              <a:ext cx="201216" cy="3929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853" name="AutoShape 34"/>
            <p:cNvCxnSpPr>
              <a:cxnSpLocks noChangeShapeType="1"/>
              <a:stCxn id="34846" idx="5"/>
              <a:endCxn id="34847" idx="0"/>
            </p:cNvCxnSpPr>
            <p:nvPr/>
          </p:nvCxnSpPr>
          <p:spPr bwMode="auto">
            <a:xfrm>
              <a:off x="4425554" y="5950744"/>
              <a:ext cx="341709" cy="2786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854" name="Oval 35"/>
          <p:cNvSpPr>
            <a:spLocks noChangeArrowheads="1"/>
          </p:cNvSpPr>
          <p:nvPr/>
        </p:nvSpPr>
        <p:spPr bwMode="auto">
          <a:xfrm>
            <a:off x="4843145" y="4760595"/>
            <a:ext cx="600075" cy="539750"/>
          </a:xfrm>
          <a:prstGeom prst="ellipse">
            <a:avLst/>
          </a:prstGeom>
          <a:noFill/>
          <a:ln w="38100">
            <a:solidFill>
              <a:srgbClr val="008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宋体" panose="02010600030101010101" pitchFamily="2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539995" y="1450290"/>
            <a:ext cx="5103495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node with two children</a:t>
            </a:r>
          </a:p>
        </p:txBody>
      </p:sp>
      <p:sp>
        <p:nvSpPr>
          <p:cNvPr id="42" name="Line 3"/>
          <p:cNvSpPr>
            <a:spLocks noChangeShapeType="1"/>
          </p:cNvSpPr>
          <p:nvPr/>
        </p:nvSpPr>
        <p:spPr bwMode="auto">
          <a:xfrm>
            <a:off x="6116320" y="4187825"/>
            <a:ext cx="558800" cy="63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015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3" grpId="0" bldLvl="0" animBg="1"/>
      <p:bldP spid="34824" grpId="0" animBg="1"/>
      <p:bldP spid="34824" grpId="1" animBg="1"/>
      <p:bldP spid="34838" grpId="0" bldLvl="0" animBg="1"/>
      <p:bldP spid="34839" grpId="0" bldLvl="0" animBg="1"/>
      <p:bldP spid="34854" grpId="0" bldLvl="0" animBg="1"/>
      <p:bldP spid="42" grpId="0" bldLvl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1682115" cy="902335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63305" cy="48387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6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4626610" cy="7213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zh-CN" sz="3600" dirty="0">
                <a:solidFill>
                  <a:schemeClr val="bg1"/>
                </a:solidFill>
                <a:sym typeface="+mn-ea"/>
              </a:rPr>
              <a:t>Delete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quarter" idx="10"/>
            <p:custDataLst>
              <p:tags r:id="rId4"/>
            </p:custDataLst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CN" sz="790"/>
              <a:t>23/09/11</a:t>
            </a:r>
          </a:p>
        </p:txBody>
      </p:sp>
      <p:pic>
        <p:nvPicPr>
          <p:cNvPr id="8" name="图片 7" descr="华工标志（透明版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3584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Trees and Binary trees – Lecture 4-1</a:t>
            </a:r>
          </a:p>
        </p:txBody>
      </p:sp>
      <p:sp>
        <p:nvSpPr>
          <p:cNvPr id="3584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F70FA47-BE97-4E68-8FC9-F0C9D65EF43B}" type="slidenum">
              <a:rPr lang="en-US" altLang="zh-CN" sz="790"/>
              <a:pPr/>
              <a:t>34</a:t>
            </a:fld>
            <a:endParaRPr lang="en-US" altLang="zh-CN" sz="790"/>
          </a:p>
        </p:txBody>
      </p:sp>
      <p:sp>
        <p:nvSpPr>
          <p:cNvPr id="35847" name="Text Box 4"/>
          <p:cNvSpPr txBox="1">
            <a:spLocks noChangeArrowheads="1"/>
          </p:cNvSpPr>
          <p:nvPr/>
        </p:nvSpPr>
        <p:spPr bwMode="auto">
          <a:xfrm>
            <a:off x="628656" y="5386073"/>
            <a:ext cx="1437640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Remember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11 node</a:t>
            </a:r>
          </a:p>
        </p:txBody>
      </p:sp>
      <p:sp>
        <p:nvSpPr>
          <p:cNvPr id="35848" name="Text Box 5"/>
          <p:cNvSpPr txBox="1">
            <a:spLocks noChangeArrowheads="1"/>
          </p:cNvSpPr>
          <p:nvPr/>
        </p:nvSpPr>
        <p:spPr bwMode="auto">
          <a:xfrm>
            <a:off x="6447770" y="4509356"/>
            <a:ext cx="2468018" cy="1322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ea typeface="宋体" panose="02010600030101010101" pitchFamily="2" charset="-122"/>
              </a:rPr>
              <a:t>Then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 Free </a:t>
            </a:r>
            <a:r>
              <a:rPr lang="en-US" altLang="zh-CN" dirty="0">
                <a:ea typeface="宋体" panose="02010600030101010101" pitchFamily="2" charset="-122"/>
              </a:rPr>
              <a:t>the 11 node and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replace</a:t>
            </a:r>
            <a:r>
              <a:rPr lang="en-US" altLang="zh-CN" dirty="0">
                <a:ea typeface="宋体" panose="02010600030101010101" pitchFamily="2" charset="-122"/>
              </a:rPr>
              <a:t> the pointer to it with a pointer to its child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2040890" y="2400300"/>
            <a:ext cx="1674495" cy="3653790"/>
            <a:chOff x="1200150" y="3486150"/>
            <a:chExt cx="1445419" cy="3153966"/>
          </a:xfrm>
        </p:grpSpPr>
        <p:sp>
          <p:nvSpPr>
            <p:cNvPr id="35849" name="Oval 6"/>
            <p:cNvSpPr>
              <a:spLocks noChangeArrowheads="1"/>
            </p:cNvSpPr>
            <p:nvPr/>
          </p:nvSpPr>
          <p:spPr bwMode="auto">
            <a:xfrm>
              <a:off x="1891904" y="348615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94</a:t>
              </a:r>
            </a:p>
          </p:txBody>
        </p:sp>
        <p:sp>
          <p:nvSpPr>
            <p:cNvPr id="35850" name="Oval 7"/>
            <p:cNvSpPr>
              <a:spLocks noChangeArrowheads="1"/>
            </p:cNvSpPr>
            <p:nvPr/>
          </p:nvSpPr>
          <p:spPr bwMode="auto">
            <a:xfrm>
              <a:off x="1549004" y="411480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solidFill>
                    <a:srgbClr val="FF0000"/>
                  </a:solidFill>
                  <a:ea typeface="宋体" panose="02010600030101010101" pitchFamily="2" charset="-122"/>
                </a:rPr>
                <a:t>11</a:t>
              </a:r>
            </a:p>
          </p:txBody>
        </p:sp>
        <p:sp>
          <p:nvSpPr>
            <p:cNvPr id="35851" name="Oval 8"/>
            <p:cNvSpPr>
              <a:spLocks noChangeArrowheads="1"/>
            </p:cNvSpPr>
            <p:nvPr/>
          </p:nvSpPr>
          <p:spPr bwMode="auto">
            <a:xfrm>
              <a:off x="2234804" y="411480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97</a:t>
              </a:r>
            </a:p>
          </p:txBody>
        </p:sp>
        <p:sp>
          <p:nvSpPr>
            <p:cNvPr id="35852" name="Oval 9"/>
            <p:cNvSpPr>
              <a:spLocks noChangeArrowheads="1"/>
            </p:cNvSpPr>
            <p:nvPr/>
          </p:nvSpPr>
          <p:spPr bwMode="auto">
            <a:xfrm>
              <a:off x="1200150" y="4857750"/>
              <a:ext cx="410766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35853" name="Oval 10"/>
            <p:cNvSpPr>
              <a:spLocks noChangeArrowheads="1"/>
            </p:cNvSpPr>
            <p:nvPr/>
          </p:nvSpPr>
          <p:spPr bwMode="auto">
            <a:xfrm>
              <a:off x="1885950" y="4857750"/>
              <a:ext cx="410766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24</a:t>
              </a:r>
            </a:p>
          </p:txBody>
        </p:sp>
        <p:sp>
          <p:nvSpPr>
            <p:cNvPr id="35854" name="Oval 11"/>
            <p:cNvSpPr>
              <a:spLocks noChangeArrowheads="1"/>
            </p:cNvSpPr>
            <p:nvPr/>
          </p:nvSpPr>
          <p:spPr bwMode="auto">
            <a:xfrm>
              <a:off x="1521619" y="5600700"/>
              <a:ext cx="410766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11</a:t>
              </a:r>
            </a:p>
          </p:txBody>
        </p:sp>
        <p:sp>
          <p:nvSpPr>
            <p:cNvPr id="35855" name="Oval 12"/>
            <p:cNvSpPr>
              <a:spLocks noChangeArrowheads="1"/>
            </p:cNvSpPr>
            <p:nvPr/>
          </p:nvSpPr>
          <p:spPr bwMode="auto">
            <a:xfrm>
              <a:off x="2007394" y="6229350"/>
              <a:ext cx="410766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17</a:t>
              </a:r>
            </a:p>
          </p:txBody>
        </p:sp>
        <p:cxnSp>
          <p:nvCxnSpPr>
            <p:cNvPr id="35856" name="AutoShape 13"/>
            <p:cNvCxnSpPr>
              <a:cxnSpLocks noChangeShapeType="1"/>
              <a:stCxn id="35849" idx="3"/>
              <a:endCxn id="35850" idx="0"/>
            </p:cNvCxnSpPr>
            <p:nvPr/>
          </p:nvCxnSpPr>
          <p:spPr bwMode="auto">
            <a:xfrm flipH="1">
              <a:off x="1754982" y="3836194"/>
              <a:ext cx="197644" cy="2786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5857" name="AutoShape 14"/>
            <p:cNvCxnSpPr>
              <a:cxnSpLocks noChangeShapeType="1"/>
              <a:stCxn id="35849" idx="5"/>
              <a:endCxn id="35851" idx="0"/>
            </p:cNvCxnSpPr>
            <p:nvPr/>
          </p:nvCxnSpPr>
          <p:spPr bwMode="auto">
            <a:xfrm>
              <a:off x="2241947" y="3836194"/>
              <a:ext cx="198834" cy="2786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5858" name="AutoShape 15"/>
            <p:cNvCxnSpPr>
              <a:cxnSpLocks noChangeShapeType="1"/>
              <a:stCxn id="35850" idx="5"/>
              <a:endCxn id="35853" idx="0"/>
            </p:cNvCxnSpPr>
            <p:nvPr/>
          </p:nvCxnSpPr>
          <p:spPr bwMode="auto">
            <a:xfrm>
              <a:off x="1899048" y="4464844"/>
              <a:ext cx="192881" cy="3929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5859" name="AutoShape 16"/>
            <p:cNvCxnSpPr>
              <a:cxnSpLocks noChangeShapeType="1"/>
              <a:stCxn id="35850" idx="3"/>
              <a:endCxn id="35852" idx="0"/>
            </p:cNvCxnSpPr>
            <p:nvPr/>
          </p:nvCxnSpPr>
          <p:spPr bwMode="auto">
            <a:xfrm flipH="1">
              <a:off x="1406128" y="4464844"/>
              <a:ext cx="203597" cy="3929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5860" name="AutoShape 17"/>
            <p:cNvCxnSpPr>
              <a:cxnSpLocks noChangeShapeType="1"/>
              <a:stCxn id="35853" idx="3"/>
              <a:endCxn id="35854" idx="0"/>
            </p:cNvCxnSpPr>
            <p:nvPr/>
          </p:nvCxnSpPr>
          <p:spPr bwMode="auto">
            <a:xfrm flipH="1">
              <a:off x="1727597" y="5207794"/>
              <a:ext cx="219075" cy="3929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5861" name="AutoShape 18"/>
            <p:cNvCxnSpPr>
              <a:cxnSpLocks noChangeShapeType="1"/>
              <a:stCxn id="35854" idx="5"/>
              <a:endCxn id="35855" idx="0"/>
            </p:cNvCxnSpPr>
            <p:nvPr/>
          </p:nvCxnSpPr>
          <p:spPr bwMode="auto">
            <a:xfrm>
              <a:off x="1871663" y="5950744"/>
              <a:ext cx="341710" cy="2786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862" name="Oval 19"/>
            <p:cNvSpPr>
              <a:spLocks noChangeArrowheads="1"/>
            </p:cNvSpPr>
            <p:nvPr/>
          </p:nvSpPr>
          <p:spPr bwMode="auto">
            <a:xfrm>
              <a:off x="1314450" y="5486400"/>
              <a:ext cx="800100" cy="628650"/>
            </a:xfrm>
            <a:prstGeom prst="ellipse">
              <a:avLst/>
            </a:prstGeom>
            <a:noFill/>
            <a:ln w="38100">
              <a:solidFill>
                <a:srgbClr val="008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177030" y="2327910"/>
            <a:ext cx="2475230" cy="3773170"/>
            <a:chOff x="2902744" y="3486150"/>
            <a:chExt cx="2069306" cy="3153966"/>
          </a:xfrm>
        </p:grpSpPr>
        <p:sp>
          <p:nvSpPr>
            <p:cNvPr id="35846" name="Line 3"/>
            <p:cNvSpPr>
              <a:spLocks noChangeShapeType="1"/>
            </p:cNvSpPr>
            <p:nvPr/>
          </p:nvSpPr>
          <p:spPr bwMode="auto">
            <a:xfrm>
              <a:off x="2902744" y="5105400"/>
              <a:ext cx="35480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15"/>
            </a:p>
          </p:txBody>
        </p:sp>
        <p:sp>
          <p:nvSpPr>
            <p:cNvPr id="35863" name="Oval 20"/>
            <p:cNvSpPr>
              <a:spLocks noChangeArrowheads="1"/>
            </p:cNvSpPr>
            <p:nvPr/>
          </p:nvSpPr>
          <p:spPr bwMode="auto">
            <a:xfrm>
              <a:off x="4218385" y="348615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94</a:t>
              </a:r>
            </a:p>
          </p:txBody>
        </p:sp>
        <p:sp>
          <p:nvSpPr>
            <p:cNvPr id="35864" name="Oval 21"/>
            <p:cNvSpPr>
              <a:spLocks noChangeArrowheads="1"/>
            </p:cNvSpPr>
            <p:nvPr/>
          </p:nvSpPr>
          <p:spPr bwMode="auto">
            <a:xfrm>
              <a:off x="3875485" y="411480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11</a:t>
              </a:r>
            </a:p>
          </p:txBody>
        </p:sp>
        <p:sp>
          <p:nvSpPr>
            <p:cNvPr id="35865" name="Oval 22"/>
            <p:cNvSpPr>
              <a:spLocks noChangeArrowheads="1"/>
            </p:cNvSpPr>
            <p:nvPr/>
          </p:nvSpPr>
          <p:spPr bwMode="auto">
            <a:xfrm>
              <a:off x="4561285" y="411480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97</a:t>
              </a:r>
            </a:p>
          </p:txBody>
        </p:sp>
        <p:sp>
          <p:nvSpPr>
            <p:cNvPr id="35866" name="Oval 23"/>
            <p:cNvSpPr>
              <a:spLocks noChangeArrowheads="1"/>
            </p:cNvSpPr>
            <p:nvPr/>
          </p:nvSpPr>
          <p:spPr bwMode="auto">
            <a:xfrm>
              <a:off x="3526631" y="4857750"/>
              <a:ext cx="410766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35867" name="Oval 24"/>
            <p:cNvSpPr>
              <a:spLocks noChangeArrowheads="1"/>
            </p:cNvSpPr>
            <p:nvPr/>
          </p:nvSpPr>
          <p:spPr bwMode="auto">
            <a:xfrm>
              <a:off x="4332685" y="485775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24</a:t>
              </a:r>
            </a:p>
          </p:txBody>
        </p:sp>
        <p:sp>
          <p:nvSpPr>
            <p:cNvPr id="35868" name="Oval 25"/>
            <p:cNvSpPr>
              <a:spLocks noChangeArrowheads="1"/>
            </p:cNvSpPr>
            <p:nvPr/>
          </p:nvSpPr>
          <p:spPr bwMode="auto">
            <a:xfrm>
              <a:off x="3732610" y="560070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11</a:t>
              </a:r>
            </a:p>
          </p:txBody>
        </p:sp>
        <p:sp>
          <p:nvSpPr>
            <p:cNvPr id="35869" name="Oval 26"/>
            <p:cNvSpPr>
              <a:spLocks noChangeArrowheads="1"/>
            </p:cNvSpPr>
            <p:nvPr/>
          </p:nvSpPr>
          <p:spPr bwMode="auto">
            <a:xfrm>
              <a:off x="4218385" y="622935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17</a:t>
              </a:r>
            </a:p>
          </p:txBody>
        </p:sp>
        <p:cxnSp>
          <p:nvCxnSpPr>
            <p:cNvPr id="35870" name="AutoShape 27"/>
            <p:cNvCxnSpPr>
              <a:cxnSpLocks noChangeShapeType="1"/>
              <a:stCxn id="35863" idx="3"/>
              <a:endCxn id="35864" idx="0"/>
            </p:cNvCxnSpPr>
            <p:nvPr/>
          </p:nvCxnSpPr>
          <p:spPr bwMode="auto">
            <a:xfrm flipH="1">
              <a:off x="4081463" y="3836194"/>
              <a:ext cx="197644" cy="2786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5871" name="AutoShape 28"/>
            <p:cNvCxnSpPr>
              <a:cxnSpLocks noChangeShapeType="1"/>
              <a:stCxn id="35863" idx="5"/>
              <a:endCxn id="35865" idx="0"/>
            </p:cNvCxnSpPr>
            <p:nvPr/>
          </p:nvCxnSpPr>
          <p:spPr bwMode="auto">
            <a:xfrm>
              <a:off x="4568429" y="3836194"/>
              <a:ext cx="198834" cy="2786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5872" name="AutoShape 29"/>
            <p:cNvCxnSpPr>
              <a:cxnSpLocks noChangeShapeType="1"/>
              <a:stCxn id="35864" idx="5"/>
              <a:endCxn id="35867" idx="0"/>
            </p:cNvCxnSpPr>
            <p:nvPr/>
          </p:nvCxnSpPr>
          <p:spPr bwMode="auto">
            <a:xfrm>
              <a:off x="4225529" y="4464844"/>
              <a:ext cx="313134" cy="3929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5873" name="AutoShape 30"/>
            <p:cNvCxnSpPr>
              <a:cxnSpLocks noChangeShapeType="1"/>
              <a:stCxn id="35864" idx="3"/>
              <a:endCxn id="35866" idx="0"/>
            </p:cNvCxnSpPr>
            <p:nvPr/>
          </p:nvCxnSpPr>
          <p:spPr bwMode="auto">
            <a:xfrm flipH="1">
              <a:off x="3732610" y="4464844"/>
              <a:ext cx="203597" cy="3929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5874" name="AutoShape 31"/>
            <p:cNvCxnSpPr>
              <a:cxnSpLocks noChangeShapeType="1"/>
              <a:stCxn id="35867" idx="3"/>
              <a:endCxn id="35868" idx="0"/>
            </p:cNvCxnSpPr>
            <p:nvPr/>
          </p:nvCxnSpPr>
          <p:spPr bwMode="auto">
            <a:xfrm flipH="1">
              <a:off x="3938588" y="5207794"/>
              <a:ext cx="454819" cy="3929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5875" name="AutoShape 32"/>
            <p:cNvCxnSpPr>
              <a:cxnSpLocks noChangeShapeType="1"/>
              <a:stCxn id="35868" idx="5"/>
              <a:endCxn id="35869" idx="0"/>
            </p:cNvCxnSpPr>
            <p:nvPr/>
          </p:nvCxnSpPr>
          <p:spPr bwMode="auto">
            <a:xfrm>
              <a:off x="4082654" y="5950744"/>
              <a:ext cx="341709" cy="2786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876" name="Line 33"/>
            <p:cNvSpPr>
              <a:spLocks noChangeShapeType="1"/>
            </p:cNvSpPr>
            <p:nvPr/>
          </p:nvSpPr>
          <p:spPr bwMode="auto">
            <a:xfrm>
              <a:off x="3714750" y="5600700"/>
              <a:ext cx="400050" cy="40005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35877" name="Line 34"/>
            <p:cNvSpPr>
              <a:spLocks noChangeShapeType="1"/>
            </p:cNvSpPr>
            <p:nvPr/>
          </p:nvSpPr>
          <p:spPr bwMode="auto">
            <a:xfrm flipH="1">
              <a:off x="3714750" y="5600700"/>
              <a:ext cx="400050" cy="40005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cxnSp>
          <p:nvCxnSpPr>
            <p:cNvPr id="35878" name="AutoShape 35"/>
            <p:cNvCxnSpPr>
              <a:cxnSpLocks noChangeShapeType="1"/>
              <a:stCxn id="35867" idx="3"/>
              <a:endCxn id="35869" idx="0"/>
            </p:cNvCxnSpPr>
            <p:nvPr/>
          </p:nvCxnSpPr>
          <p:spPr bwMode="auto">
            <a:xfrm>
              <a:off x="4393407" y="5207794"/>
              <a:ext cx="30956" cy="1021556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9" name="矩形 38"/>
          <p:cNvSpPr/>
          <p:nvPr/>
        </p:nvSpPr>
        <p:spPr>
          <a:xfrm>
            <a:off x="612385" y="1556970"/>
            <a:ext cx="7078345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node with two children (continued)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7" grpId="0" bldLvl="0" animBg="1"/>
      <p:bldP spid="35848" grpId="0" bldLvl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3624580" cy="902335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63305" cy="48387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6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4626610" cy="7213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zh-CN" sz="3600" dirty="0">
                <a:solidFill>
                  <a:schemeClr val="bg1"/>
                </a:solidFill>
                <a:sym typeface="+mn-ea"/>
              </a:rPr>
              <a:t>Remove (delete)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quarter" idx="10"/>
            <p:custDataLst>
              <p:tags r:id="rId4"/>
            </p:custDataLst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CN" sz="790"/>
              <a:t>23/09/11</a:t>
            </a:r>
          </a:p>
        </p:txBody>
      </p:sp>
      <p:pic>
        <p:nvPicPr>
          <p:cNvPr id="8" name="图片 7" descr="华工标志（透明版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3686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Trees and Binary trees – Lecture 4-1</a:t>
            </a:r>
          </a:p>
        </p:txBody>
      </p:sp>
      <p:sp>
        <p:nvSpPr>
          <p:cNvPr id="3686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20AD119-562C-4C14-B9ED-D9F9323A5897}" type="slidenum">
              <a:rPr lang="en-US" altLang="zh-CN" sz="790"/>
              <a:pPr/>
              <a:t>35</a:t>
            </a:fld>
            <a:endParaRPr lang="en-US" altLang="zh-CN" sz="790"/>
          </a:p>
        </p:txBody>
      </p:sp>
      <p:sp>
        <p:nvSpPr>
          <p:cNvPr id="368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2140" y="1449070"/>
            <a:ext cx="8034020" cy="4351020"/>
          </a:xfrm>
        </p:spPr>
        <p:txBody>
          <a:bodyPr>
            <a:noAutofit/>
          </a:bodyPr>
          <a:lstStyle/>
          <a:p>
            <a:pPr fontAlgn="auto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zh-CN" sz="1600" dirty="0">
                <a:solidFill>
                  <a:srgbClr val="008000"/>
                </a:solidFill>
              </a:rPr>
              <a:t>/**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zh-CN" sz="1600" dirty="0">
                <a:solidFill>
                  <a:srgbClr val="008000"/>
                </a:solidFill>
              </a:rPr>
              <a:t>* remove from a subtree. Textbook page 140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zh-CN" sz="1600" dirty="0">
                <a:solidFill>
                  <a:srgbClr val="008000"/>
                </a:solidFill>
              </a:rPr>
              <a:t>* x is the item to remove.  t is the node that roots the subtree.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zh-CN" sz="1600" dirty="0">
                <a:solidFill>
                  <a:srgbClr val="008000"/>
                </a:solidFill>
              </a:rPr>
              <a:t>* Set the new root of the subtree.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zh-CN" sz="1600" dirty="0">
                <a:solidFill>
                  <a:srgbClr val="008000"/>
                </a:solidFill>
              </a:rPr>
              <a:t>*/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zh-CN" sz="1600" dirty="0"/>
              <a:t>void remove( </a:t>
            </a:r>
            <a:r>
              <a:rPr lang="en-US" altLang="zh-CN" sz="1600" dirty="0" err="1"/>
              <a:t>const</a:t>
            </a:r>
            <a:r>
              <a:rPr lang="en-US" altLang="zh-CN" sz="1600" dirty="0"/>
              <a:t> Comparable &amp; x, </a:t>
            </a:r>
            <a:r>
              <a:rPr lang="en-US" altLang="zh-CN" sz="1600" dirty="0" err="1"/>
              <a:t>BinaryNode</a:t>
            </a:r>
            <a:r>
              <a:rPr lang="en-US" altLang="zh-CN" sz="1600" dirty="0"/>
              <a:t> * </a:t>
            </a:r>
            <a:r>
              <a:rPr lang="en-US" altLang="zh-CN" sz="1600" dirty="0">
                <a:solidFill>
                  <a:srgbClr val="FF0000"/>
                </a:solidFill>
              </a:rPr>
              <a:t>&amp;</a:t>
            </a:r>
            <a:r>
              <a:rPr lang="en-US" altLang="zh-CN" sz="1600" dirty="0"/>
              <a:t> t ){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zh-CN" sz="1600" dirty="0"/>
              <a:t>   if( t == </a:t>
            </a:r>
            <a:r>
              <a:rPr lang="en-US" altLang="zh-CN" sz="1600" dirty="0" err="1"/>
              <a:t>nullptr</a:t>
            </a:r>
            <a:r>
              <a:rPr lang="en-US" altLang="zh-CN" sz="1600" dirty="0"/>
              <a:t> ) return; // Item not found; do nothing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zh-CN" sz="1600" dirty="0"/>
              <a:t>   if( x &lt; t-&gt;element ) remove( x, t-&gt;left );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zh-CN" sz="1600" dirty="0"/>
              <a:t>   else if( t-&gt;element &lt; x ) remove( x, t-&gt;right );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zh-CN" sz="1600" dirty="0"/>
              <a:t>   else if( t-&gt;left != </a:t>
            </a:r>
            <a:r>
              <a:rPr lang="en-US" altLang="zh-CN" sz="1600" dirty="0" err="1"/>
              <a:t>nullptr</a:t>
            </a:r>
            <a:r>
              <a:rPr lang="en-US" altLang="zh-CN" sz="1600" dirty="0"/>
              <a:t> &amp;&amp; t-&gt;right != </a:t>
            </a:r>
            <a:r>
              <a:rPr lang="en-US" altLang="zh-CN" sz="1600" dirty="0" err="1"/>
              <a:t>nullptr</a:t>
            </a:r>
            <a:r>
              <a:rPr lang="en-US" altLang="zh-CN" sz="1600" dirty="0"/>
              <a:t> ){// Two children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zh-CN" sz="1600" dirty="0"/>
              <a:t>      t-&gt;element = </a:t>
            </a:r>
            <a:r>
              <a:rPr lang="en-US" altLang="zh-CN" sz="1600" dirty="0" err="1">
                <a:solidFill>
                  <a:srgbClr val="FF0000"/>
                </a:solidFill>
              </a:rPr>
              <a:t>findMin</a:t>
            </a:r>
            <a:r>
              <a:rPr lang="en-US" altLang="zh-CN" sz="1600" dirty="0"/>
              <a:t>( t-&gt;right )-&gt;element;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zh-CN" sz="1600" dirty="0"/>
              <a:t>      remove( t-&gt;element, t-&gt;right );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zh-CN" sz="1600" dirty="0"/>
              <a:t>   }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zh-CN" sz="1600" dirty="0"/>
              <a:t>   else{ 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zh-CN" sz="1600" dirty="0"/>
              <a:t>      </a:t>
            </a:r>
            <a:r>
              <a:rPr lang="en-US" altLang="zh-CN" sz="1600" dirty="0" err="1"/>
              <a:t>BinaryNode</a:t>
            </a:r>
            <a:r>
              <a:rPr lang="en-US" altLang="zh-CN" sz="1600" dirty="0"/>
              <a:t> *</a:t>
            </a:r>
            <a:r>
              <a:rPr lang="en-US" altLang="zh-CN" sz="1600" dirty="0" err="1"/>
              <a:t>oldNode</a:t>
            </a:r>
            <a:r>
              <a:rPr lang="en-US" altLang="zh-CN" sz="1600" dirty="0"/>
              <a:t> = t;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zh-CN" sz="1600" dirty="0"/>
              <a:t>      t = ( t-&gt;left != </a:t>
            </a:r>
            <a:r>
              <a:rPr lang="en-US" altLang="zh-CN" sz="1600" dirty="0" err="1"/>
              <a:t>nullptr</a:t>
            </a:r>
            <a:r>
              <a:rPr lang="en-US" altLang="zh-CN" sz="1600" dirty="0"/>
              <a:t> ) ? t-&gt;left : t-&gt;right;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zh-CN" sz="1600" dirty="0"/>
              <a:t>      delete </a:t>
            </a:r>
            <a:r>
              <a:rPr lang="en-US" altLang="zh-CN" sz="1600" dirty="0" err="1"/>
              <a:t>oldNode</a:t>
            </a:r>
            <a:r>
              <a:rPr lang="en-US" altLang="zh-CN" sz="1600" dirty="0"/>
              <a:t>;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zh-CN" sz="1600" dirty="0"/>
              <a:t>   }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zh-CN" sz="1600" dirty="0"/>
              <a:t>}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7971790" y="5406390"/>
            <a:ext cx="637540" cy="732155"/>
            <a:chOff x="1350" y="4532"/>
            <a:chExt cx="446" cy="512"/>
          </a:xfrm>
          <a:solidFill>
            <a:schemeClr val="accent1">
              <a:lumMod val="50000"/>
              <a:alpha val="31000"/>
            </a:schemeClr>
          </a:solidFill>
        </p:grpSpPr>
        <p:sp>
          <p:nvSpPr>
            <p:cNvPr id="279" name="AutoShape 131"/>
            <p:cNvSpPr/>
            <p:nvPr>
              <p:custDataLst>
                <p:tags r:id="rId6"/>
              </p:custDataLst>
            </p:nvPr>
          </p:nvSpPr>
          <p:spPr bwMode="auto">
            <a:xfrm>
              <a:off x="1350" y="4532"/>
              <a:ext cx="447" cy="51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057" y="5400"/>
                  </a:moveTo>
                  <a:lnTo>
                    <a:pt x="20057" y="6075"/>
                  </a:lnTo>
                  <a:lnTo>
                    <a:pt x="1542" y="6075"/>
                  </a:lnTo>
                  <a:lnTo>
                    <a:pt x="1542" y="5400"/>
                  </a:lnTo>
                  <a:lnTo>
                    <a:pt x="1542" y="4725"/>
                  </a:lnTo>
                  <a:cubicBezTo>
                    <a:pt x="1542" y="4352"/>
                    <a:pt x="1887" y="4050"/>
                    <a:pt x="2314" y="4050"/>
                  </a:cubicBezTo>
                  <a:lnTo>
                    <a:pt x="19285" y="4050"/>
                  </a:lnTo>
                  <a:cubicBezTo>
                    <a:pt x="19712" y="4050"/>
                    <a:pt x="20057" y="4352"/>
                    <a:pt x="20057" y="4725"/>
                  </a:cubicBezTo>
                  <a:cubicBezTo>
                    <a:pt x="20057" y="4725"/>
                    <a:pt x="20057" y="5400"/>
                    <a:pt x="20057" y="5400"/>
                  </a:cubicBezTo>
                  <a:close/>
                  <a:moveTo>
                    <a:pt x="18514" y="18900"/>
                  </a:moveTo>
                  <a:cubicBezTo>
                    <a:pt x="18514" y="19644"/>
                    <a:pt x="17822" y="20249"/>
                    <a:pt x="16971" y="20249"/>
                  </a:cubicBezTo>
                  <a:lnTo>
                    <a:pt x="4628" y="20249"/>
                  </a:lnTo>
                  <a:cubicBezTo>
                    <a:pt x="3777" y="20249"/>
                    <a:pt x="3085" y="19644"/>
                    <a:pt x="3085" y="18900"/>
                  </a:cubicBezTo>
                  <a:lnTo>
                    <a:pt x="3085" y="7425"/>
                  </a:lnTo>
                  <a:lnTo>
                    <a:pt x="18514" y="7425"/>
                  </a:lnTo>
                  <a:cubicBezTo>
                    <a:pt x="18514" y="7425"/>
                    <a:pt x="18514" y="18900"/>
                    <a:pt x="18514" y="18900"/>
                  </a:cubicBezTo>
                  <a:close/>
                  <a:moveTo>
                    <a:pt x="6171" y="2025"/>
                  </a:moveTo>
                  <a:cubicBezTo>
                    <a:pt x="6171" y="1652"/>
                    <a:pt x="6516" y="1350"/>
                    <a:pt x="6942" y="1350"/>
                  </a:cubicBezTo>
                  <a:lnTo>
                    <a:pt x="14657" y="1350"/>
                  </a:lnTo>
                  <a:cubicBezTo>
                    <a:pt x="15083" y="1350"/>
                    <a:pt x="15428" y="1652"/>
                    <a:pt x="15428" y="2025"/>
                  </a:cubicBezTo>
                  <a:lnTo>
                    <a:pt x="15428" y="2700"/>
                  </a:lnTo>
                  <a:lnTo>
                    <a:pt x="6171" y="2700"/>
                  </a:lnTo>
                  <a:cubicBezTo>
                    <a:pt x="6171" y="2700"/>
                    <a:pt x="6171" y="2025"/>
                    <a:pt x="6171" y="2025"/>
                  </a:cubicBezTo>
                  <a:close/>
                  <a:moveTo>
                    <a:pt x="21585" y="4601"/>
                  </a:moveTo>
                  <a:cubicBezTo>
                    <a:pt x="21511" y="3541"/>
                    <a:pt x="20516" y="2700"/>
                    <a:pt x="19285" y="2700"/>
                  </a:cubicBezTo>
                  <a:lnTo>
                    <a:pt x="16971" y="2700"/>
                  </a:lnTo>
                  <a:lnTo>
                    <a:pt x="16971" y="2025"/>
                  </a:lnTo>
                  <a:cubicBezTo>
                    <a:pt x="16971" y="906"/>
                    <a:pt x="15935" y="0"/>
                    <a:pt x="14657" y="0"/>
                  </a:cubicBezTo>
                  <a:lnTo>
                    <a:pt x="6942" y="0"/>
                  </a:lnTo>
                  <a:cubicBezTo>
                    <a:pt x="5664" y="0"/>
                    <a:pt x="4628" y="906"/>
                    <a:pt x="4628" y="2025"/>
                  </a:cubicBezTo>
                  <a:lnTo>
                    <a:pt x="4628" y="2700"/>
                  </a:lnTo>
                  <a:lnTo>
                    <a:pt x="2314" y="2700"/>
                  </a:lnTo>
                  <a:cubicBezTo>
                    <a:pt x="1083" y="2700"/>
                    <a:pt x="88" y="3541"/>
                    <a:pt x="14" y="4601"/>
                  </a:cubicBezTo>
                  <a:lnTo>
                    <a:pt x="0" y="4601"/>
                  </a:lnTo>
                  <a:lnTo>
                    <a:pt x="0" y="5400"/>
                  </a:lnTo>
                  <a:lnTo>
                    <a:pt x="0" y="6075"/>
                  </a:lnTo>
                  <a:cubicBezTo>
                    <a:pt x="0" y="6820"/>
                    <a:pt x="691" y="7425"/>
                    <a:pt x="1542" y="7425"/>
                  </a:cubicBezTo>
                  <a:lnTo>
                    <a:pt x="1542" y="18900"/>
                  </a:lnTo>
                  <a:cubicBezTo>
                    <a:pt x="1542" y="20391"/>
                    <a:pt x="2924" y="21599"/>
                    <a:pt x="4628" y="21599"/>
                  </a:cubicBezTo>
                  <a:lnTo>
                    <a:pt x="16971" y="21599"/>
                  </a:lnTo>
                  <a:cubicBezTo>
                    <a:pt x="18675" y="21599"/>
                    <a:pt x="20057" y="20391"/>
                    <a:pt x="20057" y="18900"/>
                  </a:cubicBezTo>
                  <a:lnTo>
                    <a:pt x="20057" y="7425"/>
                  </a:lnTo>
                  <a:cubicBezTo>
                    <a:pt x="20908" y="7425"/>
                    <a:pt x="21599" y="6820"/>
                    <a:pt x="21599" y="6075"/>
                  </a:cubicBezTo>
                  <a:lnTo>
                    <a:pt x="21599" y="5400"/>
                  </a:lnTo>
                  <a:lnTo>
                    <a:pt x="21599" y="4601"/>
                  </a:lnTo>
                  <a:cubicBezTo>
                    <a:pt x="21599" y="4601"/>
                    <a:pt x="21585" y="4601"/>
                    <a:pt x="21585" y="4601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lIns="38100" tIns="38100" rIns="38100" bIns="38100" anchor="ctr"/>
            <a:lstStyle/>
            <a:p>
              <a:pPr defTabSz="608965">
                <a:defRPr/>
              </a:pPr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80" name="AutoShape 132"/>
            <p:cNvSpPr/>
            <p:nvPr>
              <p:custDataLst>
                <p:tags r:id="rId7"/>
              </p:custDataLst>
            </p:nvPr>
          </p:nvSpPr>
          <p:spPr bwMode="auto">
            <a:xfrm>
              <a:off x="1445" y="4738"/>
              <a:ext cx="65" cy="23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5399" y="1440"/>
                  </a:moveTo>
                  <a:lnTo>
                    <a:pt x="16199" y="1440"/>
                  </a:lnTo>
                  <a:lnTo>
                    <a:pt x="16199" y="20160"/>
                  </a:lnTo>
                  <a:lnTo>
                    <a:pt x="5399" y="20160"/>
                  </a:lnTo>
                  <a:cubicBezTo>
                    <a:pt x="5399" y="20160"/>
                    <a:pt x="5399" y="1440"/>
                    <a:pt x="5399" y="1440"/>
                  </a:cubicBezTo>
                  <a:close/>
                  <a:moveTo>
                    <a:pt x="5399" y="21600"/>
                  </a:moveTo>
                  <a:lnTo>
                    <a:pt x="16199" y="21600"/>
                  </a:lnTo>
                  <a:cubicBezTo>
                    <a:pt x="19187" y="21600"/>
                    <a:pt x="21600" y="20956"/>
                    <a:pt x="21600" y="20160"/>
                  </a:cubicBezTo>
                  <a:lnTo>
                    <a:pt x="21600" y="1440"/>
                  </a:lnTo>
                  <a:cubicBezTo>
                    <a:pt x="21600" y="644"/>
                    <a:pt x="19187" y="0"/>
                    <a:pt x="16199" y="0"/>
                  </a:cubicBezTo>
                  <a:lnTo>
                    <a:pt x="5399" y="0"/>
                  </a:lnTo>
                  <a:cubicBezTo>
                    <a:pt x="2412" y="0"/>
                    <a:pt x="0" y="644"/>
                    <a:pt x="0" y="1440"/>
                  </a:cubicBezTo>
                  <a:lnTo>
                    <a:pt x="0" y="20160"/>
                  </a:lnTo>
                  <a:cubicBezTo>
                    <a:pt x="0" y="20956"/>
                    <a:pt x="2412" y="21600"/>
                    <a:pt x="5399" y="2160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38100" tIns="38100" rIns="38100" bIns="38100" anchor="ctr"/>
            <a:lstStyle/>
            <a:p>
              <a:pPr defTabSz="608965">
                <a:defRPr/>
              </a:pPr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3" name="AutoShape 133"/>
            <p:cNvSpPr/>
            <p:nvPr>
              <p:custDataLst>
                <p:tags r:id="rId8"/>
              </p:custDataLst>
            </p:nvPr>
          </p:nvSpPr>
          <p:spPr bwMode="auto">
            <a:xfrm>
              <a:off x="1541" y="4738"/>
              <a:ext cx="65" cy="23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5399" y="1440"/>
                  </a:moveTo>
                  <a:lnTo>
                    <a:pt x="16199" y="1440"/>
                  </a:lnTo>
                  <a:lnTo>
                    <a:pt x="16199" y="20160"/>
                  </a:lnTo>
                  <a:lnTo>
                    <a:pt x="5399" y="20160"/>
                  </a:lnTo>
                  <a:cubicBezTo>
                    <a:pt x="5399" y="20160"/>
                    <a:pt x="5399" y="1440"/>
                    <a:pt x="5399" y="1440"/>
                  </a:cubicBezTo>
                  <a:close/>
                  <a:moveTo>
                    <a:pt x="5399" y="21600"/>
                  </a:moveTo>
                  <a:lnTo>
                    <a:pt x="16199" y="21600"/>
                  </a:lnTo>
                  <a:cubicBezTo>
                    <a:pt x="19187" y="21600"/>
                    <a:pt x="21600" y="20956"/>
                    <a:pt x="21600" y="20160"/>
                  </a:cubicBezTo>
                  <a:lnTo>
                    <a:pt x="21600" y="1440"/>
                  </a:lnTo>
                  <a:cubicBezTo>
                    <a:pt x="21600" y="644"/>
                    <a:pt x="19187" y="0"/>
                    <a:pt x="16199" y="0"/>
                  </a:cubicBezTo>
                  <a:lnTo>
                    <a:pt x="5399" y="0"/>
                  </a:lnTo>
                  <a:cubicBezTo>
                    <a:pt x="2412" y="0"/>
                    <a:pt x="0" y="644"/>
                    <a:pt x="0" y="1440"/>
                  </a:cubicBezTo>
                  <a:lnTo>
                    <a:pt x="0" y="20160"/>
                  </a:lnTo>
                  <a:cubicBezTo>
                    <a:pt x="0" y="20956"/>
                    <a:pt x="2412" y="21600"/>
                    <a:pt x="5399" y="2160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38100" tIns="38100" rIns="38100" bIns="38100" anchor="ctr"/>
            <a:lstStyle/>
            <a:p>
              <a:pPr defTabSz="608965">
                <a:defRPr/>
              </a:pPr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82" name="AutoShape 134"/>
            <p:cNvSpPr/>
            <p:nvPr>
              <p:custDataLst>
                <p:tags r:id="rId9"/>
              </p:custDataLst>
            </p:nvPr>
          </p:nvSpPr>
          <p:spPr bwMode="auto">
            <a:xfrm>
              <a:off x="1636" y="4738"/>
              <a:ext cx="65" cy="23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5399" y="1440"/>
                  </a:moveTo>
                  <a:lnTo>
                    <a:pt x="16199" y="1440"/>
                  </a:lnTo>
                  <a:lnTo>
                    <a:pt x="16199" y="20160"/>
                  </a:lnTo>
                  <a:lnTo>
                    <a:pt x="5399" y="20160"/>
                  </a:lnTo>
                  <a:cubicBezTo>
                    <a:pt x="5399" y="20160"/>
                    <a:pt x="5399" y="1440"/>
                    <a:pt x="5399" y="1440"/>
                  </a:cubicBezTo>
                  <a:close/>
                  <a:moveTo>
                    <a:pt x="5399" y="21600"/>
                  </a:moveTo>
                  <a:lnTo>
                    <a:pt x="16199" y="21600"/>
                  </a:lnTo>
                  <a:cubicBezTo>
                    <a:pt x="19187" y="21600"/>
                    <a:pt x="21600" y="20956"/>
                    <a:pt x="21600" y="20160"/>
                  </a:cubicBezTo>
                  <a:lnTo>
                    <a:pt x="21600" y="1440"/>
                  </a:lnTo>
                  <a:cubicBezTo>
                    <a:pt x="21600" y="644"/>
                    <a:pt x="19187" y="0"/>
                    <a:pt x="16199" y="0"/>
                  </a:cubicBezTo>
                  <a:lnTo>
                    <a:pt x="5399" y="0"/>
                  </a:lnTo>
                  <a:cubicBezTo>
                    <a:pt x="2412" y="0"/>
                    <a:pt x="0" y="644"/>
                    <a:pt x="0" y="1440"/>
                  </a:cubicBezTo>
                  <a:lnTo>
                    <a:pt x="0" y="20160"/>
                  </a:lnTo>
                  <a:cubicBezTo>
                    <a:pt x="0" y="20956"/>
                    <a:pt x="2412" y="21600"/>
                    <a:pt x="5399" y="2160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38100" tIns="38100" rIns="38100" bIns="38100" anchor="ctr"/>
            <a:lstStyle/>
            <a:p>
              <a:pPr defTabSz="608965">
                <a:defRPr/>
              </a:pPr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3658870" cy="902335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63305" cy="48387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4626610" cy="7213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zh-CN" sz="3600" dirty="0">
                <a:solidFill>
                  <a:schemeClr val="bg1"/>
                </a:solidFill>
                <a:sym typeface="+mn-ea"/>
              </a:rPr>
              <a:t>Analysis of  BST</a:t>
            </a:r>
          </a:p>
        </p:txBody>
      </p:sp>
      <p:sp>
        <p:nvSpPr>
          <p:cNvPr id="8" name="日期占位符 3"/>
          <p:cNvSpPr>
            <a:spLocks noGrp="1"/>
          </p:cNvSpPr>
          <p:nvPr>
            <p:ph type="dt" sz="quarter" idx="10"/>
            <p:custDataLst>
              <p:tags r:id="rId4"/>
            </p:custDataLst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CN" sz="790"/>
              <a:t>23/09/11</a:t>
            </a:r>
          </a:p>
        </p:txBody>
      </p:sp>
      <p:pic>
        <p:nvPicPr>
          <p:cNvPr id="9" name="图片 8" descr="华工标志（透明版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53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74755" name="Content Placeholder 2"/>
          <p:cNvSpPr>
            <a:spLocks noGrp="1"/>
          </p:cNvSpPr>
          <p:nvPr>
            <p:ph idx="1"/>
          </p:nvPr>
        </p:nvSpPr>
        <p:spPr>
          <a:xfrm>
            <a:off x="633847" y="1541782"/>
            <a:ext cx="7886700" cy="4351337"/>
          </a:xfrm>
        </p:spPr>
        <p:txBody>
          <a:bodyPr>
            <a:normAutofit/>
          </a:bodyPr>
          <a:lstStyle/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800" dirty="0"/>
              <a:t>Cost of finding, insertion, and removal (one node) is the depth of the deepest node in the tree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/>
              <a:t>Desirable to keep BSTs </a:t>
            </a:r>
            <a:r>
              <a:rPr lang="en-US" altLang="zh-CN" sz="2400" b="1" dirty="0">
                <a:solidFill>
                  <a:srgbClr val="FF0000"/>
                </a:solidFill>
              </a:rPr>
              <a:t>balanced, </a:t>
            </a:r>
            <a:r>
              <a:rPr lang="en-US" altLang="zh-CN" sz="2400" dirty="0"/>
              <a:t>that is, with least possible height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/>
              <a:t>Balanced BST in average case: </a:t>
            </a:r>
            <a:r>
              <a:rPr lang="el-GR" altLang="zh-CN" sz="2400" dirty="0"/>
              <a:t>Θ</a:t>
            </a:r>
            <a:r>
              <a:rPr lang="en-US" altLang="zh-CN" sz="2400" dirty="0"/>
              <a:t>(log n)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/>
              <a:t>Unbalanced BST in worst case: </a:t>
            </a:r>
            <a:r>
              <a:rPr lang="el-GR" altLang="zh-CN" sz="2400" dirty="0"/>
              <a:t>Θ</a:t>
            </a:r>
            <a:r>
              <a:rPr lang="en-US" altLang="zh-CN" sz="2400" dirty="0"/>
              <a:t>(n)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800" dirty="0"/>
              <a:t>Traverse cost: </a:t>
            </a:r>
            <a:r>
              <a:rPr lang="el-GR" altLang="zh-CN" sz="2800" dirty="0"/>
              <a:t>Θ</a:t>
            </a:r>
            <a:r>
              <a:rPr lang="en-US" altLang="zh-CN" sz="2800" dirty="0"/>
              <a:t>(n)</a:t>
            </a:r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E68F3F1-2453-4D98-BAE9-DF7FFBCCFB78}" type="slidenum">
              <a:rPr lang="en-US" altLang="zh-CN" sz="465" smtClean="0"/>
              <a:pPr/>
              <a:t>36</a:t>
            </a:fld>
            <a:endParaRPr lang="en-US" altLang="zh-CN" sz="465"/>
          </a:p>
        </p:txBody>
      </p:sp>
      <p:sp>
        <p:nvSpPr>
          <p:cNvPr id="2" name="矩形 1"/>
          <p:cNvSpPr/>
          <p:nvPr/>
        </p:nvSpPr>
        <p:spPr>
          <a:xfrm>
            <a:off x="689610" y="5228590"/>
            <a:ext cx="7710805" cy="52197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It is preferable for a BST to be as shallow as possible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65"/>
              <a:t>Trees and Binary trees – Lecture 4-1</a:t>
            </a:r>
            <a:endParaRPr lang="zh-CN" altLang="en-US" sz="465"/>
          </a:p>
        </p:txBody>
      </p:sp>
      <p:grpSp>
        <p:nvGrpSpPr>
          <p:cNvPr id="56" name="Group 4"/>
          <p:cNvGrpSpPr>
            <a:grpSpLocks noChangeAspect="1"/>
          </p:cNvGrpSpPr>
          <p:nvPr/>
        </p:nvGrpSpPr>
        <p:grpSpPr bwMode="auto">
          <a:xfrm rot="960000">
            <a:off x="7510145" y="3931285"/>
            <a:ext cx="780415" cy="911860"/>
            <a:chOff x="3082" y="1214"/>
            <a:chExt cx="1623" cy="1896"/>
          </a:xfrm>
          <a:solidFill>
            <a:srgbClr val="345F86">
              <a:alpha val="57000"/>
            </a:srgbClr>
          </a:solidFill>
        </p:grpSpPr>
        <p:grpSp>
          <p:nvGrpSpPr>
            <p:cNvPr id="57" name="Group 205"/>
            <p:cNvGrpSpPr/>
            <p:nvPr/>
          </p:nvGrpSpPr>
          <p:grpSpPr bwMode="auto">
            <a:xfrm>
              <a:off x="3082" y="1214"/>
              <a:ext cx="1623" cy="1603"/>
              <a:chOff x="3082" y="1214"/>
              <a:chExt cx="1623" cy="1603"/>
            </a:xfrm>
            <a:grpFill/>
          </p:grpSpPr>
          <p:sp>
            <p:nvSpPr>
              <p:cNvPr id="330" name="Freeform 5"/>
              <p:cNvSpPr/>
              <p:nvPr>
                <p:custDataLst>
                  <p:tags r:id="rId252"/>
                </p:custDataLst>
              </p:nvPr>
            </p:nvSpPr>
            <p:spPr bwMode="auto">
              <a:xfrm>
                <a:off x="3608" y="2103"/>
                <a:ext cx="13" cy="0"/>
              </a:xfrm>
              <a:custGeom>
                <a:avLst/>
                <a:gdLst>
                  <a:gd name="T0" fmla="*/ 0 w 6"/>
                  <a:gd name="T1" fmla="*/ 6 w 6"/>
                  <a:gd name="T2" fmla="*/ 0 w 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6">
                    <a:moveTo>
                      <a:pt x="0" y="0"/>
                    </a:moveTo>
                    <a:cubicBezTo>
                      <a:pt x="1" y="0"/>
                      <a:pt x="3" y="0"/>
                      <a:pt x="6" y="0"/>
                    </a:cubicBezTo>
                    <a:cubicBezTo>
                      <a:pt x="3" y="0"/>
                      <a:pt x="2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1" name="Freeform 6"/>
              <p:cNvSpPr/>
              <p:nvPr>
                <p:custDataLst>
                  <p:tags r:id="rId253"/>
                </p:custDataLst>
              </p:nvPr>
            </p:nvSpPr>
            <p:spPr bwMode="auto">
              <a:xfrm>
                <a:off x="3576" y="1893"/>
                <a:ext cx="5" cy="0"/>
              </a:xfrm>
              <a:custGeom>
                <a:avLst/>
                <a:gdLst>
                  <a:gd name="T0" fmla="*/ 0 w 2"/>
                  <a:gd name="T1" fmla="*/ 0 w 2"/>
                  <a:gd name="T2" fmla="*/ 0 w 2"/>
                  <a:gd name="T3" fmla="*/ 0 w 2"/>
                  <a:gd name="T4" fmla="*/ 2 w 2"/>
                  <a:gd name="T5" fmla="*/ 2 w 2"/>
                  <a:gd name="T6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  <a:cxn ang="0">
                    <a:pos x="T5" y="0"/>
                  </a:cxn>
                  <a:cxn ang="0">
                    <a:pos x="T6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2" name="Freeform 7"/>
              <p:cNvSpPr/>
              <p:nvPr>
                <p:custDataLst>
                  <p:tags r:id="rId254"/>
                </p:custDataLst>
              </p:nvPr>
            </p:nvSpPr>
            <p:spPr bwMode="auto">
              <a:xfrm>
                <a:off x="3615" y="1903"/>
                <a:ext cx="0" cy="5"/>
              </a:xfrm>
              <a:custGeom>
                <a:avLst/>
                <a:gdLst>
                  <a:gd name="T0" fmla="*/ 2 h 2"/>
                  <a:gd name="T1" fmla="*/ 0 h 2"/>
                  <a:gd name="T2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3" name="Freeform 8"/>
              <p:cNvSpPr/>
              <p:nvPr>
                <p:custDataLst>
                  <p:tags r:id="rId255"/>
                </p:custDataLst>
              </p:nvPr>
            </p:nvSpPr>
            <p:spPr bwMode="auto">
              <a:xfrm>
                <a:off x="3566" y="1893"/>
                <a:ext cx="6" cy="0"/>
              </a:xfrm>
              <a:custGeom>
                <a:avLst/>
                <a:gdLst>
                  <a:gd name="T0" fmla="*/ 3 w 3"/>
                  <a:gd name="T1" fmla="*/ 3 w 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</a:cxnLst>
                <a:rect l="0" t="0" r="r" b="b"/>
                <a:pathLst>
                  <a:path w="3">
                    <a:moveTo>
                      <a:pt x="3" y="0"/>
                    </a:moveTo>
                    <a:cubicBezTo>
                      <a:pt x="0" y="0"/>
                      <a:pt x="1" y="0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4" name="Freeform 9"/>
              <p:cNvSpPr/>
              <p:nvPr>
                <p:custDataLst>
                  <p:tags r:id="rId256"/>
                </p:custDataLst>
              </p:nvPr>
            </p:nvSpPr>
            <p:spPr bwMode="auto">
              <a:xfrm>
                <a:off x="3820" y="2304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1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5" name="Freeform 10"/>
              <p:cNvSpPr/>
              <p:nvPr>
                <p:custDataLst>
                  <p:tags r:id="rId257"/>
                </p:custDataLst>
              </p:nvPr>
            </p:nvSpPr>
            <p:spPr bwMode="auto">
              <a:xfrm>
                <a:off x="3642" y="2209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1 h 1"/>
                  <a:gd name="T4" fmla="*/ 1 w 1"/>
                  <a:gd name="T5" fmla="*/ 0 h 1"/>
                  <a:gd name="T6" fmla="*/ 0 w 1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6" name="Freeform 11"/>
              <p:cNvSpPr/>
              <p:nvPr>
                <p:custDataLst>
                  <p:tags r:id="rId258"/>
                </p:custDataLst>
              </p:nvPr>
            </p:nvSpPr>
            <p:spPr bwMode="auto">
              <a:xfrm>
                <a:off x="3549" y="2154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0 h 1"/>
                  <a:gd name="T4" fmla="*/ 1 w 1"/>
                  <a:gd name="T5" fmla="*/ 1 h 1"/>
                  <a:gd name="T6" fmla="*/ 1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1" y="0"/>
                      <a:pt x="1" y="1"/>
                      <a:pt x="1" y="1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7" name="Freeform 12"/>
              <p:cNvSpPr/>
              <p:nvPr>
                <p:custDataLst>
                  <p:tags r:id="rId259"/>
                </p:custDataLst>
              </p:nvPr>
            </p:nvSpPr>
            <p:spPr bwMode="auto">
              <a:xfrm>
                <a:off x="3610" y="1895"/>
                <a:ext cx="9" cy="8"/>
              </a:xfrm>
              <a:custGeom>
                <a:avLst/>
                <a:gdLst>
                  <a:gd name="T0" fmla="*/ 1 w 4"/>
                  <a:gd name="T1" fmla="*/ 1 h 4"/>
                  <a:gd name="T2" fmla="*/ 1 w 4"/>
                  <a:gd name="T3" fmla="*/ 2 h 4"/>
                  <a:gd name="T4" fmla="*/ 0 w 4"/>
                  <a:gd name="T5" fmla="*/ 2 h 4"/>
                  <a:gd name="T6" fmla="*/ 2 w 4"/>
                  <a:gd name="T7" fmla="*/ 4 h 4"/>
                  <a:gd name="T8" fmla="*/ 2 w 4"/>
                  <a:gd name="T9" fmla="*/ 2 h 4"/>
                  <a:gd name="T10" fmla="*/ 3 w 4"/>
                  <a:gd name="T11" fmla="*/ 1 h 4"/>
                  <a:gd name="T12" fmla="*/ 4 w 4"/>
                  <a:gd name="T13" fmla="*/ 0 h 4"/>
                  <a:gd name="T14" fmla="*/ 4 w 4"/>
                  <a:gd name="T15" fmla="*/ 0 h 4"/>
                  <a:gd name="T16" fmla="*/ 4 w 4"/>
                  <a:gd name="T17" fmla="*/ 0 h 4"/>
                  <a:gd name="T18" fmla="*/ 2 w 4"/>
                  <a:gd name="T19" fmla="*/ 0 h 4"/>
                  <a:gd name="T20" fmla="*/ 2 w 4"/>
                  <a:gd name="T21" fmla="*/ 0 h 4"/>
                  <a:gd name="T22" fmla="*/ 1 w 4"/>
                  <a:gd name="T23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" h="4">
                    <a:moveTo>
                      <a:pt x="1" y="1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1" y="2"/>
                      <a:pt x="2" y="3"/>
                      <a:pt x="2" y="4"/>
                    </a:cubicBezTo>
                    <a:cubicBezTo>
                      <a:pt x="2" y="3"/>
                      <a:pt x="2" y="3"/>
                      <a:pt x="2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8" name="Freeform 13"/>
              <p:cNvSpPr/>
              <p:nvPr>
                <p:custDataLst>
                  <p:tags r:id="rId260"/>
                </p:custDataLst>
              </p:nvPr>
            </p:nvSpPr>
            <p:spPr bwMode="auto">
              <a:xfrm>
                <a:off x="3926" y="1914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9" name="Freeform 14"/>
              <p:cNvSpPr/>
              <p:nvPr>
                <p:custDataLst>
                  <p:tags r:id="rId261"/>
                </p:custDataLst>
              </p:nvPr>
            </p:nvSpPr>
            <p:spPr bwMode="auto">
              <a:xfrm>
                <a:off x="3810" y="1774"/>
                <a:ext cx="2" cy="4"/>
              </a:xfrm>
              <a:custGeom>
                <a:avLst/>
                <a:gdLst>
                  <a:gd name="T0" fmla="*/ 0 w 1"/>
                  <a:gd name="T1" fmla="*/ 0 h 2"/>
                  <a:gd name="T2" fmla="*/ 0 w 1"/>
                  <a:gd name="T3" fmla="*/ 0 h 2"/>
                  <a:gd name="T4" fmla="*/ 1 w 1"/>
                  <a:gd name="T5" fmla="*/ 2 h 2"/>
                  <a:gd name="T6" fmla="*/ 0 w 1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2"/>
                      <a:pt x="1" y="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0" name="Freeform 15"/>
              <p:cNvSpPr/>
              <p:nvPr>
                <p:custDataLst>
                  <p:tags r:id="rId262"/>
                </p:custDataLst>
              </p:nvPr>
            </p:nvSpPr>
            <p:spPr bwMode="auto">
              <a:xfrm>
                <a:off x="3846" y="2474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1" name="Freeform 16"/>
              <p:cNvSpPr/>
              <p:nvPr>
                <p:custDataLst>
                  <p:tags r:id="rId263"/>
                </p:custDataLst>
              </p:nvPr>
            </p:nvSpPr>
            <p:spPr bwMode="auto">
              <a:xfrm>
                <a:off x="3943" y="2546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2" name="Freeform 17"/>
              <p:cNvSpPr/>
              <p:nvPr>
                <p:custDataLst>
                  <p:tags r:id="rId264"/>
                </p:custDataLst>
              </p:nvPr>
            </p:nvSpPr>
            <p:spPr bwMode="auto">
              <a:xfrm>
                <a:off x="3846" y="2474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1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3" name="Freeform 18"/>
              <p:cNvSpPr/>
              <p:nvPr>
                <p:custDataLst>
                  <p:tags r:id="rId265"/>
                </p:custDataLst>
              </p:nvPr>
            </p:nvSpPr>
            <p:spPr bwMode="auto">
              <a:xfrm>
                <a:off x="4156" y="2209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4" name="Freeform 19"/>
              <p:cNvSpPr/>
              <p:nvPr>
                <p:custDataLst>
                  <p:tags r:id="rId266"/>
                </p:custDataLst>
              </p:nvPr>
            </p:nvSpPr>
            <p:spPr bwMode="auto">
              <a:xfrm>
                <a:off x="4056" y="2213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1 h 1"/>
                  <a:gd name="T4" fmla="*/ 1 w 1"/>
                  <a:gd name="T5" fmla="*/ 0 h 1"/>
                  <a:gd name="T6" fmla="*/ 0 w 1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5" name="Freeform 20"/>
              <p:cNvSpPr/>
              <p:nvPr>
                <p:custDataLst>
                  <p:tags r:id="rId267"/>
                </p:custDataLst>
              </p:nvPr>
            </p:nvSpPr>
            <p:spPr bwMode="auto">
              <a:xfrm>
                <a:off x="3837" y="2470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6" name="Freeform 21"/>
              <p:cNvSpPr/>
              <p:nvPr>
                <p:custDataLst>
                  <p:tags r:id="rId268"/>
                </p:custDataLst>
              </p:nvPr>
            </p:nvSpPr>
            <p:spPr bwMode="auto">
              <a:xfrm>
                <a:off x="3954" y="2311"/>
                <a:ext cx="0" cy="2"/>
              </a:xfrm>
              <a:custGeom>
                <a:avLst/>
                <a:gdLst>
                  <a:gd name="T0" fmla="*/ 1 h 1"/>
                  <a:gd name="T1" fmla="*/ 1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7" name="Freeform 22"/>
              <p:cNvSpPr/>
              <p:nvPr>
                <p:custDataLst>
                  <p:tags r:id="rId269"/>
                </p:custDataLst>
              </p:nvPr>
            </p:nvSpPr>
            <p:spPr bwMode="auto">
              <a:xfrm>
                <a:off x="3576" y="189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8" name="Freeform 23"/>
              <p:cNvSpPr/>
              <p:nvPr>
                <p:custDataLst>
                  <p:tags r:id="rId270"/>
                </p:custDataLst>
              </p:nvPr>
            </p:nvSpPr>
            <p:spPr bwMode="auto">
              <a:xfrm>
                <a:off x="3281" y="254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9" name="Freeform 24"/>
              <p:cNvSpPr/>
              <p:nvPr>
                <p:custDataLst>
                  <p:tags r:id="rId271"/>
                </p:custDataLst>
              </p:nvPr>
            </p:nvSpPr>
            <p:spPr bwMode="auto">
              <a:xfrm>
                <a:off x="3364" y="2470"/>
                <a:ext cx="2" cy="4"/>
              </a:xfrm>
              <a:custGeom>
                <a:avLst/>
                <a:gdLst>
                  <a:gd name="T0" fmla="*/ 1 w 1"/>
                  <a:gd name="T1" fmla="*/ 2 h 2"/>
                  <a:gd name="T2" fmla="*/ 1 w 1"/>
                  <a:gd name="T3" fmla="*/ 1 h 2"/>
                  <a:gd name="T4" fmla="*/ 1 w 1"/>
                  <a:gd name="T5" fmla="*/ 1 h 2"/>
                  <a:gd name="T6" fmla="*/ 1 w 1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2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0" y="0"/>
                      <a:pt x="1" y="1"/>
                      <a:pt x="1" y="1"/>
                    </a:cubicBezTo>
                    <a:cubicBezTo>
                      <a:pt x="1" y="1"/>
                      <a:pt x="1" y="2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0" name="Freeform 25"/>
              <p:cNvSpPr/>
              <p:nvPr>
                <p:custDataLst>
                  <p:tags r:id="rId272"/>
                </p:custDataLst>
              </p:nvPr>
            </p:nvSpPr>
            <p:spPr bwMode="auto">
              <a:xfrm>
                <a:off x="3360" y="2470"/>
                <a:ext cx="2" cy="4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2 h 2"/>
                  <a:gd name="T4" fmla="*/ 0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0"/>
                      <a:pt x="0" y="1"/>
                      <a:pt x="1" y="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1" name="Freeform 26"/>
              <p:cNvSpPr/>
              <p:nvPr>
                <p:custDataLst>
                  <p:tags r:id="rId273"/>
                </p:custDataLst>
              </p:nvPr>
            </p:nvSpPr>
            <p:spPr bwMode="auto">
              <a:xfrm>
                <a:off x="3353" y="2470"/>
                <a:ext cx="3" cy="4"/>
              </a:xfrm>
              <a:custGeom>
                <a:avLst/>
                <a:gdLst>
                  <a:gd name="T0" fmla="*/ 1 w 1"/>
                  <a:gd name="T1" fmla="*/ 2 h 2"/>
                  <a:gd name="T2" fmla="*/ 0 w 1"/>
                  <a:gd name="T3" fmla="*/ 1 h 2"/>
                  <a:gd name="T4" fmla="*/ 1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2"/>
                    </a:moveTo>
                    <a:cubicBezTo>
                      <a:pt x="0" y="0"/>
                      <a:pt x="1" y="1"/>
                      <a:pt x="0" y="1"/>
                    </a:cubicBezTo>
                    <a:cubicBezTo>
                      <a:pt x="1" y="1"/>
                      <a:pt x="1" y="2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2" name="Freeform 27"/>
              <p:cNvSpPr/>
              <p:nvPr>
                <p:custDataLst>
                  <p:tags r:id="rId274"/>
                </p:custDataLst>
              </p:nvPr>
            </p:nvSpPr>
            <p:spPr bwMode="auto">
              <a:xfrm>
                <a:off x="3392" y="2482"/>
                <a:ext cx="2" cy="5"/>
              </a:xfrm>
              <a:custGeom>
                <a:avLst/>
                <a:gdLst>
                  <a:gd name="T0" fmla="*/ 1 w 1"/>
                  <a:gd name="T1" fmla="*/ 2 h 2"/>
                  <a:gd name="T2" fmla="*/ 1 w 1"/>
                  <a:gd name="T3" fmla="*/ 1 h 2"/>
                  <a:gd name="T4" fmla="*/ 1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2"/>
                    </a:moveTo>
                    <a:cubicBezTo>
                      <a:pt x="1" y="2"/>
                      <a:pt x="1" y="1"/>
                      <a:pt x="1" y="1"/>
                    </a:cubicBezTo>
                    <a:cubicBezTo>
                      <a:pt x="0" y="0"/>
                      <a:pt x="1" y="1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3" name="Freeform 28"/>
              <p:cNvSpPr/>
              <p:nvPr>
                <p:custDataLst>
                  <p:tags r:id="rId275"/>
                </p:custDataLst>
              </p:nvPr>
            </p:nvSpPr>
            <p:spPr bwMode="auto">
              <a:xfrm>
                <a:off x="3390" y="2480"/>
                <a:ext cx="2" cy="7"/>
              </a:xfrm>
              <a:custGeom>
                <a:avLst/>
                <a:gdLst>
                  <a:gd name="T0" fmla="*/ 1 w 1"/>
                  <a:gd name="T1" fmla="*/ 3 h 3"/>
                  <a:gd name="T2" fmla="*/ 0 w 1"/>
                  <a:gd name="T3" fmla="*/ 0 h 3"/>
                  <a:gd name="T4" fmla="*/ 1 w 1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">
                    <a:moveTo>
                      <a:pt x="1" y="3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"/>
                      <a:pt x="1" y="2"/>
                      <a:pt x="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4" name="Freeform 29"/>
              <p:cNvSpPr/>
              <p:nvPr>
                <p:custDataLst>
                  <p:tags r:id="rId276"/>
                </p:custDataLst>
              </p:nvPr>
            </p:nvSpPr>
            <p:spPr bwMode="auto">
              <a:xfrm>
                <a:off x="3341" y="2474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0 h 2"/>
                  <a:gd name="T4" fmla="*/ 1 w 1"/>
                  <a:gd name="T5" fmla="*/ 2 h 2"/>
                  <a:gd name="T6" fmla="*/ 1 w 1"/>
                  <a:gd name="T7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1" y="1"/>
                      <a:pt x="1" y="2"/>
                    </a:cubicBez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5" name="Freeform 30"/>
              <p:cNvSpPr/>
              <p:nvPr>
                <p:custDataLst>
                  <p:tags r:id="rId277"/>
                </p:custDataLst>
              </p:nvPr>
            </p:nvSpPr>
            <p:spPr bwMode="auto">
              <a:xfrm>
                <a:off x="3822" y="2279"/>
                <a:ext cx="5" cy="4"/>
              </a:xfrm>
              <a:custGeom>
                <a:avLst/>
                <a:gdLst>
                  <a:gd name="T0" fmla="*/ 1 w 2"/>
                  <a:gd name="T1" fmla="*/ 0 h 2"/>
                  <a:gd name="T2" fmla="*/ 0 w 2"/>
                  <a:gd name="T3" fmla="*/ 1 h 2"/>
                  <a:gd name="T4" fmla="*/ 0 w 2"/>
                  <a:gd name="T5" fmla="*/ 2 h 2"/>
                  <a:gd name="T6" fmla="*/ 1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1" y="0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" y="1"/>
                      <a:pt x="2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6" name="Freeform 31"/>
              <p:cNvSpPr/>
              <p:nvPr>
                <p:custDataLst>
                  <p:tags r:id="rId278"/>
                </p:custDataLst>
              </p:nvPr>
            </p:nvSpPr>
            <p:spPr bwMode="auto">
              <a:xfrm>
                <a:off x="3292" y="2529"/>
                <a:ext cx="2" cy="2"/>
              </a:xfrm>
              <a:custGeom>
                <a:avLst/>
                <a:gdLst>
                  <a:gd name="T0" fmla="*/ 2 w 2"/>
                  <a:gd name="T1" fmla="*/ 2 h 2"/>
                  <a:gd name="T2" fmla="*/ 0 w 2"/>
                  <a:gd name="T3" fmla="*/ 0 h 2"/>
                  <a:gd name="T4" fmla="*/ 0 w 2"/>
                  <a:gd name="T5" fmla="*/ 0 h 2"/>
                  <a:gd name="T6" fmla="*/ 2 w 2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7" name="Freeform 32"/>
              <p:cNvSpPr/>
              <p:nvPr>
                <p:custDataLst>
                  <p:tags r:id="rId279"/>
                </p:custDataLst>
              </p:nvPr>
            </p:nvSpPr>
            <p:spPr bwMode="auto">
              <a:xfrm>
                <a:off x="3699" y="2796"/>
                <a:ext cx="7" cy="5"/>
              </a:xfrm>
              <a:custGeom>
                <a:avLst/>
                <a:gdLst>
                  <a:gd name="T0" fmla="*/ 2 w 3"/>
                  <a:gd name="T1" fmla="*/ 2 h 2"/>
                  <a:gd name="T2" fmla="*/ 2 w 3"/>
                  <a:gd name="T3" fmla="*/ 0 h 2"/>
                  <a:gd name="T4" fmla="*/ 2 w 3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2" y="2"/>
                    </a:moveTo>
                    <a:cubicBezTo>
                      <a:pt x="3" y="1"/>
                      <a:pt x="2" y="0"/>
                      <a:pt x="2" y="0"/>
                    </a:cubicBezTo>
                    <a:cubicBezTo>
                      <a:pt x="0" y="0"/>
                      <a:pt x="3" y="1"/>
                      <a:pt x="2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8" name="Freeform 33"/>
              <p:cNvSpPr/>
              <p:nvPr>
                <p:custDataLst>
                  <p:tags r:id="rId280"/>
                </p:custDataLst>
              </p:nvPr>
            </p:nvSpPr>
            <p:spPr bwMode="auto">
              <a:xfrm>
                <a:off x="4616" y="1870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1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9" name="Freeform 34"/>
              <p:cNvSpPr/>
              <p:nvPr>
                <p:custDataLst>
                  <p:tags r:id="rId281"/>
                </p:custDataLst>
              </p:nvPr>
            </p:nvSpPr>
            <p:spPr bwMode="auto">
              <a:xfrm>
                <a:off x="3262" y="2567"/>
                <a:ext cx="4" cy="4"/>
              </a:xfrm>
              <a:custGeom>
                <a:avLst/>
                <a:gdLst>
                  <a:gd name="T0" fmla="*/ 0 w 4"/>
                  <a:gd name="T1" fmla="*/ 2 h 4"/>
                  <a:gd name="T2" fmla="*/ 4 w 4"/>
                  <a:gd name="T3" fmla="*/ 4 h 4"/>
                  <a:gd name="T4" fmla="*/ 0 w 4"/>
                  <a:gd name="T5" fmla="*/ 0 h 4"/>
                  <a:gd name="T6" fmla="*/ 0 w 4"/>
                  <a:gd name="T7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0" y="2"/>
                    </a:moveTo>
                    <a:lnTo>
                      <a:pt x="4" y="4"/>
                    </a:lnTo>
                    <a:lnTo>
                      <a:pt x="0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0" name="Freeform 35"/>
              <p:cNvSpPr/>
              <p:nvPr>
                <p:custDataLst>
                  <p:tags r:id="rId282"/>
                </p:custDataLst>
              </p:nvPr>
            </p:nvSpPr>
            <p:spPr bwMode="auto">
              <a:xfrm>
                <a:off x="3570" y="1893"/>
                <a:ext cx="6" cy="6"/>
              </a:xfrm>
              <a:custGeom>
                <a:avLst/>
                <a:gdLst>
                  <a:gd name="T0" fmla="*/ 1 w 3"/>
                  <a:gd name="T1" fmla="*/ 0 h 3"/>
                  <a:gd name="T2" fmla="*/ 1 w 3"/>
                  <a:gd name="T3" fmla="*/ 0 h 3"/>
                  <a:gd name="T4" fmla="*/ 1 w 3"/>
                  <a:gd name="T5" fmla="*/ 0 h 3"/>
                  <a:gd name="T6" fmla="*/ 1 w 3"/>
                  <a:gd name="T7" fmla="*/ 0 h 3"/>
                  <a:gd name="T8" fmla="*/ 1 w 3"/>
                  <a:gd name="T9" fmla="*/ 0 h 3"/>
                  <a:gd name="T10" fmla="*/ 2 w 3"/>
                  <a:gd name="T11" fmla="*/ 1 h 3"/>
                  <a:gd name="T12" fmla="*/ 0 w 3"/>
                  <a:gd name="T13" fmla="*/ 2 h 3"/>
                  <a:gd name="T14" fmla="*/ 2 w 3"/>
                  <a:gd name="T15" fmla="*/ 2 h 3"/>
                  <a:gd name="T16" fmla="*/ 3 w 3"/>
                  <a:gd name="T17" fmla="*/ 0 h 3"/>
                  <a:gd name="T18" fmla="*/ 1 w 3"/>
                  <a:gd name="T19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" h="3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2"/>
                      <a:pt x="0" y="0"/>
                      <a:pt x="0" y="2"/>
                    </a:cubicBezTo>
                    <a:cubicBezTo>
                      <a:pt x="0" y="3"/>
                      <a:pt x="1" y="3"/>
                      <a:pt x="2" y="2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2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1" name="Freeform 36"/>
              <p:cNvSpPr/>
              <p:nvPr>
                <p:custDataLst>
                  <p:tags r:id="rId283"/>
                </p:custDataLst>
              </p:nvPr>
            </p:nvSpPr>
            <p:spPr bwMode="auto">
              <a:xfrm>
                <a:off x="3207" y="2465"/>
                <a:ext cx="183" cy="174"/>
              </a:xfrm>
              <a:custGeom>
                <a:avLst/>
                <a:gdLst>
                  <a:gd name="T0" fmla="*/ 83 w 86"/>
                  <a:gd name="T1" fmla="*/ 5 h 82"/>
                  <a:gd name="T2" fmla="*/ 80 w 86"/>
                  <a:gd name="T3" fmla="*/ 4 h 82"/>
                  <a:gd name="T4" fmla="*/ 77 w 86"/>
                  <a:gd name="T5" fmla="*/ 8 h 82"/>
                  <a:gd name="T6" fmla="*/ 76 w 86"/>
                  <a:gd name="T7" fmla="*/ 6 h 82"/>
                  <a:gd name="T8" fmla="*/ 72 w 86"/>
                  <a:gd name="T9" fmla="*/ 7 h 82"/>
                  <a:gd name="T10" fmla="*/ 70 w 86"/>
                  <a:gd name="T11" fmla="*/ 4 h 82"/>
                  <a:gd name="T12" fmla="*/ 67 w 86"/>
                  <a:gd name="T13" fmla="*/ 1 h 82"/>
                  <a:gd name="T14" fmla="*/ 68 w 86"/>
                  <a:gd name="T15" fmla="*/ 6 h 82"/>
                  <a:gd name="T16" fmla="*/ 70 w 86"/>
                  <a:gd name="T17" fmla="*/ 10 h 82"/>
                  <a:gd name="T18" fmla="*/ 65 w 86"/>
                  <a:gd name="T19" fmla="*/ 6 h 82"/>
                  <a:gd name="T20" fmla="*/ 65 w 86"/>
                  <a:gd name="T21" fmla="*/ 8 h 82"/>
                  <a:gd name="T22" fmla="*/ 62 w 86"/>
                  <a:gd name="T23" fmla="*/ 6 h 82"/>
                  <a:gd name="T24" fmla="*/ 61 w 86"/>
                  <a:gd name="T25" fmla="*/ 8 h 82"/>
                  <a:gd name="T26" fmla="*/ 59 w 86"/>
                  <a:gd name="T27" fmla="*/ 9 h 82"/>
                  <a:gd name="T28" fmla="*/ 62 w 86"/>
                  <a:gd name="T29" fmla="*/ 15 h 82"/>
                  <a:gd name="T30" fmla="*/ 58 w 86"/>
                  <a:gd name="T31" fmla="*/ 10 h 82"/>
                  <a:gd name="T32" fmla="*/ 57 w 86"/>
                  <a:gd name="T33" fmla="*/ 12 h 82"/>
                  <a:gd name="T34" fmla="*/ 53 w 86"/>
                  <a:gd name="T35" fmla="*/ 17 h 82"/>
                  <a:gd name="T36" fmla="*/ 51 w 86"/>
                  <a:gd name="T37" fmla="*/ 19 h 82"/>
                  <a:gd name="T38" fmla="*/ 48 w 86"/>
                  <a:gd name="T39" fmla="*/ 22 h 82"/>
                  <a:gd name="T40" fmla="*/ 48 w 86"/>
                  <a:gd name="T41" fmla="*/ 24 h 82"/>
                  <a:gd name="T42" fmla="*/ 46 w 86"/>
                  <a:gd name="T43" fmla="*/ 24 h 82"/>
                  <a:gd name="T44" fmla="*/ 45 w 86"/>
                  <a:gd name="T45" fmla="*/ 25 h 82"/>
                  <a:gd name="T46" fmla="*/ 46 w 86"/>
                  <a:gd name="T47" fmla="*/ 27 h 82"/>
                  <a:gd name="T48" fmla="*/ 43 w 86"/>
                  <a:gd name="T49" fmla="*/ 28 h 82"/>
                  <a:gd name="T50" fmla="*/ 40 w 86"/>
                  <a:gd name="T51" fmla="*/ 30 h 82"/>
                  <a:gd name="T52" fmla="*/ 38 w 86"/>
                  <a:gd name="T53" fmla="*/ 32 h 82"/>
                  <a:gd name="T54" fmla="*/ 36 w 86"/>
                  <a:gd name="T55" fmla="*/ 34 h 82"/>
                  <a:gd name="T56" fmla="*/ 36 w 86"/>
                  <a:gd name="T57" fmla="*/ 37 h 82"/>
                  <a:gd name="T58" fmla="*/ 34 w 86"/>
                  <a:gd name="T59" fmla="*/ 36 h 82"/>
                  <a:gd name="T60" fmla="*/ 34 w 86"/>
                  <a:gd name="T61" fmla="*/ 37 h 82"/>
                  <a:gd name="T62" fmla="*/ 31 w 86"/>
                  <a:gd name="T63" fmla="*/ 41 h 82"/>
                  <a:gd name="T64" fmla="*/ 32 w 86"/>
                  <a:gd name="T65" fmla="*/ 45 h 82"/>
                  <a:gd name="T66" fmla="*/ 31 w 86"/>
                  <a:gd name="T67" fmla="*/ 48 h 82"/>
                  <a:gd name="T68" fmla="*/ 28 w 86"/>
                  <a:gd name="T69" fmla="*/ 47 h 82"/>
                  <a:gd name="T70" fmla="*/ 25 w 86"/>
                  <a:gd name="T71" fmla="*/ 53 h 82"/>
                  <a:gd name="T72" fmla="*/ 24 w 86"/>
                  <a:gd name="T73" fmla="*/ 55 h 82"/>
                  <a:gd name="T74" fmla="*/ 18 w 86"/>
                  <a:gd name="T75" fmla="*/ 59 h 82"/>
                  <a:gd name="T76" fmla="*/ 15 w 86"/>
                  <a:gd name="T77" fmla="*/ 59 h 82"/>
                  <a:gd name="T78" fmla="*/ 14 w 86"/>
                  <a:gd name="T79" fmla="*/ 60 h 82"/>
                  <a:gd name="T80" fmla="*/ 11 w 86"/>
                  <a:gd name="T81" fmla="*/ 69 h 82"/>
                  <a:gd name="T82" fmla="*/ 2 w 86"/>
                  <a:gd name="T83" fmla="*/ 75 h 82"/>
                  <a:gd name="T84" fmla="*/ 23 w 86"/>
                  <a:gd name="T85" fmla="*/ 72 h 82"/>
                  <a:gd name="T86" fmla="*/ 28 w 86"/>
                  <a:gd name="T87" fmla="*/ 68 h 82"/>
                  <a:gd name="T88" fmla="*/ 42 w 86"/>
                  <a:gd name="T89" fmla="*/ 48 h 82"/>
                  <a:gd name="T90" fmla="*/ 49 w 86"/>
                  <a:gd name="T91" fmla="*/ 45 h 82"/>
                  <a:gd name="T92" fmla="*/ 55 w 86"/>
                  <a:gd name="T93" fmla="*/ 43 h 82"/>
                  <a:gd name="T94" fmla="*/ 63 w 86"/>
                  <a:gd name="T95" fmla="*/ 35 h 82"/>
                  <a:gd name="T96" fmla="*/ 68 w 86"/>
                  <a:gd name="T97" fmla="*/ 31 h 82"/>
                  <a:gd name="T98" fmla="*/ 74 w 86"/>
                  <a:gd name="T99" fmla="*/ 23 h 82"/>
                  <a:gd name="T100" fmla="*/ 75 w 86"/>
                  <a:gd name="T101" fmla="*/ 16 h 82"/>
                  <a:gd name="T102" fmla="*/ 82 w 86"/>
                  <a:gd name="T103" fmla="*/ 14 h 82"/>
                  <a:gd name="T104" fmla="*/ 84 w 86"/>
                  <a:gd name="T105" fmla="*/ 13 h 82"/>
                  <a:gd name="T106" fmla="*/ 84 w 86"/>
                  <a:gd name="T107" fmla="*/ 7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86" h="82">
                    <a:moveTo>
                      <a:pt x="84" y="7"/>
                    </a:moveTo>
                    <a:cubicBezTo>
                      <a:pt x="85" y="8"/>
                      <a:pt x="85" y="9"/>
                      <a:pt x="86" y="10"/>
                    </a:cubicBezTo>
                    <a:cubicBezTo>
                      <a:pt x="85" y="6"/>
                      <a:pt x="85" y="6"/>
                      <a:pt x="85" y="6"/>
                    </a:cubicBezTo>
                    <a:cubicBezTo>
                      <a:pt x="85" y="7"/>
                      <a:pt x="85" y="6"/>
                      <a:pt x="84" y="5"/>
                    </a:cubicBezTo>
                    <a:cubicBezTo>
                      <a:pt x="84" y="6"/>
                      <a:pt x="84" y="6"/>
                      <a:pt x="84" y="6"/>
                    </a:cubicBezTo>
                    <a:cubicBezTo>
                      <a:pt x="83" y="5"/>
                      <a:pt x="83" y="5"/>
                      <a:pt x="83" y="5"/>
                    </a:cubicBezTo>
                    <a:cubicBezTo>
                      <a:pt x="83" y="5"/>
                      <a:pt x="82" y="4"/>
                      <a:pt x="82" y="6"/>
                    </a:cubicBezTo>
                    <a:cubicBezTo>
                      <a:pt x="83" y="7"/>
                      <a:pt x="83" y="7"/>
                      <a:pt x="83" y="7"/>
                    </a:cubicBezTo>
                    <a:cubicBezTo>
                      <a:pt x="83" y="7"/>
                      <a:pt x="84" y="9"/>
                      <a:pt x="83" y="8"/>
                    </a:cubicBezTo>
                    <a:cubicBezTo>
                      <a:pt x="82" y="6"/>
                      <a:pt x="82" y="6"/>
                      <a:pt x="82" y="6"/>
                    </a:cubicBezTo>
                    <a:cubicBezTo>
                      <a:pt x="82" y="6"/>
                      <a:pt x="82" y="6"/>
                      <a:pt x="82" y="6"/>
                    </a:cubicBezTo>
                    <a:cubicBezTo>
                      <a:pt x="80" y="4"/>
                      <a:pt x="80" y="4"/>
                      <a:pt x="80" y="4"/>
                    </a:cubicBezTo>
                    <a:cubicBezTo>
                      <a:pt x="82" y="7"/>
                      <a:pt x="80" y="5"/>
                      <a:pt x="81" y="6"/>
                    </a:cubicBezTo>
                    <a:cubicBezTo>
                      <a:pt x="80" y="6"/>
                      <a:pt x="80" y="6"/>
                      <a:pt x="80" y="6"/>
                    </a:cubicBezTo>
                    <a:cubicBezTo>
                      <a:pt x="79" y="5"/>
                      <a:pt x="81" y="7"/>
                      <a:pt x="81" y="7"/>
                    </a:cubicBezTo>
                    <a:cubicBezTo>
                      <a:pt x="80" y="7"/>
                      <a:pt x="79" y="5"/>
                      <a:pt x="79" y="4"/>
                    </a:cubicBezTo>
                    <a:cubicBezTo>
                      <a:pt x="78" y="4"/>
                      <a:pt x="79" y="6"/>
                      <a:pt x="77" y="5"/>
                    </a:cubicBezTo>
                    <a:cubicBezTo>
                      <a:pt x="77" y="5"/>
                      <a:pt x="77" y="6"/>
                      <a:pt x="77" y="8"/>
                    </a:cubicBezTo>
                    <a:cubicBezTo>
                      <a:pt x="77" y="8"/>
                      <a:pt x="76" y="5"/>
                      <a:pt x="76" y="6"/>
                    </a:cubicBezTo>
                    <a:cubicBezTo>
                      <a:pt x="75" y="5"/>
                      <a:pt x="74" y="3"/>
                      <a:pt x="74" y="2"/>
                    </a:cubicBezTo>
                    <a:cubicBezTo>
                      <a:pt x="74" y="2"/>
                      <a:pt x="73" y="1"/>
                      <a:pt x="73" y="2"/>
                    </a:cubicBezTo>
                    <a:cubicBezTo>
                      <a:pt x="73" y="1"/>
                      <a:pt x="72" y="0"/>
                      <a:pt x="72" y="0"/>
                    </a:cubicBezTo>
                    <a:cubicBezTo>
                      <a:pt x="73" y="1"/>
                      <a:pt x="74" y="3"/>
                      <a:pt x="74" y="3"/>
                    </a:cubicBezTo>
                    <a:cubicBezTo>
                      <a:pt x="76" y="5"/>
                      <a:pt x="74" y="4"/>
                      <a:pt x="76" y="6"/>
                    </a:cubicBezTo>
                    <a:cubicBezTo>
                      <a:pt x="75" y="6"/>
                      <a:pt x="74" y="6"/>
                      <a:pt x="74" y="7"/>
                    </a:cubicBezTo>
                    <a:cubicBezTo>
                      <a:pt x="74" y="7"/>
                      <a:pt x="73" y="5"/>
                      <a:pt x="73" y="4"/>
                    </a:cubicBezTo>
                    <a:cubicBezTo>
                      <a:pt x="73" y="6"/>
                      <a:pt x="73" y="7"/>
                      <a:pt x="73" y="7"/>
                    </a:cubicBezTo>
                    <a:cubicBezTo>
                      <a:pt x="74" y="8"/>
                      <a:pt x="74" y="8"/>
                      <a:pt x="75" y="10"/>
                    </a:cubicBezTo>
                    <a:cubicBezTo>
                      <a:pt x="75" y="10"/>
                      <a:pt x="75" y="11"/>
                      <a:pt x="75" y="11"/>
                    </a:cubicBezTo>
                    <a:cubicBezTo>
                      <a:pt x="74" y="9"/>
                      <a:pt x="72" y="7"/>
                      <a:pt x="72" y="7"/>
                    </a:cubicBezTo>
                    <a:cubicBezTo>
                      <a:pt x="71" y="5"/>
                      <a:pt x="73" y="7"/>
                      <a:pt x="71" y="5"/>
                    </a:cubicBezTo>
                    <a:cubicBezTo>
                      <a:pt x="70" y="3"/>
                      <a:pt x="71" y="2"/>
                      <a:pt x="72" y="3"/>
                    </a:cubicBezTo>
                    <a:cubicBezTo>
                      <a:pt x="71" y="1"/>
                      <a:pt x="71" y="3"/>
                      <a:pt x="70" y="1"/>
                    </a:cubicBezTo>
                    <a:cubicBezTo>
                      <a:pt x="70" y="1"/>
                      <a:pt x="70" y="3"/>
                      <a:pt x="70" y="3"/>
                    </a:cubicBezTo>
                    <a:cubicBezTo>
                      <a:pt x="71" y="4"/>
                      <a:pt x="71" y="4"/>
                      <a:pt x="71" y="5"/>
                    </a:cubicBezTo>
                    <a:cubicBezTo>
                      <a:pt x="72" y="8"/>
                      <a:pt x="70" y="4"/>
                      <a:pt x="70" y="4"/>
                    </a:cubicBezTo>
                    <a:cubicBezTo>
                      <a:pt x="69" y="3"/>
                      <a:pt x="69" y="3"/>
                      <a:pt x="69" y="3"/>
                    </a:cubicBezTo>
                    <a:cubicBezTo>
                      <a:pt x="69" y="3"/>
                      <a:pt x="69" y="4"/>
                      <a:pt x="69" y="4"/>
                    </a:cubicBezTo>
                    <a:cubicBezTo>
                      <a:pt x="67" y="2"/>
                      <a:pt x="69" y="4"/>
                      <a:pt x="68" y="2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66" y="0"/>
                      <a:pt x="68" y="2"/>
                      <a:pt x="67" y="2"/>
                    </a:cubicBezTo>
                    <a:cubicBezTo>
                      <a:pt x="67" y="1"/>
                      <a:pt x="67" y="1"/>
                      <a:pt x="67" y="1"/>
                    </a:cubicBezTo>
                    <a:cubicBezTo>
                      <a:pt x="67" y="2"/>
                      <a:pt x="67" y="2"/>
                      <a:pt x="67" y="2"/>
                    </a:cubicBezTo>
                    <a:cubicBezTo>
                      <a:pt x="68" y="3"/>
                      <a:pt x="69" y="4"/>
                      <a:pt x="69" y="4"/>
                    </a:cubicBezTo>
                    <a:cubicBezTo>
                      <a:pt x="70" y="7"/>
                      <a:pt x="69" y="4"/>
                      <a:pt x="69" y="5"/>
                    </a:cubicBezTo>
                    <a:cubicBezTo>
                      <a:pt x="69" y="7"/>
                      <a:pt x="69" y="5"/>
                      <a:pt x="70" y="6"/>
                    </a:cubicBezTo>
                    <a:cubicBezTo>
                      <a:pt x="71" y="8"/>
                      <a:pt x="70" y="8"/>
                      <a:pt x="70" y="8"/>
                    </a:cubicBezTo>
                    <a:cubicBezTo>
                      <a:pt x="70" y="9"/>
                      <a:pt x="69" y="7"/>
                      <a:pt x="68" y="6"/>
                    </a:cubicBezTo>
                    <a:cubicBezTo>
                      <a:pt x="68" y="6"/>
                      <a:pt x="68" y="5"/>
                      <a:pt x="69" y="6"/>
                    </a:cubicBezTo>
                    <a:cubicBezTo>
                      <a:pt x="68" y="4"/>
                      <a:pt x="67" y="3"/>
                      <a:pt x="66" y="2"/>
                    </a:cubicBezTo>
                    <a:cubicBezTo>
                      <a:pt x="65" y="1"/>
                      <a:pt x="67" y="4"/>
                      <a:pt x="67" y="4"/>
                    </a:cubicBezTo>
                    <a:cubicBezTo>
                      <a:pt x="67" y="3"/>
                      <a:pt x="68" y="5"/>
                      <a:pt x="68" y="6"/>
                    </a:cubicBezTo>
                    <a:cubicBezTo>
                      <a:pt x="70" y="10"/>
                      <a:pt x="66" y="3"/>
                      <a:pt x="66" y="4"/>
                    </a:cubicBezTo>
                    <a:cubicBezTo>
                      <a:pt x="68" y="6"/>
                      <a:pt x="67" y="8"/>
                      <a:pt x="70" y="10"/>
                    </a:cubicBezTo>
                    <a:cubicBezTo>
                      <a:pt x="70" y="11"/>
                      <a:pt x="70" y="12"/>
                      <a:pt x="70" y="12"/>
                    </a:cubicBezTo>
                    <a:cubicBezTo>
                      <a:pt x="69" y="10"/>
                      <a:pt x="69" y="10"/>
                      <a:pt x="68" y="8"/>
                    </a:cubicBezTo>
                    <a:cubicBezTo>
                      <a:pt x="68" y="9"/>
                      <a:pt x="68" y="9"/>
                      <a:pt x="68" y="9"/>
                    </a:cubicBezTo>
                    <a:cubicBezTo>
                      <a:pt x="66" y="6"/>
                      <a:pt x="66" y="6"/>
                      <a:pt x="66" y="6"/>
                    </a:cubicBezTo>
                    <a:cubicBezTo>
                      <a:pt x="64" y="3"/>
                      <a:pt x="64" y="3"/>
                      <a:pt x="64" y="3"/>
                    </a:cubicBezTo>
                    <a:cubicBezTo>
                      <a:pt x="64" y="4"/>
                      <a:pt x="65" y="5"/>
                      <a:pt x="65" y="6"/>
                    </a:cubicBezTo>
                    <a:cubicBezTo>
                      <a:pt x="64" y="5"/>
                      <a:pt x="64" y="4"/>
                      <a:pt x="64" y="4"/>
                    </a:cubicBezTo>
                    <a:cubicBezTo>
                      <a:pt x="64" y="5"/>
                      <a:pt x="65" y="7"/>
                      <a:pt x="65" y="7"/>
                    </a:cubicBezTo>
                    <a:cubicBezTo>
                      <a:pt x="65" y="7"/>
                      <a:pt x="64" y="6"/>
                      <a:pt x="63" y="5"/>
                    </a:cubicBezTo>
                    <a:cubicBezTo>
                      <a:pt x="63" y="4"/>
                      <a:pt x="63" y="4"/>
                      <a:pt x="63" y="4"/>
                    </a:cubicBezTo>
                    <a:cubicBezTo>
                      <a:pt x="63" y="5"/>
                      <a:pt x="62" y="3"/>
                      <a:pt x="62" y="4"/>
                    </a:cubicBezTo>
                    <a:cubicBezTo>
                      <a:pt x="63" y="5"/>
                      <a:pt x="64" y="6"/>
                      <a:pt x="65" y="8"/>
                    </a:cubicBezTo>
                    <a:cubicBezTo>
                      <a:pt x="65" y="8"/>
                      <a:pt x="64" y="7"/>
                      <a:pt x="64" y="7"/>
                    </a:cubicBezTo>
                    <a:cubicBezTo>
                      <a:pt x="63" y="6"/>
                      <a:pt x="63" y="6"/>
                      <a:pt x="63" y="6"/>
                    </a:cubicBezTo>
                    <a:cubicBezTo>
                      <a:pt x="63" y="7"/>
                      <a:pt x="62" y="4"/>
                      <a:pt x="62" y="5"/>
                    </a:cubicBezTo>
                    <a:cubicBezTo>
                      <a:pt x="62" y="6"/>
                      <a:pt x="62" y="6"/>
                      <a:pt x="62" y="6"/>
                    </a:cubicBezTo>
                    <a:cubicBezTo>
                      <a:pt x="62" y="6"/>
                      <a:pt x="62" y="5"/>
                      <a:pt x="61" y="5"/>
                    </a:cubicBezTo>
                    <a:cubicBezTo>
                      <a:pt x="62" y="6"/>
                      <a:pt x="62" y="6"/>
                      <a:pt x="62" y="6"/>
                    </a:cubicBezTo>
                    <a:cubicBezTo>
                      <a:pt x="61" y="5"/>
                      <a:pt x="61" y="5"/>
                      <a:pt x="61" y="5"/>
                    </a:cubicBezTo>
                    <a:cubicBezTo>
                      <a:pt x="62" y="6"/>
                      <a:pt x="63" y="8"/>
                      <a:pt x="61" y="6"/>
                    </a:cubicBezTo>
                    <a:cubicBezTo>
                      <a:pt x="63" y="8"/>
                      <a:pt x="61" y="6"/>
                      <a:pt x="62" y="7"/>
                    </a:cubicBezTo>
                    <a:cubicBezTo>
                      <a:pt x="64" y="9"/>
                      <a:pt x="63" y="9"/>
                      <a:pt x="63" y="9"/>
                    </a:cubicBezTo>
                    <a:cubicBezTo>
                      <a:pt x="62" y="7"/>
                      <a:pt x="63" y="9"/>
                      <a:pt x="63" y="9"/>
                    </a:cubicBezTo>
                    <a:cubicBezTo>
                      <a:pt x="61" y="8"/>
                      <a:pt x="61" y="8"/>
                      <a:pt x="61" y="8"/>
                    </a:cubicBezTo>
                    <a:cubicBezTo>
                      <a:pt x="62" y="9"/>
                      <a:pt x="62" y="9"/>
                      <a:pt x="62" y="9"/>
                    </a:cubicBezTo>
                    <a:cubicBezTo>
                      <a:pt x="60" y="6"/>
                      <a:pt x="62" y="10"/>
                      <a:pt x="61" y="10"/>
                    </a:cubicBezTo>
                    <a:cubicBezTo>
                      <a:pt x="61" y="9"/>
                      <a:pt x="60" y="7"/>
                      <a:pt x="60" y="7"/>
                    </a:cubicBezTo>
                    <a:cubicBezTo>
                      <a:pt x="61" y="9"/>
                      <a:pt x="61" y="10"/>
                      <a:pt x="62" y="11"/>
                    </a:cubicBezTo>
                    <a:cubicBezTo>
                      <a:pt x="61" y="11"/>
                      <a:pt x="60" y="9"/>
                      <a:pt x="59" y="7"/>
                    </a:cubicBezTo>
                    <a:cubicBezTo>
                      <a:pt x="60" y="9"/>
                      <a:pt x="58" y="7"/>
                      <a:pt x="59" y="9"/>
                    </a:cubicBezTo>
                    <a:cubicBezTo>
                      <a:pt x="60" y="9"/>
                      <a:pt x="60" y="10"/>
                      <a:pt x="61" y="11"/>
                    </a:cubicBezTo>
                    <a:cubicBezTo>
                      <a:pt x="61" y="11"/>
                      <a:pt x="60" y="10"/>
                      <a:pt x="60" y="10"/>
                    </a:cubicBezTo>
                    <a:cubicBezTo>
                      <a:pt x="60" y="10"/>
                      <a:pt x="61" y="12"/>
                      <a:pt x="61" y="12"/>
                    </a:cubicBezTo>
                    <a:cubicBezTo>
                      <a:pt x="61" y="12"/>
                      <a:pt x="62" y="14"/>
                      <a:pt x="61" y="13"/>
                    </a:cubicBezTo>
                    <a:cubicBezTo>
                      <a:pt x="60" y="12"/>
                      <a:pt x="61" y="12"/>
                      <a:pt x="60" y="11"/>
                    </a:cubicBezTo>
                    <a:cubicBezTo>
                      <a:pt x="60" y="11"/>
                      <a:pt x="62" y="15"/>
                      <a:pt x="62" y="15"/>
                    </a:cubicBezTo>
                    <a:cubicBezTo>
                      <a:pt x="63" y="16"/>
                      <a:pt x="65" y="18"/>
                      <a:pt x="65" y="19"/>
                    </a:cubicBezTo>
                    <a:cubicBezTo>
                      <a:pt x="64" y="19"/>
                      <a:pt x="65" y="18"/>
                      <a:pt x="63" y="17"/>
                    </a:cubicBezTo>
                    <a:cubicBezTo>
                      <a:pt x="63" y="17"/>
                      <a:pt x="63" y="17"/>
                      <a:pt x="63" y="17"/>
                    </a:cubicBezTo>
                    <a:cubicBezTo>
                      <a:pt x="61" y="15"/>
                      <a:pt x="61" y="13"/>
                      <a:pt x="59" y="11"/>
                    </a:cubicBezTo>
                    <a:cubicBezTo>
                      <a:pt x="60" y="12"/>
                      <a:pt x="60" y="12"/>
                      <a:pt x="60" y="12"/>
                    </a:cubicBezTo>
                    <a:cubicBezTo>
                      <a:pt x="59" y="12"/>
                      <a:pt x="58" y="10"/>
                      <a:pt x="58" y="10"/>
                    </a:cubicBezTo>
                    <a:cubicBezTo>
                      <a:pt x="59" y="12"/>
                      <a:pt x="57" y="11"/>
                      <a:pt x="58" y="11"/>
                    </a:cubicBezTo>
                    <a:cubicBezTo>
                      <a:pt x="59" y="12"/>
                      <a:pt x="58" y="11"/>
                      <a:pt x="58" y="12"/>
                    </a:cubicBezTo>
                    <a:cubicBezTo>
                      <a:pt x="58" y="12"/>
                      <a:pt x="60" y="14"/>
                      <a:pt x="59" y="14"/>
                    </a:cubicBezTo>
                    <a:cubicBezTo>
                      <a:pt x="57" y="11"/>
                      <a:pt x="57" y="11"/>
                      <a:pt x="57" y="11"/>
                    </a:cubicBezTo>
                    <a:cubicBezTo>
                      <a:pt x="56" y="11"/>
                      <a:pt x="58" y="13"/>
                      <a:pt x="57" y="12"/>
                    </a:cubicBezTo>
                    <a:cubicBezTo>
                      <a:pt x="57" y="12"/>
                      <a:pt x="57" y="12"/>
                      <a:pt x="57" y="12"/>
                    </a:cubicBezTo>
                    <a:cubicBezTo>
                      <a:pt x="56" y="12"/>
                      <a:pt x="55" y="13"/>
                      <a:pt x="57" y="17"/>
                    </a:cubicBezTo>
                    <a:cubicBezTo>
                      <a:pt x="56" y="16"/>
                      <a:pt x="55" y="16"/>
                      <a:pt x="54" y="15"/>
                    </a:cubicBezTo>
                    <a:cubicBezTo>
                      <a:pt x="55" y="16"/>
                      <a:pt x="55" y="17"/>
                      <a:pt x="55" y="17"/>
                    </a:cubicBezTo>
                    <a:cubicBezTo>
                      <a:pt x="54" y="16"/>
                      <a:pt x="54" y="16"/>
                      <a:pt x="54" y="16"/>
                    </a:cubicBezTo>
                    <a:cubicBezTo>
                      <a:pt x="53" y="15"/>
                      <a:pt x="54" y="17"/>
                      <a:pt x="54" y="18"/>
                    </a:cubicBezTo>
                    <a:cubicBezTo>
                      <a:pt x="53" y="17"/>
                      <a:pt x="53" y="17"/>
                      <a:pt x="53" y="17"/>
                    </a:cubicBezTo>
                    <a:cubicBezTo>
                      <a:pt x="52" y="16"/>
                      <a:pt x="54" y="18"/>
                      <a:pt x="54" y="18"/>
                    </a:cubicBezTo>
                    <a:cubicBezTo>
                      <a:pt x="53" y="17"/>
                      <a:pt x="53" y="17"/>
                      <a:pt x="53" y="17"/>
                    </a:cubicBezTo>
                    <a:cubicBezTo>
                      <a:pt x="54" y="18"/>
                      <a:pt x="54" y="18"/>
                      <a:pt x="54" y="18"/>
                    </a:cubicBezTo>
                    <a:cubicBezTo>
                      <a:pt x="54" y="19"/>
                      <a:pt x="53" y="19"/>
                      <a:pt x="52" y="17"/>
                    </a:cubicBezTo>
                    <a:cubicBezTo>
                      <a:pt x="53" y="18"/>
                      <a:pt x="53" y="18"/>
                      <a:pt x="53" y="18"/>
                    </a:cubicBezTo>
                    <a:cubicBezTo>
                      <a:pt x="52" y="18"/>
                      <a:pt x="51" y="18"/>
                      <a:pt x="51" y="19"/>
                    </a:cubicBezTo>
                    <a:cubicBezTo>
                      <a:pt x="52" y="19"/>
                      <a:pt x="52" y="20"/>
                      <a:pt x="53" y="21"/>
                    </a:cubicBezTo>
                    <a:cubicBezTo>
                      <a:pt x="55" y="22"/>
                      <a:pt x="53" y="20"/>
                      <a:pt x="54" y="22"/>
                    </a:cubicBezTo>
                    <a:cubicBezTo>
                      <a:pt x="53" y="21"/>
                      <a:pt x="52" y="20"/>
                      <a:pt x="52" y="20"/>
                    </a:cubicBezTo>
                    <a:cubicBezTo>
                      <a:pt x="49" y="18"/>
                      <a:pt x="50" y="21"/>
                      <a:pt x="50" y="20"/>
                    </a:cubicBezTo>
                    <a:cubicBezTo>
                      <a:pt x="50" y="21"/>
                      <a:pt x="50" y="21"/>
                      <a:pt x="50" y="21"/>
                    </a:cubicBezTo>
                    <a:cubicBezTo>
                      <a:pt x="48" y="20"/>
                      <a:pt x="50" y="22"/>
                      <a:pt x="48" y="22"/>
                    </a:cubicBezTo>
                    <a:cubicBezTo>
                      <a:pt x="49" y="22"/>
                      <a:pt x="51" y="25"/>
                      <a:pt x="51" y="25"/>
                    </a:cubicBezTo>
                    <a:cubicBezTo>
                      <a:pt x="52" y="26"/>
                      <a:pt x="49" y="23"/>
                      <a:pt x="48" y="22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8" y="24"/>
                      <a:pt x="49" y="25"/>
                      <a:pt x="48" y="24"/>
                    </a:cubicBezTo>
                    <a:cubicBezTo>
                      <a:pt x="48" y="24"/>
                      <a:pt x="48" y="24"/>
                      <a:pt x="48" y="24"/>
                    </a:cubicBezTo>
                    <a:cubicBezTo>
                      <a:pt x="48" y="24"/>
                      <a:pt x="47" y="23"/>
                      <a:pt x="47" y="23"/>
                    </a:cubicBezTo>
                    <a:cubicBezTo>
                      <a:pt x="48" y="25"/>
                      <a:pt x="47" y="24"/>
                      <a:pt x="48" y="25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7" y="26"/>
                      <a:pt x="47" y="26"/>
                      <a:pt x="47" y="26"/>
                    </a:cubicBezTo>
                    <a:cubicBezTo>
                      <a:pt x="46" y="24"/>
                      <a:pt x="46" y="24"/>
                      <a:pt x="46" y="24"/>
                    </a:cubicBezTo>
                    <a:cubicBezTo>
                      <a:pt x="45" y="24"/>
                      <a:pt x="47" y="25"/>
                      <a:pt x="47" y="26"/>
                    </a:cubicBezTo>
                    <a:cubicBezTo>
                      <a:pt x="48" y="27"/>
                      <a:pt x="47" y="26"/>
                      <a:pt x="46" y="26"/>
                    </a:cubicBezTo>
                    <a:cubicBezTo>
                      <a:pt x="46" y="25"/>
                      <a:pt x="47" y="26"/>
                      <a:pt x="47" y="25"/>
                    </a:cubicBezTo>
                    <a:cubicBezTo>
                      <a:pt x="46" y="24"/>
                      <a:pt x="46" y="25"/>
                      <a:pt x="46" y="25"/>
                    </a:cubicBezTo>
                    <a:cubicBezTo>
                      <a:pt x="46" y="25"/>
                      <a:pt x="47" y="26"/>
                      <a:pt x="46" y="26"/>
                    </a:cubicBezTo>
                    <a:cubicBezTo>
                      <a:pt x="46" y="26"/>
                      <a:pt x="46" y="26"/>
                      <a:pt x="45" y="25"/>
                    </a:cubicBezTo>
                    <a:cubicBezTo>
                      <a:pt x="46" y="26"/>
                      <a:pt x="45" y="26"/>
                      <a:pt x="46" y="27"/>
                    </a:cubicBezTo>
                    <a:cubicBezTo>
                      <a:pt x="46" y="27"/>
                      <a:pt x="47" y="27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8"/>
                      <a:pt x="46" y="28"/>
                      <a:pt x="47" y="29"/>
                    </a:cubicBezTo>
                    <a:cubicBezTo>
                      <a:pt x="46" y="27"/>
                      <a:pt x="46" y="27"/>
                      <a:pt x="46" y="27"/>
                    </a:cubicBezTo>
                    <a:cubicBezTo>
                      <a:pt x="47" y="28"/>
                      <a:pt x="46" y="28"/>
                      <a:pt x="46" y="29"/>
                    </a:cubicBezTo>
                    <a:cubicBezTo>
                      <a:pt x="45" y="27"/>
                      <a:pt x="44" y="26"/>
                      <a:pt x="44" y="26"/>
                    </a:cubicBezTo>
                    <a:cubicBezTo>
                      <a:pt x="44" y="27"/>
                      <a:pt x="44" y="27"/>
                      <a:pt x="44" y="27"/>
                    </a:cubicBezTo>
                    <a:cubicBezTo>
                      <a:pt x="44" y="28"/>
                      <a:pt x="44" y="27"/>
                      <a:pt x="43" y="27"/>
                    </a:cubicBezTo>
                    <a:cubicBezTo>
                      <a:pt x="42" y="26"/>
                      <a:pt x="46" y="31"/>
                      <a:pt x="45" y="30"/>
                    </a:cubicBezTo>
                    <a:cubicBezTo>
                      <a:pt x="44" y="28"/>
                      <a:pt x="43" y="28"/>
                      <a:pt x="43" y="28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4" y="29"/>
                      <a:pt x="42" y="28"/>
                      <a:pt x="44" y="28"/>
                    </a:cubicBezTo>
                    <a:cubicBezTo>
                      <a:pt x="44" y="29"/>
                      <a:pt x="44" y="29"/>
                      <a:pt x="44" y="30"/>
                    </a:cubicBezTo>
                    <a:cubicBezTo>
                      <a:pt x="41" y="27"/>
                      <a:pt x="42" y="30"/>
                      <a:pt x="40" y="29"/>
                    </a:cubicBezTo>
                    <a:cubicBezTo>
                      <a:pt x="42" y="30"/>
                      <a:pt x="41" y="29"/>
                      <a:pt x="41" y="30"/>
                    </a:cubicBezTo>
                    <a:cubicBezTo>
                      <a:pt x="39" y="28"/>
                      <a:pt x="41" y="31"/>
                      <a:pt x="40" y="30"/>
                    </a:cubicBezTo>
                    <a:cubicBezTo>
                      <a:pt x="42" y="32"/>
                      <a:pt x="42" y="32"/>
                      <a:pt x="42" y="32"/>
                    </a:cubicBezTo>
                    <a:cubicBezTo>
                      <a:pt x="40" y="31"/>
                      <a:pt x="44" y="35"/>
                      <a:pt x="41" y="33"/>
                    </a:cubicBezTo>
                    <a:cubicBezTo>
                      <a:pt x="40" y="31"/>
                      <a:pt x="40" y="31"/>
                      <a:pt x="40" y="31"/>
                    </a:cubicBezTo>
                    <a:cubicBezTo>
                      <a:pt x="38" y="29"/>
                      <a:pt x="41" y="33"/>
                      <a:pt x="39" y="31"/>
                    </a:cubicBezTo>
                    <a:cubicBezTo>
                      <a:pt x="39" y="32"/>
                      <a:pt x="40" y="33"/>
                      <a:pt x="41" y="34"/>
                    </a:cubicBezTo>
                    <a:cubicBezTo>
                      <a:pt x="40" y="33"/>
                      <a:pt x="39" y="33"/>
                      <a:pt x="38" y="32"/>
                    </a:cubicBezTo>
                    <a:cubicBezTo>
                      <a:pt x="39" y="33"/>
                      <a:pt x="39" y="33"/>
                      <a:pt x="38" y="33"/>
                    </a:cubicBezTo>
                    <a:cubicBezTo>
                      <a:pt x="38" y="32"/>
                      <a:pt x="38" y="32"/>
                      <a:pt x="38" y="32"/>
                    </a:cubicBezTo>
                    <a:cubicBezTo>
                      <a:pt x="37" y="32"/>
                      <a:pt x="38" y="33"/>
                      <a:pt x="38" y="33"/>
                    </a:cubicBezTo>
                    <a:cubicBezTo>
                      <a:pt x="37" y="32"/>
                      <a:pt x="37" y="33"/>
                      <a:pt x="36" y="33"/>
                    </a:cubicBezTo>
                    <a:cubicBezTo>
                      <a:pt x="37" y="35"/>
                      <a:pt x="35" y="32"/>
                      <a:pt x="37" y="35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7" y="35"/>
                      <a:pt x="38" y="36"/>
                      <a:pt x="38" y="37"/>
                    </a:cubicBezTo>
                    <a:cubicBezTo>
                      <a:pt x="36" y="35"/>
                      <a:pt x="36" y="35"/>
                      <a:pt x="36" y="35"/>
                    </a:cubicBezTo>
                    <a:cubicBezTo>
                      <a:pt x="35" y="33"/>
                      <a:pt x="36" y="35"/>
                      <a:pt x="35" y="34"/>
                    </a:cubicBezTo>
                    <a:cubicBezTo>
                      <a:pt x="36" y="35"/>
                      <a:pt x="35" y="34"/>
                      <a:pt x="36" y="35"/>
                    </a:cubicBezTo>
                    <a:cubicBezTo>
                      <a:pt x="36" y="36"/>
                      <a:pt x="36" y="36"/>
                      <a:pt x="36" y="36"/>
                    </a:cubicBezTo>
                    <a:cubicBezTo>
                      <a:pt x="36" y="37"/>
                      <a:pt x="36" y="37"/>
                      <a:pt x="36" y="37"/>
                    </a:cubicBezTo>
                    <a:cubicBezTo>
                      <a:pt x="36" y="38"/>
                      <a:pt x="35" y="36"/>
                      <a:pt x="35" y="36"/>
                    </a:cubicBezTo>
                    <a:cubicBezTo>
                      <a:pt x="34" y="35"/>
                      <a:pt x="34" y="36"/>
                      <a:pt x="35" y="36"/>
                    </a:cubicBezTo>
                    <a:cubicBezTo>
                      <a:pt x="35" y="36"/>
                      <a:pt x="35" y="36"/>
                      <a:pt x="35" y="37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5" y="36"/>
                      <a:pt x="35" y="36"/>
                      <a:pt x="35" y="37"/>
                    </a:cubicBezTo>
                    <a:cubicBezTo>
                      <a:pt x="35" y="36"/>
                      <a:pt x="35" y="36"/>
                      <a:pt x="34" y="36"/>
                    </a:cubicBezTo>
                    <a:cubicBezTo>
                      <a:pt x="34" y="36"/>
                      <a:pt x="34" y="36"/>
                      <a:pt x="35" y="36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3" y="35"/>
                      <a:pt x="33" y="35"/>
                      <a:pt x="33" y="35"/>
                    </a:cubicBezTo>
                    <a:cubicBezTo>
                      <a:pt x="33" y="35"/>
                      <a:pt x="33" y="36"/>
                      <a:pt x="34" y="37"/>
                    </a:cubicBezTo>
                    <a:cubicBezTo>
                      <a:pt x="32" y="36"/>
                      <a:pt x="33" y="38"/>
                      <a:pt x="33" y="39"/>
                    </a:cubicBezTo>
                    <a:cubicBezTo>
                      <a:pt x="33" y="39"/>
                      <a:pt x="32" y="38"/>
                      <a:pt x="33" y="38"/>
                    </a:cubicBezTo>
                    <a:cubicBezTo>
                      <a:pt x="33" y="39"/>
                      <a:pt x="33" y="40"/>
                      <a:pt x="33" y="39"/>
                    </a:cubicBezTo>
                    <a:cubicBezTo>
                      <a:pt x="33" y="40"/>
                      <a:pt x="32" y="38"/>
                      <a:pt x="32" y="38"/>
                    </a:cubicBezTo>
                    <a:cubicBezTo>
                      <a:pt x="31" y="38"/>
                      <a:pt x="33" y="40"/>
                      <a:pt x="32" y="40"/>
                    </a:cubicBezTo>
                    <a:cubicBezTo>
                      <a:pt x="30" y="38"/>
                      <a:pt x="33" y="42"/>
                      <a:pt x="31" y="41"/>
                    </a:cubicBezTo>
                    <a:cubicBezTo>
                      <a:pt x="31" y="41"/>
                      <a:pt x="31" y="40"/>
                      <a:pt x="30" y="39"/>
                    </a:cubicBezTo>
                    <a:cubicBezTo>
                      <a:pt x="30" y="40"/>
                      <a:pt x="30" y="41"/>
                      <a:pt x="31" y="43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30" y="41"/>
                      <a:pt x="30" y="42"/>
                      <a:pt x="31" y="43"/>
                    </a:cubicBezTo>
                    <a:cubicBezTo>
                      <a:pt x="32" y="44"/>
                      <a:pt x="32" y="45"/>
                      <a:pt x="32" y="45"/>
                    </a:cubicBezTo>
                    <a:cubicBezTo>
                      <a:pt x="32" y="45"/>
                      <a:pt x="32" y="45"/>
                      <a:pt x="32" y="45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1" y="45"/>
                      <a:pt x="31" y="45"/>
                      <a:pt x="31" y="45"/>
                    </a:cubicBezTo>
                    <a:cubicBezTo>
                      <a:pt x="29" y="43"/>
                      <a:pt x="29" y="44"/>
                      <a:pt x="29" y="44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30" y="46"/>
                      <a:pt x="29" y="44"/>
                      <a:pt x="29" y="44"/>
                    </a:cubicBezTo>
                    <a:cubicBezTo>
                      <a:pt x="31" y="48"/>
                      <a:pt x="31" y="48"/>
                      <a:pt x="31" y="48"/>
                    </a:cubicBezTo>
                    <a:cubicBezTo>
                      <a:pt x="31" y="48"/>
                      <a:pt x="30" y="47"/>
                      <a:pt x="29" y="46"/>
                    </a:cubicBezTo>
                    <a:cubicBezTo>
                      <a:pt x="29" y="46"/>
                      <a:pt x="31" y="49"/>
                      <a:pt x="31" y="50"/>
                    </a:cubicBezTo>
                    <a:cubicBezTo>
                      <a:pt x="31" y="50"/>
                      <a:pt x="31" y="51"/>
                      <a:pt x="31" y="51"/>
                    </a:cubicBezTo>
                    <a:cubicBezTo>
                      <a:pt x="30" y="50"/>
                      <a:pt x="31" y="51"/>
                      <a:pt x="31" y="51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30" y="49"/>
                      <a:pt x="28" y="48"/>
                      <a:pt x="28" y="47"/>
                    </a:cubicBezTo>
                    <a:cubicBezTo>
                      <a:pt x="28" y="48"/>
                      <a:pt x="27" y="47"/>
                      <a:pt x="26" y="47"/>
                    </a:cubicBezTo>
                    <a:cubicBezTo>
                      <a:pt x="28" y="49"/>
                      <a:pt x="27" y="49"/>
                      <a:pt x="28" y="51"/>
                    </a:cubicBezTo>
                    <a:cubicBezTo>
                      <a:pt x="28" y="51"/>
                      <a:pt x="27" y="49"/>
                      <a:pt x="26" y="49"/>
                    </a:cubicBezTo>
                    <a:cubicBezTo>
                      <a:pt x="27" y="50"/>
                      <a:pt x="26" y="50"/>
                      <a:pt x="25" y="50"/>
                    </a:cubicBezTo>
                    <a:cubicBezTo>
                      <a:pt x="25" y="50"/>
                      <a:pt x="25" y="50"/>
                      <a:pt x="25" y="50"/>
                    </a:cubicBezTo>
                    <a:cubicBezTo>
                      <a:pt x="25" y="51"/>
                      <a:pt x="24" y="51"/>
                      <a:pt x="25" y="53"/>
                    </a:cubicBezTo>
                    <a:cubicBezTo>
                      <a:pt x="25" y="52"/>
                      <a:pt x="25" y="52"/>
                      <a:pt x="25" y="52"/>
                    </a:cubicBezTo>
                    <a:cubicBezTo>
                      <a:pt x="24" y="51"/>
                      <a:pt x="27" y="54"/>
                      <a:pt x="25" y="53"/>
                    </a:cubicBezTo>
                    <a:cubicBezTo>
                      <a:pt x="25" y="52"/>
                      <a:pt x="25" y="52"/>
                      <a:pt x="25" y="52"/>
                    </a:cubicBezTo>
                    <a:cubicBezTo>
                      <a:pt x="25" y="53"/>
                      <a:pt x="23" y="52"/>
                      <a:pt x="24" y="54"/>
                    </a:cubicBezTo>
                    <a:cubicBezTo>
                      <a:pt x="24" y="53"/>
                      <a:pt x="24" y="53"/>
                      <a:pt x="24" y="53"/>
                    </a:cubicBezTo>
                    <a:cubicBezTo>
                      <a:pt x="24" y="53"/>
                      <a:pt x="23" y="53"/>
                      <a:pt x="24" y="55"/>
                    </a:cubicBezTo>
                    <a:cubicBezTo>
                      <a:pt x="23" y="53"/>
                      <a:pt x="23" y="53"/>
                      <a:pt x="23" y="53"/>
                    </a:cubicBezTo>
                    <a:cubicBezTo>
                      <a:pt x="22" y="52"/>
                      <a:pt x="24" y="55"/>
                      <a:pt x="23" y="55"/>
                    </a:cubicBezTo>
                    <a:cubicBezTo>
                      <a:pt x="23" y="55"/>
                      <a:pt x="22" y="54"/>
                      <a:pt x="22" y="54"/>
                    </a:cubicBezTo>
                    <a:cubicBezTo>
                      <a:pt x="23" y="55"/>
                      <a:pt x="22" y="55"/>
                      <a:pt x="23" y="55"/>
                    </a:cubicBezTo>
                    <a:cubicBezTo>
                      <a:pt x="21" y="54"/>
                      <a:pt x="21" y="54"/>
                      <a:pt x="21" y="54"/>
                    </a:cubicBezTo>
                    <a:cubicBezTo>
                      <a:pt x="20" y="55"/>
                      <a:pt x="18" y="56"/>
                      <a:pt x="18" y="59"/>
                    </a:cubicBezTo>
                    <a:cubicBezTo>
                      <a:pt x="16" y="57"/>
                      <a:pt x="17" y="57"/>
                      <a:pt x="16" y="56"/>
                    </a:cubicBezTo>
                    <a:cubicBezTo>
                      <a:pt x="18" y="58"/>
                      <a:pt x="16" y="57"/>
                      <a:pt x="16" y="58"/>
                    </a:cubicBezTo>
                    <a:cubicBezTo>
                      <a:pt x="16" y="57"/>
                      <a:pt x="16" y="57"/>
                      <a:pt x="16" y="57"/>
                    </a:cubicBezTo>
                    <a:cubicBezTo>
                      <a:pt x="16" y="58"/>
                      <a:pt x="15" y="57"/>
                      <a:pt x="16" y="58"/>
                    </a:cubicBezTo>
                    <a:cubicBezTo>
                      <a:pt x="16" y="58"/>
                      <a:pt x="16" y="58"/>
                      <a:pt x="16" y="58"/>
                    </a:cubicBezTo>
                    <a:cubicBezTo>
                      <a:pt x="17" y="59"/>
                      <a:pt x="14" y="56"/>
                      <a:pt x="15" y="59"/>
                    </a:cubicBezTo>
                    <a:cubicBezTo>
                      <a:pt x="14" y="57"/>
                      <a:pt x="14" y="57"/>
                      <a:pt x="14" y="57"/>
                    </a:cubicBezTo>
                    <a:cubicBezTo>
                      <a:pt x="16" y="60"/>
                      <a:pt x="13" y="57"/>
                      <a:pt x="15" y="59"/>
                    </a:cubicBezTo>
                    <a:cubicBezTo>
                      <a:pt x="14" y="59"/>
                      <a:pt x="14" y="59"/>
                      <a:pt x="14" y="59"/>
                    </a:cubicBezTo>
                    <a:cubicBezTo>
                      <a:pt x="13" y="58"/>
                      <a:pt x="15" y="61"/>
                      <a:pt x="14" y="60"/>
                    </a:cubicBezTo>
                    <a:cubicBezTo>
                      <a:pt x="14" y="60"/>
                      <a:pt x="14" y="61"/>
                      <a:pt x="15" y="63"/>
                    </a:cubicBezTo>
                    <a:cubicBezTo>
                      <a:pt x="14" y="60"/>
                      <a:pt x="14" y="60"/>
                      <a:pt x="14" y="60"/>
                    </a:cubicBezTo>
                    <a:cubicBezTo>
                      <a:pt x="13" y="62"/>
                      <a:pt x="12" y="63"/>
                      <a:pt x="13" y="65"/>
                    </a:cubicBezTo>
                    <a:cubicBezTo>
                      <a:pt x="12" y="65"/>
                      <a:pt x="12" y="65"/>
                      <a:pt x="12" y="65"/>
                    </a:cubicBezTo>
                    <a:cubicBezTo>
                      <a:pt x="13" y="67"/>
                      <a:pt x="9" y="64"/>
                      <a:pt x="12" y="67"/>
                    </a:cubicBezTo>
                    <a:cubicBezTo>
                      <a:pt x="13" y="69"/>
                      <a:pt x="13" y="69"/>
                      <a:pt x="13" y="69"/>
                    </a:cubicBezTo>
                    <a:cubicBezTo>
                      <a:pt x="11" y="67"/>
                      <a:pt x="11" y="67"/>
                      <a:pt x="11" y="67"/>
                    </a:cubicBezTo>
                    <a:cubicBezTo>
                      <a:pt x="11" y="68"/>
                      <a:pt x="10" y="68"/>
                      <a:pt x="11" y="69"/>
                    </a:cubicBezTo>
                    <a:cubicBezTo>
                      <a:pt x="10" y="68"/>
                      <a:pt x="10" y="68"/>
                      <a:pt x="10" y="68"/>
                    </a:cubicBezTo>
                    <a:cubicBezTo>
                      <a:pt x="10" y="68"/>
                      <a:pt x="11" y="70"/>
                      <a:pt x="11" y="70"/>
                    </a:cubicBezTo>
                    <a:cubicBezTo>
                      <a:pt x="10" y="69"/>
                      <a:pt x="10" y="69"/>
                      <a:pt x="10" y="69"/>
                    </a:cubicBezTo>
                    <a:cubicBezTo>
                      <a:pt x="7" y="68"/>
                      <a:pt x="4" y="67"/>
                      <a:pt x="5" y="71"/>
                    </a:cubicBezTo>
                    <a:cubicBezTo>
                      <a:pt x="5" y="72"/>
                      <a:pt x="3" y="70"/>
                      <a:pt x="3" y="70"/>
                    </a:cubicBezTo>
                    <a:cubicBezTo>
                      <a:pt x="5" y="73"/>
                      <a:pt x="0" y="70"/>
                      <a:pt x="2" y="75"/>
                    </a:cubicBezTo>
                    <a:cubicBezTo>
                      <a:pt x="2" y="77"/>
                      <a:pt x="6" y="82"/>
                      <a:pt x="6" y="82"/>
                    </a:cubicBezTo>
                    <a:cubicBezTo>
                      <a:pt x="7" y="78"/>
                      <a:pt x="10" y="79"/>
                      <a:pt x="14" y="80"/>
                    </a:cubicBezTo>
                    <a:cubicBezTo>
                      <a:pt x="14" y="79"/>
                      <a:pt x="14" y="77"/>
                      <a:pt x="15" y="78"/>
                    </a:cubicBezTo>
                    <a:cubicBezTo>
                      <a:pt x="18" y="75"/>
                      <a:pt x="23" y="77"/>
                      <a:pt x="24" y="73"/>
                    </a:cubicBezTo>
                    <a:cubicBezTo>
                      <a:pt x="23" y="73"/>
                      <a:pt x="23" y="72"/>
                      <a:pt x="23" y="71"/>
                    </a:cubicBezTo>
                    <a:cubicBezTo>
                      <a:pt x="23" y="72"/>
                      <a:pt x="23" y="72"/>
                      <a:pt x="23" y="72"/>
                    </a:cubicBezTo>
                    <a:cubicBezTo>
                      <a:pt x="22" y="71"/>
                      <a:pt x="22" y="71"/>
                      <a:pt x="22" y="71"/>
                    </a:cubicBezTo>
                    <a:cubicBezTo>
                      <a:pt x="23" y="70"/>
                      <a:pt x="24" y="72"/>
                      <a:pt x="24" y="72"/>
                    </a:cubicBezTo>
                    <a:cubicBezTo>
                      <a:pt x="25" y="71"/>
                      <a:pt x="25" y="70"/>
                      <a:pt x="26" y="70"/>
                    </a:cubicBezTo>
                    <a:cubicBezTo>
                      <a:pt x="25" y="68"/>
                      <a:pt x="27" y="69"/>
                      <a:pt x="25" y="67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7"/>
                      <a:pt x="26" y="67"/>
                      <a:pt x="28" y="68"/>
                    </a:cubicBezTo>
                    <a:cubicBezTo>
                      <a:pt x="32" y="68"/>
                      <a:pt x="33" y="64"/>
                      <a:pt x="36" y="63"/>
                    </a:cubicBezTo>
                    <a:cubicBezTo>
                      <a:pt x="39" y="60"/>
                      <a:pt x="40" y="57"/>
                      <a:pt x="43" y="54"/>
                    </a:cubicBezTo>
                    <a:cubicBezTo>
                      <a:pt x="41" y="51"/>
                      <a:pt x="42" y="52"/>
                      <a:pt x="41" y="49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1" y="48"/>
                      <a:pt x="42" y="49"/>
                      <a:pt x="44" y="50"/>
                    </a:cubicBezTo>
                    <a:cubicBezTo>
                      <a:pt x="43" y="49"/>
                      <a:pt x="44" y="50"/>
                      <a:pt x="42" y="48"/>
                    </a:cubicBezTo>
                    <a:cubicBezTo>
                      <a:pt x="41" y="47"/>
                      <a:pt x="44" y="50"/>
                      <a:pt x="44" y="49"/>
                    </a:cubicBezTo>
                    <a:cubicBezTo>
                      <a:pt x="45" y="50"/>
                      <a:pt x="43" y="48"/>
                      <a:pt x="44" y="49"/>
                    </a:cubicBezTo>
                    <a:cubicBezTo>
                      <a:pt x="43" y="46"/>
                      <a:pt x="44" y="50"/>
                      <a:pt x="47" y="50"/>
                    </a:cubicBezTo>
                    <a:cubicBezTo>
                      <a:pt x="47" y="49"/>
                      <a:pt x="47" y="46"/>
                      <a:pt x="49" y="46"/>
                    </a:cubicBezTo>
                    <a:cubicBezTo>
                      <a:pt x="49" y="46"/>
                      <a:pt x="48" y="45"/>
                      <a:pt x="48" y="45"/>
                    </a:cubicBezTo>
                    <a:cubicBezTo>
                      <a:pt x="50" y="47"/>
                      <a:pt x="48" y="44"/>
                      <a:pt x="49" y="45"/>
                    </a:cubicBezTo>
                    <a:cubicBezTo>
                      <a:pt x="50" y="46"/>
                      <a:pt x="50" y="46"/>
                      <a:pt x="50" y="46"/>
                    </a:cubicBezTo>
                    <a:cubicBezTo>
                      <a:pt x="51" y="46"/>
                      <a:pt x="50" y="45"/>
                      <a:pt x="52" y="45"/>
                    </a:cubicBezTo>
                    <a:cubicBezTo>
                      <a:pt x="51" y="44"/>
                      <a:pt x="54" y="45"/>
                      <a:pt x="53" y="44"/>
                    </a:cubicBezTo>
                    <a:cubicBezTo>
                      <a:pt x="54" y="45"/>
                      <a:pt x="54" y="44"/>
                      <a:pt x="54" y="45"/>
                    </a:cubicBezTo>
                    <a:cubicBezTo>
                      <a:pt x="52" y="42"/>
                      <a:pt x="56" y="45"/>
                      <a:pt x="55" y="43"/>
                    </a:cubicBezTo>
                    <a:cubicBezTo>
                      <a:pt x="55" y="43"/>
                      <a:pt x="55" y="43"/>
                      <a:pt x="55" y="43"/>
                    </a:cubicBezTo>
                    <a:cubicBezTo>
                      <a:pt x="56" y="42"/>
                      <a:pt x="58" y="42"/>
                      <a:pt x="58" y="39"/>
                    </a:cubicBezTo>
                    <a:cubicBezTo>
                      <a:pt x="59" y="38"/>
                      <a:pt x="62" y="40"/>
                      <a:pt x="62" y="38"/>
                    </a:cubicBezTo>
                    <a:cubicBezTo>
                      <a:pt x="61" y="37"/>
                      <a:pt x="61" y="37"/>
                      <a:pt x="61" y="37"/>
                    </a:cubicBezTo>
                    <a:cubicBezTo>
                      <a:pt x="61" y="36"/>
                      <a:pt x="62" y="37"/>
                      <a:pt x="62" y="38"/>
                    </a:cubicBezTo>
                    <a:cubicBezTo>
                      <a:pt x="61" y="36"/>
                      <a:pt x="63" y="37"/>
                      <a:pt x="64" y="37"/>
                    </a:cubicBezTo>
                    <a:cubicBezTo>
                      <a:pt x="63" y="36"/>
                      <a:pt x="63" y="36"/>
                      <a:pt x="63" y="35"/>
                    </a:cubicBezTo>
                    <a:cubicBezTo>
                      <a:pt x="66" y="36"/>
                      <a:pt x="63" y="33"/>
                      <a:pt x="66" y="34"/>
                    </a:cubicBezTo>
                    <a:cubicBezTo>
                      <a:pt x="63" y="32"/>
                      <a:pt x="65" y="33"/>
                      <a:pt x="64" y="32"/>
                    </a:cubicBezTo>
                    <a:cubicBezTo>
                      <a:pt x="64" y="32"/>
                      <a:pt x="65" y="33"/>
                      <a:pt x="65" y="33"/>
                    </a:cubicBezTo>
                    <a:cubicBezTo>
                      <a:pt x="66" y="33"/>
                      <a:pt x="66" y="32"/>
                      <a:pt x="67" y="33"/>
                    </a:cubicBezTo>
                    <a:cubicBezTo>
                      <a:pt x="67" y="32"/>
                      <a:pt x="66" y="31"/>
                      <a:pt x="66" y="31"/>
                    </a:cubicBezTo>
                    <a:cubicBezTo>
                      <a:pt x="68" y="33"/>
                      <a:pt x="67" y="31"/>
                      <a:pt x="68" y="31"/>
                    </a:cubicBezTo>
                    <a:cubicBezTo>
                      <a:pt x="66" y="29"/>
                      <a:pt x="66" y="28"/>
                      <a:pt x="66" y="28"/>
                    </a:cubicBezTo>
                    <a:cubicBezTo>
                      <a:pt x="68" y="31"/>
                      <a:pt x="68" y="31"/>
                      <a:pt x="68" y="31"/>
                    </a:cubicBezTo>
                    <a:cubicBezTo>
                      <a:pt x="68" y="29"/>
                      <a:pt x="71" y="30"/>
                      <a:pt x="70" y="27"/>
                    </a:cubicBezTo>
                    <a:cubicBezTo>
                      <a:pt x="71" y="28"/>
                      <a:pt x="71" y="28"/>
                      <a:pt x="71" y="28"/>
                    </a:cubicBezTo>
                    <a:cubicBezTo>
                      <a:pt x="71" y="25"/>
                      <a:pt x="73" y="26"/>
                      <a:pt x="72" y="23"/>
                    </a:cubicBezTo>
                    <a:cubicBezTo>
                      <a:pt x="73" y="23"/>
                      <a:pt x="73" y="24"/>
                      <a:pt x="74" y="23"/>
                    </a:cubicBezTo>
                    <a:cubicBezTo>
                      <a:pt x="73" y="22"/>
                      <a:pt x="73" y="22"/>
                      <a:pt x="72" y="20"/>
                    </a:cubicBezTo>
                    <a:cubicBezTo>
                      <a:pt x="72" y="20"/>
                      <a:pt x="73" y="21"/>
                      <a:pt x="74" y="21"/>
                    </a:cubicBezTo>
                    <a:cubicBezTo>
                      <a:pt x="74" y="21"/>
                      <a:pt x="76" y="23"/>
                      <a:pt x="75" y="20"/>
                    </a:cubicBezTo>
                    <a:cubicBezTo>
                      <a:pt x="76" y="21"/>
                      <a:pt x="76" y="21"/>
                      <a:pt x="76" y="21"/>
                    </a:cubicBezTo>
                    <a:cubicBezTo>
                      <a:pt x="76" y="20"/>
                      <a:pt x="75" y="18"/>
                      <a:pt x="76" y="19"/>
                    </a:cubicBezTo>
                    <a:cubicBezTo>
                      <a:pt x="76" y="18"/>
                      <a:pt x="76" y="17"/>
                      <a:pt x="75" y="16"/>
                    </a:cubicBezTo>
                    <a:cubicBezTo>
                      <a:pt x="75" y="16"/>
                      <a:pt x="76" y="18"/>
                      <a:pt x="76" y="17"/>
                    </a:cubicBezTo>
                    <a:cubicBezTo>
                      <a:pt x="77" y="19"/>
                      <a:pt x="77" y="19"/>
                      <a:pt x="77" y="19"/>
                    </a:cubicBezTo>
                    <a:cubicBezTo>
                      <a:pt x="78" y="18"/>
                      <a:pt x="78" y="17"/>
                      <a:pt x="79" y="15"/>
                    </a:cubicBezTo>
                    <a:cubicBezTo>
                      <a:pt x="80" y="17"/>
                      <a:pt x="80" y="15"/>
                      <a:pt x="81" y="15"/>
                    </a:cubicBezTo>
                    <a:cubicBezTo>
                      <a:pt x="81" y="14"/>
                      <a:pt x="82" y="15"/>
                      <a:pt x="81" y="13"/>
                    </a:cubicBezTo>
                    <a:cubicBezTo>
                      <a:pt x="82" y="14"/>
                      <a:pt x="82" y="14"/>
                      <a:pt x="82" y="14"/>
                    </a:cubicBezTo>
                    <a:cubicBezTo>
                      <a:pt x="82" y="14"/>
                      <a:pt x="83" y="13"/>
                      <a:pt x="84" y="14"/>
                    </a:cubicBezTo>
                    <a:cubicBezTo>
                      <a:pt x="84" y="14"/>
                      <a:pt x="83" y="12"/>
                      <a:pt x="83" y="11"/>
                    </a:cubicBezTo>
                    <a:cubicBezTo>
                      <a:pt x="84" y="12"/>
                      <a:pt x="84" y="12"/>
                      <a:pt x="84" y="12"/>
                    </a:cubicBezTo>
                    <a:cubicBezTo>
                      <a:pt x="84" y="11"/>
                      <a:pt x="83" y="10"/>
                      <a:pt x="82" y="8"/>
                    </a:cubicBezTo>
                    <a:cubicBezTo>
                      <a:pt x="83" y="9"/>
                      <a:pt x="82" y="8"/>
                      <a:pt x="83" y="9"/>
                    </a:cubicBezTo>
                    <a:cubicBezTo>
                      <a:pt x="83" y="10"/>
                      <a:pt x="84" y="11"/>
                      <a:pt x="84" y="13"/>
                    </a:cubicBezTo>
                    <a:cubicBezTo>
                      <a:pt x="85" y="13"/>
                      <a:pt x="84" y="10"/>
                      <a:pt x="85" y="11"/>
                    </a:cubicBezTo>
                    <a:cubicBezTo>
                      <a:pt x="86" y="12"/>
                      <a:pt x="86" y="11"/>
                      <a:pt x="85" y="9"/>
                    </a:cubicBezTo>
                    <a:cubicBezTo>
                      <a:pt x="85" y="10"/>
                      <a:pt x="85" y="10"/>
                      <a:pt x="86" y="11"/>
                    </a:cubicBezTo>
                    <a:cubicBezTo>
                      <a:pt x="86" y="11"/>
                      <a:pt x="86" y="11"/>
                      <a:pt x="86" y="10"/>
                    </a:cubicBezTo>
                    <a:cubicBezTo>
                      <a:pt x="86" y="10"/>
                      <a:pt x="85" y="10"/>
                      <a:pt x="85" y="10"/>
                    </a:cubicBezTo>
                    <a:cubicBezTo>
                      <a:pt x="85" y="9"/>
                      <a:pt x="85" y="8"/>
                      <a:pt x="84" y="7"/>
                    </a:cubicBezTo>
                    <a:cubicBezTo>
                      <a:pt x="84" y="7"/>
                      <a:pt x="84" y="7"/>
                      <a:pt x="84" y="7"/>
                    </a:cubicBezTo>
                    <a:cubicBezTo>
                      <a:pt x="83" y="6"/>
                      <a:pt x="84" y="5"/>
                      <a:pt x="84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2" name="Freeform 37"/>
              <p:cNvSpPr/>
              <p:nvPr>
                <p:custDataLst>
                  <p:tags r:id="rId284"/>
                </p:custDataLst>
              </p:nvPr>
            </p:nvSpPr>
            <p:spPr bwMode="auto">
              <a:xfrm>
                <a:off x="3725" y="2268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3" name="Freeform 38"/>
              <p:cNvSpPr/>
              <p:nvPr>
                <p:custDataLst>
                  <p:tags r:id="rId285"/>
                </p:custDataLst>
              </p:nvPr>
            </p:nvSpPr>
            <p:spPr bwMode="auto">
              <a:xfrm>
                <a:off x="3474" y="207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4" name="Freeform 39"/>
              <p:cNvSpPr/>
              <p:nvPr>
                <p:custDataLst>
                  <p:tags r:id="rId286"/>
                </p:custDataLst>
              </p:nvPr>
            </p:nvSpPr>
            <p:spPr bwMode="auto">
              <a:xfrm>
                <a:off x="3799" y="2608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5" name="Freeform 40"/>
              <p:cNvSpPr/>
              <p:nvPr>
                <p:custDataLst>
                  <p:tags r:id="rId287"/>
                </p:custDataLst>
              </p:nvPr>
            </p:nvSpPr>
            <p:spPr bwMode="auto">
              <a:xfrm>
                <a:off x="3470" y="2079"/>
                <a:ext cx="2" cy="3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0 h 1"/>
                  <a:gd name="T4" fmla="*/ 1 w 1"/>
                  <a:gd name="T5" fmla="*/ 0 h 1"/>
                  <a:gd name="T6" fmla="*/ 0 w 1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6" name="Freeform 41"/>
              <p:cNvSpPr/>
              <p:nvPr>
                <p:custDataLst>
                  <p:tags r:id="rId288"/>
                </p:custDataLst>
              </p:nvPr>
            </p:nvSpPr>
            <p:spPr bwMode="auto">
              <a:xfrm>
                <a:off x="3825" y="2764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7" name="Freeform 42"/>
              <p:cNvSpPr/>
              <p:nvPr>
                <p:custDataLst>
                  <p:tags r:id="rId289"/>
                </p:custDataLst>
              </p:nvPr>
            </p:nvSpPr>
            <p:spPr bwMode="auto">
              <a:xfrm>
                <a:off x="3466" y="2152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8" name="Freeform 43"/>
              <p:cNvSpPr/>
              <p:nvPr>
                <p:custDataLst>
                  <p:tags r:id="rId290"/>
                </p:custDataLst>
              </p:nvPr>
            </p:nvSpPr>
            <p:spPr bwMode="auto">
              <a:xfrm>
                <a:off x="3916" y="2582"/>
                <a:ext cx="0" cy="2"/>
              </a:xfrm>
              <a:custGeom>
                <a:avLst/>
                <a:gdLst>
                  <a:gd name="T0" fmla="*/ 0 h 1"/>
                  <a:gd name="T1" fmla="*/ 0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9" name="Freeform 44"/>
              <p:cNvSpPr/>
              <p:nvPr>
                <p:custDataLst>
                  <p:tags r:id="rId291"/>
                </p:custDataLst>
              </p:nvPr>
            </p:nvSpPr>
            <p:spPr bwMode="auto">
              <a:xfrm>
                <a:off x="3899" y="2784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0" name="Freeform 45"/>
              <p:cNvSpPr/>
              <p:nvPr>
                <p:custDataLst>
                  <p:tags r:id="rId292"/>
                </p:custDataLst>
              </p:nvPr>
            </p:nvSpPr>
            <p:spPr bwMode="auto">
              <a:xfrm>
                <a:off x="3926" y="2582"/>
                <a:ext cx="3" cy="2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1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1" name="Freeform 46"/>
              <p:cNvSpPr/>
              <p:nvPr>
                <p:custDataLst>
                  <p:tags r:id="rId293"/>
                </p:custDataLst>
              </p:nvPr>
            </p:nvSpPr>
            <p:spPr bwMode="auto">
              <a:xfrm>
                <a:off x="3850" y="268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2" name="Freeform 47"/>
              <p:cNvSpPr/>
              <p:nvPr>
                <p:custDataLst>
                  <p:tags r:id="rId294"/>
                </p:custDataLst>
              </p:nvPr>
            </p:nvSpPr>
            <p:spPr bwMode="auto">
              <a:xfrm>
                <a:off x="3926" y="2584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3" name="Freeform 48"/>
              <p:cNvSpPr/>
              <p:nvPr>
                <p:custDataLst>
                  <p:tags r:id="rId295"/>
                </p:custDataLst>
              </p:nvPr>
            </p:nvSpPr>
            <p:spPr bwMode="auto">
              <a:xfrm>
                <a:off x="3810" y="278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4" name="Freeform 49"/>
              <p:cNvSpPr/>
              <p:nvPr>
                <p:custDataLst>
                  <p:tags r:id="rId296"/>
                </p:custDataLst>
              </p:nvPr>
            </p:nvSpPr>
            <p:spPr bwMode="auto">
              <a:xfrm>
                <a:off x="3827" y="2270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1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1" y="0"/>
                      <a:pt x="1" y="0"/>
                    </a:cubicBezTo>
                    <a:cubicBezTo>
                      <a:pt x="0" y="0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5" name="Freeform 50"/>
              <p:cNvSpPr/>
              <p:nvPr>
                <p:custDataLst>
                  <p:tags r:id="rId297"/>
                </p:custDataLst>
              </p:nvPr>
            </p:nvSpPr>
            <p:spPr bwMode="auto">
              <a:xfrm>
                <a:off x="3470" y="208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6" name="Freeform 51"/>
              <p:cNvSpPr/>
              <p:nvPr>
                <p:custDataLst>
                  <p:tags r:id="rId298"/>
                </p:custDataLst>
              </p:nvPr>
            </p:nvSpPr>
            <p:spPr bwMode="auto">
              <a:xfrm>
                <a:off x="4497" y="2332"/>
                <a:ext cx="2" cy="4"/>
              </a:xfrm>
              <a:custGeom>
                <a:avLst/>
                <a:gdLst>
                  <a:gd name="T0" fmla="*/ 0 w 1"/>
                  <a:gd name="T1" fmla="*/ 2 h 2"/>
                  <a:gd name="T2" fmla="*/ 0 w 1"/>
                  <a:gd name="T3" fmla="*/ 1 h 2"/>
                  <a:gd name="T4" fmla="*/ 0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2"/>
                    </a:moveTo>
                    <a:cubicBezTo>
                      <a:pt x="0" y="2"/>
                      <a:pt x="1" y="0"/>
                      <a:pt x="0" y="1"/>
                    </a:cubicBezTo>
                    <a:cubicBezTo>
                      <a:pt x="1" y="1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7" name="Freeform 52"/>
              <p:cNvSpPr/>
              <p:nvPr>
                <p:custDataLst>
                  <p:tags r:id="rId299"/>
                </p:custDataLst>
              </p:nvPr>
            </p:nvSpPr>
            <p:spPr bwMode="auto">
              <a:xfrm>
                <a:off x="4468" y="2319"/>
                <a:ext cx="2" cy="2"/>
              </a:xfrm>
              <a:custGeom>
                <a:avLst/>
                <a:gdLst>
                  <a:gd name="T0" fmla="*/ 2 w 2"/>
                  <a:gd name="T1" fmla="*/ 2 h 2"/>
                  <a:gd name="T2" fmla="*/ 2 w 2"/>
                  <a:gd name="T3" fmla="*/ 0 h 2"/>
                  <a:gd name="T4" fmla="*/ 0 w 2"/>
                  <a:gd name="T5" fmla="*/ 2 h 2"/>
                  <a:gd name="T6" fmla="*/ 2 w 2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lnTo>
                      <a:pt x="2" y="0"/>
                    </a:lnTo>
                    <a:lnTo>
                      <a:pt x="0" y="2"/>
                    </a:lnTo>
                    <a:lnTo>
                      <a:pt x="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8" name="Freeform 53"/>
              <p:cNvSpPr/>
              <p:nvPr>
                <p:custDataLst>
                  <p:tags r:id="rId300"/>
                </p:custDataLst>
              </p:nvPr>
            </p:nvSpPr>
            <p:spPr bwMode="auto">
              <a:xfrm>
                <a:off x="4451" y="2270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9" name="Freeform 54"/>
              <p:cNvSpPr/>
              <p:nvPr>
                <p:custDataLst>
                  <p:tags r:id="rId301"/>
                </p:custDataLst>
              </p:nvPr>
            </p:nvSpPr>
            <p:spPr bwMode="auto">
              <a:xfrm>
                <a:off x="4385" y="2289"/>
                <a:ext cx="0" cy="3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0" name="Freeform 55"/>
              <p:cNvSpPr/>
              <p:nvPr>
                <p:custDataLst>
                  <p:tags r:id="rId302"/>
                </p:custDataLst>
              </p:nvPr>
            </p:nvSpPr>
            <p:spPr bwMode="auto">
              <a:xfrm>
                <a:off x="4381" y="2277"/>
                <a:ext cx="4" cy="2"/>
              </a:xfrm>
              <a:custGeom>
                <a:avLst/>
                <a:gdLst>
                  <a:gd name="T0" fmla="*/ 1 w 2"/>
                  <a:gd name="T1" fmla="*/ 1 h 1"/>
                  <a:gd name="T2" fmla="*/ 1 w 2"/>
                  <a:gd name="T3" fmla="*/ 1 h 1"/>
                  <a:gd name="T4" fmla="*/ 1 w 2"/>
                  <a:gd name="T5" fmla="*/ 0 h 1"/>
                  <a:gd name="T6" fmla="*/ 1 w 2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1" y="1"/>
                    </a:moveTo>
                    <a:cubicBezTo>
                      <a:pt x="0" y="1"/>
                      <a:pt x="1" y="1"/>
                      <a:pt x="1" y="1"/>
                    </a:cubicBezTo>
                    <a:cubicBezTo>
                      <a:pt x="1" y="0"/>
                      <a:pt x="2" y="0"/>
                      <a:pt x="1" y="0"/>
                    </a:cubicBez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1" name="Freeform 56"/>
              <p:cNvSpPr/>
              <p:nvPr>
                <p:custDataLst>
                  <p:tags r:id="rId303"/>
                </p:custDataLst>
              </p:nvPr>
            </p:nvSpPr>
            <p:spPr bwMode="auto">
              <a:xfrm>
                <a:off x="4383" y="2281"/>
                <a:ext cx="4" cy="2"/>
              </a:xfrm>
              <a:custGeom>
                <a:avLst/>
                <a:gdLst>
                  <a:gd name="T0" fmla="*/ 2 w 2"/>
                  <a:gd name="T1" fmla="*/ 0 h 1"/>
                  <a:gd name="T2" fmla="*/ 0 w 2"/>
                  <a:gd name="T3" fmla="*/ 1 h 1"/>
                  <a:gd name="T4" fmla="*/ 2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2" name="Freeform 57"/>
              <p:cNvSpPr/>
              <p:nvPr>
                <p:custDataLst>
                  <p:tags r:id="rId304"/>
                </p:custDataLst>
              </p:nvPr>
            </p:nvSpPr>
            <p:spPr bwMode="auto">
              <a:xfrm>
                <a:off x="4504" y="232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3" name="Freeform 58"/>
              <p:cNvSpPr/>
              <p:nvPr>
                <p:custDataLst>
                  <p:tags r:id="rId305"/>
                </p:custDataLst>
              </p:nvPr>
            </p:nvSpPr>
            <p:spPr bwMode="auto">
              <a:xfrm>
                <a:off x="3602" y="1893"/>
                <a:ext cx="27" cy="2"/>
              </a:xfrm>
              <a:custGeom>
                <a:avLst/>
                <a:gdLst>
                  <a:gd name="T0" fmla="*/ 4 w 13"/>
                  <a:gd name="T1" fmla="*/ 1 h 1"/>
                  <a:gd name="T2" fmla="*/ 6 w 13"/>
                  <a:gd name="T3" fmla="*/ 1 h 1"/>
                  <a:gd name="T4" fmla="*/ 6 w 13"/>
                  <a:gd name="T5" fmla="*/ 1 h 1"/>
                  <a:gd name="T6" fmla="*/ 6 w 13"/>
                  <a:gd name="T7" fmla="*/ 1 h 1"/>
                  <a:gd name="T8" fmla="*/ 6 w 13"/>
                  <a:gd name="T9" fmla="*/ 1 h 1"/>
                  <a:gd name="T10" fmla="*/ 6 w 13"/>
                  <a:gd name="T11" fmla="*/ 1 h 1"/>
                  <a:gd name="T12" fmla="*/ 6 w 13"/>
                  <a:gd name="T13" fmla="*/ 1 h 1"/>
                  <a:gd name="T14" fmla="*/ 6 w 13"/>
                  <a:gd name="T15" fmla="*/ 1 h 1"/>
                  <a:gd name="T16" fmla="*/ 4 w 13"/>
                  <a:gd name="T17" fmla="*/ 1 h 1"/>
                  <a:gd name="T18" fmla="*/ 4 w 13"/>
                  <a:gd name="T19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3" h="1">
                    <a:moveTo>
                      <a:pt x="4" y="1"/>
                    </a:moveTo>
                    <a:cubicBezTo>
                      <a:pt x="4" y="1"/>
                      <a:pt x="5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0" y="0"/>
                      <a:pt x="13" y="1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4" name="Freeform 59"/>
              <p:cNvSpPr/>
              <p:nvPr>
                <p:custDataLst>
                  <p:tags r:id="rId306"/>
                </p:custDataLst>
              </p:nvPr>
            </p:nvSpPr>
            <p:spPr bwMode="auto">
              <a:xfrm>
                <a:off x="4495" y="2332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5" name="Freeform 60"/>
              <p:cNvSpPr/>
              <p:nvPr>
                <p:custDataLst>
                  <p:tags r:id="rId307"/>
                </p:custDataLst>
              </p:nvPr>
            </p:nvSpPr>
            <p:spPr bwMode="auto">
              <a:xfrm>
                <a:off x="4381" y="2277"/>
                <a:ext cx="4" cy="8"/>
              </a:xfrm>
              <a:custGeom>
                <a:avLst/>
                <a:gdLst>
                  <a:gd name="T0" fmla="*/ 2 w 2"/>
                  <a:gd name="T1" fmla="*/ 1 h 4"/>
                  <a:gd name="T2" fmla="*/ 2 w 2"/>
                  <a:gd name="T3" fmla="*/ 0 h 4"/>
                  <a:gd name="T4" fmla="*/ 1 w 2"/>
                  <a:gd name="T5" fmla="*/ 2 h 4"/>
                  <a:gd name="T6" fmla="*/ 1 w 2"/>
                  <a:gd name="T7" fmla="*/ 2 h 4"/>
                  <a:gd name="T8" fmla="*/ 0 w 2"/>
                  <a:gd name="T9" fmla="*/ 4 h 4"/>
                  <a:gd name="T10" fmla="*/ 2 w 2"/>
                  <a:gd name="T11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4">
                    <a:moveTo>
                      <a:pt x="2" y="1"/>
                    </a:moveTo>
                    <a:cubicBezTo>
                      <a:pt x="2" y="1"/>
                      <a:pt x="2" y="0"/>
                      <a:pt x="2" y="0"/>
                    </a:cubicBezTo>
                    <a:cubicBezTo>
                      <a:pt x="1" y="1"/>
                      <a:pt x="1" y="1"/>
                      <a:pt x="1" y="2"/>
                    </a:cubicBezTo>
                    <a:cubicBezTo>
                      <a:pt x="1" y="2"/>
                      <a:pt x="0" y="3"/>
                      <a:pt x="1" y="2"/>
                    </a:cubicBezTo>
                    <a:cubicBezTo>
                      <a:pt x="0" y="3"/>
                      <a:pt x="0" y="4"/>
                      <a:pt x="0" y="4"/>
                    </a:cubicBezTo>
                    <a:cubicBezTo>
                      <a:pt x="1" y="3"/>
                      <a:pt x="1" y="1"/>
                      <a:pt x="2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6" name="Freeform 61"/>
              <p:cNvSpPr/>
              <p:nvPr>
                <p:custDataLst>
                  <p:tags r:id="rId308"/>
                </p:custDataLst>
              </p:nvPr>
            </p:nvSpPr>
            <p:spPr bwMode="auto">
              <a:xfrm>
                <a:off x="4519" y="2328"/>
                <a:ext cx="2" cy="2"/>
              </a:xfrm>
              <a:custGeom>
                <a:avLst/>
                <a:gdLst>
                  <a:gd name="T0" fmla="*/ 0 w 2"/>
                  <a:gd name="T1" fmla="*/ 2 h 2"/>
                  <a:gd name="T2" fmla="*/ 0 w 2"/>
                  <a:gd name="T3" fmla="*/ 2 h 2"/>
                  <a:gd name="T4" fmla="*/ 2 w 2"/>
                  <a:gd name="T5" fmla="*/ 0 h 2"/>
                  <a:gd name="T6" fmla="*/ 0 w 2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lnTo>
                      <a:pt x="0" y="2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7" name="Freeform 62"/>
              <p:cNvSpPr/>
              <p:nvPr>
                <p:custDataLst>
                  <p:tags r:id="rId309"/>
                </p:custDataLst>
              </p:nvPr>
            </p:nvSpPr>
            <p:spPr bwMode="auto">
              <a:xfrm>
                <a:off x="4504" y="2325"/>
                <a:ext cx="0" cy="3"/>
              </a:xfrm>
              <a:custGeom>
                <a:avLst/>
                <a:gdLst>
                  <a:gd name="T0" fmla="*/ 1 h 1"/>
                  <a:gd name="T1" fmla="*/ 1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8" name="Freeform 63"/>
              <p:cNvSpPr/>
              <p:nvPr>
                <p:custDataLst>
                  <p:tags r:id="rId310"/>
                </p:custDataLst>
              </p:nvPr>
            </p:nvSpPr>
            <p:spPr bwMode="auto">
              <a:xfrm>
                <a:off x="4391" y="2294"/>
                <a:ext cx="4" cy="4"/>
              </a:xfrm>
              <a:custGeom>
                <a:avLst/>
                <a:gdLst>
                  <a:gd name="T0" fmla="*/ 1 w 2"/>
                  <a:gd name="T1" fmla="*/ 1 h 2"/>
                  <a:gd name="T2" fmla="*/ 1 w 2"/>
                  <a:gd name="T3" fmla="*/ 1 h 2"/>
                  <a:gd name="T4" fmla="*/ 1 w 2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1"/>
                    </a:moveTo>
                    <a:cubicBezTo>
                      <a:pt x="0" y="2"/>
                      <a:pt x="1" y="1"/>
                      <a:pt x="1" y="1"/>
                    </a:cubicBezTo>
                    <a:cubicBezTo>
                      <a:pt x="2" y="0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9" name="Freeform 64"/>
              <p:cNvSpPr/>
              <p:nvPr>
                <p:custDataLst>
                  <p:tags r:id="rId311"/>
                </p:custDataLst>
              </p:nvPr>
            </p:nvSpPr>
            <p:spPr bwMode="auto">
              <a:xfrm>
                <a:off x="4381" y="2281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0" name="Freeform 65"/>
              <p:cNvSpPr/>
              <p:nvPr>
                <p:custDataLst>
                  <p:tags r:id="rId312"/>
                </p:custDataLst>
              </p:nvPr>
            </p:nvSpPr>
            <p:spPr bwMode="auto">
              <a:xfrm>
                <a:off x="3332" y="1903"/>
                <a:ext cx="2" cy="7"/>
              </a:xfrm>
              <a:custGeom>
                <a:avLst/>
                <a:gdLst>
                  <a:gd name="T0" fmla="*/ 0 w 1"/>
                  <a:gd name="T1" fmla="*/ 3 h 3"/>
                  <a:gd name="T2" fmla="*/ 1 w 1"/>
                  <a:gd name="T3" fmla="*/ 3 h 3"/>
                  <a:gd name="T4" fmla="*/ 1 w 1"/>
                  <a:gd name="T5" fmla="*/ 0 h 3"/>
                  <a:gd name="T6" fmla="*/ 0 w 1"/>
                  <a:gd name="T7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3">
                    <a:moveTo>
                      <a:pt x="0" y="3"/>
                    </a:moveTo>
                    <a:cubicBezTo>
                      <a:pt x="0" y="3"/>
                      <a:pt x="0" y="3"/>
                      <a:pt x="1" y="3"/>
                    </a:cubicBezTo>
                    <a:cubicBezTo>
                      <a:pt x="1" y="2"/>
                      <a:pt x="1" y="1"/>
                      <a:pt x="1" y="0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1" name="Freeform 66"/>
              <p:cNvSpPr/>
              <p:nvPr>
                <p:custDataLst>
                  <p:tags r:id="rId313"/>
                </p:custDataLst>
              </p:nvPr>
            </p:nvSpPr>
            <p:spPr bwMode="auto">
              <a:xfrm>
                <a:off x="3566" y="2372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1" y="1"/>
                      <a:pt x="0" y="0"/>
                    </a:cubicBezTo>
                    <a:cubicBezTo>
                      <a:pt x="0" y="1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2" name="Freeform 67"/>
              <p:cNvSpPr/>
              <p:nvPr>
                <p:custDataLst>
                  <p:tags r:id="rId314"/>
                </p:custDataLst>
              </p:nvPr>
            </p:nvSpPr>
            <p:spPr bwMode="auto">
              <a:xfrm>
                <a:off x="3474" y="2073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3" name="Freeform 68"/>
              <p:cNvSpPr/>
              <p:nvPr>
                <p:custDataLst>
                  <p:tags r:id="rId315"/>
                </p:custDataLst>
              </p:nvPr>
            </p:nvSpPr>
            <p:spPr bwMode="auto">
              <a:xfrm>
                <a:off x="4060" y="1568"/>
                <a:ext cx="2" cy="3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1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4" name="Freeform 69"/>
              <p:cNvSpPr/>
              <p:nvPr>
                <p:custDataLst>
                  <p:tags r:id="rId316"/>
                </p:custDataLst>
              </p:nvPr>
            </p:nvSpPr>
            <p:spPr bwMode="auto">
              <a:xfrm>
                <a:off x="3472" y="2073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0 w 1"/>
                  <a:gd name="T3" fmla="*/ 1 w 1"/>
                  <a:gd name="T4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5" name="Freeform 70"/>
              <p:cNvSpPr/>
              <p:nvPr>
                <p:custDataLst>
                  <p:tags r:id="rId317"/>
                </p:custDataLst>
              </p:nvPr>
            </p:nvSpPr>
            <p:spPr bwMode="auto">
              <a:xfrm>
                <a:off x="3474" y="2073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1 h 1"/>
                  <a:gd name="T3" fmla="*/ 1 h 1"/>
                  <a:gd name="T4" fmla="*/ 1 h 1"/>
                  <a:gd name="T5" fmla="*/ 1 h 1"/>
                  <a:gd name="T6" fmla="*/ 0 h 1"/>
                  <a:gd name="T7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  <a:cxn ang="0">
                    <a:pos x="0" y="T6"/>
                  </a:cxn>
                  <a:cxn ang="0">
                    <a:pos x="0" y="T7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6" name="Freeform 71"/>
              <p:cNvSpPr/>
              <p:nvPr>
                <p:custDataLst>
                  <p:tags r:id="rId318"/>
                </p:custDataLst>
              </p:nvPr>
            </p:nvSpPr>
            <p:spPr bwMode="auto">
              <a:xfrm>
                <a:off x="3702" y="1530"/>
                <a:ext cx="4" cy="2"/>
              </a:xfrm>
              <a:custGeom>
                <a:avLst/>
                <a:gdLst>
                  <a:gd name="T0" fmla="*/ 0 w 2"/>
                  <a:gd name="T1" fmla="*/ 1 h 1"/>
                  <a:gd name="T2" fmla="*/ 0 w 2"/>
                  <a:gd name="T3" fmla="*/ 1 h 1"/>
                  <a:gd name="T4" fmla="*/ 2 w 2"/>
                  <a:gd name="T5" fmla="*/ 0 h 1"/>
                  <a:gd name="T6" fmla="*/ 0 w 2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2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7" name="Freeform 72"/>
              <p:cNvSpPr/>
              <p:nvPr>
                <p:custDataLst>
                  <p:tags r:id="rId319"/>
                </p:custDataLst>
              </p:nvPr>
            </p:nvSpPr>
            <p:spPr bwMode="auto">
              <a:xfrm>
                <a:off x="3421" y="2084"/>
                <a:ext cx="17" cy="15"/>
              </a:xfrm>
              <a:custGeom>
                <a:avLst/>
                <a:gdLst>
                  <a:gd name="T0" fmla="*/ 2 w 8"/>
                  <a:gd name="T1" fmla="*/ 5 h 7"/>
                  <a:gd name="T2" fmla="*/ 4 w 8"/>
                  <a:gd name="T3" fmla="*/ 2 h 7"/>
                  <a:gd name="T4" fmla="*/ 2 w 8"/>
                  <a:gd name="T5" fmla="*/ 5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7">
                    <a:moveTo>
                      <a:pt x="2" y="5"/>
                    </a:moveTo>
                    <a:cubicBezTo>
                      <a:pt x="8" y="0"/>
                      <a:pt x="0" y="7"/>
                      <a:pt x="4" y="2"/>
                    </a:cubicBezTo>
                    <a:cubicBezTo>
                      <a:pt x="2" y="3"/>
                      <a:pt x="2" y="4"/>
                      <a:pt x="2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8" name="Freeform 73"/>
              <p:cNvSpPr/>
              <p:nvPr>
                <p:custDataLst>
                  <p:tags r:id="rId320"/>
                </p:custDataLst>
              </p:nvPr>
            </p:nvSpPr>
            <p:spPr bwMode="auto">
              <a:xfrm>
                <a:off x="4381" y="2247"/>
                <a:ext cx="2" cy="4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0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2"/>
                      <a:pt x="0" y="0"/>
                      <a:pt x="1" y="0"/>
                    </a:cubicBezTo>
                    <a:cubicBezTo>
                      <a:pt x="1" y="0"/>
                      <a:pt x="1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9" name="Freeform 74"/>
              <p:cNvSpPr/>
              <p:nvPr>
                <p:custDataLst>
                  <p:tags r:id="rId321"/>
                </p:custDataLst>
              </p:nvPr>
            </p:nvSpPr>
            <p:spPr bwMode="auto">
              <a:xfrm>
                <a:off x="4381" y="2247"/>
                <a:ext cx="2" cy="6"/>
              </a:xfrm>
              <a:custGeom>
                <a:avLst/>
                <a:gdLst>
                  <a:gd name="T0" fmla="*/ 1 w 1"/>
                  <a:gd name="T1" fmla="*/ 0 h 3"/>
                  <a:gd name="T2" fmla="*/ 0 w 1"/>
                  <a:gd name="T3" fmla="*/ 3 h 3"/>
                  <a:gd name="T4" fmla="*/ 1 w 1"/>
                  <a:gd name="T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">
                    <a:moveTo>
                      <a:pt x="1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1" y="2"/>
                      <a:pt x="1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0" name="Freeform 75"/>
              <p:cNvSpPr/>
              <p:nvPr>
                <p:custDataLst>
                  <p:tags r:id="rId322"/>
                </p:custDataLst>
              </p:nvPr>
            </p:nvSpPr>
            <p:spPr bwMode="auto">
              <a:xfrm>
                <a:off x="3914" y="153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1" name="Freeform 76"/>
              <p:cNvSpPr/>
              <p:nvPr>
                <p:custDataLst>
                  <p:tags r:id="rId323"/>
                </p:custDataLst>
              </p:nvPr>
            </p:nvSpPr>
            <p:spPr bwMode="auto">
              <a:xfrm>
                <a:off x="3317" y="1492"/>
                <a:ext cx="1064" cy="1219"/>
              </a:xfrm>
              <a:custGeom>
                <a:avLst/>
                <a:gdLst>
                  <a:gd name="T0" fmla="*/ 307 w 501"/>
                  <a:gd name="T1" fmla="*/ 7 h 575"/>
                  <a:gd name="T2" fmla="*/ 204 w 501"/>
                  <a:gd name="T3" fmla="*/ 13 h 575"/>
                  <a:gd name="T4" fmla="*/ 130 w 501"/>
                  <a:gd name="T5" fmla="*/ 42 h 575"/>
                  <a:gd name="T6" fmla="*/ 23 w 501"/>
                  <a:gd name="T7" fmla="*/ 152 h 575"/>
                  <a:gd name="T8" fmla="*/ 0 w 501"/>
                  <a:gd name="T9" fmla="*/ 247 h 575"/>
                  <a:gd name="T10" fmla="*/ 50 w 501"/>
                  <a:gd name="T11" fmla="*/ 385 h 575"/>
                  <a:gd name="T12" fmla="*/ 111 w 501"/>
                  <a:gd name="T13" fmla="*/ 430 h 575"/>
                  <a:gd name="T14" fmla="*/ 184 w 501"/>
                  <a:gd name="T15" fmla="*/ 490 h 575"/>
                  <a:gd name="T16" fmla="*/ 202 w 501"/>
                  <a:gd name="T17" fmla="*/ 528 h 575"/>
                  <a:gd name="T18" fmla="*/ 213 w 501"/>
                  <a:gd name="T19" fmla="*/ 562 h 575"/>
                  <a:gd name="T20" fmla="*/ 214 w 501"/>
                  <a:gd name="T21" fmla="*/ 567 h 575"/>
                  <a:gd name="T22" fmla="*/ 211 w 501"/>
                  <a:gd name="T23" fmla="*/ 536 h 575"/>
                  <a:gd name="T24" fmla="*/ 199 w 501"/>
                  <a:gd name="T25" fmla="*/ 494 h 575"/>
                  <a:gd name="T26" fmla="*/ 165 w 501"/>
                  <a:gd name="T27" fmla="*/ 454 h 575"/>
                  <a:gd name="T28" fmla="*/ 164 w 501"/>
                  <a:gd name="T29" fmla="*/ 451 h 575"/>
                  <a:gd name="T30" fmla="*/ 135 w 501"/>
                  <a:gd name="T31" fmla="*/ 430 h 575"/>
                  <a:gd name="T32" fmla="*/ 134 w 501"/>
                  <a:gd name="T33" fmla="*/ 428 h 575"/>
                  <a:gd name="T34" fmla="*/ 125 w 501"/>
                  <a:gd name="T35" fmla="*/ 419 h 575"/>
                  <a:gd name="T36" fmla="*/ 97 w 501"/>
                  <a:gd name="T37" fmla="*/ 407 h 575"/>
                  <a:gd name="T38" fmla="*/ 85 w 501"/>
                  <a:gd name="T39" fmla="*/ 394 h 575"/>
                  <a:gd name="T40" fmla="*/ 77 w 501"/>
                  <a:gd name="T41" fmla="*/ 384 h 575"/>
                  <a:gd name="T42" fmla="*/ 63 w 501"/>
                  <a:gd name="T43" fmla="*/ 368 h 575"/>
                  <a:gd name="T44" fmla="*/ 49 w 501"/>
                  <a:gd name="T45" fmla="*/ 353 h 575"/>
                  <a:gd name="T46" fmla="*/ 40 w 501"/>
                  <a:gd name="T47" fmla="*/ 338 h 575"/>
                  <a:gd name="T48" fmla="*/ 25 w 501"/>
                  <a:gd name="T49" fmla="*/ 323 h 575"/>
                  <a:gd name="T50" fmla="*/ 29 w 501"/>
                  <a:gd name="T51" fmla="*/ 315 h 575"/>
                  <a:gd name="T52" fmla="*/ 21 w 501"/>
                  <a:gd name="T53" fmla="*/ 247 h 575"/>
                  <a:gd name="T54" fmla="*/ 23 w 501"/>
                  <a:gd name="T55" fmla="*/ 221 h 575"/>
                  <a:gd name="T56" fmla="*/ 26 w 501"/>
                  <a:gd name="T57" fmla="*/ 191 h 575"/>
                  <a:gd name="T58" fmla="*/ 56 w 501"/>
                  <a:gd name="T59" fmla="*/ 133 h 575"/>
                  <a:gd name="T60" fmla="*/ 74 w 501"/>
                  <a:gd name="T61" fmla="*/ 107 h 575"/>
                  <a:gd name="T62" fmla="*/ 84 w 501"/>
                  <a:gd name="T63" fmla="*/ 99 h 575"/>
                  <a:gd name="T64" fmla="*/ 90 w 501"/>
                  <a:gd name="T65" fmla="*/ 91 h 575"/>
                  <a:gd name="T66" fmla="*/ 110 w 501"/>
                  <a:gd name="T67" fmla="*/ 80 h 575"/>
                  <a:gd name="T68" fmla="*/ 129 w 501"/>
                  <a:gd name="T69" fmla="*/ 65 h 575"/>
                  <a:gd name="T70" fmla="*/ 182 w 501"/>
                  <a:gd name="T71" fmla="*/ 36 h 575"/>
                  <a:gd name="T72" fmla="*/ 211 w 501"/>
                  <a:gd name="T73" fmla="*/ 29 h 575"/>
                  <a:gd name="T74" fmla="*/ 253 w 501"/>
                  <a:gd name="T75" fmla="*/ 19 h 575"/>
                  <a:gd name="T76" fmla="*/ 281 w 501"/>
                  <a:gd name="T77" fmla="*/ 19 h 575"/>
                  <a:gd name="T78" fmla="*/ 284 w 501"/>
                  <a:gd name="T79" fmla="*/ 19 h 575"/>
                  <a:gd name="T80" fmla="*/ 320 w 501"/>
                  <a:gd name="T81" fmla="*/ 24 h 575"/>
                  <a:gd name="T82" fmla="*/ 369 w 501"/>
                  <a:gd name="T83" fmla="*/ 42 h 575"/>
                  <a:gd name="T84" fmla="*/ 388 w 501"/>
                  <a:gd name="T85" fmla="*/ 53 h 575"/>
                  <a:gd name="T86" fmla="*/ 407 w 501"/>
                  <a:gd name="T87" fmla="*/ 71 h 575"/>
                  <a:gd name="T88" fmla="*/ 435 w 501"/>
                  <a:gd name="T89" fmla="*/ 107 h 575"/>
                  <a:gd name="T90" fmla="*/ 462 w 501"/>
                  <a:gd name="T91" fmla="*/ 154 h 575"/>
                  <a:gd name="T92" fmla="*/ 471 w 501"/>
                  <a:gd name="T93" fmla="*/ 184 h 575"/>
                  <a:gd name="T94" fmla="*/ 464 w 501"/>
                  <a:gd name="T95" fmla="*/ 279 h 575"/>
                  <a:gd name="T96" fmla="*/ 451 w 501"/>
                  <a:gd name="T97" fmla="*/ 307 h 575"/>
                  <a:gd name="T98" fmla="*/ 395 w 501"/>
                  <a:gd name="T99" fmla="*/ 377 h 575"/>
                  <a:gd name="T100" fmla="*/ 368 w 501"/>
                  <a:gd name="T101" fmla="*/ 412 h 575"/>
                  <a:gd name="T102" fmla="*/ 363 w 501"/>
                  <a:gd name="T103" fmla="*/ 573 h 575"/>
                  <a:gd name="T104" fmla="*/ 446 w 501"/>
                  <a:gd name="T105" fmla="*/ 342 h 575"/>
                  <a:gd name="T106" fmla="*/ 463 w 501"/>
                  <a:gd name="T107" fmla="*/ 118 h 5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501" h="575">
                    <a:moveTo>
                      <a:pt x="463" y="118"/>
                    </a:moveTo>
                    <a:cubicBezTo>
                      <a:pt x="439" y="74"/>
                      <a:pt x="402" y="38"/>
                      <a:pt x="355" y="17"/>
                    </a:cubicBezTo>
                    <a:cubicBezTo>
                      <a:pt x="347" y="17"/>
                      <a:pt x="337" y="12"/>
                      <a:pt x="328" y="12"/>
                    </a:cubicBezTo>
                    <a:cubicBezTo>
                      <a:pt x="328" y="11"/>
                      <a:pt x="328" y="11"/>
                      <a:pt x="328" y="11"/>
                    </a:cubicBezTo>
                    <a:cubicBezTo>
                      <a:pt x="320" y="11"/>
                      <a:pt x="319" y="8"/>
                      <a:pt x="310" y="5"/>
                    </a:cubicBezTo>
                    <a:cubicBezTo>
                      <a:pt x="309" y="7"/>
                      <a:pt x="306" y="5"/>
                      <a:pt x="307" y="7"/>
                    </a:cubicBezTo>
                    <a:cubicBezTo>
                      <a:pt x="303" y="8"/>
                      <a:pt x="301" y="3"/>
                      <a:pt x="296" y="4"/>
                    </a:cubicBezTo>
                    <a:cubicBezTo>
                      <a:pt x="296" y="3"/>
                      <a:pt x="296" y="5"/>
                      <a:pt x="295" y="4"/>
                    </a:cubicBezTo>
                    <a:cubicBezTo>
                      <a:pt x="282" y="5"/>
                      <a:pt x="298" y="3"/>
                      <a:pt x="282" y="0"/>
                    </a:cubicBezTo>
                    <a:cubicBezTo>
                      <a:pt x="259" y="0"/>
                      <a:pt x="236" y="5"/>
                      <a:pt x="215" y="9"/>
                    </a:cubicBezTo>
                    <a:cubicBezTo>
                      <a:pt x="216" y="9"/>
                      <a:pt x="217" y="10"/>
                      <a:pt x="215" y="11"/>
                    </a:cubicBezTo>
                    <a:cubicBezTo>
                      <a:pt x="212" y="8"/>
                      <a:pt x="208" y="13"/>
                      <a:pt x="204" y="13"/>
                    </a:cubicBezTo>
                    <a:cubicBezTo>
                      <a:pt x="204" y="12"/>
                      <a:pt x="206" y="12"/>
                      <a:pt x="207" y="11"/>
                    </a:cubicBezTo>
                    <a:cubicBezTo>
                      <a:pt x="197" y="13"/>
                      <a:pt x="190" y="17"/>
                      <a:pt x="181" y="19"/>
                    </a:cubicBezTo>
                    <a:cubicBezTo>
                      <a:pt x="173" y="24"/>
                      <a:pt x="163" y="25"/>
                      <a:pt x="158" y="29"/>
                    </a:cubicBezTo>
                    <a:cubicBezTo>
                      <a:pt x="159" y="27"/>
                      <a:pt x="154" y="30"/>
                      <a:pt x="152" y="30"/>
                    </a:cubicBezTo>
                    <a:cubicBezTo>
                      <a:pt x="148" y="37"/>
                      <a:pt x="136" y="37"/>
                      <a:pt x="131" y="43"/>
                    </a:cubicBezTo>
                    <a:cubicBezTo>
                      <a:pt x="130" y="42"/>
                      <a:pt x="130" y="42"/>
                      <a:pt x="130" y="42"/>
                    </a:cubicBezTo>
                    <a:cubicBezTo>
                      <a:pt x="110" y="54"/>
                      <a:pt x="88" y="68"/>
                      <a:pt x="70" y="87"/>
                    </a:cubicBezTo>
                    <a:cubicBezTo>
                      <a:pt x="59" y="96"/>
                      <a:pt x="48" y="108"/>
                      <a:pt x="39" y="121"/>
                    </a:cubicBezTo>
                    <a:cubicBezTo>
                      <a:pt x="38" y="123"/>
                      <a:pt x="40" y="122"/>
                      <a:pt x="39" y="124"/>
                    </a:cubicBezTo>
                    <a:cubicBezTo>
                      <a:pt x="37" y="127"/>
                      <a:pt x="38" y="123"/>
                      <a:pt x="37" y="124"/>
                    </a:cubicBezTo>
                    <a:cubicBezTo>
                      <a:pt x="34" y="132"/>
                      <a:pt x="28" y="140"/>
                      <a:pt x="23" y="148"/>
                    </a:cubicBezTo>
                    <a:cubicBezTo>
                      <a:pt x="23" y="150"/>
                      <a:pt x="22" y="152"/>
                      <a:pt x="23" y="152"/>
                    </a:cubicBezTo>
                    <a:cubicBezTo>
                      <a:pt x="17" y="161"/>
                      <a:pt x="14" y="176"/>
                      <a:pt x="9" y="185"/>
                    </a:cubicBezTo>
                    <a:cubicBezTo>
                      <a:pt x="14" y="183"/>
                      <a:pt x="10" y="192"/>
                      <a:pt x="10" y="196"/>
                    </a:cubicBezTo>
                    <a:cubicBezTo>
                      <a:pt x="9" y="198"/>
                      <a:pt x="8" y="198"/>
                      <a:pt x="8" y="197"/>
                    </a:cubicBezTo>
                    <a:cubicBezTo>
                      <a:pt x="6" y="205"/>
                      <a:pt x="5" y="209"/>
                      <a:pt x="3" y="219"/>
                    </a:cubicBezTo>
                    <a:cubicBezTo>
                      <a:pt x="2" y="223"/>
                      <a:pt x="4" y="225"/>
                      <a:pt x="3" y="230"/>
                    </a:cubicBezTo>
                    <a:cubicBezTo>
                      <a:pt x="0" y="233"/>
                      <a:pt x="1" y="241"/>
                      <a:pt x="0" y="247"/>
                    </a:cubicBezTo>
                    <a:cubicBezTo>
                      <a:pt x="2" y="245"/>
                      <a:pt x="4" y="252"/>
                      <a:pt x="3" y="257"/>
                    </a:cubicBezTo>
                    <a:cubicBezTo>
                      <a:pt x="0" y="256"/>
                      <a:pt x="0" y="256"/>
                      <a:pt x="0" y="256"/>
                    </a:cubicBezTo>
                    <a:cubicBezTo>
                      <a:pt x="1" y="272"/>
                      <a:pt x="0" y="297"/>
                      <a:pt x="9" y="316"/>
                    </a:cubicBezTo>
                    <a:cubicBezTo>
                      <a:pt x="8" y="318"/>
                      <a:pt x="8" y="318"/>
                      <a:pt x="8" y="318"/>
                    </a:cubicBezTo>
                    <a:cubicBezTo>
                      <a:pt x="17" y="337"/>
                      <a:pt x="25" y="356"/>
                      <a:pt x="39" y="370"/>
                    </a:cubicBezTo>
                    <a:cubicBezTo>
                      <a:pt x="42" y="375"/>
                      <a:pt x="47" y="381"/>
                      <a:pt x="50" y="385"/>
                    </a:cubicBezTo>
                    <a:cubicBezTo>
                      <a:pt x="56" y="390"/>
                      <a:pt x="58" y="391"/>
                      <a:pt x="63" y="393"/>
                    </a:cubicBezTo>
                    <a:cubicBezTo>
                      <a:pt x="65" y="395"/>
                      <a:pt x="65" y="397"/>
                      <a:pt x="65" y="398"/>
                    </a:cubicBezTo>
                    <a:cubicBezTo>
                      <a:pt x="71" y="405"/>
                      <a:pt x="76" y="411"/>
                      <a:pt x="83" y="414"/>
                    </a:cubicBezTo>
                    <a:cubicBezTo>
                      <a:pt x="83" y="415"/>
                      <a:pt x="83" y="415"/>
                      <a:pt x="83" y="415"/>
                    </a:cubicBezTo>
                    <a:cubicBezTo>
                      <a:pt x="89" y="419"/>
                      <a:pt x="98" y="423"/>
                      <a:pt x="104" y="429"/>
                    </a:cubicBezTo>
                    <a:cubicBezTo>
                      <a:pt x="106" y="429"/>
                      <a:pt x="113" y="433"/>
                      <a:pt x="111" y="430"/>
                    </a:cubicBezTo>
                    <a:cubicBezTo>
                      <a:pt x="114" y="431"/>
                      <a:pt x="111" y="433"/>
                      <a:pt x="115" y="433"/>
                    </a:cubicBezTo>
                    <a:cubicBezTo>
                      <a:pt x="111" y="433"/>
                      <a:pt x="111" y="433"/>
                      <a:pt x="111" y="433"/>
                    </a:cubicBezTo>
                    <a:cubicBezTo>
                      <a:pt x="125" y="443"/>
                      <a:pt x="138" y="450"/>
                      <a:pt x="152" y="459"/>
                    </a:cubicBezTo>
                    <a:cubicBezTo>
                      <a:pt x="154" y="464"/>
                      <a:pt x="165" y="469"/>
                      <a:pt x="170" y="476"/>
                    </a:cubicBezTo>
                    <a:cubicBezTo>
                      <a:pt x="175" y="479"/>
                      <a:pt x="180" y="487"/>
                      <a:pt x="185" y="489"/>
                    </a:cubicBezTo>
                    <a:cubicBezTo>
                      <a:pt x="184" y="490"/>
                      <a:pt x="184" y="490"/>
                      <a:pt x="184" y="490"/>
                    </a:cubicBezTo>
                    <a:cubicBezTo>
                      <a:pt x="188" y="495"/>
                      <a:pt x="194" y="503"/>
                      <a:pt x="196" y="512"/>
                    </a:cubicBezTo>
                    <a:cubicBezTo>
                      <a:pt x="198" y="518"/>
                      <a:pt x="200" y="517"/>
                      <a:pt x="202" y="521"/>
                    </a:cubicBezTo>
                    <a:cubicBezTo>
                      <a:pt x="201" y="521"/>
                      <a:pt x="201" y="521"/>
                      <a:pt x="201" y="521"/>
                    </a:cubicBezTo>
                    <a:cubicBezTo>
                      <a:pt x="203" y="525"/>
                      <a:pt x="206" y="526"/>
                      <a:pt x="207" y="528"/>
                    </a:cubicBezTo>
                    <a:cubicBezTo>
                      <a:pt x="207" y="532"/>
                      <a:pt x="208" y="532"/>
                      <a:pt x="208" y="536"/>
                    </a:cubicBezTo>
                    <a:cubicBezTo>
                      <a:pt x="207" y="532"/>
                      <a:pt x="205" y="530"/>
                      <a:pt x="202" y="528"/>
                    </a:cubicBezTo>
                    <a:cubicBezTo>
                      <a:pt x="203" y="534"/>
                      <a:pt x="207" y="539"/>
                      <a:pt x="206" y="543"/>
                    </a:cubicBezTo>
                    <a:cubicBezTo>
                      <a:pt x="207" y="547"/>
                      <a:pt x="207" y="551"/>
                      <a:pt x="209" y="551"/>
                    </a:cubicBezTo>
                    <a:cubicBezTo>
                      <a:pt x="209" y="552"/>
                      <a:pt x="208" y="555"/>
                      <a:pt x="207" y="552"/>
                    </a:cubicBezTo>
                    <a:cubicBezTo>
                      <a:pt x="208" y="556"/>
                      <a:pt x="208" y="558"/>
                      <a:pt x="209" y="560"/>
                    </a:cubicBezTo>
                    <a:cubicBezTo>
                      <a:pt x="209" y="560"/>
                      <a:pt x="209" y="559"/>
                      <a:pt x="209" y="558"/>
                    </a:cubicBezTo>
                    <a:cubicBezTo>
                      <a:pt x="211" y="560"/>
                      <a:pt x="211" y="563"/>
                      <a:pt x="213" y="562"/>
                    </a:cubicBezTo>
                    <a:cubicBezTo>
                      <a:pt x="212" y="561"/>
                      <a:pt x="212" y="560"/>
                      <a:pt x="212" y="558"/>
                    </a:cubicBezTo>
                    <a:cubicBezTo>
                      <a:pt x="213" y="559"/>
                      <a:pt x="214" y="565"/>
                      <a:pt x="213" y="567"/>
                    </a:cubicBezTo>
                    <a:cubicBezTo>
                      <a:pt x="212" y="569"/>
                      <a:pt x="210" y="563"/>
                      <a:pt x="210" y="566"/>
                    </a:cubicBezTo>
                    <a:cubicBezTo>
                      <a:pt x="213" y="575"/>
                      <a:pt x="213" y="575"/>
                      <a:pt x="213" y="575"/>
                    </a:cubicBezTo>
                    <a:cubicBezTo>
                      <a:pt x="213" y="573"/>
                      <a:pt x="214" y="570"/>
                      <a:pt x="215" y="571"/>
                    </a:cubicBezTo>
                    <a:cubicBezTo>
                      <a:pt x="214" y="567"/>
                      <a:pt x="214" y="567"/>
                      <a:pt x="214" y="567"/>
                    </a:cubicBezTo>
                    <a:cubicBezTo>
                      <a:pt x="215" y="567"/>
                      <a:pt x="215" y="567"/>
                      <a:pt x="215" y="567"/>
                    </a:cubicBezTo>
                    <a:cubicBezTo>
                      <a:pt x="214" y="560"/>
                      <a:pt x="215" y="555"/>
                      <a:pt x="214" y="548"/>
                    </a:cubicBezTo>
                    <a:cubicBezTo>
                      <a:pt x="212" y="551"/>
                      <a:pt x="212" y="551"/>
                      <a:pt x="212" y="551"/>
                    </a:cubicBezTo>
                    <a:cubicBezTo>
                      <a:pt x="212" y="547"/>
                      <a:pt x="209" y="543"/>
                      <a:pt x="210" y="539"/>
                    </a:cubicBezTo>
                    <a:cubicBezTo>
                      <a:pt x="211" y="541"/>
                      <a:pt x="211" y="539"/>
                      <a:pt x="212" y="539"/>
                    </a:cubicBezTo>
                    <a:cubicBezTo>
                      <a:pt x="212" y="538"/>
                      <a:pt x="211" y="537"/>
                      <a:pt x="211" y="536"/>
                    </a:cubicBezTo>
                    <a:cubicBezTo>
                      <a:pt x="214" y="538"/>
                      <a:pt x="214" y="538"/>
                      <a:pt x="214" y="538"/>
                    </a:cubicBezTo>
                    <a:cubicBezTo>
                      <a:pt x="210" y="536"/>
                      <a:pt x="210" y="526"/>
                      <a:pt x="210" y="525"/>
                    </a:cubicBezTo>
                    <a:cubicBezTo>
                      <a:pt x="210" y="525"/>
                      <a:pt x="210" y="525"/>
                      <a:pt x="210" y="525"/>
                    </a:cubicBezTo>
                    <a:cubicBezTo>
                      <a:pt x="209" y="519"/>
                      <a:pt x="209" y="527"/>
                      <a:pt x="208" y="523"/>
                    </a:cubicBezTo>
                    <a:cubicBezTo>
                      <a:pt x="207" y="519"/>
                      <a:pt x="210" y="520"/>
                      <a:pt x="210" y="517"/>
                    </a:cubicBezTo>
                    <a:cubicBezTo>
                      <a:pt x="207" y="511"/>
                      <a:pt x="202" y="501"/>
                      <a:pt x="199" y="494"/>
                    </a:cubicBezTo>
                    <a:cubicBezTo>
                      <a:pt x="196" y="489"/>
                      <a:pt x="191" y="484"/>
                      <a:pt x="186" y="481"/>
                    </a:cubicBezTo>
                    <a:cubicBezTo>
                      <a:pt x="183" y="477"/>
                      <a:pt x="189" y="480"/>
                      <a:pt x="184" y="476"/>
                    </a:cubicBezTo>
                    <a:cubicBezTo>
                      <a:pt x="186" y="476"/>
                      <a:pt x="186" y="475"/>
                      <a:pt x="186" y="474"/>
                    </a:cubicBezTo>
                    <a:cubicBezTo>
                      <a:pt x="185" y="474"/>
                      <a:pt x="179" y="467"/>
                      <a:pt x="181" y="471"/>
                    </a:cubicBezTo>
                    <a:cubicBezTo>
                      <a:pt x="176" y="466"/>
                      <a:pt x="169" y="460"/>
                      <a:pt x="163" y="455"/>
                    </a:cubicBezTo>
                    <a:cubicBezTo>
                      <a:pt x="165" y="457"/>
                      <a:pt x="167" y="456"/>
                      <a:pt x="165" y="454"/>
                    </a:cubicBezTo>
                    <a:cubicBezTo>
                      <a:pt x="162" y="453"/>
                      <a:pt x="156" y="450"/>
                      <a:pt x="151" y="445"/>
                    </a:cubicBezTo>
                    <a:cubicBezTo>
                      <a:pt x="150" y="447"/>
                      <a:pt x="152" y="448"/>
                      <a:pt x="150" y="449"/>
                    </a:cubicBezTo>
                    <a:cubicBezTo>
                      <a:pt x="149" y="449"/>
                      <a:pt x="147" y="449"/>
                      <a:pt x="146" y="447"/>
                    </a:cubicBezTo>
                    <a:cubicBezTo>
                      <a:pt x="147" y="445"/>
                      <a:pt x="148" y="443"/>
                      <a:pt x="144" y="440"/>
                    </a:cubicBezTo>
                    <a:cubicBezTo>
                      <a:pt x="146" y="438"/>
                      <a:pt x="152" y="446"/>
                      <a:pt x="151" y="442"/>
                    </a:cubicBezTo>
                    <a:cubicBezTo>
                      <a:pt x="154" y="442"/>
                      <a:pt x="163" y="448"/>
                      <a:pt x="164" y="451"/>
                    </a:cubicBezTo>
                    <a:cubicBezTo>
                      <a:pt x="170" y="452"/>
                      <a:pt x="161" y="448"/>
                      <a:pt x="163" y="447"/>
                    </a:cubicBezTo>
                    <a:cubicBezTo>
                      <a:pt x="159" y="444"/>
                      <a:pt x="157" y="444"/>
                      <a:pt x="151" y="440"/>
                    </a:cubicBezTo>
                    <a:cubicBezTo>
                      <a:pt x="150" y="440"/>
                      <a:pt x="152" y="442"/>
                      <a:pt x="148" y="441"/>
                    </a:cubicBezTo>
                    <a:cubicBezTo>
                      <a:pt x="142" y="439"/>
                      <a:pt x="143" y="435"/>
                      <a:pt x="141" y="434"/>
                    </a:cubicBezTo>
                    <a:cubicBezTo>
                      <a:pt x="144" y="435"/>
                      <a:pt x="144" y="435"/>
                      <a:pt x="144" y="435"/>
                    </a:cubicBezTo>
                    <a:cubicBezTo>
                      <a:pt x="141" y="432"/>
                      <a:pt x="139" y="432"/>
                      <a:pt x="135" y="430"/>
                    </a:cubicBezTo>
                    <a:cubicBezTo>
                      <a:pt x="136" y="426"/>
                      <a:pt x="142" y="434"/>
                      <a:pt x="144" y="433"/>
                    </a:cubicBezTo>
                    <a:cubicBezTo>
                      <a:pt x="143" y="429"/>
                      <a:pt x="143" y="429"/>
                      <a:pt x="143" y="429"/>
                    </a:cubicBezTo>
                    <a:cubicBezTo>
                      <a:pt x="137" y="425"/>
                      <a:pt x="140" y="430"/>
                      <a:pt x="134" y="425"/>
                    </a:cubicBezTo>
                    <a:cubicBezTo>
                      <a:pt x="135" y="425"/>
                      <a:pt x="135" y="425"/>
                      <a:pt x="135" y="425"/>
                    </a:cubicBezTo>
                    <a:cubicBezTo>
                      <a:pt x="131" y="423"/>
                      <a:pt x="131" y="423"/>
                      <a:pt x="131" y="423"/>
                    </a:cubicBezTo>
                    <a:cubicBezTo>
                      <a:pt x="131" y="424"/>
                      <a:pt x="130" y="426"/>
                      <a:pt x="134" y="428"/>
                    </a:cubicBezTo>
                    <a:cubicBezTo>
                      <a:pt x="130" y="429"/>
                      <a:pt x="131" y="427"/>
                      <a:pt x="125" y="424"/>
                    </a:cubicBezTo>
                    <a:cubicBezTo>
                      <a:pt x="122" y="424"/>
                      <a:pt x="127" y="425"/>
                      <a:pt x="126" y="427"/>
                    </a:cubicBezTo>
                    <a:cubicBezTo>
                      <a:pt x="126" y="428"/>
                      <a:pt x="123" y="426"/>
                      <a:pt x="120" y="425"/>
                    </a:cubicBezTo>
                    <a:cubicBezTo>
                      <a:pt x="116" y="422"/>
                      <a:pt x="119" y="421"/>
                      <a:pt x="118" y="419"/>
                    </a:cubicBezTo>
                    <a:cubicBezTo>
                      <a:pt x="119" y="420"/>
                      <a:pt x="122" y="422"/>
                      <a:pt x="121" y="422"/>
                    </a:cubicBezTo>
                    <a:cubicBezTo>
                      <a:pt x="127" y="424"/>
                      <a:pt x="121" y="418"/>
                      <a:pt x="125" y="419"/>
                    </a:cubicBezTo>
                    <a:cubicBezTo>
                      <a:pt x="122" y="415"/>
                      <a:pt x="121" y="417"/>
                      <a:pt x="118" y="416"/>
                    </a:cubicBezTo>
                    <a:cubicBezTo>
                      <a:pt x="119" y="417"/>
                      <a:pt x="117" y="418"/>
                      <a:pt x="117" y="419"/>
                    </a:cubicBezTo>
                    <a:cubicBezTo>
                      <a:pt x="108" y="418"/>
                      <a:pt x="115" y="413"/>
                      <a:pt x="108" y="409"/>
                    </a:cubicBezTo>
                    <a:cubicBezTo>
                      <a:pt x="108" y="413"/>
                      <a:pt x="98" y="407"/>
                      <a:pt x="100" y="413"/>
                    </a:cubicBezTo>
                    <a:cubicBezTo>
                      <a:pt x="98" y="412"/>
                      <a:pt x="96" y="411"/>
                      <a:pt x="95" y="410"/>
                    </a:cubicBezTo>
                    <a:cubicBezTo>
                      <a:pt x="98" y="409"/>
                      <a:pt x="93" y="407"/>
                      <a:pt x="97" y="407"/>
                    </a:cubicBezTo>
                    <a:cubicBezTo>
                      <a:pt x="95" y="405"/>
                      <a:pt x="95" y="405"/>
                      <a:pt x="95" y="405"/>
                    </a:cubicBezTo>
                    <a:cubicBezTo>
                      <a:pt x="100" y="406"/>
                      <a:pt x="100" y="406"/>
                      <a:pt x="100" y="406"/>
                    </a:cubicBezTo>
                    <a:cubicBezTo>
                      <a:pt x="98" y="403"/>
                      <a:pt x="95" y="399"/>
                      <a:pt x="94" y="397"/>
                    </a:cubicBezTo>
                    <a:cubicBezTo>
                      <a:pt x="91" y="395"/>
                      <a:pt x="94" y="399"/>
                      <a:pt x="90" y="397"/>
                    </a:cubicBezTo>
                    <a:cubicBezTo>
                      <a:pt x="92" y="397"/>
                      <a:pt x="91" y="394"/>
                      <a:pt x="89" y="393"/>
                    </a:cubicBezTo>
                    <a:cubicBezTo>
                      <a:pt x="92" y="396"/>
                      <a:pt x="87" y="395"/>
                      <a:pt x="85" y="394"/>
                    </a:cubicBezTo>
                    <a:cubicBezTo>
                      <a:pt x="82" y="392"/>
                      <a:pt x="81" y="388"/>
                      <a:pt x="81" y="388"/>
                    </a:cubicBezTo>
                    <a:cubicBezTo>
                      <a:pt x="86" y="389"/>
                      <a:pt x="86" y="389"/>
                      <a:pt x="86" y="389"/>
                    </a:cubicBezTo>
                    <a:cubicBezTo>
                      <a:pt x="82" y="388"/>
                      <a:pt x="85" y="388"/>
                      <a:pt x="82" y="386"/>
                    </a:cubicBezTo>
                    <a:cubicBezTo>
                      <a:pt x="81" y="386"/>
                      <a:pt x="78" y="386"/>
                      <a:pt x="77" y="387"/>
                    </a:cubicBezTo>
                    <a:cubicBezTo>
                      <a:pt x="75" y="385"/>
                      <a:pt x="74" y="383"/>
                      <a:pt x="73" y="383"/>
                    </a:cubicBezTo>
                    <a:cubicBezTo>
                      <a:pt x="77" y="384"/>
                      <a:pt x="77" y="384"/>
                      <a:pt x="77" y="384"/>
                    </a:cubicBezTo>
                    <a:cubicBezTo>
                      <a:pt x="73" y="381"/>
                      <a:pt x="79" y="381"/>
                      <a:pt x="74" y="378"/>
                    </a:cubicBezTo>
                    <a:cubicBezTo>
                      <a:pt x="72" y="378"/>
                      <a:pt x="72" y="378"/>
                      <a:pt x="72" y="378"/>
                    </a:cubicBezTo>
                    <a:cubicBezTo>
                      <a:pt x="72" y="377"/>
                      <a:pt x="72" y="376"/>
                      <a:pt x="73" y="377"/>
                    </a:cubicBezTo>
                    <a:cubicBezTo>
                      <a:pt x="71" y="377"/>
                      <a:pt x="69" y="375"/>
                      <a:pt x="68" y="374"/>
                    </a:cubicBezTo>
                    <a:cubicBezTo>
                      <a:pt x="69" y="373"/>
                      <a:pt x="69" y="373"/>
                      <a:pt x="69" y="373"/>
                    </a:cubicBezTo>
                    <a:cubicBezTo>
                      <a:pt x="67" y="372"/>
                      <a:pt x="63" y="371"/>
                      <a:pt x="63" y="368"/>
                    </a:cubicBezTo>
                    <a:cubicBezTo>
                      <a:pt x="62" y="371"/>
                      <a:pt x="65" y="370"/>
                      <a:pt x="66" y="373"/>
                    </a:cubicBezTo>
                    <a:cubicBezTo>
                      <a:pt x="66" y="377"/>
                      <a:pt x="62" y="372"/>
                      <a:pt x="62" y="371"/>
                    </a:cubicBezTo>
                    <a:cubicBezTo>
                      <a:pt x="64" y="370"/>
                      <a:pt x="58" y="367"/>
                      <a:pt x="56" y="364"/>
                    </a:cubicBezTo>
                    <a:cubicBezTo>
                      <a:pt x="56" y="363"/>
                      <a:pt x="55" y="361"/>
                      <a:pt x="55" y="360"/>
                    </a:cubicBezTo>
                    <a:cubicBezTo>
                      <a:pt x="53" y="360"/>
                      <a:pt x="53" y="360"/>
                      <a:pt x="53" y="360"/>
                    </a:cubicBezTo>
                    <a:cubicBezTo>
                      <a:pt x="56" y="357"/>
                      <a:pt x="49" y="356"/>
                      <a:pt x="49" y="353"/>
                    </a:cubicBezTo>
                    <a:cubicBezTo>
                      <a:pt x="50" y="354"/>
                      <a:pt x="51" y="353"/>
                      <a:pt x="51" y="351"/>
                    </a:cubicBezTo>
                    <a:cubicBezTo>
                      <a:pt x="50" y="355"/>
                      <a:pt x="45" y="349"/>
                      <a:pt x="44" y="350"/>
                    </a:cubicBezTo>
                    <a:cubicBezTo>
                      <a:pt x="42" y="345"/>
                      <a:pt x="48" y="349"/>
                      <a:pt x="48" y="347"/>
                    </a:cubicBezTo>
                    <a:cubicBezTo>
                      <a:pt x="45" y="346"/>
                      <a:pt x="46" y="341"/>
                      <a:pt x="43" y="341"/>
                    </a:cubicBezTo>
                    <a:cubicBezTo>
                      <a:pt x="44" y="345"/>
                      <a:pt x="41" y="341"/>
                      <a:pt x="40" y="341"/>
                    </a:cubicBezTo>
                    <a:cubicBezTo>
                      <a:pt x="38" y="337"/>
                      <a:pt x="41" y="341"/>
                      <a:pt x="40" y="338"/>
                    </a:cubicBezTo>
                    <a:cubicBezTo>
                      <a:pt x="39" y="336"/>
                      <a:pt x="36" y="335"/>
                      <a:pt x="37" y="338"/>
                    </a:cubicBezTo>
                    <a:cubicBezTo>
                      <a:pt x="36" y="335"/>
                      <a:pt x="32" y="333"/>
                      <a:pt x="32" y="330"/>
                    </a:cubicBezTo>
                    <a:cubicBezTo>
                      <a:pt x="33" y="328"/>
                      <a:pt x="36" y="335"/>
                      <a:pt x="36" y="333"/>
                    </a:cubicBezTo>
                    <a:cubicBezTo>
                      <a:pt x="32" y="326"/>
                      <a:pt x="30" y="331"/>
                      <a:pt x="27" y="325"/>
                    </a:cubicBezTo>
                    <a:cubicBezTo>
                      <a:pt x="27" y="328"/>
                      <a:pt x="24" y="327"/>
                      <a:pt x="22" y="324"/>
                    </a:cubicBezTo>
                    <a:cubicBezTo>
                      <a:pt x="19" y="317"/>
                      <a:pt x="24" y="327"/>
                      <a:pt x="25" y="323"/>
                    </a:cubicBezTo>
                    <a:cubicBezTo>
                      <a:pt x="23" y="321"/>
                      <a:pt x="23" y="321"/>
                      <a:pt x="23" y="321"/>
                    </a:cubicBezTo>
                    <a:cubicBezTo>
                      <a:pt x="25" y="316"/>
                      <a:pt x="31" y="327"/>
                      <a:pt x="32" y="322"/>
                    </a:cubicBezTo>
                    <a:cubicBezTo>
                      <a:pt x="30" y="320"/>
                      <a:pt x="30" y="320"/>
                      <a:pt x="30" y="320"/>
                    </a:cubicBezTo>
                    <a:cubicBezTo>
                      <a:pt x="31" y="320"/>
                      <a:pt x="32" y="321"/>
                      <a:pt x="33" y="319"/>
                    </a:cubicBezTo>
                    <a:cubicBezTo>
                      <a:pt x="30" y="319"/>
                      <a:pt x="30" y="313"/>
                      <a:pt x="29" y="312"/>
                    </a:cubicBezTo>
                    <a:cubicBezTo>
                      <a:pt x="27" y="312"/>
                      <a:pt x="30" y="315"/>
                      <a:pt x="29" y="315"/>
                    </a:cubicBezTo>
                    <a:cubicBezTo>
                      <a:pt x="27" y="312"/>
                      <a:pt x="24" y="311"/>
                      <a:pt x="24" y="306"/>
                    </a:cubicBezTo>
                    <a:cubicBezTo>
                      <a:pt x="26" y="308"/>
                      <a:pt x="26" y="304"/>
                      <a:pt x="27" y="305"/>
                    </a:cubicBezTo>
                    <a:cubicBezTo>
                      <a:pt x="27" y="303"/>
                      <a:pt x="25" y="305"/>
                      <a:pt x="25" y="301"/>
                    </a:cubicBezTo>
                    <a:cubicBezTo>
                      <a:pt x="26" y="301"/>
                      <a:pt x="26" y="301"/>
                      <a:pt x="26" y="301"/>
                    </a:cubicBezTo>
                    <a:cubicBezTo>
                      <a:pt x="23" y="289"/>
                      <a:pt x="22" y="272"/>
                      <a:pt x="18" y="260"/>
                    </a:cubicBezTo>
                    <a:cubicBezTo>
                      <a:pt x="20" y="258"/>
                      <a:pt x="20" y="254"/>
                      <a:pt x="21" y="247"/>
                    </a:cubicBezTo>
                    <a:cubicBezTo>
                      <a:pt x="21" y="250"/>
                      <a:pt x="19" y="247"/>
                      <a:pt x="19" y="246"/>
                    </a:cubicBezTo>
                    <a:cubicBezTo>
                      <a:pt x="21" y="242"/>
                      <a:pt x="21" y="242"/>
                      <a:pt x="21" y="242"/>
                    </a:cubicBezTo>
                    <a:cubicBezTo>
                      <a:pt x="23" y="239"/>
                      <a:pt x="22" y="233"/>
                      <a:pt x="21" y="230"/>
                    </a:cubicBezTo>
                    <a:cubicBezTo>
                      <a:pt x="22" y="229"/>
                      <a:pt x="22" y="229"/>
                      <a:pt x="23" y="229"/>
                    </a:cubicBezTo>
                    <a:cubicBezTo>
                      <a:pt x="24" y="225"/>
                      <a:pt x="22" y="225"/>
                      <a:pt x="22" y="224"/>
                    </a:cubicBezTo>
                    <a:cubicBezTo>
                      <a:pt x="23" y="221"/>
                      <a:pt x="23" y="221"/>
                      <a:pt x="23" y="221"/>
                    </a:cubicBezTo>
                    <a:cubicBezTo>
                      <a:pt x="22" y="221"/>
                      <a:pt x="22" y="221"/>
                      <a:pt x="22" y="221"/>
                    </a:cubicBezTo>
                    <a:cubicBezTo>
                      <a:pt x="22" y="217"/>
                      <a:pt x="23" y="213"/>
                      <a:pt x="25" y="213"/>
                    </a:cubicBezTo>
                    <a:cubicBezTo>
                      <a:pt x="25" y="212"/>
                      <a:pt x="25" y="211"/>
                      <a:pt x="24" y="212"/>
                    </a:cubicBezTo>
                    <a:cubicBezTo>
                      <a:pt x="26" y="209"/>
                      <a:pt x="28" y="200"/>
                      <a:pt x="29" y="193"/>
                    </a:cubicBezTo>
                    <a:cubicBezTo>
                      <a:pt x="28" y="196"/>
                      <a:pt x="27" y="196"/>
                      <a:pt x="26" y="196"/>
                    </a:cubicBezTo>
                    <a:cubicBezTo>
                      <a:pt x="24" y="194"/>
                      <a:pt x="27" y="194"/>
                      <a:pt x="26" y="191"/>
                    </a:cubicBezTo>
                    <a:cubicBezTo>
                      <a:pt x="27" y="192"/>
                      <a:pt x="28" y="189"/>
                      <a:pt x="28" y="192"/>
                    </a:cubicBezTo>
                    <a:cubicBezTo>
                      <a:pt x="33" y="185"/>
                      <a:pt x="36" y="173"/>
                      <a:pt x="40" y="164"/>
                    </a:cubicBezTo>
                    <a:cubicBezTo>
                      <a:pt x="40" y="162"/>
                      <a:pt x="40" y="162"/>
                      <a:pt x="39" y="161"/>
                    </a:cubicBezTo>
                    <a:cubicBezTo>
                      <a:pt x="45" y="156"/>
                      <a:pt x="47" y="148"/>
                      <a:pt x="51" y="142"/>
                    </a:cubicBezTo>
                    <a:cubicBezTo>
                      <a:pt x="49" y="143"/>
                      <a:pt x="48" y="139"/>
                      <a:pt x="50" y="136"/>
                    </a:cubicBezTo>
                    <a:cubicBezTo>
                      <a:pt x="51" y="131"/>
                      <a:pt x="53" y="136"/>
                      <a:pt x="56" y="133"/>
                    </a:cubicBezTo>
                    <a:cubicBezTo>
                      <a:pt x="57" y="131"/>
                      <a:pt x="59" y="128"/>
                      <a:pt x="60" y="127"/>
                    </a:cubicBezTo>
                    <a:cubicBezTo>
                      <a:pt x="60" y="127"/>
                      <a:pt x="60" y="127"/>
                      <a:pt x="60" y="127"/>
                    </a:cubicBezTo>
                    <a:cubicBezTo>
                      <a:pt x="61" y="125"/>
                      <a:pt x="63" y="121"/>
                      <a:pt x="65" y="120"/>
                    </a:cubicBezTo>
                    <a:cubicBezTo>
                      <a:pt x="65" y="120"/>
                      <a:pt x="65" y="120"/>
                      <a:pt x="65" y="120"/>
                    </a:cubicBezTo>
                    <a:cubicBezTo>
                      <a:pt x="67" y="118"/>
                      <a:pt x="69" y="117"/>
                      <a:pt x="71" y="115"/>
                    </a:cubicBezTo>
                    <a:cubicBezTo>
                      <a:pt x="70" y="113"/>
                      <a:pt x="75" y="109"/>
                      <a:pt x="74" y="107"/>
                    </a:cubicBezTo>
                    <a:cubicBezTo>
                      <a:pt x="75" y="107"/>
                      <a:pt x="74" y="107"/>
                      <a:pt x="75" y="107"/>
                    </a:cubicBezTo>
                    <a:cubicBezTo>
                      <a:pt x="74" y="106"/>
                      <a:pt x="74" y="106"/>
                      <a:pt x="74" y="106"/>
                    </a:cubicBezTo>
                    <a:cubicBezTo>
                      <a:pt x="78" y="103"/>
                      <a:pt x="78" y="103"/>
                      <a:pt x="78" y="103"/>
                    </a:cubicBezTo>
                    <a:cubicBezTo>
                      <a:pt x="78" y="104"/>
                      <a:pt x="78" y="105"/>
                      <a:pt x="78" y="106"/>
                    </a:cubicBezTo>
                    <a:cubicBezTo>
                      <a:pt x="82" y="103"/>
                      <a:pt x="78" y="104"/>
                      <a:pt x="79" y="101"/>
                    </a:cubicBezTo>
                    <a:cubicBezTo>
                      <a:pt x="81" y="98"/>
                      <a:pt x="82" y="99"/>
                      <a:pt x="84" y="99"/>
                    </a:cubicBezTo>
                    <a:cubicBezTo>
                      <a:pt x="84" y="100"/>
                      <a:pt x="82" y="100"/>
                      <a:pt x="81" y="101"/>
                    </a:cubicBezTo>
                    <a:cubicBezTo>
                      <a:pt x="81" y="103"/>
                      <a:pt x="83" y="100"/>
                      <a:pt x="84" y="101"/>
                    </a:cubicBezTo>
                    <a:cubicBezTo>
                      <a:pt x="85" y="100"/>
                      <a:pt x="84" y="98"/>
                      <a:pt x="86" y="97"/>
                    </a:cubicBezTo>
                    <a:cubicBezTo>
                      <a:pt x="88" y="96"/>
                      <a:pt x="92" y="92"/>
                      <a:pt x="92" y="93"/>
                    </a:cubicBezTo>
                    <a:cubicBezTo>
                      <a:pt x="93" y="91"/>
                      <a:pt x="95" y="90"/>
                      <a:pt x="96" y="88"/>
                    </a:cubicBezTo>
                    <a:cubicBezTo>
                      <a:pt x="94" y="89"/>
                      <a:pt x="91" y="91"/>
                      <a:pt x="90" y="91"/>
                    </a:cubicBezTo>
                    <a:cubicBezTo>
                      <a:pt x="91" y="90"/>
                      <a:pt x="94" y="87"/>
                      <a:pt x="94" y="87"/>
                    </a:cubicBezTo>
                    <a:cubicBezTo>
                      <a:pt x="94" y="88"/>
                      <a:pt x="94" y="88"/>
                      <a:pt x="94" y="88"/>
                    </a:cubicBezTo>
                    <a:cubicBezTo>
                      <a:pt x="94" y="87"/>
                      <a:pt x="99" y="84"/>
                      <a:pt x="96" y="85"/>
                    </a:cubicBezTo>
                    <a:cubicBezTo>
                      <a:pt x="100" y="84"/>
                      <a:pt x="100" y="84"/>
                      <a:pt x="100" y="84"/>
                    </a:cubicBezTo>
                    <a:cubicBezTo>
                      <a:pt x="100" y="82"/>
                      <a:pt x="103" y="80"/>
                      <a:pt x="105" y="78"/>
                    </a:cubicBezTo>
                    <a:cubicBezTo>
                      <a:pt x="106" y="80"/>
                      <a:pt x="106" y="82"/>
                      <a:pt x="110" y="80"/>
                    </a:cubicBezTo>
                    <a:cubicBezTo>
                      <a:pt x="113" y="76"/>
                      <a:pt x="113" y="76"/>
                      <a:pt x="113" y="76"/>
                    </a:cubicBezTo>
                    <a:cubicBezTo>
                      <a:pt x="115" y="74"/>
                      <a:pt x="116" y="74"/>
                      <a:pt x="116" y="75"/>
                    </a:cubicBezTo>
                    <a:cubicBezTo>
                      <a:pt x="124" y="71"/>
                      <a:pt x="121" y="66"/>
                      <a:pt x="128" y="64"/>
                    </a:cubicBezTo>
                    <a:cubicBezTo>
                      <a:pt x="126" y="67"/>
                      <a:pt x="129" y="66"/>
                      <a:pt x="132" y="65"/>
                    </a:cubicBezTo>
                    <a:cubicBezTo>
                      <a:pt x="131" y="65"/>
                      <a:pt x="131" y="64"/>
                      <a:pt x="132" y="63"/>
                    </a:cubicBezTo>
                    <a:cubicBezTo>
                      <a:pt x="131" y="63"/>
                      <a:pt x="132" y="65"/>
                      <a:pt x="129" y="65"/>
                    </a:cubicBezTo>
                    <a:cubicBezTo>
                      <a:pt x="128" y="65"/>
                      <a:pt x="131" y="63"/>
                      <a:pt x="132" y="62"/>
                    </a:cubicBezTo>
                    <a:cubicBezTo>
                      <a:pt x="139" y="63"/>
                      <a:pt x="150" y="53"/>
                      <a:pt x="160" y="50"/>
                    </a:cubicBezTo>
                    <a:cubicBezTo>
                      <a:pt x="158" y="48"/>
                      <a:pt x="163" y="48"/>
                      <a:pt x="164" y="46"/>
                    </a:cubicBezTo>
                    <a:cubicBezTo>
                      <a:pt x="165" y="49"/>
                      <a:pt x="169" y="43"/>
                      <a:pt x="172" y="44"/>
                    </a:cubicBezTo>
                    <a:cubicBezTo>
                      <a:pt x="170" y="42"/>
                      <a:pt x="170" y="42"/>
                      <a:pt x="170" y="42"/>
                    </a:cubicBezTo>
                    <a:cubicBezTo>
                      <a:pt x="176" y="41"/>
                      <a:pt x="177" y="34"/>
                      <a:pt x="182" y="36"/>
                    </a:cubicBezTo>
                    <a:cubicBezTo>
                      <a:pt x="185" y="35"/>
                      <a:pt x="182" y="38"/>
                      <a:pt x="181" y="39"/>
                    </a:cubicBezTo>
                    <a:cubicBezTo>
                      <a:pt x="186" y="40"/>
                      <a:pt x="191" y="32"/>
                      <a:pt x="196" y="34"/>
                    </a:cubicBezTo>
                    <a:cubicBezTo>
                      <a:pt x="196" y="33"/>
                      <a:pt x="194" y="32"/>
                      <a:pt x="197" y="30"/>
                    </a:cubicBezTo>
                    <a:cubicBezTo>
                      <a:pt x="201" y="30"/>
                      <a:pt x="207" y="29"/>
                      <a:pt x="207" y="29"/>
                    </a:cubicBezTo>
                    <a:cubicBezTo>
                      <a:pt x="209" y="28"/>
                      <a:pt x="210" y="27"/>
                      <a:pt x="213" y="27"/>
                    </a:cubicBezTo>
                    <a:cubicBezTo>
                      <a:pt x="213" y="28"/>
                      <a:pt x="212" y="28"/>
                      <a:pt x="211" y="29"/>
                    </a:cubicBezTo>
                    <a:cubicBezTo>
                      <a:pt x="215" y="28"/>
                      <a:pt x="219" y="26"/>
                      <a:pt x="222" y="24"/>
                    </a:cubicBezTo>
                    <a:cubicBezTo>
                      <a:pt x="225" y="26"/>
                      <a:pt x="233" y="23"/>
                      <a:pt x="238" y="23"/>
                    </a:cubicBezTo>
                    <a:cubicBezTo>
                      <a:pt x="241" y="20"/>
                      <a:pt x="247" y="23"/>
                      <a:pt x="247" y="20"/>
                    </a:cubicBezTo>
                    <a:cubicBezTo>
                      <a:pt x="247" y="20"/>
                      <a:pt x="247" y="20"/>
                      <a:pt x="248" y="21"/>
                    </a:cubicBezTo>
                    <a:cubicBezTo>
                      <a:pt x="249" y="19"/>
                      <a:pt x="251" y="17"/>
                      <a:pt x="253" y="17"/>
                    </a:cubicBezTo>
                    <a:cubicBezTo>
                      <a:pt x="253" y="19"/>
                      <a:pt x="253" y="19"/>
                      <a:pt x="253" y="19"/>
                    </a:cubicBezTo>
                    <a:cubicBezTo>
                      <a:pt x="252" y="22"/>
                      <a:pt x="260" y="19"/>
                      <a:pt x="261" y="20"/>
                    </a:cubicBezTo>
                    <a:cubicBezTo>
                      <a:pt x="258" y="19"/>
                      <a:pt x="263" y="20"/>
                      <a:pt x="263" y="18"/>
                    </a:cubicBezTo>
                    <a:cubicBezTo>
                      <a:pt x="266" y="18"/>
                      <a:pt x="266" y="18"/>
                      <a:pt x="266" y="18"/>
                    </a:cubicBezTo>
                    <a:cubicBezTo>
                      <a:pt x="271" y="17"/>
                      <a:pt x="267" y="17"/>
                      <a:pt x="273" y="16"/>
                    </a:cubicBezTo>
                    <a:cubicBezTo>
                      <a:pt x="276" y="16"/>
                      <a:pt x="274" y="19"/>
                      <a:pt x="273" y="19"/>
                    </a:cubicBezTo>
                    <a:cubicBezTo>
                      <a:pt x="275" y="20"/>
                      <a:pt x="278" y="19"/>
                      <a:pt x="281" y="19"/>
                    </a:cubicBezTo>
                    <a:cubicBezTo>
                      <a:pt x="280" y="18"/>
                      <a:pt x="280" y="18"/>
                      <a:pt x="281" y="18"/>
                    </a:cubicBezTo>
                    <a:cubicBezTo>
                      <a:pt x="281" y="18"/>
                      <a:pt x="281" y="18"/>
                      <a:pt x="281" y="19"/>
                    </a:cubicBezTo>
                    <a:cubicBezTo>
                      <a:pt x="282" y="18"/>
                      <a:pt x="283" y="18"/>
                      <a:pt x="285" y="18"/>
                    </a:cubicBezTo>
                    <a:cubicBezTo>
                      <a:pt x="285" y="19"/>
                      <a:pt x="285" y="19"/>
                      <a:pt x="285" y="19"/>
                    </a:cubicBezTo>
                    <a:cubicBezTo>
                      <a:pt x="283" y="19"/>
                      <a:pt x="282" y="19"/>
                      <a:pt x="281" y="19"/>
                    </a:cubicBezTo>
                    <a:cubicBezTo>
                      <a:pt x="282" y="19"/>
                      <a:pt x="283" y="19"/>
                      <a:pt x="284" y="19"/>
                    </a:cubicBezTo>
                    <a:cubicBezTo>
                      <a:pt x="285" y="19"/>
                      <a:pt x="285" y="19"/>
                      <a:pt x="285" y="19"/>
                    </a:cubicBezTo>
                    <a:cubicBezTo>
                      <a:pt x="286" y="19"/>
                      <a:pt x="287" y="19"/>
                      <a:pt x="288" y="20"/>
                    </a:cubicBezTo>
                    <a:cubicBezTo>
                      <a:pt x="287" y="21"/>
                      <a:pt x="287" y="21"/>
                      <a:pt x="287" y="21"/>
                    </a:cubicBezTo>
                    <a:cubicBezTo>
                      <a:pt x="289" y="22"/>
                      <a:pt x="294" y="20"/>
                      <a:pt x="294" y="20"/>
                    </a:cubicBezTo>
                    <a:cubicBezTo>
                      <a:pt x="303" y="22"/>
                      <a:pt x="318" y="23"/>
                      <a:pt x="322" y="24"/>
                    </a:cubicBezTo>
                    <a:cubicBezTo>
                      <a:pt x="319" y="23"/>
                      <a:pt x="318" y="24"/>
                      <a:pt x="320" y="24"/>
                    </a:cubicBezTo>
                    <a:cubicBezTo>
                      <a:pt x="323" y="25"/>
                      <a:pt x="326" y="24"/>
                      <a:pt x="326" y="25"/>
                    </a:cubicBezTo>
                    <a:cubicBezTo>
                      <a:pt x="329" y="25"/>
                      <a:pt x="328" y="27"/>
                      <a:pt x="332" y="28"/>
                    </a:cubicBezTo>
                    <a:cubicBezTo>
                      <a:pt x="332" y="29"/>
                      <a:pt x="333" y="27"/>
                      <a:pt x="332" y="27"/>
                    </a:cubicBezTo>
                    <a:cubicBezTo>
                      <a:pt x="337" y="31"/>
                      <a:pt x="347" y="31"/>
                      <a:pt x="354" y="36"/>
                    </a:cubicBezTo>
                    <a:cubicBezTo>
                      <a:pt x="353" y="36"/>
                      <a:pt x="352" y="36"/>
                      <a:pt x="351" y="37"/>
                    </a:cubicBezTo>
                    <a:cubicBezTo>
                      <a:pt x="357" y="38"/>
                      <a:pt x="363" y="41"/>
                      <a:pt x="369" y="42"/>
                    </a:cubicBezTo>
                    <a:cubicBezTo>
                      <a:pt x="368" y="42"/>
                      <a:pt x="368" y="43"/>
                      <a:pt x="366" y="43"/>
                    </a:cubicBezTo>
                    <a:cubicBezTo>
                      <a:pt x="369" y="44"/>
                      <a:pt x="372" y="46"/>
                      <a:pt x="375" y="47"/>
                    </a:cubicBezTo>
                    <a:cubicBezTo>
                      <a:pt x="375" y="47"/>
                      <a:pt x="375" y="47"/>
                      <a:pt x="375" y="47"/>
                    </a:cubicBezTo>
                    <a:cubicBezTo>
                      <a:pt x="373" y="44"/>
                      <a:pt x="378" y="46"/>
                      <a:pt x="381" y="48"/>
                    </a:cubicBezTo>
                    <a:cubicBezTo>
                      <a:pt x="380" y="48"/>
                      <a:pt x="380" y="48"/>
                      <a:pt x="380" y="48"/>
                    </a:cubicBezTo>
                    <a:cubicBezTo>
                      <a:pt x="384" y="51"/>
                      <a:pt x="385" y="50"/>
                      <a:pt x="388" y="53"/>
                    </a:cubicBezTo>
                    <a:cubicBezTo>
                      <a:pt x="390" y="55"/>
                      <a:pt x="386" y="52"/>
                      <a:pt x="386" y="53"/>
                    </a:cubicBezTo>
                    <a:cubicBezTo>
                      <a:pt x="386" y="56"/>
                      <a:pt x="393" y="61"/>
                      <a:pt x="394" y="62"/>
                    </a:cubicBezTo>
                    <a:cubicBezTo>
                      <a:pt x="395" y="62"/>
                      <a:pt x="396" y="63"/>
                      <a:pt x="397" y="62"/>
                    </a:cubicBezTo>
                    <a:cubicBezTo>
                      <a:pt x="400" y="64"/>
                      <a:pt x="397" y="64"/>
                      <a:pt x="399" y="66"/>
                    </a:cubicBezTo>
                    <a:cubicBezTo>
                      <a:pt x="409" y="69"/>
                      <a:pt x="409" y="69"/>
                      <a:pt x="409" y="69"/>
                    </a:cubicBezTo>
                    <a:cubicBezTo>
                      <a:pt x="408" y="69"/>
                      <a:pt x="410" y="73"/>
                      <a:pt x="407" y="71"/>
                    </a:cubicBezTo>
                    <a:cubicBezTo>
                      <a:pt x="412" y="76"/>
                      <a:pt x="417" y="77"/>
                      <a:pt x="422" y="80"/>
                    </a:cubicBezTo>
                    <a:cubicBezTo>
                      <a:pt x="423" y="82"/>
                      <a:pt x="428" y="87"/>
                      <a:pt x="430" y="89"/>
                    </a:cubicBezTo>
                    <a:cubicBezTo>
                      <a:pt x="429" y="90"/>
                      <a:pt x="428" y="87"/>
                      <a:pt x="427" y="87"/>
                    </a:cubicBezTo>
                    <a:cubicBezTo>
                      <a:pt x="428" y="91"/>
                      <a:pt x="428" y="91"/>
                      <a:pt x="428" y="91"/>
                    </a:cubicBezTo>
                    <a:cubicBezTo>
                      <a:pt x="425" y="87"/>
                      <a:pt x="427" y="93"/>
                      <a:pt x="424" y="91"/>
                    </a:cubicBezTo>
                    <a:cubicBezTo>
                      <a:pt x="428" y="94"/>
                      <a:pt x="432" y="102"/>
                      <a:pt x="435" y="107"/>
                    </a:cubicBezTo>
                    <a:cubicBezTo>
                      <a:pt x="435" y="102"/>
                      <a:pt x="440" y="113"/>
                      <a:pt x="443" y="111"/>
                    </a:cubicBezTo>
                    <a:cubicBezTo>
                      <a:pt x="447" y="117"/>
                      <a:pt x="443" y="115"/>
                      <a:pt x="443" y="118"/>
                    </a:cubicBezTo>
                    <a:cubicBezTo>
                      <a:pt x="448" y="124"/>
                      <a:pt x="451" y="130"/>
                      <a:pt x="453" y="136"/>
                    </a:cubicBezTo>
                    <a:cubicBezTo>
                      <a:pt x="453" y="136"/>
                      <a:pt x="453" y="136"/>
                      <a:pt x="453" y="136"/>
                    </a:cubicBezTo>
                    <a:cubicBezTo>
                      <a:pt x="456" y="141"/>
                      <a:pt x="459" y="150"/>
                      <a:pt x="464" y="155"/>
                    </a:cubicBezTo>
                    <a:cubicBezTo>
                      <a:pt x="463" y="154"/>
                      <a:pt x="463" y="155"/>
                      <a:pt x="462" y="154"/>
                    </a:cubicBezTo>
                    <a:cubicBezTo>
                      <a:pt x="463" y="160"/>
                      <a:pt x="465" y="154"/>
                      <a:pt x="466" y="161"/>
                    </a:cubicBezTo>
                    <a:cubicBezTo>
                      <a:pt x="465" y="160"/>
                      <a:pt x="465" y="160"/>
                      <a:pt x="465" y="160"/>
                    </a:cubicBezTo>
                    <a:cubicBezTo>
                      <a:pt x="467" y="164"/>
                      <a:pt x="467" y="169"/>
                      <a:pt x="470" y="173"/>
                    </a:cubicBezTo>
                    <a:cubicBezTo>
                      <a:pt x="469" y="174"/>
                      <a:pt x="469" y="173"/>
                      <a:pt x="468" y="172"/>
                    </a:cubicBezTo>
                    <a:cubicBezTo>
                      <a:pt x="470" y="177"/>
                      <a:pt x="471" y="182"/>
                      <a:pt x="474" y="186"/>
                    </a:cubicBezTo>
                    <a:cubicBezTo>
                      <a:pt x="473" y="186"/>
                      <a:pt x="472" y="186"/>
                      <a:pt x="471" y="184"/>
                    </a:cubicBezTo>
                    <a:cubicBezTo>
                      <a:pt x="471" y="189"/>
                      <a:pt x="474" y="189"/>
                      <a:pt x="474" y="193"/>
                    </a:cubicBezTo>
                    <a:cubicBezTo>
                      <a:pt x="475" y="194"/>
                      <a:pt x="474" y="197"/>
                      <a:pt x="474" y="196"/>
                    </a:cubicBezTo>
                    <a:cubicBezTo>
                      <a:pt x="475" y="198"/>
                      <a:pt x="476" y="205"/>
                      <a:pt x="477" y="207"/>
                    </a:cubicBezTo>
                    <a:cubicBezTo>
                      <a:pt x="476" y="208"/>
                      <a:pt x="476" y="209"/>
                      <a:pt x="475" y="212"/>
                    </a:cubicBezTo>
                    <a:cubicBezTo>
                      <a:pt x="478" y="236"/>
                      <a:pt x="473" y="260"/>
                      <a:pt x="467" y="283"/>
                    </a:cubicBezTo>
                    <a:cubicBezTo>
                      <a:pt x="463" y="286"/>
                      <a:pt x="467" y="277"/>
                      <a:pt x="464" y="279"/>
                    </a:cubicBezTo>
                    <a:cubicBezTo>
                      <a:pt x="467" y="280"/>
                      <a:pt x="464" y="283"/>
                      <a:pt x="461" y="290"/>
                    </a:cubicBezTo>
                    <a:cubicBezTo>
                      <a:pt x="461" y="290"/>
                      <a:pt x="461" y="290"/>
                      <a:pt x="461" y="290"/>
                    </a:cubicBezTo>
                    <a:cubicBezTo>
                      <a:pt x="460" y="293"/>
                      <a:pt x="458" y="294"/>
                      <a:pt x="457" y="297"/>
                    </a:cubicBezTo>
                    <a:cubicBezTo>
                      <a:pt x="458" y="297"/>
                      <a:pt x="458" y="297"/>
                      <a:pt x="458" y="297"/>
                    </a:cubicBezTo>
                    <a:cubicBezTo>
                      <a:pt x="458" y="301"/>
                      <a:pt x="452" y="303"/>
                      <a:pt x="453" y="306"/>
                    </a:cubicBezTo>
                    <a:cubicBezTo>
                      <a:pt x="451" y="307"/>
                      <a:pt x="451" y="307"/>
                      <a:pt x="451" y="307"/>
                    </a:cubicBezTo>
                    <a:cubicBezTo>
                      <a:pt x="451" y="312"/>
                      <a:pt x="447" y="312"/>
                      <a:pt x="447" y="316"/>
                    </a:cubicBezTo>
                    <a:cubicBezTo>
                      <a:pt x="447" y="316"/>
                      <a:pt x="447" y="316"/>
                      <a:pt x="447" y="316"/>
                    </a:cubicBezTo>
                    <a:cubicBezTo>
                      <a:pt x="443" y="320"/>
                      <a:pt x="442" y="327"/>
                      <a:pt x="439" y="328"/>
                    </a:cubicBezTo>
                    <a:cubicBezTo>
                      <a:pt x="437" y="332"/>
                      <a:pt x="434" y="337"/>
                      <a:pt x="435" y="339"/>
                    </a:cubicBezTo>
                    <a:cubicBezTo>
                      <a:pt x="433" y="339"/>
                      <a:pt x="433" y="338"/>
                      <a:pt x="433" y="337"/>
                    </a:cubicBezTo>
                    <a:cubicBezTo>
                      <a:pt x="422" y="352"/>
                      <a:pt x="406" y="365"/>
                      <a:pt x="395" y="377"/>
                    </a:cubicBezTo>
                    <a:cubicBezTo>
                      <a:pt x="394" y="378"/>
                      <a:pt x="395" y="377"/>
                      <a:pt x="395" y="376"/>
                    </a:cubicBezTo>
                    <a:cubicBezTo>
                      <a:pt x="389" y="385"/>
                      <a:pt x="378" y="390"/>
                      <a:pt x="378" y="398"/>
                    </a:cubicBezTo>
                    <a:cubicBezTo>
                      <a:pt x="377" y="402"/>
                      <a:pt x="377" y="402"/>
                      <a:pt x="377" y="402"/>
                    </a:cubicBezTo>
                    <a:cubicBezTo>
                      <a:pt x="375" y="403"/>
                      <a:pt x="375" y="402"/>
                      <a:pt x="373" y="403"/>
                    </a:cubicBezTo>
                    <a:cubicBezTo>
                      <a:pt x="373" y="406"/>
                      <a:pt x="368" y="411"/>
                      <a:pt x="369" y="413"/>
                    </a:cubicBezTo>
                    <a:cubicBezTo>
                      <a:pt x="368" y="414"/>
                      <a:pt x="369" y="412"/>
                      <a:pt x="368" y="412"/>
                    </a:cubicBezTo>
                    <a:cubicBezTo>
                      <a:pt x="365" y="416"/>
                      <a:pt x="365" y="422"/>
                      <a:pt x="363" y="426"/>
                    </a:cubicBezTo>
                    <a:cubicBezTo>
                      <a:pt x="363" y="424"/>
                      <a:pt x="363" y="424"/>
                      <a:pt x="363" y="424"/>
                    </a:cubicBezTo>
                    <a:cubicBezTo>
                      <a:pt x="349" y="443"/>
                      <a:pt x="340" y="473"/>
                      <a:pt x="342" y="493"/>
                    </a:cubicBezTo>
                    <a:cubicBezTo>
                      <a:pt x="343" y="498"/>
                      <a:pt x="340" y="495"/>
                      <a:pt x="340" y="497"/>
                    </a:cubicBezTo>
                    <a:cubicBezTo>
                      <a:pt x="342" y="517"/>
                      <a:pt x="338" y="542"/>
                      <a:pt x="349" y="558"/>
                    </a:cubicBezTo>
                    <a:cubicBezTo>
                      <a:pt x="355" y="570"/>
                      <a:pt x="363" y="573"/>
                      <a:pt x="363" y="573"/>
                    </a:cubicBezTo>
                    <a:cubicBezTo>
                      <a:pt x="346" y="542"/>
                      <a:pt x="349" y="513"/>
                      <a:pt x="356" y="481"/>
                    </a:cubicBezTo>
                    <a:cubicBezTo>
                      <a:pt x="356" y="470"/>
                      <a:pt x="359" y="457"/>
                      <a:pt x="363" y="448"/>
                    </a:cubicBezTo>
                    <a:cubicBezTo>
                      <a:pt x="376" y="404"/>
                      <a:pt x="410" y="388"/>
                      <a:pt x="444" y="349"/>
                    </a:cubicBezTo>
                    <a:cubicBezTo>
                      <a:pt x="442" y="350"/>
                      <a:pt x="443" y="348"/>
                      <a:pt x="444" y="346"/>
                    </a:cubicBezTo>
                    <a:cubicBezTo>
                      <a:pt x="445" y="345"/>
                      <a:pt x="445" y="345"/>
                      <a:pt x="445" y="345"/>
                    </a:cubicBezTo>
                    <a:cubicBezTo>
                      <a:pt x="446" y="342"/>
                      <a:pt x="446" y="342"/>
                      <a:pt x="446" y="342"/>
                    </a:cubicBezTo>
                    <a:cubicBezTo>
                      <a:pt x="448" y="339"/>
                      <a:pt x="449" y="341"/>
                      <a:pt x="447" y="344"/>
                    </a:cubicBezTo>
                    <a:cubicBezTo>
                      <a:pt x="459" y="329"/>
                      <a:pt x="467" y="314"/>
                      <a:pt x="475" y="297"/>
                    </a:cubicBezTo>
                    <a:cubicBezTo>
                      <a:pt x="474" y="295"/>
                      <a:pt x="479" y="288"/>
                      <a:pt x="477" y="286"/>
                    </a:cubicBezTo>
                    <a:cubicBezTo>
                      <a:pt x="478" y="286"/>
                      <a:pt x="478" y="286"/>
                      <a:pt x="478" y="287"/>
                    </a:cubicBezTo>
                    <a:cubicBezTo>
                      <a:pt x="481" y="274"/>
                      <a:pt x="482" y="274"/>
                      <a:pt x="487" y="263"/>
                    </a:cubicBezTo>
                    <a:cubicBezTo>
                      <a:pt x="501" y="211"/>
                      <a:pt x="485" y="161"/>
                      <a:pt x="463" y="1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2" name="Rectangle 77"/>
              <p:cNvSpPr>
                <a:spLocks noChangeArrowheads="1"/>
              </p:cNvSpPr>
              <p:nvPr>
                <p:custDataLst>
                  <p:tags r:id="rId324"/>
                </p:custDataLst>
              </p:nvPr>
            </p:nvSpPr>
            <p:spPr bwMode="auto">
              <a:xfrm>
                <a:off x="4586" y="1893"/>
                <a:ext cx="1" cy="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3" name="Freeform 78"/>
              <p:cNvSpPr/>
              <p:nvPr>
                <p:custDataLst>
                  <p:tags r:id="rId325"/>
                </p:custDataLst>
              </p:nvPr>
            </p:nvSpPr>
            <p:spPr bwMode="auto">
              <a:xfrm>
                <a:off x="3937" y="2817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4" name="Freeform 79"/>
              <p:cNvSpPr/>
              <p:nvPr>
                <p:custDataLst>
                  <p:tags r:id="rId326"/>
                </p:custDataLst>
              </p:nvPr>
            </p:nvSpPr>
            <p:spPr bwMode="auto">
              <a:xfrm>
                <a:off x="4629" y="1859"/>
                <a:ext cx="2" cy="2"/>
              </a:xfrm>
              <a:custGeom>
                <a:avLst/>
                <a:gdLst>
                  <a:gd name="T0" fmla="*/ 2 w 2"/>
                  <a:gd name="T1" fmla="*/ 2 h 2"/>
                  <a:gd name="T2" fmla="*/ 2 w 2"/>
                  <a:gd name="T3" fmla="*/ 2 h 2"/>
                  <a:gd name="T4" fmla="*/ 0 w 2"/>
                  <a:gd name="T5" fmla="*/ 0 h 2"/>
                  <a:gd name="T6" fmla="*/ 2 w 2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lnTo>
                      <a:pt x="2" y="2"/>
                    </a:lnTo>
                    <a:lnTo>
                      <a:pt x="0" y="0"/>
                    </a:lnTo>
                    <a:lnTo>
                      <a:pt x="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5" name="Freeform 80"/>
              <p:cNvSpPr/>
              <p:nvPr>
                <p:custDataLst>
                  <p:tags r:id="rId327"/>
                </p:custDataLst>
              </p:nvPr>
            </p:nvSpPr>
            <p:spPr bwMode="auto">
              <a:xfrm>
                <a:off x="3967" y="2813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6" name="Freeform 81"/>
              <p:cNvSpPr/>
              <p:nvPr>
                <p:custDataLst>
                  <p:tags r:id="rId328"/>
                </p:custDataLst>
              </p:nvPr>
            </p:nvSpPr>
            <p:spPr bwMode="auto">
              <a:xfrm>
                <a:off x="4618" y="1878"/>
                <a:ext cx="2" cy="4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0"/>
                      <a:pt x="1" y="2"/>
                      <a:pt x="1" y="2"/>
                    </a:cubicBezTo>
                    <a:cubicBezTo>
                      <a:pt x="1" y="1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7" name="Freeform 82"/>
              <p:cNvSpPr/>
              <p:nvPr>
                <p:custDataLst>
                  <p:tags r:id="rId329"/>
                </p:custDataLst>
              </p:nvPr>
            </p:nvSpPr>
            <p:spPr bwMode="auto">
              <a:xfrm>
                <a:off x="3814" y="2266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8" name="Freeform 83"/>
              <p:cNvSpPr/>
              <p:nvPr>
                <p:custDataLst>
                  <p:tags r:id="rId330"/>
                </p:custDataLst>
              </p:nvPr>
            </p:nvSpPr>
            <p:spPr bwMode="auto">
              <a:xfrm>
                <a:off x="3876" y="2438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9" name="Freeform 84"/>
              <p:cNvSpPr/>
              <p:nvPr>
                <p:custDataLst>
                  <p:tags r:id="rId331"/>
                </p:custDataLst>
              </p:nvPr>
            </p:nvSpPr>
            <p:spPr bwMode="auto">
              <a:xfrm>
                <a:off x="4618" y="18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0" name="Freeform 85"/>
              <p:cNvSpPr/>
              <p:nvPr>
                <p:custDataLst>
                  <p:tags r:id="rId332"/>
                </p:custDataLst>
              </p:nvPr>
            </p:nvSpPr>
            <p:spPr bwMode="auto">
              <a:xfrm>
                <a:off x="3801" y="2272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1" name="Freeform 86"/>
              <p:cNvSpPr/>
              <p:nvPr>
                <p:custDataLst>
                  <p:tags r:id="rId333"/>
                </p:custDataLst>
              </p:nvPr>
            </p:nvSpPr>
            <p:spPr bwMode="auto">
              <a:xfrm>
                <a:off x="3808" y="2266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0 h 1"/>
                  <a:gd name="T4" fmla="*/ 1 w 1"/>
                  <a:gd name="T5" fmla="*/ 1 h 1"/>
                  <a:gd name="T6" fmla="*/ 1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1" y="0"/>
                      <a:pt x="1" y="1"/>
                      <a:pt x="1" y="1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2" name="Freeform 87"/>
              <p:cNvSpPr/>
              <p:nvPr>
                <p:custDataLst>
                  <p:tags r:id="rId334"/>
                </p:custDataLst>
              </p:nvPr>
            </p:nvSpPr>
            <p:spPr bwMode="auto">
              <a:xfrm>
                <a:off x="3878" y="2393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3" name="Freeform 88"/>
              <p:cNvSpPr/>
              <p:nvPr>
                <p:custDataLst>
                  <p:tags r:id="rId335"/>
                </p:custDataLst>
              </p:nvPr>
            </p:nvSpPr>
            <p:spPr bwMode="auto">
              <a:xfrm>
                <a:off x="3810" y="2266"/>
                <a:ext cx="6" cy="0"/>
              </a:xfrm>
              <a:custGeom>
                <a:avLst/>
                <a:gdLst>
                  <a:gd name="T0" fmla="*/ 1 w 3"/>
                  <a:gd name="T1" fmla="*/ 0 w 3"/>
                  <a:gd name="T2" fmla="*/ 1 w 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4" name="Freeform 89"/>
              <p:cNvSpPr/>
              <p:nvPr>
                <p:custDataLst>
                  <p:tags r:id="rId336"/>
                </p:custDataLst>
              </p:nvPr>
            </p:nvSpPr>
            <p:spPr bwMode="auto">
              <a:xfrm>
                <a:off x="3935" y="2247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5" name="Freeform 90"/>
              <p:cNvSpPr/>
              <p:nvPr>
                <p:custDataLst>
                  <p:tags r:id="rId337"/>
                </p:custDataLst>
              </p:nvPr>
            </p:nvSpPr>
            <p:spPr bwMode="auto">
              <a:xfrm>
                <a:off x="3876" y="2213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6" name="Oval 91"/>
              <p:cNvSpPr>
                <a:spLocks noChangeArrowheads="1"/>
              </p:cNvSpPr>
              <p:nvPr>
                <p:custDataLst>
                  <p:tags r:id="rId338"/>
                </p:custDataLst>
              </p:nvPr>
            </p:nvSpPr>
            <p:spPr bwMode="auto">
              <a:xfrm>
                <a:off x="3814" y="2266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7" name="Freeform 92"/>
              <p:cNvSpPr/>
              <p:nvPr>
                <p:custDataLst>
                  <p:tags r:id="rId339"/>
                </p:custDataLst>
              </p:nvPr>
            </p:nvSpPr>
            <p:spPr bwMode="auto">
              <a:xfrm>
                <a:off x="3801" y="2007"/>
                <a:ext cx="5" cy="7"/>
              </a:xfrm>
              <a:custGeom>
                <a:avLst/>
                <a:gdLst>
                  <a:gd name="T0" fmla="*/ 1 w 2"/>
                  <a:gd name="T1" fmla="*/ 0 h 3"/>
                  <a:gd name="T2" fmla="*/ 2 w 2"/>
                  <a:gd name="T3" fmla="*/ 3 h 3"/>
                  <a:gd name="T4" fmla="*/ 1 w 2"/>
                  <a:gd name="T5" fmla="*/ 2 h 3"/>
                  <a:gd name="T6" fmla="*/ 1 w 2"/>
                  <a:gd name="T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3">
                    <a:moveTo>
                      <a:pt x="1" y="0"/>
                    </a:moveTo>
                    <a:cubicBezTo>
                      <a:pt x="0" y="0"/>
                      <a:pt x="0" y="1"/>
                      <a:pt x="2" y="3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1"/>
                      <a:pt x="1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8" name="Freeform 93"/>
              <p:cNvSpPr/>
              <p:nvPr>
                <p:custDataLst>
                  <p:tags r:id="rId340"/>
                </p:custDataLst>
              </p:nvPr>
            </p:nvSpPr>
            <p:spPr bwMode="auto">
              <a:xfrm>
                <a:off x="3837" y="245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9" name="Freeform 94"/>
              <p:cNvSpPr/>
              <p:nvPr>
                <p:custDataLst>
                  <p:tags r:id="rId341"/>
                </p:custDataLst>
              </p:nvPr>
            </p:nvSpPr>
            <p:spPr bwMode="auto">
              <a:xfrm>
                <a:off x="4398" y="2296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  <a:gd name="T6" fmla="*/ 0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0" name="Freeform 95"/>
              <p:cNvSpPr/>
              <p:nvPr>
                <p:custDataLst>
                  <p:tags r:id="rId342"/>
                </p:custDataLst>
              </p:nvPr>
            </p:nvSpPr>
            <p:spPr bwMode="auto">
              <a:xfrm>
                <a:off x="4376" y="2249"/>
                <a:ext cx="227" cy="119"/>
              </a:xfrm>
              <a:custGeom>
                <a:avLst/>
                <a:gdLst>
                  <a:gd name="T0" fmla="*/ 90 w 107"/>
                  <a:gd name="T1" fmla="*/ 34 h 56"/>
                  <a:gd name="T2" fmla="*/ 75 w 107"/>
                  <a:gd name="T3" fmla="*/ 23 h 56"/>
                  <a:gd name="T4" fmla="*/ 59 w 107"/>
                  <a:gd name="T5" fmla="*/ 22 h 56"/>
                  <a:gd name="T6" fmla="*/ 54 w 107"/>
                  <a:gd name="T7" fmla="*/ 18 h 56"/>
                  <a:gd name="T8" fmla="*/ 44 w 107"/>
                  <a:gd name="T9" fmla="*/ 13 h 56"/>
                  <a:gd name="T10" fmla="*/ 37 w 107"/>
                  <a:gd name="T11" fmla="*/ 9 h 56"/>
                  <a:gd name="T12" fmla="*/ 30 w 107"/>
                  <a:gd name="T13" fmla="*/ 11 h 56"/>
                  <a:gd name="T14" fmla="*/ 20 w 107"/>
                  <a:gd name="T15" fmla="*/ 8 h 56"/>
                  <a:gd name="T16" fmla="*/ 15 w 107"/>
                  <a:gd name="T17" fmla="*/ 6 h 56"/>
                  <a:gd name="T18" fmla="*/ 9 w 107"/>
                  <a:gd name="T19" fmla="*/ 1 h 56"/>
                  <a:gd name="T20" fmla="*/ 6 w 107"/>
                  <a:gd name="T21" fmla="*/ 1 h 56"/>
                  <a:gd name="T22" fmla="*/ 3 w 107"/>
                  <a:gd name="T23" fmla="*/ 3 h 56"/>
                  <a:gd name="T24" fmla="*/ 0 w 107"/>
                  <a:gd name="T25" fmla="*/ 5 h 56"/>
                  <a:gd name="T26" fmla="*/ 1 w 107"/>
                  <a:gd name="T27" fmla="*/ 8 h 56"/>
                  <a:gd name="T28" fmla="*/ 6 w 107"/>
                  <a:gd name="T29" fmla="*/ 9 h 56"/>
                  <a:gd name="T30" fmla="*/ 8 w 107"/>
                  <a:gd name="T31" fmla="*/ 14 h 56"/>
                  <a:gd name="T32" fmla="*/ 3 w 107"/>
                  <a:gd name="T33" fmla="*/ 19 h 56"/>
                  <a:gd name="T34" fmla="*/ 5 w 107"/>
                  <a:gd name="T35" fmla="*/ 20 h 56"/>
                  <a:gd name="T36" fmla="*/ 8 w 107"/>
                  <a:gd name="T37" fmla="*/ 18 h 56"/>
                  <a:gd name="T38" fmla="*/ 8 w 107"/>
                  <a:gd name="T39" fmla="*/ 20 h 56"/>
                  <a:gd name="T40" fmla="*/ 12 w 107"/>
                  <a:gd name="T41" fmla="*/ 17 h 56"/>
                  <a:gd name="T42" fmla="*/ 11 w 107"/>
                  <a:gd name="T43" fmla="*/ 22 h 56"/>
                  <a:gd name="T44" fmla="*/ 11 w 107"/>
                  <a:gd name="T45" fmla="*/ 25 h 56"/>
                  <a:gd name="T46" fmla="*/ 13 w 107"/>
                  <a:gd name="T47" fmla="*/ 23 h 56"/>
                  <a:gd name="T48" fmla="*/ 14 w 107"/>
                  <a:gd name="T49" fmla="*/ 25 h 56"/>
                  <a:gd name="T50" fmla="*/ 17 w 107"/>
                  <a:gd name="T51" fmla="*/ 22 h 56"/>
                  <a:gd name="T52" fmla="*/ 21 w 107"/>
                  <a:gd name="T53" fmla="*/ 18 h 56"/>
                  <a:gd name="T54" fmla="*/ 20 w 107"/>
                  <a:gd name="T55" fmla="*/ 23 h 56"/>
                  <a:gd name="T56" fmla="*/ 24 w 107"/>
                  <a:gd name="T57" fmla="*/ 26 h 56"/>
                  <a:gd name="T58" fmla="*/ 26 w 107"/>
                  <a:gd name="T59" fmla="*/ 27 h 56"/>
                  <a:gd name="T60" fmla="*/ 28 w 107"/>
                  <a:gd name="T61" fmla="*/ 27 h 56"/>
                  <a:gd name="T62" fmla="*/ 33 w 107"/>
                  <a:gd name="T63" fmla="*/ 29 h 56"/>
                  <a:gd name="T64" fmla="*/ 35 w 107"/>
                  <a:gd name="T65" fmla="*/ 30 h 56"/>
                  <a:gd name="T66" fmla="*/ 36 w 107"/>
                  <a:gd name="T67" fmla="*/ 30 h 56"/>
                  <a:gd name="T68" fmla="*/ 38 w 107"/>
                  <a:gd name="T69" fmla="*/ 28 h 56"/>
                  <a:gd name="T70" fmla="*/ 39 w 107"/>
                  <a:gd name="T71" fmla="*/ 31 h 56"/>
                  <a:gd name="T72" fmla="*/ 41 w 107"/>
                  <a:gd name="T73" fmla="*/ 30 h 56"/>
                  <a:gd name="T74" fmla="*/ 44 w 107"/>
                  <a:gd name="T75" fmla="*/ 33 h 56"/>
                  <a:gd name="T76" fmla="*/ 48 w 107"/>
                  <a:gd name="T77" fmla="*/ 34 h 56"/>
                  <a:gd name="T78" fmla="*/ 50 w 107"/>
                  <a:gd name="T79" fmla="*/ 37 h 56"/>
                  <a:gd name="T80" fmla="*/ 52 w 107"/>
                  <a:gd name="T81" fmla="*/ 36 h 56"/>
                  <a:gd name="T82" fmla="*/ 52 w 107"/>
                  <a:gd name="T83" fmla="*/ 37 h 56"/>
                  <a:gd name="T84" fmla="*/ 55 w 107"/>
                  <a:gd name="T85" fmla="*/ 37 h 56"/>
                  <a:gd name="T86" fmla="*/ 58 w 107"/>
                  <a:gd name="T87" fmla="*/ 38 h 56"/>
                  <a:gd name="T88" fmla="*/ 61 w 107"/>
                  <a:gd name="T89" fmla="*/ 38 h 56"/>
                  <a:gd name="T90" fmla="*/ 67 w 107"/>
                  <a:gd name="T91" fmla="*/ 33 h 56"/>
                  <a:gd name="T92" fmla="*/ 67 w 107"/>
                  <a:gd name="T93" fmla="*/ 38 h 56"/>
                  <a:gd name="T94" fmla="*/ 71 w 107"/>
                  <a:gd name="T95" fmla="*/ 39 h 56"/>
                  <a:gd name="T96" fmla="*/ 73 w 107"/>
                  <a:gd name="T97" fmla="*/ 40 h 56"/>
                  <a:gd name="T98" fmla="*/ 79 w 107"/>
                  <a:gd name="T99" fmla="*/ 44 h 56"/>
                  <a:gd name="T100" fmla="*/ 81 w 107"/>
                  <a:gd name="T101" fmla="*/ 46 h 56"/>
                  <a:gd name="T102" fmla="*/ 90 w 107"/>
                  <a:gd name="T103" fmla="*/ 46 h 56"/>
                  <a:gd name="T104" fmla="*/ 93 w 107"/>
                  <a:gd name="T105" fmla="*/ 47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07" h="56">
                    <a:moveTo>
                      <a:pt x="102" y="41"/>
                    </a:moveTo>
                    <a:cubicBezTo>
                      <a:pt x="101" y="41"/>
                      <a:pt x="100" y="41"/>
                      <a:pt x="100" y="40"/>
                    </a:cubicBezTo>
                    <a:cubicBezTo>
                      <a:pt x="96" y="38"/>
                      <a:pt x="96" y="32"/>
                      <a:pt x="92" y="32"/>
                    </a:cubicBezTo>
                    <a:cubicBezTo>
                      <a:pt x="91" y="33"/>
                      <a:pt x="91" y="34"/>
                      <a:pt x="90" y="34"/>
                    </a:cubicBezTo>
                    <a:cubicBezTo>
                      <a:pt x="91" y="33"/>
                      <a:pt x="91" y="33"/>
                      <a:pt x="91" y="33"/>
                    </a:cubicBezTo>
                    <a:cubicBezTo>
                      <a:pt x="90" y="34"/>
                      <a:pt x="90" y="34"/>
                      <a:pt x="90" y="34"/>
                    </a:cubicBezTo>
                    <a:cubicBezTo>
                      <a:pt x="89" y="34"/>
                      <a:pt x="90" y="33"/>
                      <a:pt x="91" y="33"/>
                    </a:cubicBezTo>
                    <a:cubicBezTo>
                      <a:pt x="89" y="32"/>
                      <a:pt x="88" y="32"/>
                      <a:pt x="87" y="31"/>
                    </a:cubicBezTo>
                    <a:cubicBezTo>
                      <a:pt x="86" y="32"/>
                      <a:pt x="86" y="30"/>
                      <a:pt x="85" y="32"/>
                    </a:cubicBezTo>
                    <a:cubicBezTo>
                      <a:pt x="86" y="31"/>
                      <a:pt x="86" y="31"/>
                      <a:pt x="86" y="31"/>
                    </a:cubicBezTo>
                    <a:cubicBezTo>
                      <a:pt x="84" y="32"/>
                      <a:pt x="84" y="32"/>
                      <a:pt x="85" y="29"/>
                    </a:cubicBezTo>
                    <a:cubicBezTo>
                      <a:pt x="82" y="25"/>
                      <a:pt x="78" y="26"/>
                      <a:pt x="75" y="23"/>
                    </a:cubicBezTo>
                    <a:cubicBezTo>
                      <a:pt x="72" y="22"/>
                      <a:pt x="68" y="22"/>
                      <a:pt x="64" y="21"/>
                    </a:cubicBezTo>
                    <a:cubicBezTo>
                      <a:pt x="62" y="24"/>
                      <a:pt x="62" y="23"/>
                      <a:pt x="60" y="25"/>
                    </a:cubicBezTo>
                    <a:cubicBezTo>
                      <a:pt x="61" y="24"/>
                      <a:pt x="61" y="24"/>
                      <a:pt x="61" y="24"/>
                    </a:cubicBezTo>
                    <a:cubicBezTo>
                      <a:pt x="60" y="25"/>
                      <a:pt x="60" y="24"/>
                      <a:pt x="60" y="22"/>
                    </a:cubicBezTo>
                    <a:cubicBezTo>
                      <a:pt x="60" y="23"/>
                      <a:pt x="60" y="22"/>
                      <a:pt x="59" y="24"/>
                    </a:cubicBezTo>
                    <a:cubicBezTo>
                      <a:pt x="58" y="26"/>
                      <a:pt x="60" y="21"/>
                      <a:pt x="59" y="22"/>
                    </a:cubicBezTo>
                    <a:cubicBezTo>
                      <a:pt x="60" y="21"/>
                      <a:pt x="59" y="23"/>
                      <a:pt x="59" y="22"/>
                    </a:cubicBezTo>
                    <a:cubicBezTo>
                      <a:pt x="57" y="24"/>
                      <a:pt x="60" y="22"/>
                      <a:pt x="59" y="19"/>
                    </a:cubicBezTo>
                    <a:cubicBezTo>
                      <a:pt x="57" y="19"/>
                      <a:pt x="55" y="20"/>
                      <a:pt x="54" y="19"/>
                    </a:cubicBezTo>
                    <a:cubicBezTo>
                      <a:pt x="54" y="19"/>
                      <a:pt x="54" y="20"/>
                      <a:pt x="54" y="20"/>
                    </a:cubicBezTo>
                    <a:cubicBezTo>
                      <a:pt x="55" y="17"/>
                      <a:pt x="53" y="21"/>
                      <a:pt x="53" y="19"/>
                    </a:cubicBezTo>
                    <a:cubicBezTo>
                      <a:pt x="53" y="19"/>
                      <a:pt x="53" y="19"/>
                      <a:pt x="54" y="18"/>
                    </a:cubicBezTo>
                    <a:cubicBezTo>
                      <a:pt x="54" y="17"/>
                      <a:pt x="52" y="18"/>
                      <a:pt x="52" y="17"/>
                    </a:cubicBezTo>
                    <a:cubicBezTo>
                      <a:pt x="51" y="18"/>
                      <a:pt x="52" y="15"/>
                      <a:pt x="51" y="16"/>
                    </a:cubicBezTo>
                    <a:cubicBezTo>
                      <a:pt x="51" y="15"/>
                      <a:pt x="51" y="15"/>
                      <a:pt x="51" y="15"/>
                    </a:cubicBezTo>
                    <a:cubicBezTo>
                      <a:pt x="49" y="18"/>
                      <a:pt x="50" y="13"/>
                      <a:pt x="49" y="15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7" y="14"/>
                      <a:pt x="46" y="12"/>
                      <a:pt x="44" y="13"/>
                    </a:cubicBezTo>
                    <a:cubicBezTo>
                      <a:pt x="43" y="13"/>
                      <a:pt x="43" y="10"/>
                      <a:pt x="41" y="11"/>
                    </a:cubicBezTo>
                    <a:cubicBezTo>
                      <a:pt x="40" y="12"/>
                      <a:pt x="40" y="12"/>
                      <a:pt x="40" y="12"/>
                    </a:cubicBezTo>
                    <a:cubicBezTo>
                      <a:pt x="40" y="12"/>
                      <a:pt x="41" y="11"/>
                      <a:pt x="41" y="11"/>
                    </a:cubicBezTo>
                    <a:cubicBezTo>
                      <a:pt x="40" y="12"/>
                      <a:pt x="40" y="10"/>
                      <a:pt x="39" y="10"/>
                    </a:cubicBezTo>
                    <a:cubicBezTo>
                      <a:pt x="39" y="10"/>
                      <a:pt x="39" y="10"/>
                      <a:pt x="39" y="11"/>
                    </a:cubicBezTo>
                    <a:cubicBezTo>
                      <a:pt x="39" y="9"/>
                      <a:pt x="37" y="11"/>
                      <a:pt x="37" y="9"/>
                    </a:cubicBezTo>
                    <a:cubicBezTo>
                      <a:pt x="35" y="12"/>
                      <a:pt x="35" y="11"/>
                      <a:pt x="35" y="11"/>
                    </a:cubicBezTo>
                    <a:cubicBezTo>
                      <a:pt x="35" y="11"/>
                      <a:pt x="35" y="10"/>
                      <a:pt x="35" y="10"/>
                    </a:cubicBezTo>
                    <a:cubicBezTo>
                      <a:pt x="35" y="10"/>
                      <a:pt x="34" y="10"/>
                      <a:pt x="34" y="9"/>
                    </a:cubicBezTo>
                    <a:cubicBezTo>
                      <a:pt x="34" y="9"/>
                      <a:pt x="33" y="11"/>
                      <a:pt x="33" y="10"/>
                    </a:cubicBezTo>
                    <a:cubicBezTo>
                      <a:pt x="34" y="8"/>
                      <a:pt x="32" y="10"/>
                      <a:pt x="32" y="9"/>
                    </a:cubicBezTo>
                    <a:cubicBezTo>
                      <a:pt x="31" y="10"/>
                      <a:pt x="30" y="12"/>
                      <a:pt x="30" y="11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30" y="9"/>
                      <a:pt x="30" y="6"/>
                      <a:pt x="27" y="8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6" y="8"/>
                      <a:pt x="25" y="5"/>
                      <a:pt x="23" y="7"/>
                    </a:cubicBezTo>
                    <a:cubicBezTo>
                      <a:pt x="23" y="6"/>
                      <a:pt x="23" y="6"/>
                      <a:pt x="22" y="5"/>
                    </a:cubicBezTo>
                    <a:cubicBezTo>
                      <a:pt x="21" y="7"/>
                      <a:pt x="21" y="6"/>
                      <a:pt x="20" y="8"/>
                    </a:cubicBezTo>
                    <a:cubicBezTo>
                      <a:pt x="19" y="8"/>
                      <a:pt x="20" y="7"/>
                      <a:pt x="20" y="6"/>
                    </a:cubicBezTo>
                    <a:cubicBezTo>
                      <a:pt x="20" y="6"/>
                      <a:pt x="21" y="3"/>
                      <a:pt x="19" y="5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18" y="5"/>
                      <a:pt x="17" y="6"/>
                      <a:pt x="17" y="5"/>
                    </a:cubicBezTo>
                    <a:cubicBezTo>
                      <a:pt x="16" y="6"/>
                      <a:pt x="16" y="6"/>
                      <a:pt x="15" y="7"/>
                    </a:cubicBezTo>
                    <a:cubicBezTo>
                      <a:pt x="15" y="7"/>
                      <a:pt x="16" y="5"/>
                      <a:pt x="15" y="6"/>
                    </a:cubicBezTo>
                    <a:cubicBezTo>
                      <a:pt x="16" y="5"/>
                      <a:pt x="16" y="5"/>
                      <a:pt x="16" y="5"/>
                    </a:cubicBezTo>
                    <a:cubicBezTo>
                      <a:pt x="16" y="4"/>
                      <a:pt x="14" y="4"/>
                      <a:pt x="13" y="4"/>
                    </a:cubicBezTo>
                    <a:cubicBezTo>
                      <a:pt x="14" y="2"/>
                      <a:pt x="11" y="4"/>
                      <a:pt x="12" y="2"/>
                    </a:cubicBezTo>
                    <a:cubicBezTo>
                      <a:pt x="11" y="3"/>
                      <a:pt x="11" y="1"/>
                      <a:pt x="9" y="4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9" y="2"/>
                      <a:pt x="9" y="2"/>
                      <a:pt x="9" y="1"/>
                    </a:cubicBezTo>
                    <a:cubicBezTo>
                      <a:pt x="8" y="0"/>
                      <a:pt x="7" y="2"/>
                      <a:pt x="7" y="3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7" y="2"/>
                      <a:pt x="5" y="4"/>
                      <a:pt x="4" y="5"/>
                    </a:cubicBezTo>
                    <a:cubicBezTo>
                      <a:pt x="5" y="4"/>
                      <a:pt x="4" y="5"/>
                      <a:pt x="4" y="4"/>
                    </a:cubicBezTo>
                    <a:cubicBezTo>
                      <a:pt x="5" y="3"/>
                      <a:pt x="6" y="2"/>
                      <a:pt x="7" y="1"/>
                    </a:cubicBezTo>
                    <a:cubicBezTo>
                      <a:pt x="7" y="0"/>
                      <a:pt x="5" y="3"/>
                      <a:pt x="6" y="1"/>
                    </a:cubicBezTo>
                    <a:cubicBezTo>
                      <a:pt x="6" y="0"/>
                      <a:pt x="5" y="0"/>
                      <a:pt x="4" y="2"/>
                    </a:cubicBezTo>
                    <a:cubicBezTo>
                      <a:pt x="5" y="1"/>
                      <a:pt x="5" y="1"/>
                      <a:pt x="5" y="0"/>
                    </a:cubicBezTo>
                    <a:cubicBezTo>
                      <a:pt x="5" y="0"/>
                      <a:pt x="5" y="0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3" y="2"/>
                      <a:pt x="3" y="2"/>
                      <a:pt x="2" y="4"/>
                    </a:cubicBezTo>
                    <a:cubicBezTo>
                      <a:pt x="2" y="3"/>
                      <a:pt x="3" y="3"/>
                      <a:pt x="3" y="3"/>
                    </a:cubicBezTo>
                    <a:cubicBezTo>
                      <a:pt x="2" y="4"/>
                      <a:pt x="1" y="5"/>
                      <a:pt x="2" y="3"/>
                    </a:cubicBezTo>
                    <a:cubicBezTo>
                      <a:pt x="2" y="2"/>
                      <a:pt x="3" y="2"/>
                      <a:pt x="4" y="1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2" y="2"/>
                      <a:pt x="1" y="3"/>
                      <a:pt x="0" y="5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" y="5"/>
                      <a:pt x="0" y="6"/>
                      <a:pt x="2" y="6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3" y="4"/>
                      <a:pt x="4" y="3"/>
                      <a:pt x="3" y="4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2" y="6"/>
                      <a:pt x="3" y="6"/>
                      <a:pt x="3" y="6"/>
                    </a:cubicBezTo>
                    <a:cubicBezTo>
                      <a:pt x="1" y="8"/>
                      <a:pt x="1" y="8"/>
                      <a:pt x="1" y="8"/>
                    </a:cubicBezTo>
                    <a:cubicBezTo>
                      <a:pt x="3" y="5"/>
                      <a:pt x="3" y="7"/>
                      <a:pt x="3" y="7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2" y="9"/>
                      <a:pt x="3" y="6"/>
                      <a:pt x="4" y="6"/>
                    </a:cubicBezTo>
                    <a:cubicBezTo>
                      <a:pt x="4" y="7"/>
                      <a:pt x="2" y="9"/>
                      <a:pt x="2" y="10"/>
                    </a:cubicBezTo>
                    <a:cubicBezTo>
                      <a:pt x="2" y="10"/>
                      <a:pt x="4" y="9"/>
                      <a:pt x="3" y="11"/>
                    </a:cubicBezTo>
                    <a:cubicBezTo>
                      <a:pt x="4" y="10"/>
                      <a:pt x="5" y="10"/>
                      <a:pt x="6" y="9"/>
                    </a:cubicBezTo>
                    <a:cubicBezTo>
                      <a:pt x="6" y="9"/>
                      <a:pt x="4" y="11"/>
                      <a:pt x="5" y="11"/>
                    </a:cubicBezTo>
                    <a:cubicBezTo>
                      <a:pt x="5" y="11"/>
                      <a:pt x="4" y="12"/>
                      <a:pt x="4" y="13"/>
                    </a:cubicBezTo>
                    <a:cubicBezTo>
                      <a:pt x="5" y="12"/>
                      <a:pt x="4" y="13"/>
                      <a:pt x="5" y="11"/>
                    </a:cubicBezTo>
                    <a:cubicBezTo>
                      <a:pt x="6" y="12"/>
                      <a:pt x="6" y="13"/>
                      <a:pt x="7" y="12"/>
                    </a:cubicBezTo>
                    <a:cubicBezTo>
                      <a:pt x="7" y="12"/>
                      <a:pt x="6" y="14"/>
                      <a:pt x="5" y="15"/>
                    </a:cubicBezTo>
                    <a:cubicBezTo>
                      <a:pt x="6" y="13"/>
                      <a:pt x="7" y="13"/>
                      <a:pt x="8" y="14"/>
                    </a:cubicBezTo>
                    <a:cubicBezTo>
                      <a:pt x="9" y="12"/>
                      <a:pt x="8" y="12"/>
                      <a:pt x="9" y="11"/>
                    </a:cubicBezTo>
                    <a:cubicBezTo>
                      <a:pt x="10" y="10"/>
                      <a:pt x="10" y="10"/>
                      <a:pt x="10" y="10"/>
                    </a:cubicBezTo>
                    <a:cubicBezTo>
                      <a:pt x="9" y="11"/>
                      <a:pt x="8" y="14"/>
                      <a:pt x="8" y="14"/>
                    </a:cubicBezTo>
                    <a:cubicBezTo>
                      <a:pt x="6" y="16"/>
                      <a:pt x="8" y="13"/>
                      <a:pt x="6" y="16"/>
                    </a:cubicBezTo>
                    <a:cubicBezTo>
                      <a:pt x="5" y="18"/>
                      <a:pt x="4" y="17"/>
                      <a:pt x="5" y="16"/>
                    </a:cubicBezTo>
                    <a:cubicBezTo>
                      <a:pt x="3" y="18"/>
                      <a:pt x="5" y="17"/>
                      <a:pt x="3" y="19"/>
                    </a:cubicBezTo>
                    <a:cubicBezTo>
                      <a:pt x="4" y="19"/>
                      <a:pt x="5" y="18"/>
                      <a:pt x="5" y="18"/>
                    </a:cubicBezTo>
                    <a:cubicBezTo>
                      <a:pt x="6" y="17"/>
                      <a:pt x="6" y="16"/>
                      <a:pt x="7" y="16"/>
                    </a:cubicBezTo>
                    <a:cubicBezTo>
                      <a:pt x="8" y="14"/>
                      <a:pt x="6" y="17"/>
                      <a:pt x="6" y="18"/>
                    </a:cubicBezTo>
                    <a:cubicBezTo>
                      <a:pt x="6" y="18"/>
                      <a:pt x="6" y="18"/>
                      <a:pt x="6" y="18"/>
                    </a:cubicBezTo>
                    <a:cubicBezTo>
                      <a:pt x="6" y="19"/>
                      <a:pt x="7" y="18"/>
                      <a:pt x="7" y="18"/>
                    </a:cubicBezTo>
                    <a:cubicBezTo>
                      <a:pt x="5" y="21"/>
                      <a:pt x="6" y="18"/>
                      <a:pt x="5" y="20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4" y="22"/>
                      <a:pt x="6" y="19"/>
                      <a:pt x="6" y="20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6" y="20"/>
                      <a:pt x="7" y="18"/>
                      <a:pt x="7" y="18"/>
                    </a:cubicBezTo>
                    <a:cubicBezTo>
                      <a:pt x="9" y="16"/>
                      <a:pt x="7" y="18"/>
                      <a:pt x="8" y="18"/>
                    </a:cubicBezTo>
                    <a:cubicBezTo>
                      <a:pt x="9" y="16"/>
                      <a:pt x="8" y="18"/>
                      <a:pt x="9" y="16"/>
                    </a:cubicBezTo>
                    <a:cubicBezTo>
                      <a:pt x="9" y="15"/>
                      <a:pt x="10" y="15"/>
                      <a:pt x="10" y="15"/>
                    </a:cubicBezTo>
                    <a:cubicBezTo>
                      <a:pt x="10" y="15"/>
                      <a:pt x="9" y="17"/>
                      <a:pt x="9" y="18"/>
                    </a:cubicBezTo>
                    <a:cubicBezTo>
                      <a:pt x="9" y="18"/>
                      <a:pt x="8" y="18"/>
                      <a:pt x="9" y="17"/>
                    </a:cubicBezTo>
                    <a:cubicBezTo>
                      <a:pt x="7" y="19"/>
                      <a:pt x="7" y="21"/>
                      <a:pt x="6" y="21"/>
                    </a:cubicBezTo>
                    <a:cubicBezTo>
                      <a:pt x="6" y="23"/>
                      <a:pt x="7" y="20"/>
                      <a:pt x="8" y="20"/>
                    </a:cubicBezTo>
                    <a:cubicBezTo>
                      <a:pt x="7" y="21"/>
                      <a:pt x="8" y="19"/>
                      <a:pt x="9" y="18"/>
                    </a:cubicBezTo>
                    <a:cubicBezTo>
                      <a:pt x="12" y="14"/>
                      <a:pt x="7" y="21"/>
                      <a:pt x="8" y="21"/>
                    </a:cubicBezTo>
                    <a:cubicBezTo>
                      <a:pt x="10" y="18"/>
                      <a:pt x="11" y="18"/>
                      <a:pt x="12" y="15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2" y="16"/>
                      <a:pt x="13" y="16"/>
                      <a:pt x="11" y="17"/>
                    </a:cubicBezTo>
                    <a:cubicBezTo>
                      <a:pt x="12" y="17"/>
                      <a:pt x="12" y="17"/>
                      <a:pt x="12" y="17"/>
                    </a:cubicBezTo>
                    <a:cubicBezTo>
                      <a:pt x="10" y="19"/>
                      <a:pt x="10" y="19"/>
                      <a:pt x="10" y="19"/>
                    </a:cubicBezTo>
                    <a:cubicBezTo>
                      <a:pt x="10" y="21"/>
                      <a:pt x="9" y="22"/>
                      <a:pt x="9" y="23"/>
                    </a:cubicBezTo>
                    <a:cubicBezTo>
                      <a:pt x="10" y="22"/>
                      <a:pt x="10" y="21"/>
                      <a:pt x="10" y="21"/>
                    </a:cubicBezTo>
                    <a:cubicBezTo>
                      <a:pt x="10" y="22"/>
                      <a:pt x="9" y="23"/>
                      <a:pt x="10" y="23"/>
                    </a:cubicBezTo>
                    <a:cubicBezTo>
                      <a:pt x="10" y="22"/>
                      <a:pt x="11" y="20"/>
                      <a:pt x="11" y="20"/>
                    </a:cubicBezTo>
                    <a:cubicBezTo>
                      <a:pt x="12" y="20"/>
                      <a:pt x="11" y="22"/>
                      <a:pt x="11" y="22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11" y="23"/>
                      <a:pt x="9" y="24"/>
                      <a:pt x="10" y="24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3" y="20"/>
                      <a:pt x="12" y="21"/>
                      <a:pt x="12" y="21"/>
                    </a:cubicBezTo>
                    <a:cubicBezTo>
                      <a:pt x="11" y="22"/>
                      <a:pt x="11" y="22"/>
                      <a:pt x="11" y="22"/>
                    </a:cubicBezTo>
                    <a:cubicBezTo>
                      <a:pt x="12" y="22"/>
                      <a:pt x="10" y="25"/>
                      <a:pt x="11" y="25"/>
                    </a:cubicBezTo>
                    <a:cubicBezTo>
                      <a:pt x="12" y="23"/>
                      <a:pt x="12" y="23"/>
                      <a:pt x="12" y="23"/>
                    </a:cubicBezTo>
                    <a:cubicBezTo>
                      <a:pt x="11" y="25"/>
                      <a:pt x="11" y="25"/>
                      <a:pt x="11" y="25"/>
                    </a:cubicBezTo>
                    <a:cubicBezTo>
                      <a:pt x="11" y="24"/>
                      <a:pt x="12" y="24"/>
                      <a:pt x="12" y="24"/>
                    </a:cubicBezTo>
                    <a:cubicBezTo>
                      <a:pt x="11" y="25"/>
                      <a:pt x="11" y="25"/>
                      <a:pt x="11" y="25"/>
                    </a:cubicBezTo>
                    <a:cubicBezTo>
                      <a:pt x="12" y="24"/>
                      <a:pt x="13" y="22"/>
                      <a:pt x="12" y="24"/>
                    </a:cubicBezTo>
                    <a:cubicBezTo>
                      <a:pt x="14" y="22"/>
                      <a:pt x="12" y="24"/>
                      <a:pt x="13" y="23"/>
                    </a:cubicBezTo>
                    <a:cubicBezTo>
                      <a:pt x="13" y="21"/>
                      <a:pt x="14" y="21"/>
                      <a:pt x="14" y="21"/>
                    </a:cubicBezTo>
                    <a:cubicBezTo>
                      <a:pt x="13" y="24"/>
                      <a:pt x="14" y="22"/>
                      <a:pt x="14" y="22"/>
                    </a:cubicBezTo>
                    <a:cubicBezTo>
                      <a:pt x="14" y="23"/>
                      <a:pt x="14" y="23"/>
                      <a:pt x="14" y="24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3" y="25"/>
                      <a:pt x="15" y="22"/>
                      <a:pt x="15" y="23"/>
                    </a:cubicBezTo>
                    <a:cubicBezTo>
                      <a:pt x="14" y="24"/>
                      <a:pt x="14" y="25"/>
                      <a:pt x="14" y="25"/>
                    </a:cubicBezTo>
                    <a:cubicBezTo>
                      <a:pt x="15" y="23"/>
                      <a:pt x="16" y="23"/>
                      <a:pt x="16" y="21"/>
                    </a:cubicBezTo>
                    <a:cubicBezTo>
                      <a:pt x="16" y="22"/>
                      <a:pt x="15" y="24"/>
                      <a:pt x="14" y="26"/>
                    </a:cubicBezTo>
                    <a:cubicBezTo>
                      <a:pt x="15" y="24"/>
                      <a:pt x="14" y="27"/>
                      <a:pt x="15" y="25"/>
                    </a:cubicBezTo>
                    <a:cubicBezTo>
                      <a:pt x="15" y="24"/>
                      <a:pt x="16" y="23"/>
                      <a:pt x="17" y="22"/>
                    </a:cubicBezTo>
                    <a:cubicBezTo>
                      <a:pt x="17" y="23"/>
                      <a:pt x="16" y="23"/>
                      <a:pt x="16" y="24"/>
                    </a:cubicBezTo>
                    <a:cubicBezTo>
                      <a:pt x="16" y="24"/>
                      <a:pt x="17" y="23"/>
                      <a:pt x="17" y="22"/>
                    </a:cubicBezTo>
                    <a:cubicBezTo>
                      <a:pt x="17" y="22"/>
                      <a:pt x="19" y="20"/>
                      <a:pt x="18" y="22"/>
                    </a:cubicBezTo>
                    <a:cubicBezTo>
                      <a:pt x="18" y="23"/>
                      <a:pt x="17" y="22"/>
                      <a:pt x="17" y="23"/>
                    </a:cubicBezTo>
                    <a:cubicBezTo>
                      <a:pt x="17" y="24"/>
                      <a:pt x="19" y="20"/>
                      <a:pt x="20" y="20"/>
                    </a:cubicBezTo>
                    <a:cubicBezTo>
                      <a:pt x="20" y="19"/>
                      <a:pt x="22" y="16"/>
                      <a:pt x="22" y="15"/>
                    </a:cubicBezTo>
                    <a:cubicBezTo>
                      <a:pt x="23" y="16"/>
                      <a:pt x="22" y="16"/>
                      <a:pt x="21" y="18"/>
                    </a:cubicBezTo>
                    <a:cubicBezTo>
                      <a:pt x="21" y="18"/>
                      <a:pt x="21" y="18"/>
                      <a:pt x="21" y="18"/>
                    </a:cubicBezTo>
                    <a:cubicBezTo>
                      <a:pt x="20" y="21"/>
                      <a:pt x="18" y="22"/>
                      <a:pt x="18" y="24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7" y="26"/>
                      <a:pt x="17" y="26"/>
                      <a:pt x="17" y="26"/>
                    </a:cubicBezTo>
                    <a:cubicBezTo>
                      <a:pt x="18" y="24"/>
                      <a:pt x="18" y="26"/>
                      <a:pt x="18" y="26"/>
                    </a:cubicBezTo>
                    <a:cubicBezTo>
                      <a:pt x="19" y="24"/>
                      <a:pt x="17" y="26"/>
                      <a:pt x="18" y="25"/>
                    </a:cubicBezTo>
                    <a:cubicBezTo>
                      <a:pt x="19" y="25"/>
                      <a:pt x="20" y="22"/>
                      <a:pt x="20" y="23"/>
                    </a:cubicBezTo>
                    <a:cubicBezTo>
                      <a:pt x="18" y="26"/>
                      <a:pt x="18" y="26"/>
                      <a:pt x="18" y="26"/>
                    </a:cubicBezTo>
                    <a:cubicBezTo>
                      <a:pt x="18" y="27"/>
                      <a:pt x="19" y="24"/>
                      <a:pt x="19" y="25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7"/>
                      <a:pt x="21" y="28"/>
                      <a:pt x="23" y="24"/>
                    </a:cubicBezTo>
                    <a:cubicBezTo>
                      <a:pt x="23" y="26"/>
                      <a:pt x="23" y="26"/>
                      <a:pt x="23" y="27"/>
                    </a:cubicBezTo>
                    <a:cubicBezTo>
                      <a:pt x="23" y="27"/>
                      <a:pt x="24" y="26"/>
                      <a:pt x="24" y="26"/>
                    </a:cubicBezTo>
                    <a:cubicBezTo>
                      <a:pt x="23" y="28"/>
                      <a:pt x="23" y="28"/>
                      <a:pt x="23" y="28"/>
                    </a:cubicBezTo>
                    <a:cubicBezTo>
                      <a:pt x="23" y="29"/>
                      <a:pt x="24" y="27"/>
                      <a:pt x="25" y="26"/>
                    </a:cubicBezTo>
                    <a:cubicBezTo>
                      <a:pt x="25" y="28"/>
                      <a:pt x="25" y="28"/>
                      <a:pt x="25" y="28"/>
                    </a:cubicBezTo>
                    <a:cubicBezTo>
                      <a:pt x="24" y="29"/>
                      <a:pt x="25" y="27"/>
                      <a:pt x="26" y="26"/>
                    </a:cubicBezTo>
                    <a:cubicBezTo>
                      <a:pt x="25" y="28"/>
                      <a:pt x="25" y="28"/>
                      <a:pt x="25" y="28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6" y="26"/>
                      <a:pt x="27" y="26"/>
                      <a:pt x="26" y="28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6" y="28"/>
                      <a:pt x="27" y="29"/>
                      <a:pt x="27" y="28"/>
                    </a:cubicBezTo>
                    <a:cubicBezTo>
                      <a:pt x="28" y="28"/>
                      <a:pt x="28" y="27"/>
                      <a:pt x="28" y="26"/>
                    </a:cubicBezTo>
                    <a:cubicBezTo>
                      <a:pt x="29" y="24"/>
                      <a:pt x="28" y="26"/>
                      <a:pt x="29" y="25"/>
                    </a:cubicBezTo>
                    <a:cubicBezTo>
                      <a:pt x="28" y="27"/>
                      <a:pt x="28" y="27"/>
                      <a:pt x="28" y="27"/>
                    </a:cubicBezTo>
                    <a:cubicBezTo>
                      <a:pt x="27" y="30"/>
                      <a:pt x="29" y="28"/>
                      <a:pt x="30" y="29"/>
                    </a:cubicBezTo>
                    <a:cubicBezTo>
                      <a:pt x="31" y="28"/>
                      <a:pt x="31" y="28"/>
                      <a:pt x="31" y="28"/>
                    </a:cubicBezTo>
                    <a:cubicBezTo>
                      <a:pt x="30" y="30"/>
                      <a:pt x="32" y="28"/>
                      <a:pt x="32" y="30"/>
                    </a:cubicBezTo>
                    <a:cubicBezTo>
                      <a:pt x="32" y="29"/>
                      <a:pt x="33" y="26"/>
                      <a:pt x="34" y="26"/>
                    </a:cubicBezTo>
                    <a:cubicBezTo>
                      <a:pt x="35" y="25"/>
                      <a:pt x="33" y="29"/>
                      <a:pt x="32" y="30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3" y="30"/>
                      <a:pt x="33" y="30"/>
                      <a:pt x="33" y="30"/>
                    </a:cubicBezTo>
                    <a:cubicBezTo>
                      <a:pt x="34" y="29"/>
                      <a:pt x="34" y="28"/>
                      <a:pt x="34" y="29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30"/>
                      <a:pt x="34" y="31"/>
                      <a:pt x="34" y="31"/>
                    </a:cubicBezTo>
                    <a:cubicBezTo>
                      <a:pt x="35" y="29"/>
                      <a:pt x="35" y="30"/>
                      <a:pt x="36" y="29"/>
                    </a:cubicBezTo>
                    <a:cubicBezTo>
                      <a:pt x="35" y="30"/>
                      <a:pt x="35" y="30"/>
                      <a:pt x="35" y="30"/>
                    </a:cubicBezTo>
                    <a:cubicBezTo>
                      <a:pt x="36" y="28"/>
                      <a:pt x="36" y="28"/>
                      <a:pt x="36" y="28"/>
                    </a:cubicBezTo>
                    <a:cubicBezTo>
                      <a:pt x="36" y="29"/>
                      <a:pt x="36" y="29"/>
                      <a:pt x="36" y="29"/>
                    </a:cubicBezTo>
                    <a:cubicBezTo>
                      <a:pt x="35" y="31"/>
                      <a:pt x="35" y="31"/>
                      <a:pt x="35" y="31"/>
                    </a:cubicBezTo>
                    <a:cubicBezTo>
                      <a:pt x="35" y="32"/>
                      <a:pt x="36" y="29"/>
                      <a:pt x="36" y="29"/>
                    </a:cubicBezTo>
                    <a:cubicBezTo>
                      <a:pt x="37" y="28"/>
                      <a:pt x="37" y="29"/>
                      <a:pt x="36" y="30"/>
                    </a:cubicBezTo>
                    <a:cubicBezTo>
                      <a:pt x="36" y="30"/>
                      <a:pt x="36" y="29"/>
                      <a:pt x="36" y="30"/>
                    </a:cubicBezTo>
                    <a:cubicBezTo>
                      <a:pt x="35" y="31"/>
                      <a:pt x="36" y="30"/>
                      <a:pt x="36" y="31"/>
                    </a:cubicBezTo>
                    <a:cubicBezTo>
                      <a:pt x="36" y="31"/>
                      <a:pt x="37" y="29"/>
                      <a:pt x="37" y="30"/>
                    </a:cubicBezTo>
                    <a:cubicBezTo>
                      <a:pt x="37" y="30"/>
                      <a:pt x="37" y="30"/>
                      <a:pt x="37" y="31"/>
                    </a:cubicBezTo>
                    <a:cubicBezTo>
                      <a:pt x="37" y="30"/>
                      <a:pt x="37" y="31"/>
                      <a:pt x="38" y="30"/>
                    </a:cubicBezTo>
                    <a:cubicBezTo>
                      <a:pt x="38" y="30"/>
                      <a:pt x="38" y="29"/>
                      <a:pt x="38" y="28"/>
                    </a:cubicBezTo>
                    <a:cubicBezTo>
                      <a:pt x="38" y="28"/>
                      <a:pt x="39" y="28"/>
                      <a:pt x="38" y="28"/>
                    </a:cubicBezTo>
                    <a:cubicBezTo>
                      <a:pt x="38" y="29"/>
                      <a:pt x="38" y="29"/>
                      <a:pt x="38" y="29"/>
                    </a:cubicBezTo>
                    <a:cubicBezTo>
                      <a:pt x="38" y="28"/>
                      <a:pt x="38" y="29"/>
                      <a:pt x="39" y="28"/>
                    </a:cubicBezTo>
                    <a:cubicBezTo>
                      <a:pt x="38" y="30"/>
                      <a:pt x="38" y="30"/>
                      <a:pt x="38" y="30"/>
                    </a:cubicBezTo>
                    <a:cubicBezTo>
                      <a:pt x="39" y="29"/>
                      <a:pt x="39" y="29"/>
                      <a:pt x="39" y="29"/>
                    </a:cubicBezTo>
                    <a:cubicBezTo>
                      <a:pt x="39" y="30"/>
                      <a:pt x="38" y="32"/>
                      <a:pt x="38" y="32"/>
                    </a:cubicBezTo>
                    <a:cubicBezTo>
                      <a:pt x="39" y="31"/>
                      <a:pt x="39" y="31"/>
                      <a:pt x="39" y="31"/>
                    </a:cubicBezTo>
                    <a:cubicBezTo>
                      <a:pt x="39" y="31"/>
                      <a:pt x="39" y="31"/>
                      <a:pt x="39" y="32"/>
                    </a:cubicBezTo>
                    <a:cubicBezTo>
                      <a:pt x="39" y="33"/>
                      <a:pt x="41" y="28"/>
                      <a:pt x="41" y="30"/>
                    </a:cubicBezTo>
                    <a:cubicBezTo>
                      <a:pt x="40" y="31"/>
                      <a:pt x="40" y="32"/>
                      <a:pt x="40" y="32"/>
                    </a:cubicBezTo>
                    <a:cubicBezTo>
                      <a:pt x="40" y="32"/>
                      <a:pt x="41" y="31"/>
                      <a:pt x="41" y="31"/>
                    </a:cubicBezTo>
                    <a:cubicBezTo>
                      <a:pt x="41" y="31"/>
                      <a:pt x="40" y="33"/>
                      <a:pt x="40" y="31"/>
                    </a:cubicBezTo>
                    <a:cubicBezTo>
                      <a:pt x="41" y="30"/>
                      <a:pt x="41" y="31"/>
                      <a:pt x="41" y="30"/>
                    </a:cubicBezTo>
                    <a:cubicBezTo>
                      <a:pt x="40" y="35"/>
                      <a:pt x="42" y="32"/>
                      <a:pt x="42" y="34"/>
                    </a:cubicBezTo>
                    <a:cubicBezTo>
                      <a:pt x="43" y="32"/>
                      <a:pt x="43" y="34"/>
                      <a:pt x="43" y="33"/>
                    </a:cubicBezTo>
                    <a:cubicBezTo>
                      <a:pt x="42" y="35"/>
                      <a:pt x="44" y="33"/>
                      <a:pt x="43" y="34"/>
                    </a:cubicBezTo>
                    <a:cubicBezTo>
                      <a:pt x="44" y="32"/>
                      <a:pt x="44" y="32"/>
                      <a:pt x="44" y="32"/>
                    </a:cubicBezTo>
                    <a:cubicBezTo>
                      <a:pt x="44" y="33"/>
                      <a:pt x="46" y="29"/>
                      <a:pt x="45" y="31"/>
                    </a:cubicBezTo>
                    <a:cubicBezTo>
                      <a:pt x="45" y="32"/>
                      <a:pt x="45" y="33"/>
                      <a:pt x="44" y="33"/>
                    </a:cubicBezTo>
                    <a:cubicBezTo>
                      <a:pt x="44" y="36"/>
                      <a:pt x="46" y="32"/>
                      <a:pt x="45" y="35"/>
                    </a:cubicBezTo>
                    <a:cubicBezTo>
                      <a:pt x="46" y="34"/>
                      <a:pt x="46" y="32"/>
                      <a:pt x="47" y="31"/>
                    </a:cubicBezTo>
                    <a:cubicBezTo>
                      <a:pt x="47" y="33"/>
                      <a:pt x="47" y="34"/>
                      <a:pt x="46" y="34"/>
                    </a:cubicBezTo>
                    <a:cubicBezTo>
                      <a:pt x="47" y="34"/>
                      <a:pt x="47" y="33"/>
                      <a:pt x="47" y="34"/>
                    </a:cubicBezTo>
                    <a:cubicBezTo>
                      <a:pt x="47" y="35"/>
                      <a:pt x="47" y="35"/>
                      <a:pt x="46" y="35"/>
                    </a:cubicBezTo>
                    <a:cubicBezTo>
                      <a:pt x="46" y="36"/>
                      <a:pt x="47" y="35"/>
                      <a:pt x="48" y="34"/>
                    </a:cubicBezTo>
                    <a:cubicBezTo>
                      <a:pt x="47" y="36"/>
                      <a:pt x="48" y="35"/>
                      <a:pt x="48" y="37"/>
                    </a:cubicBezTo>
                    <a:cubicBezTo>
                      <a:pt x="49" y="35"/>
                      <a:pt x="48" y="38"/>
                      <a:pt x="49" y="35"/>
                    </a:cubicBezTo>
                    <a:cubicBezTo>
                      <a:pt x="49" y="36"/>
                      <a:pt x="49" y="36"/>
                      <a:pt x="49" y="36"/>
                    </a:cubicBezTo>
                    <a:cubicBezTo>
                      <a:pt x="50" y="35"/>
                      <a:pt x="51" y="33"/>
                      <a:pt x="51" y="33"/>
                    </a:cubicBezTo>
                    <a:cubicBezTo>
                      <a:pt x="50" y="35"/>
                      <a:pt x="50" y="35"/>
                      <a:pt x="50" y="35"/>
                    </a:cubicBezTo>
                    <a:cubicBezTo>
                      <a:pt x="49" y="37"/>
                      <a:pt x="50" y="36"/>
                      <a:pt x="50" y="37"/>
                    </a:cubicBezTo>
                    <a:cubicBezTo>
                      <a:pt x="50" y="35"/>
                      <a:pt x="50" y="37"/>
                      <a:pt x="51" y="36"/>
                    </a:cubicBezTo>
                    <a:cubicBezTo>
                      <a:pt x="51" y="35"/>
                      <a:pt x="51" y="35"/>
                      <a:pt x="51" y="35"/>
                    </a:cubicBezTo>
                    <a:cubicBezTo>
                      <a:pt x="52" y="35"/>
                      <a:pt x="52" y="34"/>
                      <a:pt x="52" y="34"/>
                    </a:cubicBezTo>
                    <a:cubicBezTo>
                      <a:pt x="52" y="34"/>
                      <a:pt x="51" y="36"/>
                      <a:pt x="51" y="36"/>
                    </a:cubicBezTo>
                    <a:cubicBezTo>
                      <a:pt x="51" y="37"/>
                      <a:pt x="51" y="37"/>
                      <a:pt x="52" y="36"/>
                    </a:cubicBezTo>
                    <a:cubicBezTo>
                      <a:pt x="52" y="36"/>
                      <a:pt x="52" y="36"/>
                      <a:pt x="52" y="36"/>
                    </a:cubicBezTo>
                    <a:cubicBezTo>
                      <a:pt x="52" y="36"/>
                      <a:pt x="52" y="36"/>
                      <a:pt x="52" y="36"/>
                    </a:cubicBezTo>
                    <a:cubicBezTo>
                      <a:pt x="52" y="36"/>
                      <a:pt x="52" y="36"/>
                      <a:pt x="52" y="36"/>
                    </a:cubicBezTo>
                    <a:cubicBezTo>
                      <a:pt x="52" y="36"/>
                      <a:pt x="52" y="36"/>
                      <a:pt x="52" y="36"/>
                    </a:cubicBezTo>
                    <a:cubicBezTo>
                      <a:pt x="52" y="36"/>
                      <a:pt x="52" y="36"/>
                      <a:pt x="52" y="36"/>
                    </a:cubicBezTo>
                    <a:cubicBezTo>
                      <a:pt x="52" y="37"/>
                      <a:pt x="52" y="37"/>
                      <a:pt x="52" y="37"/>
                    </a:cubicBezTo>
                    <a:cubicBezTo>
                      <a:pt x="52" y="37"/>
                      <a:pt x="52" y="37"/>
                      <a:pt x="52" y="37"/>
                    </a:cubicBezTo>
                    <a:cubicBezTo>
                      <a:pt x="52" y="37"/>
                      <a:pt x="52" y="37"/>
                      <a:pt x="52" y="37"/>
                    </a:cubicBezTo>
                    <a:cubicBezTo>
                      <a:pt x="51" y="39"/>
                      <a:pt x="51" y="39"/>
                      <a:pt x="51" y="39"/>
                    </a:cubicBezTo>
                    <a:cubicBezTo>
                      <a:pt x="51" y="39"/>
                      <a:pt x="52" y="37"/>
                      <a:pt x="53" y="37"/>
                    </a:cubicBezTo>
                    <a:cubicBezTo>
                      <a:pt x="53" y="38"/>
                      <a:pt x="54" y="37"/>
                      <a:pt x="55" y="37"/>
                    </a:cubicBezTo>
                    <a:cubicBezTo>
                      <a:pt x="55" y="37"/>
                      <a:pt x="54" y="38"/>
                      <a:pt x="55" y="37"/>
                    </a:cubicBezTo>
                    <a:cubicBezTo>
                      <a:pt x="55" y="37"/>
                      <a:pt x="56" y="36"/>
                      <a:pt x="55" y="37"/>
                    </a:cubicBezTo>
                    <a:cubicBezTo>
                      <a:pt x="56" y="36"/>
                      <a:pt x="55" y="38"/>
                      <a:pt x="55" y="38"/>
                    </a:cubicBezTo>
                    <a:cubicBezTo>
                      <a:pt x="55" y="38"/>
                      <a:pt x="56" y="37"/>
                      <a:pt x="56" y="37"/>
                    </a:cubicBezTo>
                    <a:cubicBezTo>
                      <a:pt x="55" y="39"/>
                      <a:pt x="58" y="36"/>
                      <a:pt x="57" y="38"/>
                    </a:cubicBezTo>
                    <a:cubicBezTo>
                      <a:pt x="58" y="37"/>
                      <a:pt x="57" y="38"/>
                      <a:pt x="57" y="39"/>
                    </a:cubicBezTo>
                    <a:cubicBezTo>
                      <a:pt x="57" y="38"/>
                      <a:pt x="58" y="38"/>
                      <a:pt x="59" y="36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9" y="38"/>
                      <a:pt x="59" y="38"/>
                      <a:pt x="60" y="37"/>
                    </a:cubicBezTo>
                    <a:cubicBezTo>
                      <a:pt x="60" y="36"/>
                      <a:pt x="61" y="35"/>
                      <a:pt x="61" y="35"/>
                    </a:cubicBezTo>
                    <a:cubicBezTo>
                      <a:pt x="61" y="35"/>
                      <a:pt x="61" y="35"/>
                      <a:pt x="61" y="35"/>
                    </a:cubicBezTo>
                    <a:cubicBezTo>
                      <a:pt x="61" y="36"/>
                      <a:pt x="62" y="35"/>
                      <a:pt x="62" y="35"/>
                    </a:cubicBezTo>
                    <a:cubicBezTo>
                      <a:pt x="62" y="36"/>
                      <a:pt x="62" y="35"/>
                      <a:pt x="61" y="36"/>
                    </a:cubicBezTo>
                    <a:cubicBezTo>
                      <a:pt x="60" y="39"/>
                      <a:pt x="61" y="38"/>
                      <a:pt x="61" y="38"/>
                    </a:cubicBezTo>
                    <a:cubicBezTo>
                      <a:pt x="62" y="37"/>
                      <a:pt x="62" y="37"/>
                      <a:pt x="62" y="37"/>
                    </a:cubicBezTo>
                    <a:cubicBezTo>
                      <a:pt x="63" y="36"/>
                      <a:pt x="61" y="38"/>
                      <a:pt x="62" y="38"/>
                    </a:cubicBezTo>
                    <a:cubicBezTo>
                      <a:pt x="64" y="34"/>
                      <a:pt x="64" y="34"/>
                      <a:pt x="64" y="34"/>
                    </a:cubicBezTo>
                    <a:cubicBezTo>
                      <a:pt x="64" y="34"/>
                      <a:pt x="64" y="36"/>
                      <a:pt x="63" y="37"/>
                    </a:cubicBezTo>
                    <a:cubicBezTo>
                      <a:pt x="64" y="37"/>
                      <a:pt x="65" y="34"/>
                      <a:pt x="66" y="33"/>
                    </a:cubicBezTo>
                    <a:cubicBezTo>
                      <a:pt x="66" y="34"/>
                      <a:pt x="67" y="33"/>
                      <a:pt x="67" y="33"/>
                    </a:cubicBezTo>
                    <a:cubicBezTo>
                      <a:pt x="67" y="34"/>
                      <a:pt x="67" y="33"/>
                      <a:pt x="67" y="34"/>
                    </a:cubicBezTo>
                    <a:cubicBezTo>
                      <a:pt x="66" y="35"/>
                      <a:pt x="66" y="35"/>
                      <a:pt x="66" y="35"/>
                    </a:cubicBezTo>
                    <a:cubicBezTo>
                      <a:pt x="66" y="35"/>
                      <a:pt x="65" y="37"/>
                      <a:pt x="65" y="38"/>
                    </a:cubicBezTo>
                    <a:cubicBezTo>
                      <a:pt x="65" y="37"/>
                      <a:pt x="66" y="39"/>
                      <a:pt x="66" y="39"/>
                    </a:cubicBezTo>
                    <a:cubicBezTo>
                      <a:pt x="67" y="36"/>
                      <a:pt x="67" y="38"/>
                      <a:pt x="68" y="36"/>
                    </a:cubicBezTo>
                    <a:cubicBezTo>
                      <a:pt x="69" y="36"/>
                      <a:pt x="67" y="38"/>
                      <a:pt x="67" y="38"/>
                    </a:cubicBezTo>
                    <a:cubicBezTo>
                      <a:pt x="68" y="38"/>
                      <a:pt x="68" y="39"/>
                      <a:pt x="69" y="39"/>
                    </a:cubicBezTo>
                    <a:cubicBezTo>
                      <a:pt x="69" y="39"/>
                      <a:pt x="69" y="39"/>
                      <a:pt x="69" y="39"/>
                    </a:cubicBezTo>
                    <a:cubicBezTo>
                      <a:pt x="69" y="38"/>
                      <a:pt x="70" y="39"/>
                      <a:pt x="71" y="38"/>
                    </a:cubicBezTo>
                    <a:cubicBezTo>
                      <a:pt x="70" y="39"/>
                      <a:pt x="70" y="39"/>
                      <a:pt x="70" y="39"/>
                    </a:cubicBezTo>
                    <a:cubicBezTo>
                      <a:pt x="70" y="40"/>
                      <a:pt x="72" y="36"/>
                      <a:pt x="72" y="37"/>
                    </a:cubicBezTo>
                    <a:cubicBezTo>
                      <a:pt x="71" y="39"/>
                      <a:pt x="71" y="39"/>
                      <a:pt x="71" y="39"/>
                    </a:cubicBezTo>
                    <a:cubicBezTo>
                      <a:pt x="72" y="38"/>
                      <a:pt x="71" y="40"/>
                      <a:pt x="72" y="38"/>
                    </a:cubicBezTo>
                    <a:cubicBezTo>
                      <a:pt x="72" y="39"/>
                      <a:pt x="72" y="39"/>
                      <a:pt x="72" y="39"/>
                    </a:cubicBezTo>
                    <a:cubicBezTo>
                      <a:pt x="72" y="39"/>
                      <a:pt x="73" y="39"/>
                      <a:pt x="74" y="38"/>
                    </a:cubicBezTo>
                    <a:cubicBezTo>
                      <a:pt x="73" y="40"/>
                      <a:pt x="73" y="40"/>
                      <a:pt x="73" y="40"/>
                    </a:cubicBezTo>
                    <a:cubicBezTo>
                      <a:pt x="72" y="41"/>
                      <a:pt x="74" y="38"/>
                      <a:pt x="74" y="39"/>
                    </a:cubicBezTo>
                    <a:cubicBezTo>
                      <a:pt x="74" y="39"/>
                      <a:pt x="74" y="40"/>
                      <a:pt x="73" y="40"/>
                    </a:cubicBezTo>
                    <a:cubicBezTo>
                      <a:pt x="74" y="39"/>
                      <a:pt x="75" y="39"/>
                      <a:pt x="75" y="39"/>
                    </a:cubicBezTo>
                    <a:cubicBezTo>
                      <a:pt x="74" y="41"/>
                      <a:pt x="74" y="41"/>
                      <a:pt x="74" y="41"/>
                    </a:cubicBezTo>
                    <a:cubicBezTo>
                      <a:pt x="76" y="42"/>
                      <a:pt x="77" y="43"/>
                      <a:pt x="80" y="42"/>
                    </a:cubicBezTo>
                    <a:cubicBezTo>
                      <a:pt x="79" y="44"/>
                      <a:pt x="79" y="43"/>
                      <a:pt x="78" y="45"/>
                    </a:cubicBezTo>
                    <a:cubicBezTo>
                      <a:pt x="79" y="43"/>
                      <a:pt x="79" y="44"/>
                      <a:pt x="79" y="44"/>
                    </a:cubicBezTo>
                    <a:cubicBezTo>
                      <a:pt x="79" y="44"/>
                      <a:pt x="79" y="44"/>
                      <a:pt x="79" y="44"/>
                    </a:cubicBezTo>
                    <a:cubicBezTo>
                      <a:pt x="80" y="44"/>
                      <a:pt x="79" y="45"/>
                      <a:pt x="80" y="45"/>
                    </a:cubicBezTo>
                    <a:cubicBezTo>
                      <a:pt x="80" y="44"/>
                      <a:pt x="80" y="44"/>
                      <a:pt x="80" y="44"/>
                    </a:cubicBezTo>
                    <a:cubicBezTo>
                      <a:pt x="81" y="43"/>
                      <a:pt x="79" y="47"/>
                      <a:pt x="81" y="45"/>
                    </a:cubicBezTo>
                    <a:cubicBezTo>
                      <a:pt x="80" y="46"/>
                      <a:pt x="80" y="46"/>
                      <a:pt x="80" y="46"/>
                    </a:cubicBezTo>
                    <a:cubicBezTo>
                      <a:pt x="81" y="44"/>
                      <a:pt x="80" y="47"/>
                      <a:pt x="81" y="46"/>
                    </a:cubicBezTo>
                    <a:cubicBezTo>
                      <a:pt x="81" y="46"/>
                      <a:pt x="81" y="46"/>
                      <a:pt x="81" y="46"/>
                    </a:cubicBezTo>
                    <a:cubicBezTo>
                      <a:pt x="81" y="47"/>
                      <a:pt x="83" y="44"/>
                      <a:pt x="82" y="46"/>
                    </a:cubicBezTo>
                    <a:cubicBezTo>
                      <a:pt x="83" y="46"/>
                      <a:pt x="83" y="46"/>
                      <a:pt x="84" y="44"/>
                    </a:cubicBezTo>
                    <a:cubicBezTo>
                      <a:pt x="83" y="46"/>
                      <a:pt x="83" y="46"/>
                      <a:pt x="83" y="46"/>
                    </a:cubicBezTo>
                    <a:cubicBezTo>
                      <a:pt x="85" y="46"/>
                      <a:pt x="86" y="47"/>
                      <a:pt x="88" y="46"/>
                    </a:cubicBezTo>
                    <a:cubicBezTo>
                      <a:pt x="87" y="47"/>
                      <a:pt x="87" y="47"/>
                      <a:pt x="87" y="47"/>
                    </a:cubicBezTo>
                    <a:cubicBezTo>
                      <a:pt x="89" y="45"/>
                      <a:pt x="87" y="49"/>
                      <a:pt x="90" y="46"/>
                    </a:cubicBezTo>
                    <a:cubicBezTo>
                      <a:pt x="92" y="45"/>
                      <a:pt x="92" y="45"/>
                      <a:pt x="92" y="45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6"/>
                      <a:pt x="91" y="47"/>
                      <a:pt x="92" y="46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1" y="47"/>
                      <a:pt x="93" y="45"/>
                      <a:pt x="93" y="46"/>
                    </a:cubicBezTo>
                    <a:cubicBezTo>
                      <a:pt x="93" y="47"/>
                      <a:pt x="93" y="47"/>
                      <a:pt x="93" y="47"/>
                    </a:cubicBezTo>
                    <a:cubicBezTo>
                      <a:pt x="92" y="50"/>
                      <a:pt x="93" y="54"/>
                      <a:pt x="96" y="51"/>
                    </a:cubicBezTo>
                    <a:cubicBezTo>
                      <a:pt x="97" y="51"/>
                      <a:pt x="95" y="53"/>
                      <a:pt x="95" y="53"/>
                    </a:cubicBezTo>
                    <a:cubicBezTo>
                      <a:pt x="99" y="51"/>
                      <a:pt x="97" y="56"/>
                      <a:pt x="101" y="53"/>
                    </a:cubicBezTo>
                    <a:cubicBezTo>
                      <a:pt x="103" y="52"/>
                      <a:pt x="107" y="48"/>
                      <a:pt x="107" y="48"/>
                    </a:cubicBezTo>
                    <a:cubicBezTo>
                      <a:pt x="103" y="48"/>
                      <a:pt x="103" y="45"/>
                      <a:pt x="102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1" name="Freeform 96"/>
              <p:cNvSpPr/>
              <p:nvPr>
                <p:custDataLst>
                  <p:tags r:id="rId343"/>
                </p:custDataLst>
              </p:nvPr>
            </p:nvSpPr>
            <p:spPr bwMode="auto">
              <a:xfrm>
                <a:off x="4117" y="223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2" name="Freeform 97"/>
              <p:cNvSpPr/>
              <p:nvPr>
                <p:custDataLst>
                  <p:tags r:id="rId344"/>
                </p:custDataLst>
              </p:nvPr>
            </p:nvSpPr>
            <p:spPr bwMode="auto">
              <a:xfrm>
                <a:off x="4487" y="232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3" name="Freeform 98"/>
              <p:cNvSpPr/>
              <p:nvPr>
                <p:custDataLst>
                  <p:tags r:id="rId345"/>
                </p:custDataLst>
              </p:nvPr>
            </p:nvSpPr>
            <p:spPr bwMode="auto">
              <a:xfrm>
                <a:off x="4387" y="2285"/>
                <a:ext cx="2" cy="4"/>
              </a:xfrm>
              <a:custGeom>
                <a:avLst/>
                <a:gdLst>
                  <a:gd name="T0" fmla="*/ 1 w 1"/>
                  <a:gd name="T1" fmla="*/ 0 h 2"/>
                  <a:gd name="T2" fmla="*/ 0 w 1"/>
                  <a:gd name="T3" fmla="*/ 1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0" y="2"/>
                      <a:pt x="1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4" name="Freeform 99"/>
              <p:cNvSpPr/>
              <p:nvPr>
                <p:custDataLst>
                  <p:tags r:id="rId346"/>
                </p:custDataLst>
              </p:nvPr>
            </p:nvSpPr>
            <p:spPr bwMode="auto">
              <a:xfrm>
                <a:off x="4508" y="1933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5" name="Freeform 100"/>
              <p:cNvSpPr/>
              <p:nvPr>
                <p:custDataLst>
                  <p:tags r:id="rId347"/>
                </p:custDataLst>
              </p:nvPr>
            </p:nvSpPr>
            <p:spPr bwMode="auto">
              <a:xfrm>
                <a:off x="4487" y="2285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6" name="Freeform 101"/>
              <p:cNvSpPr/>
              <p:nvPr>
                <p:custDataLst>
                  <p:tags r:id="rId348"/>
                </p:custDataLst>
              </p:nvPr>
            </p:nvSpPr>
            <p:spPr bwMode="auto">
              <a:xfrm>
                <a:off x="4514" y="1929"/>
                <a:ext cx="0" cy="4"/>
              </a:xfrm>
              <a:custGeom>
                <a:avLst/>
                <a:gdLst>
                  <a:gd name="T0" fmla="*/ 1 h 2"/>
                  <a:gd name="T1" fmla="*/ 1 h 2"/>
                  <a:gd name="T2" fmla="*/ 1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1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2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7" name="Freeform 102"/>
              <p:cNvSpPr/>
              <p:nvPr>
                <p:custDataLst>
                  <p:tags r:id="rId349"/>
                </p:custDataLst>
              </p:nvPr>
            </p:nvSpPr>
            <p:spPr bwMode="auto">
              <a:xfrm>
                <a:off x="4506" y="1927"/>
                <a:ext cx="0" cy="4"/>
              </a:xfrm>
              <a:custGeom>
                <a:avLst/>
                <a:gdLst>
                  <a:gd name="T0" fmla="*/ 1 h 2"/>
                  <a:gd name="T1" fmla="*/ 0 h 2"/>
                  <a:gd name="T2" fmla="*/ 1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2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8" name="Freeform 103"/>
              <p:cNvSpPr/>
              <p:nvPr>
                <p:custDataLst>
                  <p:tags r:id="rId350"/>
                </p:custDataLst>
              </p:nvPr>
            </p:nvSpPr>
            <p:spPr bwMode="auto">
              <a:xfrm>
                <a:off x="4516" y="1927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9" name="Freeform 104"/>
              <p:cNvSpPr/>
              <p:nvPr>
                <p:custDataLst>
                  <p:tags r:id="rId351"/>
                </p:custDataLst>
              </p:nvPr>
            </p:nvSpPr>
            <p:spPr bwMode="auto">
              <a:xfrm>
                <a:off x="4495" y="1925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0 h 2"/>
                  <a:gd name="T4" fmla="*/ 1 w 1"/>
                  <a:gd name="T5" fmla="*/ 1 h 2"/>
                  <a:gd name="T6" fmla="*/ 1 w 1"/>
                  <a:gd name="T7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1" y="1"/>
                      <a:pt x="0" y="0"/>
                      <a:pt x="0" y="0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2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0" name="Freeform 105"/>
              <p:cNvSpPr/>
              <p:nvPr>
                <p:custDataLst>
                  <p:tags r:id="rId352"/>
                </p:custDataLst>
              </p:nvPr>
            </p:nvSpPr>
            <p:spPr bwMode="auto">
              <a:xfrm>
                <a:off x="3201" y="2162"/>
                <a:ext cx="0" cy="4"/>
              </a:xfrm>
              <a:custGeom>
                <a:avLst/>
                <a:gdLst>
                  <a:gd name="T0" fmla="*/ 2 h 2"/>
                  <a:gd name="T1" fmla="*/ 1 h 2"/>
                  <a:gd name="T2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1" name="Freeform 106"/>
              <p:cNvSpPr/>
              <p:nvPr>
                <p:custDataLst>
                  <p:tags r:id="rId353"/>
                </p:custDataLst>
              </p:nvPr>
            </p:nvSpPr>
            <p:spPr bwMode="auto">
              <a:xfrm>
                <a:off x="3544" y="1543"/>
                <a:ext cx="3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2" name="Freeform 107"/>
              <p:cNvSpPr/>
              <p:nvPr>
                <p:custDataLst>
                  <p:tags r:id="rId354"/>
                </p:custDataLst>
              </p:nvPr>
            </p:nvSpPr>
            <p:spPr bwMode="auto">
              <a:xfrm>
                <a:off x="3914" y="1418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3" name="Freeform 108"/>
              <p:cNvSpPr/>
              <p:nvPr>
                <p:custDataLst>
                  <p:tags r:id="rId355"/>
                </p:custDataLst>
              </p:nvPr>
            </p:nvSpPr>
            <p:spPr bwMode="auto">
              <a:xfrm>
                <a:off x="3916" y="1409"/>
                <a:ext cx="4" cy="2"/>
              </a:xfrm>
              <a:custGeom>
                <a:avLst/>
                <a:gdLst>
                  <a:gd name="T0" fmla="*/ 0 w 2"/>
                  <a:gd name="T1" fmla="*/ 1 h 1"/>
                  <a:gd name="T2" fmla="*/ 1 w 2"/>
                  <a:gd name="T3" fmla="*/ 0 h 1"/>
                  <a:gd name="T4" fmla="*/ 0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2" y="1"/>
                      <a:pt x="0" y="1"/>
                      <a:pt x="1" y="0"/>
                    </a:cubicBezTo>
                    <a:cubicBezTo>
                      <a:pt x="1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4" name="Freeform 109"/>
              <p:cNvSpPr/>
              <p:nvPr>
                <p:custDataLst>
                  <p:tags r:id="rId356"/>
                </p:custDataLst>
              </p:nvPr>
            </p:nvSpPr>
            <p:spPr bwMode="auto">
              <a:xfrm>
                <a:off x="3893" y="1441"/>
                <a:ext cx="4" cy="4"/>
              </a:xfrm>
              <a:custGeom>
                <a:avLst/>
                <a:gdLst>
                  <a:gd name="T0" fmla="*/ 2 w 2"/>
                  <a:gd name="T1" fmla="*/ 1 h 2"/>
                  <a:gd name="T2" fmla="*/ 1 w 2"/>
                  <a:gd name="T3" fmla="*/ 1 h 2"/>
                  <a:gd name="T4" fmla="*/ 2 w 2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1"/>
                    </a:moveTo>
                    <a:cubicBezTo>
                      <a:pt x="2" y="0"/>
                      <a:pt x="1" y="1"/>
                      <a:pt x="1" y="1"/>
                    </a:cubicBezTo>
                    <a:cubicBezTo>
                      <a:pt x="0" y="2"/>
                      <a:pt x="1" y="1"/>
                      <a:pt x="2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5" name="Freeform 110"/>
              <p:cNvSpPr/>
              <p:nvPr>
                <p:custDataLst>
                  <p:tags r:id="rId357"/>
                </p:custDataLst>
              </p:nvPr>
            </p:nvSpPr>
            <p:spPr bwMode="auto">
              <a:xfrm>
                <a:off x="3893" y="1437"/>
                <a:ext cx="6" cy="6"/>
              </a:xfrm>
              <a:custGeom>
                <a:avLst/>
                <a:gdLst>
                  <a:gd name="T0" fmla="*/ 0 w 3"/>
                  <a:gd name="T1" fmla="*/ 3 h 3"/>
                  <a:gd name="T2" fmla="*/ 3 w 3"/>
                  <a:gd name="T3" fmla="*/ 0 h 3"/>
                  <a:gd name="T4" fmla="*/ 0 w 3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3">
                    <a:moveTo>
                      <a:pt x="0" y="3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1"/>
                      <a:pt x="1" y="2"/>
                      <a:pt x="0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6" name="Freeform 111"/>
              <p:cNvSpPr/>
              <p:nvPr>
                <p:custDataLst>
                  <p:tags r:id="rId358"/>
                </p:custDataLst>
              </p:nvPr>
            </p:nvSpPr>
            <p:spPr bwMode="auto">
              <a:xfrm>
                <a:off x="3909" y="1418"/>
                <a:ext cx="5" cy="0"/>
              </a:xfrm>
              <a:custGeom>
                <a:avLst/>
                <a:gdLst>
                  <a:gd name="T0" fmla="*/ 0 w 2"/>
                  <a:gd name="T1" fmla="*/ 2 w 2"/>
                  <a:gd name="T2" fmla="*/ 1 w 2"/>
                  <a:gd name="T3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7" name="Freeform 112"/>
              <p:cNvSpPr/>
              <p:nvPr>
                <p:custDataLst>
                  <p:tags r:id="rId359"/>
                </p:custDataLst>
              </p:nvPr>
            </p:nvSpPr>
            <p:spPr bwMode="auto">
              <a:xfrm>
                <a:off x="3912" y="1416"/>
                <a:ext cx="4" cy="0"/>
              </a:xfrm>
              <a:custGeom>
                <a:avLst/>
                <a:gdLst>
                  <a:gd name="T0" fmla="*/ 2 w 2"/>
                  <a:gd name="T1" fmla="*/ 0 w 2"/>
                  <a:gd name="T2" fmla="*/ 2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2" y="0"/>
                    </a:moveTo>
                    <a:cubicBezTo>
                      <a:pt x="2" y="0"/>
                      <a:pt x="1" y="0"/>
                      <a:pt x="0" y="0"/>
                    </a:cubicBez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8" name="Freeform 113"/>
              <p:cNvSpPr/>
              <p:nvPr>
                <p:custDataLst>
                  <p:tags r:id="rId360"/>
                </p:custDataLst>
              </p:nvPr>
            </p:nvSpPr>
            <p:spPr bwMode="auto">
              <a:xfrm>
                <a:off x="4472" y="1804"/>
                <a:ext cx="233" cy="133"/>
              </a:xfrm>
              <a:custGeom>
                <a:avLst/>
                <a:gdLst>
                  <a:gd name="T0" fmla="*/ 86 w 110"/>
                  <a:gd name="T1" fmla="*/ 5 h 63"/>
                  <a:gd name="T2" fmla="*/ 79 w 110"/>
                  <a:gd name="T3" fmla="*/ 7 h 63"/>
                  <a:gd name="T4" fmla="*/ 58 w 110"/>
                  <a:gd name="T5" fmla="*/ 24 h 63"/>
                  <a:gd name="T6" fmla="*/ 50 w 110"/>
                  <a:gd name="T7" fmla="*/ 26 h 63"/>
                  <a:gd name="T8" fmla="*/ 44 w 110"/>
                  <a:gd name="T9" fmla="*/ 26 h 63"/>
                  <a:gd name="T10" fmla="*/ 34 w 110"/>
                  <a:gd name="T11" fmla="*/ 31 h 63"/>
                  <a:gd name="T12" fmla="*/ 28 w 110"/>
                  <a:gd name="T13" fmla="*/ 33 h 63"/>
                  <a:gd name="T14" fmla="*/ 17 w 110"/>
                  <a:gd name="T15" fmla="*/ 38 h 63"/>
                  <a:gd name="T16" fmla="*/ 13 w 110"/>
                  <a:gd name="T17" fmla="*/ 45 h 63"/>
                  <a:gd name="T18" fmla="*/ 5 w 110"/>
                  <a:gd name="T19" fmla="*/ 47 h 63"/>
                  <a:gd name="T20" fmla="*/ 1 w 110"/>
                  <a:gd name="T21" fmla="*/ 50 h 63"/>
                  <a:gd name="T22" fmla="*/ 3 w 110"/>
                  <a:gd name="T23" fmla="*/ 55 h 63"/>
                  <a:gd name="T24" fmla="*/ 3 w 110"/>
                  <a:gd name="T25" fmla="*/ 56 h 63"/>
                  <a:gd name="T26" fmla="*/ 5 w 110"/>
                  <a:gd name="T27" fmla="*/ 55 h 63"/>
                  <a:gd name="T28" fmla="*/ 9 w 110"/>
                  <a:gd name="T29" fmla="*/ 56 h 63"/>
                  <a:gd name="T30" fmla="*/ 12 w 110"/>
                  <a:gd name="T31" fmla="*/ 58 h 63"/>
                  <a:gd name="T32" fmla="*/ 12 w 110"/>
                  <a:gd name="T33" fmla="*/ 51 h 63"/>
                  <a:gd name="T34" fmla="*/ 15 w 110"/>
                  <a:gd name="T35" fmla="*/ 57 h 63"/>
                  <a:gd name="T36" fmla="*/ 18 w 110"/>
                  <a:gd name="T37" fmla="*/ 61 h 63"/>
                  <a:gd name="T38" fmla="*/ 16 w 110"/>
                  <a:gd name="T39" fmla="*/ 54 h 63"/>
                  <a:gd name="T40" fmla="*/ 19 w 110"/>
                  <a:gd name="T41" fmla="*/ 59 h 63"/>
                  <a:gd name="T42" fmla="*/ 21 w 110"/>
                  <a:gd name="T43" fmla="*/ 60 h 63"/>
                  <a:gd name="T44" fmla="*/ 22 w 110"/>
                  <a:gd name="T45" fmla="*/ 60 h 63"/>
                  <a:gd name="T46" fmla="*/ 23 w 110"/>
                  <a:gd name="T47" fmla="*/ 60 h 63"/>
                  <a:gd name="T48" fmla="*/ 23 w 110"/>
                  <a:gd name="T49" fmla="*/ 55 h 63"/>
                  <a:gd name="T50" fmla="*/ 26 w 110"/>
                  <a:gd name="T51" fmla="*/ 58 h 63"/>
                  <a:gd name="T52" fmla="*/ 26 w 110"/>
                  <a:gd name="T53" fmla="*/ 54 h 63"/>
                  <a:gd name="T54" fmla="*/ 27 w 110"/>
                  <a:gd name="T55" fmla="*/ 54 h 63"/>
                  <a:gd name="T56" fmla="*/ 29 w 110"/>
                  <a:gd name="T57" fmla="*/ 54 h 63"/>
                  <a:gd name="T58" fmla="*/ 34 w 110"/>
                  <a:gd name="T59" fmla="*/ 51 h 63"/>
                  <a:gd name="T60" fmla="*/ 36 w 110"/>
                  <a:gd name="T61" fmla="*/ 51 h 63"/>
                  <a:gd name="T62" fmla="*/ 40 w 110"/>
                  <a:gd name="T63" fmla="*/ 49 h 63"/>
                  <a:gd name="T64" fmla="*/ 44 w 110"/>
                  <a:gd name="T65" fmla="*/ 47 h 63"/>
                  <a:gd name="T66" fmla="*/ 45 w 110"/>
                  <a:gd name="T67" fmla="*/ 45 h 63"/>
                  <a:gd name="T68" fmla="*/ 46 w 110"/>
                  <a:gd name="T69" fmla="*/ 45 h 63"/>
                  <a:gd name="T70" fmla="*/ 46 w 110"/>
                  <a:gd name="T71" fmla="*/ 42 h 63"/>
                  <a:gd name="T72" fmla="*/ 49 w 110"/>
                  <a:gd name="T73" fmla="*/ 42 h 63"/>
                  <a:gd name="T74" fmla="*/ 53 w 110"/>
                  <a:gd name="T75" fmla="*/ 42 h 63"/>
                  <a:gd name="T76" fmla="*/ 55 w 110"/>
                  <a:gd name="T77" fmla="*/ 39 h 63"/>
                  <a:gd name="T78" fmla="*/ 60 w 110"/>
                  <a:gd name="T79" fmla="*/ 39 h 63"/>
                  <a:gd name="T80" fmla="*/ 61 w 110"/>
                  <a:gd name="T81" fmla="*/ 38 h 63"/>
                  <a:gd name="T82" fmla="*/ 62 w 110"/>
                  <a:gd name="T83" fmla="*/ 38 h 63"/>
                  <a:gd name="T84" fmla="*/ 64 w 110"/>
                  <a:gd name="T85" fmla="*/ 40 h 63"/>
                  <a:gd name="T86" fmla="*/ 66 w 110"/>
                  <a:gd name="T87" fmla="*/ 35 h 63"/>
                  <a:gd name="T88" fmla="*/ 68 w 110"/>
                  <a:gd name="T89" fmla="*/ 30 h 63"/>
                  <a:gd name="T90" fmla="*/ 71 w 110"/>
                  <a:gd name="T91" fmla="*/ 31 h 63"/>
                  <a:gd name="T92" fmla="*/ 72 w 110"/>
                  <a:gd name="T93" fmla="*/ 26 h 63"/>
                  <a:gd name="T94" fmla="*/ 76 w 110"/>
                  <a:gd name="T95" fmla="*/ 26 h 63"/>
                  <a:gd name="T96" fmla="*/ 79 w 110"/>
                  <a:gd name="T97" fmla="*/ 24 h 63"/>
                  <a:gd name="T98" fmla="*/ 82 w 110"/>
                  <a:gd name="T99" fmla="*/ 23 h 63"/>
                  <a:gd name="T100" fmla="*/ 88 w 110"/>
                  <a:gd name="T101" fmla="*/ 20 h 63"/>
                  <a:gd name="T102" fmla="*/ 91 w 110"/>
                  <a:gd name="T103" fmla="*/ 16 h 63"/>
                  <a:gd name="T104" fmla="*/ 97 w 110"/>
                  <a:gd name="T105" fmla="*/ 13 h 63"/>
                  <a:gd name="T106" fmla="*/ 105 w 110"/>
                  <a:gd name="T107" fmla="*/ 13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10" h="63">
                    <a:moveTo>
                      <a:pt x="108" y="1"/>
                    </a:moveTo>
                    <a:cubicBezTo>
                      <a:pt x="106" y="4"/>
                      <a:pt x="103" y="2"/>
                      <a:pt x="100" y="0"/>
                    </a:cubicBezTo>
                    <a:cubicBezTo>
                      <a:pt x="99" y="1"/>
                      <a:pt x="98" y="2"/>
                      <a:pt x="97" y="1"/>
                    </a:cubicBezTo>
                    <a:cubicBezTo>
                      <a:pt x="94" y="3"/>
                      <a:pt x="88" y="0"/>
                      <a:pt x="85" y="3"/>
                    </a:cubicBezTo>
                    <a:cubicBezTo>
                      <a:pt x="86" y="4"/>
                      <a:pt x="86" y="5"/>
                      <a:pt x="86" y="5"/>
                    </a:cubicBezTo>
                    <a:cubicBezTo>
                      <a:pt x="86" y="5"/>
                      <a:pt x="86" y="5"/>
                      <a:pt x="86" y="5"/>
                    </a:cubicBezTo>
                    <a:cubicBezTo>
                      <a:pt x="86" y="6"/>
                      <a:pt x="86" y="6"/>
                      <a:pt x="86" y="6"/>
                    </a:cubicBezTo>
                    <a:cubicBezTo>
                      <a:pt x="86" y="7"/>
                      <a:pt x="85" y="5"/>
                      <a:pt x="85" y="5"/>
                    </a:cubicBezTo>
                    <a:cubicBezTo>
                      <a:pt x="84" y="5"/>
                      <a:pt x="83" y="6"/>
                      <a:pt x="82" y="6"/>
                    </a:cubicBezTo>
                    <a:cubicBezTo>
                      <a:pt x="82" y="8"/>
                      <a:pt x="81" y="7"/>
                      <a:pt x="82" y="9"/>
                    </a:cubicBezTo>
                    <a:cubicBezTo>
                      <a:pt x="81" y="8"/>
                      <a:pt x="81" y="8"/>
                      <a:pt x="81" y="8"/>
                    </a:cubicBezTo>
                    <a:cubicBezTo>
                      <a:pt x="81" y="10"/>
                      <a:pt x="81" y="10"/>
                      <a:pt x="79" y="7"/>
                    </a:cubicBezTo>
                    <a:cubicBezTo>
                      <a:pt x="75" y="7"/>
                      <a:pt x="72" y="10"/>
                      <a:pt x="68" y="11"/>
                    </a:cubicBezTo>
                    <a:cubicBezTo>
                      <a:pt x="65" y="13"/>
                      <a:pt x="63" y="16"/>
                      <a:pt x="60" y="19"/>
                    </a:cubicBezTo>
                    <a:cubicBezTo>
                      <a:pt x="60" y="22"/>
                      <a:pt x="59" y="21"/>
                      <a:pt x="60" y="24"/>
                    </a:cubicBezTo>
                    <a:cubicBezTo>
                      <a:pt x="59" y="23"/>
                      <a:pt x="59" y="23"/>
                      <a:pt x="59" y="23"/>
                    </a:cubicBezTo>
                    <a:cubicBezTo>
                      <a:pt x="59" y="24"/>
                      <a:pt x="59" y="23"/>
                      <a:pt x="57" y="22"/>
                    </a:cubicBezTo>
                    <a:cubicBezTo>
                      <a:pt x="58" y="23"/>
                      <a:pt x="57" y="22"/>
                      <a:pt x="58" y="24"/>
                    </a:cubicBezTo>
                    <a:cubicBezTo>
                      <a:pt x="59" y="26"/>
                      <a:pt x="57" y="22"/>
                      <a:pt x="57" y="23"/>
                    </a:cubicBezTo>
                    <a:cubicBezTo>
                      <a:pt x="56" y="22"/>
                      <a:pt x="57" y="24"/>
                      <a:pt x="57" y="23"/>
                    </a:cubicBezTo>
                    <a:cubicBezTo>
                      <a:pt x="57" y="26"/>
                      <a:pt x="56" y="22"/>
                      <a:pt x="55" y="21"/>
                    </a:cubicBezTo>
                    <a:cubicBezTo>
                      <a:pt x="53" y="22"/>
                      <a:pt x="53" y="25"/>
                      <a:pt x="51" y="25"/>
                    </a:cubicBezTo>
                    <a:cubicBezTo>
                      <a:pt x="51" y="24"/>
                      <a:pt x="51" y="26"/>
                      <a:pt x="51" y="26"/>
                    </a:cubicBezTo>
                    <a:cubicBezTo>
                      <a:pt x="50" y="23"/>
                      <a:pt x="51" y="27"/>
                      <a:pt x="50" y="26"/>
                    </a:cubicBezTo>
                    <a:cubicBezTo>
                      <a:pt x="50" y="25"/>
                      <a:pt x="50" y="25"/>
                      <a:pt x="50" y="25"/>
                    </a:cubicBezTo>
                    <a:cubicBezTo>
                      <a:pt x="49" y="24"/>
                      <a:pt x="49" y="26"/>
                      <a:pt x="48" y="25"/>
                    </a:cubicBezTo>
                    <a:cubicBezTo>
                      <a:pt x="48" y="26"/>
                      <a:pt x="46" y="24"/>
                      <a:pt x="46" y="26"/>
                    </a:cubicBezTo>
                    <a:cubicBezTo>
                      <a:pt x="46" y="24"/>
                      <a:pt x="46" y="25"/>
                      <a:pt x="45" y="24"/>
                    </a:cubicBezTo>
                    <a:cubicBezTo>
                      <a:pt x="46" y="28"/>
                      <a:pt x="44" y="24"/>
                      <a:pt x="44" y="26"/>
                    </a:cubicBezTo>
                    <a:cubicBezTo>
                      <a:pt x="44" y="26"/>
                      <a:pt x="44" y="26"/>
                      <a:pt x="44" y="26"/>
                    </a:cubicBezTo>
                    <a:cubicBezTo>
                      <a:pt x="42" y="26"/>
                      <a:pt x="40" y="26"/>
                      <a:pt x="39" y="29"/>
                    </a:cubicBezTo>
                    <a:cubicBezTo>
                      <a:pt x="39" y="29"/>
                      <a:pt x="36" y="27"/>
                      <a:pt x="36" y="29"/>
                    </a:cubicBezTo>
                    <a:cubicBezTo>
                      <a:pt x="36" y="30"/>
                      <a:pt x="36" y="30"/>
                      <a:pt x="36" y="30"/>
                    </a:cubicBezTo>
                    <a:cubicBezTo>
                      <a:pt x="36" y="30"/>
                      <a:pt x="36" y="29"/>
                      <a:pt x="36" y="29"/>
                    </a:cubicBezTo>
                    <a:cubicBezTo>
                      <a:pt x="36" y="30"/>
                      <a:pt x="34" y="29"/>
                      <a:pt x="34" y="29"/>
                    </a:cubicBezTo>
                    <a:cubicBezTo>
                      <a:pt x="34" y="30"/>
                      <a:pt x="34" y="30"/>
                      <a:pt x="34" y="31"/>
                    </a:cubicBezTo>
                    <a:cubicBezTo>
                      <a:pt x="32" y="29"/>
                      <a:pt x="33" y="33"/>
                      <a:pt x="31" y="31"/>
                    </a:cubicBezTo>
                    <a:cubicBezTo>
                      <a:pt x="32" y="34"/>
                      <a:pt x="32" y="33"/>
                      <a:pt x="32" y="34"/>
                    </a:cubicBezTo>
                    <a:cubicBezTo>
                      <a:pt x="32" y="33"/>
                      <a:pt x="31" y="33"/>
                      <a:pt x="31" y="32"/>
                    </a:cubicBezTo>
                    <a:cubicBezTo>
                      <a:pt x="31" y="32"/>
                      <a:pt x="30" y="33"/>
                      <a:pt x="30" y="32"/>
                    </a:cubicBezTo>
                    <a:cubicBezTo>
                      <a:pt x="29" y="32"/>
                      <a:pt x="30" y="34"/>
                      <a:pt x="29" y="34"/>
                    </a:cubicBezTo>
                    <a:cubicBezTo>
                      <a:pt x="28" y="32"/>
                      <a:pt x="28" y="34"/>
                      <a:pt x="28" y="33"/>
                    </a:cubicBezTo>
                    <a:cubicBezTo>
                      <a:pt x="28" y="35"/>
                      <a:pt x="28" y="37"/>
                      <a:pt x="28" y="36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6" y="35"/>
                      <a:pt x="24" y="32"/>
                      <a:pt x="23" y="36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2" y="37"/>
                      <a:pt x="20" y="36"/>
                      <a:pt x="19" y="39"/>
                    </a:cubicBezTo>
                    <a:cubicBezTo>
                      <a:pt x="18" y="38"/>
                      <a:pt x="18" y="38"/>
                      <a:pt x="17" y="38"/>
                    </a:cubicBezTo>
                    <a:cubicBezTo>
                      <a:pt x="17" y="40"/>
                      <a:pt x="17" y="40"/>
                      <a:pt x="17" y="42"/>
                    </a:cubicBezTo>
                    <a:cubicBezTo>
                      <a:pt x="17" y="42"/>
                      <a:pt x="16" y="41"/>
                      <a:pt x="16" y="40"/>
                    </a:cubicBezTo>
                    <a:cubicBezTo>
                      <a:pt x="15" y="40"/>
                      <a:pt x="14" y="38"/>
                      <a:pt x="14" y="41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41"/>
                      <a:pt x="13" y="43"/>
                      <a:pt x="12" y="42"/>
                    </a:cubicBezTo>
                    <a:cubicBezTo>
                      <a:pt x="13" y="43"/>
                      <a:pt x="12" y="44"/>
                      <a:pt x="13" y="45"/>
                    </a:cubicBezTo>
                    <a:cubicBezTo>
                      <a:pt x="13" y="45"/>
                      <a:pt x="12" y="43"/>
                      <a:pt x="12" y="44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0" y="43"/>
                      <a:pt x="9" y="44"/>
                      <a:pt x="8" y="46"/>
                    </a:cubicBezTo>
                    <a:cubicBezTo>
                      <a:pt x="7" y="44"/>
                      <a:pt x="7" y="46"/>
                      <a:pt x="6" y="45"/>
                    </a:cubicBezTo>
                    <a:cubicBezTo>
                      <a:pt x="6" y="47"/>
                      <a:pt x="4" y="46"/>
                      <a:pt x="6" y="48"/>
                    </a:cubicBezTo>
                    <a:cubicBezTo>
                      <a:pt x="5" y="47"/>
                      <a:pt x="5" y="47"/>
                      <a:pt x="5" y="47"/>
                    </a:cubicBezTo>
                    <a:cubicBezTo>
                      <a:pt x="4" y="47"/>
                      <a:pt x="4" y="48"/>
                      <a:pt x="2" y="48"/>
                    </a:cubicBezTo>
                    <a:cubicBezTo>
                      <a:pt x="2" y="48"/>
                      <a:pt x="3" y="50"/>
                      <a:pt x="3" y="51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2" y="51"/>
                      <a:pt x="4" y="52"/>
                      <a:pt x="5" y="53"/>
                    </a:cubicBezTo>
                    <a:cubicBezTo>
                      <a:pt x="4" y="53"/>
                      <a:pt x="4" y="54"/>
                      <a:pt x="4" y="53"/>
                    </a:cubicBezTo>
                    <a:cubicBezTo>
                      <a:pt x="3" y="52"/>
                      <a:pt x="2" y="51"/>
                      <a:pt x="1" y="50"/>
                    </a:cubicBezTo>
                    <a:cubicBezTo>
                      <a:pt x="0" y="50"/>
                      <a:pt x="2" y="53"/>
                      <a:pt x="1" y="51"/>
                    </a:cubicBezTo>
                    <a:cubicBezTo>
                      <a:pt x="0" y="51"/>
                      <a:pt x="0" y="52"/>
                      <a:pt x="1" y="53"/>
                    </a:cubicBezTo>
                    <a:cubicBezTo>
                      <a:pt x="1" y="53"/>
                      <a:pt x="0" y="53"/>
                      <a:pt x="0" y="52"/>
                    </a:cubicBezTo>
                    <a:cubicBezTo>
                      <a:pt x="0" y="52"/>
                      <a:pt x="0" y="53"/>
                      <a:pt x="0" y="5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1" y="54"/>
                      <a:pt x="1" y="54"/>
                      <a:pt x="3" y="55"/>
                    </a:cubicBezTo>
                    <a:cubicBezTo>
                      <a:pt x="3" y="55"/>
                      <a:pt x="2" y="55"/>
                      <a:pt x="3" y="55"/>
                    </a:cubicBezTo>
                    <a:cubicBezTo>
                      <a:pt x="4" y="56"/>
                      <a:pt x="4" y="56"/>
                      <a:pt x="3" y="56"/>
                    </a:cubicBezTo>
                    <a:cubicBezTo>
                      <a:pt x="1" y="55"/>
                      <a:pt x="1" y="54"/>
                      <a:pt x="0" y="54"/>
                    </a:cubicBezTo>
                    <a:cubicBezTo>
                      <a:pt x="2" y="56"/>
                      <a:pt x="2" y="56"/>
                      <a:pt x="2" y="56"/>
                    </a:cubicBezTo>
                    <a:cubicBezTo>
                      <a:pt x="2" y="56"/>
                      <a:pt x="3" y="56"/>
                      <a:pt x="4" y="57"/>
                    </a:cubicBezTo>
                    <a:cubicBezTo>
                      <a:pt x="3" y="56"/>
                      <a:pt x="3" y="56"/>
                      <a:pt x="3" y="56"/>
                    </a:cubicBezTo>
                    <a:cubicBezTo>
                      <a:pt x="4" y="57"/>
                      <a:pt x="4" y="57"/>
                      <a:pt x="4" y="57"/>
                    </a:cubicBezTo>
                    <a:cubicBezTo>
                      <a:pt x="4" y="56"/>
                      <a:pt x="6" y="57"/>
                      <a:pt x="5" y="56"/>
                    </a:cubicBezTo>
                    <a:cubicBezTo>
                      <a:pt x="4" y="55"/>
                      <a:pt x="4" y="55"/>
                      <a:pt x="4" y="55"/>
                    </a:cubicBezTo>
                    <a:cubicBezTo>
                      <a:pt x="4" y="55"/>
                      <a:pt x="3" y="53"/>
                      <a:pt x="4" y="54"/>
                    </a:cubicBezTo>
                    <a:cubicBezTo>
                      <a:pt x="6" y="56"/>
                      <a:pt x="6" y="56"/>
                      <a:pt x="6" y="56"/>
                    </a:cubicBezTo>
                    <a:cubicBezTo>
                      <a:pt x="6" y="56"/>
                      <a:pt x="5" y="55"/>
                      <a:pt x="5" y="55"/>
                    </a:cubicBezTo>
                    <a:cubicBezTo>
                      <a:pt x="7" y="57"/>
                      <a:pt x="7" y="57"/>
                      <a:pt x="7" y="57"/>
                    </a:cubicBezTo>
                    <a:cubicBezTo>
                      <a:pt x="5" y="55"/>
                      <a:pt x="7" y="56"/>
                      <a:pt x="7" y="55"/>
                    </a:cubicBezTo>
                    <a:cubicBezTo>
                      <a:pt x="7" y="56"/>
                      <a:pt x="7" y="56"/>
                      <a:pt x="7" y="56"/>
                    </a:cubicBezTo>
                    <a:cubicBezTo>
                      <a:pt x="8" y="56"/>
                      <a:pt x="6" y="55"/>
                      <a:pt x="6" y="54"/>
                    </a:cubicBezTo>
                    <a:cubicBezTo>
                      <a:pt x="6" y="55"/>
                      <a:pt x="8" y="56"/>
                      <a:pt x="9" y="57"/>
                    </a:cubicBezTo>
                    <a:cubicBezTo>
                      <a:pt x="9" y="57"/>
                      <a:pt x="8" y="55"/>
                      <a:pt x="9" y="56"/>
                    </a:cubicBezTo>
                    <a:cubicBezTo>
                      <a:pt x="9" y="56"/>
                      <a:pt x="9" y="55"/>
                      <a:pt x="9" y="53"/>
                    </a:cubicBezTo>
                    <a:cubicBezTo>
                      <a:pt x="9" y="53"/>
                      <a:pt x="10" y="56"/>
                      <a:pt x="10" y="55"/>
                    </a:cubicBezTo>
                    <a:cubicBezTo>
                      <a:pt x="11" y="56"/>
                      <a:pt x="12" y="58"/>
                      <a:pt x="12" y="59"/>
                    </a:cubicBezTo>
                    <a:cubicBezTo>
                      <a:pt x="13" y="59"/>
                      <a:pt x="14" y="60"/>
                      <a:pt x="13" y="60"/>
                    </a:cubicBezTo>
                    <a:cubicBezTo>
                      <a:pt x="13" y="60"/>
                      <a:pt x="14" y="61"/>
                      <a:pt x="14" y="61"/>
                    </a:cubicBezTo>
                    <a:cubicBezTo>
                      <a:pt x="14" y="60"/>
                      <a:pt x="12" y="58"/>
                      <a:pt x="12" y="58"/>
                    </a:cubicBezTo>
                    <a:cubicBezTo>
                      <a:pt x="11" y="56"/>
                      <a:pt x="12" y="57"/>
                      <a:pt x="11" y="55"/>
                    </a:cubicBezTo>
                    <a:cubicBezTo>
                      <a:pt x="11" y="55"/>
                      <a:pt x="12" y="55"/>
                      <a:pt x="12" y="55"/>
                    </a:cubicBezTo>
                    <a:cubicBezTo>
                      <a:pt x="12" y="55"/>
                      <a:pt x="13" y="56"/>
                      <a:pt x="14" y="57"/>
                    </a:cubicBezTo>
                    <a:cubicBezTo>
                      <a:pt x="13" y="56"/>
                      <a:pt x="13" y="55"/>
                      <a:pt x="14" y="55"/>
                    </a:cubicBezTo>
                    <a:cubicBezTo>
                      <a:pt x="13" y="53"/>
                      <a:pt x="13" y="53"/>
                      <a:pt x="12" y="52"/>
                    </a:cubicBezTo>
                    <a:cubicBezTo>
                      <a:pt x="12" y="51"/>
                      <a:pt x="12" y="51"/>
                      <a:pt x="12" y="51"/>
                    </a:cubicBezTo>
                    <a:cubicBezTo>
                      <a:pt x="13" y="52"/>
                      <a:pt x="14" y="55"/>
                      <a:pt x="14" y="55"/>
                    </a:cubicBezTo>
                    <a:cubicBezTo>
                      <a:pt x="15" y="57"/>
                      <a:pt x="14" y="55"/>
                      <a:pt x="15" y="57"/>
                    </a:cubicBezTo>
                    <a:cubicBezTo>
                      <a:pt x="16" y="59"/>
                      <a:pt x="15" y="60"/>
                      <a:pt x="14" y="58"/>
                    </a:cubicBezTo>
                    <a:cubicBezTo>
                      <a:pt x="15" y="61"/>
                      <a:pt x="15" y="59"/>
                      <a:pt x="16" y="61"/>
                    </a:cubicBezTo>
                    <a:cubicBezTo>
                      <a:pt x="16" y="61"/>
                      <a:pt x="15" y="59"/>
                      <a:pt x="16" y="59"/>
                    </a:cubicBezTo>
                    <a:cubicBezTo>
                      <a:pt x="15" y="58"/>
                      <a:pt x="15" y="58"/>
                      <a:pt x="15" y="57"/>
                    </a:cubicBezTo>
                    <a:cubicBezTo>
                      <a:pt x="14" y="54"/>
                      <a:pt x="16" y="58"/>
                      <a:pt x="16" y="58"/>
                    </a:cubicBezTo>
                    <a:cubicBezTo>
                      <a:pt x="16" y="59"/>
                      <a:pt x="16" y="59"/>
                      <a:pt x="16" y="59"/>
                    </a:cubicBezTo>
                    <a:cubicBezTo>
                      <a:pt x="17" y="60"/>
                      <a:pt x="16" y="58"/>
                      <a:pt x="17" y="58"/>
                    </a:cubicBezTo>
                    <a:cubicBezTo>
                      <a:pt x="18" y="61"/>
                      <a:pt x="16" y="58"/>
                      <a:pt x="17" y="60"/>
                    </a:cubicBezTo>
                    <a:cubicBezTo>
                      <a:pt x="18" y="62"/>
                      <a:pt x="18" y="62"/>
                      <a:pt x="18" y="62"/>
                    </a:cubicBezTo>
                    <a:cubicBezTo>
                      <a:pt x="19" y="63"/>
                      <a:pt x="17" y="60"/>
                      <a:pt x="18" y="61"/>
                    </a:cubicBezTo>
                    <a:cubicBezTo>
                      <a:pt x="18" y="62"/>
                      <a:pt x="18" y="62"/>
                      <a:pt x="18" y="62"/>
                    </a:cubicBezTo>
                    <a:cubicBezTo>
                      <a:pt x="18" y="61"/>
                      <a:pt x="18" y="61"/>
                      <a:pt x="18" y="61"/>
                    </a:cubicBezTo>
                    <a:cubicBezTo>
                      <a:pt x="18" y="60"/>
                      <a:pt x="17" y="58"/>
                      <a:pt x="17" y="58"/>
                    </a:cubicBezTo>
                    <a:cubicBezTo>
                      <a:pt x="16" y="55"/>
                      <a:pt x="17" y="58"/>
                      <a:pt x="17" y="57"/>
                    </a:cubicBezTo>
                    <a:cubicBezTo>
                      <a:pt x="16" y="55"/>
                      <a:pt x="17" y="57"/>
                      <a:pt x="16" y="56"/>
                    </a:cubicBezTo>
                    <a:cubicBezTo>
                      <a:pt x="16" y="54"/>
                      <a:pt x="16" y="54"/>
                      <a:pt x="16" y="54"/>
                    </a:cubicBezTo>
                    <a:cubicBezTo>
                      <a:pt x="16" y="54"/>
                      <a:pt x="17" y="55"/>
                      <a:pt x="17" y="57"/>
                    </a:cubicBezTo>
                    <a:cubicBezTo>
                      <a:pt x="17" y="57"/>
                      <a:pt x="17" y="57"/>
                      <a:pt x="17" y="56"/>
                    </a:cubicBezTo>
                    <a:cubicBezTo>
                      <a:pt x="17" y="58"/>
                      <a:pt x="18" y="60"/>
                      <a:pt x="19" y="61"/>
                    </a:cubicBezTo>
                    <a:cubicBezTo>
                      <a:pt x="19" y="62"/>
                      <a:pt x="18" y="60"/>
                      <a:pt x="18" y="59"/>
                    </a:cubicBezTo>
                    <a:cubicBezTo>
                      <a:pt x="18" y="59"/>
                      <a:pt x="18" y="57"/>
                      <a:pt x="18" y="57"/>
                    </a:cubicBezTo>
                    <a:cubicBezTo>
                      <a:pt x="16" y="52"/>
                      <a:pt x="19" y="60"/>
                      <a:pt x="19" y="59"/>
                    </a:cubicBezTo>
                    <a:cubicBezTo>
                      <a:pt x="18" y="56"/>
                      <a:pt x="18" y="55"/>
                      <a:pt x="17" y="52"/>
                    </a:cubicBezTo>
                    <a:cubicBezTo>
                      <a:pt x="17" y="51"/>
                      <a:pt x="17" y="50"/>
                      <a:pt x="17" y="51"/>
                    </a:cubicBezTo>
                    <a:cubicBezTo>
                      <a:pt x="18" y="53"/>
                      <a:pt x="18" y="52"/>
                      <a:pt x="18" y="54"/>
                    </a:cubicBezTo>
                    <a:cubicBezTo>
                      <a:pt x="18" y="54"/>
                      <a:pt x="18" y="54"/>
                      <a:pt x="18" y="54"/>
                    </a:cubicBezTo>
                    <a:cubicBezTo>
                      <a:pt x="19" y="56"/>
                      <a:pt x="19" y="56"/>
                      <a:pt x="19" y="56"/>
                    </a:cubicBezTo>
                    <a:cubicBezTo>
                      <a:pt x="21" y="60"/>
                      <a:pt x="21" y="60"/>
                      <a:pt x="21" y="60"/>
                    </a:cubicBezTo>
                    <a:cubicBezTo>
                      <a:pt x="21" y="59"/>
                      <a:pt x="20" y="58"/>
                      <a:pt x="20" y="57"/>
                    </a:cubicBezTo>
                    <a:cubicBezTo>
                      <a:pt x="20" y="58"/>
                      <a:pt x="21" y="59"/>
                      <a:pt x="21" y="59"/>
                    </a:cubicBezTo>
                    <a:cubicBezTo>
                      <a:pt x="20" y="59"/>
                      <a:pt x="20" y="56"/>
                      <a:pt x="20" y="56"/>
                    </a:cubicBezTo>
                    <a:cubicBezTo>
                      <a:pt x="20" y="56"/>
                      <a:pt x="21" y="58"/>
                      <a:pt x="21" y="58"/>
                    </a:cubicBezTo>
                    <a:cubicBezTo>
                      <a:pt x="22" y="60"/>
                      <a:pt x="22" y="60"/>
                      <a:pt x="22" y="60"/>
                    </a:cubicBezTo>
                    <a:cubicBezTo>
                      <a:pt x="21" y="58"/>
                      <a:pt x="22" y="61"/>
                      <a:pt x="22" y="60"/>
                    </a:cubicBezTo>
                    <a:cubicBezTo>
                      <a:pt x="22" y="59"/>
                      <a:pt x="21" y="57"/>
                      <a:pt x="21" y="56"/>
                    </a:cubicBezTo>
                    <a:cubicBezTo>
                      <a:pt x="21" y="55"/>
                      <a:pt x="22" y="56"/>
                      <a:pt x="22" y="56"/>
                    </a:cubicBezTo>
                    <a:cubicBezTo>
                      <a:pt x="22" y="57"/>
                      <a:pt x="22" y="57"/>
                      <a:pt x="22" y="57"/>
                    </a:cubicBezTo>
                    <a:cubicBezTo>
                      <a:pt x="22" y="57"/>
                      <a:pt x="23" y="61"/>
                      <a:pt x="23" y="60"/>
                    </a:cubicBezTo>
                    <a:cubicBezTo>
                      <a:pt x="22" y="58"/>
                      <a:pt x="22" y="58"/>
                      <a:pt x="22" y="58"/>
                    </a:cubicBezTo>
                    <a:cubicBezTo>
                      <a:pt x="23" y="58"/>
                      <a:pt x="23" y="59"/>
                      <a:pt x="23" y="60"/>
                    </a:cubicBezTo>
                    <a:cubicBezTo>
                      <a:pt x="23" y="58"/>
                      <a:pt x="23" y="59"/>
                      <a:pt x="23" y="58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3" y="58"/>
                      <a:pt x="23" y="56"/>
                      <a:pt x="24" y="58"/>
                    </a:cubicBezTo>
                    <a:cubicBezTo>
                      <a:pt x="23" y="56"/>
                      <a:pt x="23" y="58"/>
                      <a:pt x="23" y="57"/>
                    </a:cubicBezTo>
                    <a:cubicBezTo>
                      <a:pt x="22" y="55"/>
                      <a:pt x="22" y="55"/>
                      <a:pt x="22" y="55"/>
                    </a:cubicBezTo>
                    <a:cubicBezTo>
                      <a:pt x="23" y="58"/>
                      <a:pt x="23" y="55"/>
                      <a:pt x="23" y="55"/>
                    </a:cubicBezTo>
                    <a:cubicBezTo>
                      <a:pt x="24" y="56"/>
                      <a:pt x="24" y="56"/>
                      <a:pt x="24" y="57"/>
                    </a:cubicBezTo>
                    <a:cubicBezTo>
                      <a:pt x="24" y="55"/>
                      <a:pt x="24" y="55"/>
                      <a:pt x="24" y="55"/>
                    </a:cubicBezTo>
                    <a:cubicBezTo>
                      <a:pt x="25" y="59"/>
                      <a:pt x="24" y="54"/>
                      <a:pt x="24" y="55"/>
                    </a:cubicBezTo>
                    <a:cubicBezTo>
                      <a:pt x="25" y="56"/>
                      <a:pt x="25" y="58"/>
                      <a:pt x="25" y="58"/>
                    </a:cubicBezTo>
                    <a:cubicBezTo>
                      <a:pt x="24" y="56"/>
                      <a:pt x="25" y="55"/>
                      <a:pt x="24" y="53"/>
                    </a:cubicBezTo>
                    <a:cubicBezTo>
                      <a:pt x="25" y="54"/>
                      <a:pt x="25" y="56"/>
                      <a:pt x="26" y="58"/>
                    </a:cubicBezTo>
                    <a:cubicBezTo>
                      <a:pt x="25" y="56"/>
                      <a:pt x="26" y="59"/>
                      <a:pt x="26" y="57"/>
                    </a:cubicBezTo>
                    <a:cubicBezTo>
                      <a:pt x="25" y="56"/>
                      <a:pt x="25" y="55"/>
                      <a:pt x="25" y="54"/>
                    </a:cubicBezTo>
                    <a:cubicBezTo>
                      <a:pt x="26" y="54"/>
                      <a:pt x="25" y="55"/>
                      <a:pt x="26" y="56"/>
                    </a:cubicBezTo>
                    <a:cubicBezTo>
                      <a:pt x="26" y="56"/>
                      <a:pt x="26" y="54"/>
                      <a:pt x="25" y="53"/>
                    </a:cubicBezTo>
                    <a:cubicBezTo>
                      <a:pt x="26" y="53"/>
                      <a:pt x="25" y="51"/>
                      <a:pt x="26" y="52"/>
                    </a:cubicBezTo>
                    <a:cubicBezTo>
                      <a:pt x="26" y="54"/>
                      <a:pt x="26" y="53"/>
                      <a:pt x="26" y="54"/>
                    </a:cubicBezTo>
                    <a:cubicBezTo>
                      <a:pt x="27" y="54"/>
                      <a:pt x="25" y="50"/>
                      <a:pt x="26" y="50"/>
                    </a:cubicBezTo>
                    <a:cubicBezTo>
                      <a:pt x="25" y="49"/>
                      <a:pt x="25" y="46"/>
                      <a:pt x="25" y="45"/>
                    </a:cubicBezTo>
                    <a:cubicBezTo>
                      <a:pt x="25" y="45"/>
                      <a:pt x="25" y="46"/>
                      <a:pt x="25" y="48"/>
                    </a:cubicBezTo>
                    <a:cubicBezTo>
                      <a:pt x="25" y="48"/>
                      <a:pt x="25" y="48"/>
                      <a:pt x="25" y="48"/>
                    </a:cubicBezTo>
                    <a:cubicBezTo>
                      <a:pt x="27" y="50"/>
                      <a:pt x="26" y="52"/>
                      <a:pt x="27" y="55"/>
                    </a:cubicBezTo>
                    <a:cubicBezTo>
                      <a:pt x="27" y="54"/>
                      <a:pt x="27" y="54"/>
                      <a:pt x="27" y="54"/>
                    </a:cubicBezTo>
                    <a:cubicBezTo>
                      <a:pt x="28" y="57"/>
                      <a:pt x="28" y="57"/>
                      <a:pt x="28" y="57"/>
                    </a:cubicBezTo>
                    <a:cubicBezTo>
                      <a:pt x="27" y="55"/>
                      <a:pt x="28" y="56"/>
                      <a:pt x="28" y="55"/>
                    </a:cubicBezTo>
                    <a:cubicBezTo>
                      <a:pt x="28" y="54"/>
                      <a:pt x="28" y="56"/>
                      <a:pt x="28" y="55"/>
                    </a:cubicBezTo>
                    <a:cubicBezTo>
                      <a:pt x="28" y="54"/>
                      <a:pt x="27" y="51"/>
                      <a:pt x="28" y="52"/>
                    </a:cubicBezTo>
                    <a:cubicBezTo>
                      <a:pt x="29" y="55"/>
                      <a:pt x="29" y="55"/>
                      <a:pt x="29" y="55"/>
                    </a:cubicBezTo>
                    <a:cubicBezTo>
                      <a:pt x="29" y="56"/>
                      <a:pt x="28" y="53"/>
                      <a:pt x="29" y="54"/>
                    </a:cubicBezTo>
                    <a:cubicBezTo>
                      <a:pt x="29" y="55"/>
                      <a:pt x="29" y="55"/>
                      <a:pt x="29" y="55"/>
                    </a:cubicBezTo>
                    <a:cubicBezTo>
                      <a:pt x="30" y="55"/>
                      <a:pt x="32" y="55"/>
                      <a:pt x="31" y="51"/>
                    </a:cubicBezTo>
                    <a:cubicBezTo>
                      <a:pt x="32" y="52"/>
                      <a:pt x="32" y="52"/>
                      <a:pt x="33" y="53"/>
                    </a:cubicBezTo>
                    <a:cubicBezTo>
                      <a:pt x="33" y="53"/>
                      <a:pt x="33" y="51"/>
                      <a:pt x="33" y="51"/>
                    </a:cubicBezTo>
                    <a:cubicBezTo>
                      <a:pt x="34" y="53"/>
                      <a:pt x="34" y="53"/>
                      <a:pt x="34" y="53"/>
                    </a:cubicBezTo>
                    <a:cubicBezTo>
                      <a:pt x="34" y="54"/>
                      <a:pt x="34" y="52"/>
                      <a:pt x="34" y="51"/>
                    </a:cubicBezTo>
                    <a:cubicBezTo>
                      <a:pt x="35" y="52"/>
                      <a:pt x="35" y="52"/>
                      <a:pt x="35" y="52"/>
                    </a:cubicBezTo>
                    <a:cubicBezTo>
                      <a:pt x="35" y="54"/>
                      <a:pt x="35" y="51"/>
                      <a:pt x="35" y="51"/>
                    </a:cubicBezTo>
                    <a:cubicBezTo>
                      <a:pt x="35" y="52"/>
                      <a:pt x="35" y="52"/>
                      <a:pt x="35" y="52"/>
                    </a:cubicBezTo>
                    <a:cubicBezTo>
                      <a:pt x="35" y="51"/>
                      <a:pt x="35" y="51"/>
                      <a:pt x="35" y="51"/>
                    </a:cubicBezTo>
                    <a:cubicBezTo>
                      <a:pt x="35" y="50"/>
                      <a:pt x="35" y="50"/>
                      <a:pt x="36" y="52"/>
                    </a:cubicBezTo>
                    <a:cubicBezTo>
                      <a:pt x="36" y="51"/>
                      <a:pt x="36" y="51"/>
                      <a:pt x="36" y="51"/>
                    </a:cubicBezTo>
                    <a:cubicBezTo>
                      <a:pt x="37" y="52"/>
                      <a:pt x="37" y="52"/>
                      <a:pt x="38" y="51"/>
                    </a:cubicBezTo>
                    <a:cubicBezTo>
                      <a:pt x="37" y="51"/>
                      <a:pt x="37" y="50"/>
                      <a:pt x="37" y="49"/>
                    </a:cubicBezTo>
                    <a:cubicBezTo>
                      <a:pt x="36" y="46"/>
                      <a:pt x="37" y="49"/>
                      <a:pt x="37" y="47"/>
                    </a:cubicBezTo>
                    <a:cubicBezTo>
                      <a:pt x="37" y="48"/>
                      <a:pt x="38" y="49"/>
                      <a:pt x="38" y="50"/>
                    </a:cubicBezTo>
                    <a:cubicBezTo>
                      <a:pt x="39" y="52"/>
                      <a:pt x="39" y="50"/>
                      <a:pt x="40" y="50"/>
                    </a:cubicBezTo>
                    <a:cubicBezTo>
                      <a:pt x="40" y="49"/>
                      <a:pt x="40" y="49"/>
                      <a:pt x="40" y="49"/>
                    </a:cubicBezTo>
                    <a:cubicBezTo>
                      <a:pt x="42" y="51"/>
                      <a:pt x="41" y="48"/>
                      <a:pt x="42" y="49"/>
                    </a:cubicBezTo>
                    <a:cubicBezTo>
                      <a:pt x="42" y="48"/>
                      <a:pt x="41" y="45"/>
                      <a:pt x="41" y="45"/>
                    </a:cubicBezTo>
                    <a:cubicBezTo>
                      <a:pt x="41" y="43"/>
                      <a:pt x="42" y="47"/>
                      <a:pt x="43" y="48"/>
                    </a:cubicBezTo>
                    <a:cubicBezTo>
                      <a:pt x="43" y="48"/>
                      <a:pt x="43" y="47"/>
                      <a:pt x="43" y="47"/>
                    </a:cubicBezTo>
                    <a:cubicBezTo>
                      <a:pt x="43" y="48"/>
                      <a:pt x="43" y="48"/>
                      <a:pt x="43" y="48"/>
                    </a:cubicBezTo>
                    <a:cubicBezTo>
                      <a:pt x="43" y="47"/>
                      <a:pt x="43" y="46"/>
                      <a:pt x="44" y="47"/>
                    </a:cubicBezTo>
                    <a:cubicBezTo>
                      <a:pt x="44" y="47"/>
                      <a:pt x="44" y="47"/>
                      <a:pt x="44" y="47"/>
                    </a:cubicBezTo>
                    <a:cubicBezTo>
                      <a:pt x="44" y="47"/>
                      <a:pt x="45" y="48"/>
                      <a:pt x="45" y="48"/>
                    </a:cubicBezTo>
                    <a:cubicBezTo>
                      <a:pt x="44" y="46"/>
                      <a:pt x="45" y="47"/>
                      <a:pt x="45" y="45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5" y="44"/>
                      <a:pt x="45" y="44"/>
                      <a:pt x="45" y="44"/>
                    </a:cubicBezTo>
                    <a:cubicBezTo>
                      <a:pt x="45" y="45"/>
                      <a:pt x="45" y="45"/>
                      <a:pt x="45" y="45"/>
                    </a:cubicBezTo>
                    <a:cubicBezTo>
                      <a:pt x="46" y="47"/>
                      <a:pt x="46" y="47"/>
                      <a:pt x="46" y="47"/>
                    </a:cubicBezTo>
                    <a:cubicBezTo>
                      <a:pt x="46" y="48"/>
                      <a:pt x="45" y="45"/>
                      <a:pt x="45" y="45"/>
                    </a:cubicBezTo>
                    <a:cubicBezTo>
                      <a:pt x="45" y="43"/>
                      <a:pt x="46" y="45"/>
                      <a:pt x="46" y="45"/>
                    </a:cubicBezTo>
                    <a:cubicBezTo>
                      <a:pt x="46" y="46"/>
                      <a:pt x="46" y="45"/>
                      <a:pt x="46" y="45"/>
                    </a:cubicBezTo>
                    <a:cubicBezTo>
                      <a:pt x="46" y="47"/>
                      <a:pt x="46" y="46"/>
                      <a:pt x="46" y="47"/>
                    </a:cubicBezTo>
                    <a:cubicBezTo>
                      <a:pt x="46" y="47"/>
                      <a:pt x="46" y="45"/>
                      <a:pt x="46" y="45"/>
                    </a:cubicBezTo>
                    <a:cubicBezTo>
                      <a:pt x="46" y="45"/>
                      <a:pt x="47" y="45"/>
                      <a:pt x="47" y="46"/>
                    </a:cubicBezTo>
                    <a:cubicBezTo>
                      <a:pt x="47" y="45"/>
                      <a:pt x="47" y="45"/>
                      <a:pt x="47" y="45"/>
                    </a:cubicBezTo>
                    <a:cubicBezTo>
                      <a:pt x="47" y="44"/>
                      <a:pt x="46" y="44"/>
                      <a:pt x="46" y="43"/>
                    </a:cubicBezTo>
                    <a:cubicBezTo>
                      <a:pt x="46" y="43"/>
                      <a:pt x="46" y="42"/>
                      <a:pt x="46" y="43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6" y="43"/>
                      <a:pt x="47" y="43"/>
                      <a:pt x="46" y="42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3"/>
                      <a:pt x="47" y="43"/>
                      <a:pt x="47" y="42"/>
                    </a:cubicBezTo>
                    <a:cubicBezTo>
                      <a:pt x="48" y="44"/>
                      <a:pt x="49" y="46"/>
                      <a:pt x="49" y="46"/>
                    </a:cubicBezTo>
                    <a:cubicBezTo>
                      <a:pt x="49" y="44"/>
                      <a:pt x="49" y="44"/>
                      <a:pt x="49" y="44"/>
                    </a:cubicBezTo>
                    <a:cubicBezTo>
                      <a:pt x="49" y="44"/>
                      <a:pt x="49" y="44"/>
                      <a:pt x="50" y="45"/>
                    </a:cubicBezTo>
                    <a:cubicBezTo>
                      <a:pt x="51" y="46"/>
                      <a:pt x="48" y="40"/>
                      <a:pt x="49" y="42"/>
                    </a:cubicBezTo>
                    <a:cubicBezTo>
                      <a:pt x="50" y="44"/>
                      <a:pt x="50" y="44"/>
                      <a:pt x="51" y="44"/>
                    </a:cubicBezTo>
                    <a:cubicBezTo>
                      <a:pt x="50" y="43"/>
                      <a:pt x="50" y="43"/>
                      <a:pt x="50" y="43"/>
                    </a:cubicBezTo>
                    <a:cubicBezTo>
                      <a:pt x="50" y="42"/>
                      <a:pt x="51" y="45"/>
                      <a:pt x="50" y="43"/>
                    </a:cubicBezTo>
                    <a:cubicBezTo>
                      <a:pt x="50" y="42"/>
                      <a:pt x="50" y="42"/>
                      <a:pt x="50" y="42"/>
                    </a:cubicBezTo>
                    <a:cubicBezTo>
                      <a:pt x="52" y="46"/>
                      <a:pt x="52" y="42"/>
                      <a:pt x="54" y="44"/>
                    </a:cubicBezTo>
                    <a:cubicBezTo>
                      <a:pt x="52" y="42"/>
                      <a:pt x="54" y="43"/>
                      <a:pt x="53" y="42"/>
                    </a:cubicBezTo>
                    <a:cubicBezTo>
                      <a:pt x="54" y="45"/>
                      <a:pt x="54" y="42"/>
                      <a:pt x="54" y="43"/>
                    </a:cubicBezTo>
                    <a:cubicBezTo>
                      <a:pt x="53" y="41"/>
                      <a:pt x="53" y="41"/>
                      <a:pt x="53" y="41"/>
                    </a:cubicBezTo>
                    <a:cubicBezTo>
                      <a:pt x="54" y="42"/>
                      <a:pt x="53" y="37"/>
                      <a:pt x="54" y="40"/>
                    </a:cubicBezTo>
                    <a:cubicBezTo>
                      <a:pt x="55" y="40"/>
                      <a:pt x="55" y="41"/>
                      <a:pt x="55" y="42"/>
                    </a:cubicBezTo>
                    <a:cubicBezTo>
                      <a:pt x="56" y="44"/>
                      <a:pt x="55" y="39"/>
                      <a:pt x="56" y="42"/>
                    </a:cubicBezTo>
                    <a:cubicBezTo>
                      <a:pt x="56" y="41"/>
                      <a:pt x="55" y="40"/>
                      <a:pt x="55" y="39"/>
                    </a:cubicBezTo>
                    <a:cubicBezTo>
                      <a:pt x="56" y="40"/>
                      <a:pt x="57" y="41"/>
                      <a:pt x="57" y="41"/>
                    </a:cubicBezTo>
                    <a:cubicBezTo>
                      <a:pt x="57" y="41"/>
                      <a:pt x="57" y="40"/>
                      <a:pt x="57" y="40"/>
                    </a:cubicBezTo>
                    <a:cubicBezTo>
                      <a:pt x="57" y="41"/>
                      <a:pt x="57" y="41"/>
                      <a:pt x="57" y="42"/>
                    </a:cubicBezTo>
                    <a:cubicBezTo>
                      <a:pt x="58" y="42"/>
                      <a:pt x="58" y="41"/>
                      <a:pt x="58" y="40"/>
                    </a:cubicBezTo>
                    <a:cubicBezTo>
                      <a:pt x="59" y="41"/>
                      <a:pt x="59" y="40"/>
                      <a:pt x="60" y="41"/>
                    </a:cubicBezTo>
                    <a:cubicBezTo>
                      <a:pt x="59" y="39"/>
                      <a:pt x="61" y="42"/>
                      <a:pt x="60" y="39"/>
                    </a:cubicBezTo>
                    <a:cubicBezTo>
                      <a:pt x="60" y="40"/>
                      <a:pt x="60" y="40"/>
                      <a:pt x="60" y="40"/>
                    </a:cubicBezTo>
                    <a:cubicBezTo>
                      <a:pt x="60" y="39"/>
                      <a:pt x="59" y="37"/>
                      <a:pt x="59" y="37"/>
                    </a:cubicBezTo>
                    <a:cubicBezTo>
                      <a:pt x="60" y="39"/>
                      <a:pt x="60" y="39"/>
                      <a:pt x="60" y="39"/>
                    </a:cubicBezTo>
                    <a:cubicBezTo>
                      <a:pt x="61" y="41"/>
                      <a:pt x="61" y="39"/>
                      <a:pt x="61" y="40"/>
                    </a:cubicBezTo>
                    <a:cubicBezTo>
                      <a:pt x="60" y="38"/>
                      <a:pt x="62" y="40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1" y="37"/>
                      <a:pt x="60" y="37"/>
                      <a:pt x="61" y="36"/>
                    </a:cubicBezTo>
                    <a:cubicBezTo>
                      <a:pt x="61" y="36"/>
                      <a:pt x="62" y="38"/>
                      <a:pt x="62" y="38"/>
                    </a:cubicBezTo>
                    <a:cubicBezTo>
                      <a:pt x="62" y="39"/>
                      <a:pt x="62" y="38"/>
                      <a:pt x="62" y="38"/>
                    </a:cubicBezTo>
                    <a:cubicBezTo>
                      <a:pt x="62" y="38"/>
                      <a:pt x="62" y="38"/>
                      <a:pt x="62" y="37"/>
                    </a:cubicBezTo>
                    <a:cubicBezTo>
                      <a:pt x="62" y="38"/>
                      <a:pt x="62" y="38"/>
                      <a:pt x="62" y="38"/>
                    </a:cubicBezTo>
                    <a:cubicBezTo>
                      <a:pt x="62" y="38"/>
                      <a:pt x="62" y="38"/>
                      <a:pt x="62" y="38"/>
                    </a:cubicBezTo>
                    <a:cubicBezTo>
                      <a:pt x="62" y="38"/>
                      <a:pt x="62" y="38"/>
                      <a:pt x="62" y="38"/>
                    </a:cubicBezTo>
                    <a:cubicBezTo>
                      <a:pt x="62" y="38"/>
                      <a:pt x="62" y="38"/>
                      <a:pt x="62" y="38"/>
                    </a:cubicBezTo>
                    <a:cubicBezTo>
                      <a:pt x="62" y="38"/>
                      <a:pt x="63" y="38"/>
                      <a:pt x="63" y="38"/>
                    </a:cubicBezTo>
                    <a:cubicBezTo>
                      <a:pt x="63" y="38"/>
                      <a:pt x="63" y="38"/>
                      <a:pt x="63" y="38"/>
                    </a:cubicBezTo>
                    <a:cubicBezTo>
                      <a:pt x="63" y="38"/>
                      <a:pt x="63" y="38"/>
                      <a:pt x="63" y="38"/>
                    </a:cubicBezTo>
                    <a:cubicBezTo>
                      <a:pt x="64" y="40"/>
                      <a:pt x="64" y="40"/>
                      <a:pt x="64" y="40"/>
                    </a:cubicBezTo>
                    <a:cubicBezTo>
                      <a:pt x="64" y="40"/>
                      <a:pt x="64" y="38"/>
                      <a:pt x="63" y="37"/>
                    </a:cubicBezTo>
                    <a:cubicBezTo>
                      <a:pt x="64" y="38"/>
                      <a:pt x="65" y="36"/>
                      <a:pt x="65" y="36"/>
                    </a:cubicBezTo>
                    <a:cubicBezTo>
                      <a:pt x="65" y="36"/>
                      <a:pt x="65" y="37"/>
                      <a:pt x="65" y="36"/>
                    </a:cubicBezTo>
                    <a:cubicBezTo>
                      <a:pt x="65" y="36"/>
                      <a:pt x="65" y="34"/>
                      <a:pt x="65" y="35"/>
                    </a:cubicBezTo>
                    <a:cubicBezTo>
                      <a:pt x="65" y="35"/>
                      <a:pt x="66" y="36"/>
                      <a:pt x="66" y="36"/>
                    </a:cubicBezTo>
                    <a:cubicBezTo>
                      <a:pt x="66" y="37"/>
                      <a:pt x="66" y="35"/>
                      <a:pt x="66" y="35"/>
                    </a:cubicBezTo>
                    <a:cubicBezTo>
                      <a:pt x="67" y="37"/>
                      <a:pt x="66" y="33"/>
                      <a:pt x="67" y="34"/>
                    </a:cubicBezTo>
                    <a:cubicBezTo>
                      <a:pt x="67" y="34"/>
                      <a:pt x="68" y="35"/>
                      <a:pt x="68" y="36"/>
                    </a:cubicBezTo>
                    <a:cubicBezTo>
                      <a:pt x="68" y="35"/>
                      <a:pt x="68" y="34"/>
                      <a:pt x="68" y="32"/>
                    </a:cubicBezTo>
                    <a:cubicBezTo>
                      <a:pt x="68" y="34"/>
                      <a:pt x="68" y="34"/>
                      <a:pt x="68" y="34"/>
                    </a:cubicBezTo>
                    <a:cubicBezTo>
                      <a:pt x="69" y="34"/>
                      <a:pt x="69" y="33"/>
                      <a:pt x="69" y="32"/>
                    </a:cubicBezTo>
                    <a:cubicBezTo>
                      <a:pt x="68" y="31"/>
                      <a:pt x="68" y="30"/>
                      <a:pt x="68" y="30"/>
                    </a:cubicBezTo>
                    <a:cubicBezTo>
                      <a:pt x="68" y="30"/>
                      <a:pt x="68" y="30"/>
                      <a:pt x="68" y="30"/>
                    </a:cubicBezTo>
                    <a:cubicBezTo>
                      <a:pt x="68" y="29"/>
                      <a:pt x="68" y="29"/>
                      <a:pt x="68" y="29"/>
                    </a:cubicBezTo>
                    <a:cubicBezTo>
                      <a:pt x="69" y="30"/>
                      <a:pt x="68" y="30"/>
                      <a:pt x="69" y="30"/>
                    </a:cubicBezTo>
                    <a:cubicBezTo>
                      <a:pt x="70" y="33"/>
                      <a:pt x="70" y="31"/>
                      <a:pt x="70" y="32"/>
                    </a:cubicBezTo>
                    <a:cubicBezTo>
                      <a:pt x="70" y="30"/>
                      <a:pt x="70" y="30"/>
                      <a:pt x="70" y="30"/>
                    </a:cubicBezTo>
                    <a:cubicBezTo>
                      <a:pt x="70" y="29"/>
                      <a:pt x="71" y="31"/>
                      <a:pt x="71" y="31"/>
                    </a:cubicBezTo>
                    <a:cubicBezTo>
                      <a:pt x="69" y="26"/>
                      <a:pt x="69" y="26"/>
                      <a:pt x="69" y="26"/>
                    </a:cubicBezTo>
                    <a:cubicBezTo>
                      <a:pt x="69" y="27"/>
                      <a:pt x="71" y="28"/>
                      <a:pt x="71" y="29"/>
                    </a:cubicBezTo>
                    <a:cubicBezTo>
                      <a:pt x="71" y="29"/>
                      <a:pt x="70" y="26"/>
                      <a:pt x="70" y="24"/>
                    </a:cubicBezTo>
                    <a:cubicBezTo>
                      <a:pt x="70" y="25"/>
                      <a:pt x="70" y="24"/>
                      <a:pt x="70" y="23"/>
                    </a:cubicBezTo>
                    <a:cubicBezTo>
                      <a:pt x="71" y="25"/>
                      <a:pt x="70" y="23"/>
                      <a:pt x="71" y="24"/>
                    </a:cubicBezTo>
                    <a:cubicBezTo>
                      <a:pt x="72" y="26"/>
                      <a:pt x="72" y="26"/>
                      <a:pt x="72" y="26"/>
                    </a:cubicBezTo>
                    <a:cubicBezTo>
                      <a:pt x="71" y="26"/>
                      <a:pt x="73" y="28"/>
                      <a:pt x="73" y="29"/>
                    </a:cubicBezTo>
                    <a:cubicBezTo>
                      <a:pt x="73" y="28"/>
                      <a:pt x="74" y="28"/>
                      <a:pt x="75" y="29"/>
                    </a:cubicBezTo>
                    <a:cubicBezTo>
                      <a:pt x="73" y="26"/>
                      <a:pt x="74" y="27"/>
                      <a:pt x="73" y="25"/>
                    </a:cubicBezTo>
                    <a:cubicBezTo>
                      <a:pt x="74" y="24"/>
                      <a:pt x="74" y="27"/>
                      <a:pt x="75" y="27"/>
                    </a:cubicBezTo>
                    <a:cubicBezTo>
                      <a:pt x="75" y="26"/>
                      <a:pt x="76" y="26"/>
                      <a:pt x="76" y="26"/>
                    </a:cubicBezTo>
                    <a:cubicBezTo>
                      <a:pt x="76" y="26"/>
                      <a:pt x="76" y="26"/>
                      <a:pt x="76" y="26"/>
                    </a:cubicBezTo>
                    <a:cubicBezTo>
                      <a:pt x="76" y="25"/>
                      <a:pt x="77" y="26"/>
                      <a:pt x="77" y="23"/>
                    </a:cubicBezTo>
                    <a:cubicBezTo>
                      <a:pt x="77" y="25"/>
                      <a:pt x="77" y="25"/>
                      <a:pt x="77" y="25"/>
                    </a:cubicBezTo>
                    <a:cubicBezTo>
                      <a:pt x="78" y="25"/>
                      <a:pt x="76" y="22"/>
                      <a:pt x="77" y="23"/>
                    </a:cubicBezTo>
                    <a:cubicBezTo>
                      <a:pt x="78" y="24"/>
                      <a:pt x="78" y="24"/>
                      <a:pt x="78" y="24"/>
                    </a:cubicBezTo>
                    <a:cubicBezTo>
                      <a:pt x="78" y="23"/>
                      <a:pt x="79" y="25"/>
                      <a:pt x="78" y="23"/>
                    </a:cubicBezTo>
                    <a:cubicBezTo>
                      <a:pt x="79" y="24"/>
                      <a:pt x="79" y="24"/>
                      <a:pt x="79" y="24"/>
                    </a:cubicBezTo>
                    <a:cubicBezTo>
                      <a:pt x="79" y="23"/>
                      <a:pt x="79" y="24"/>
                      <a:pt x="79" y="22"/>
                    </a:cubicBezTo>
                    <a:cubicBezTo>
                      <a:pt x="80" y="24"/>
                      <a:pt x="80" y="24"/>
                      <a:pt x="80" y="24"/>
                    </a:cubicBezTo>
                    <a:cubicBezTo>
                      <a:pt x="80" y="25"/>
                      <a:pt x="79" y="22"/>
                      <a:pt x="80" y="22"/>
                    </a:cubicBezTo>
                    <a:cubicBezTo>
                      <a:pt x="80" y="22"/>
                      <a:pt x="81" y="23"/>
                      <a:pt x="81" y="23"/>
                    </a:cubicBezTo>
                    <a:cubicBezTo>
                      <a:pt x="80" y="22"/>
                      <a:pt x="81" y="22"/>
                      <a:pt x="81" y="21"/>
                    </a:cubicBezTo>
                    <a:cubicBezTo>
                      <a:pt x="82" y="23"/>
                      <a:pt x="82" y="23"/>
                      <a:pt x="82" y="23"/>
                    </a:cubicBezTo>
                    <a:cubicBezTo>
                      <a:pt x="84" y="22"/>
                      <a:pt x="86" y="22"/>
                      <a:pt x="86" y="19"/>
                    </a:cubicBezTo>
                    <a:cubicBezTo>
                      <a:pt x="88" y="21"/>
                      <a:pt x="87" y="21"/>
                      <a:pt x="87" y="22"/>
                    </a:cubicBezTo>
                    <a:cubicBezTo>
                      <a:pt x="87" y="20"/>
                      <a:pt x="87" y="22"/>
                      <a:pt x="88" y="21"/>
                    </a:cubicBezTo>
                    <a:cubicBezTo>
                      <a:pt x="88" y="21"/>
                      <a:pt x="88" y="21"/>
                      <a:pt x="88" y="21"/>
                    </a:cubicBezTo>
                    <a:cubicBezTo>
                      <a:pt x="88" y="20"/>
                      <a:pt x="89" y="22"/>
                      <a:pt x="89" y="21"/>
                    </a:cubicBezTo>
                    <a:cubicBezTo>
                      <a:pt x="88" y="20"/>
                      <a:pt x="88" y="20"/>
                      <a:pt x="88" y="20"/>
                    </a:cubicBezTo>
                    <a:cubicBezTo>
                      <a:pt x="88" y="19"/>
                      <a:pt x="90" y="23"/>
                      <a:pt x="89" y="20"/>
                    </a:cubicBezTo>
                    <a:cubicBezTo>
                      <a:pt x="90" y="22"/>
                      <a:pt x="90" y="22"/>
                      <a:pt x="90" y="22"/>
                    </a:cubicBezTo>
                    <a:cubicBezTo>
                      <a:pt x="89" y="19"/>
                      <a:pt x="91" y="22"/>
                      <a:pt x="90" y="20"/>
                    </a:cubicBezTo>
                    <a:cubicBezTo>
                      <a:pt x="90" y="20"/>
                      <a:pt x="90" y="20"/>
                      <a:pt x="90" y="20"/>
                    </a:cubicBezTo>
                    <a:cubicBezTo>
                      <a:pt x="91" y="21"/>
                      <a:pt x="90" y="17"/>
                      <a:pt x="91" y="19"/>
                    </a:cubicBezTo>
                    <a:cubicBezTo>
                      <a:pt x="91" y="19"/>
                      <a:pt x="91" y="18"/>
                      <a:pt x="91" y="16"/>
                    </a:cubicBezTo>
                    <a:cubicBezTo>
                      <a:pt x="92" y="19"/>
                      <a:pt x="92" y="19"/>
                      <a:pt x="92" y="19"/>
                    </a:cubicBezTo>
                    <a:cubicBezTo>
                      <a:pt x="93" y="17"/>
                      <a:pt x="94" y="17"/>
                      <a:pt x="94" y="14"/>
                    </a:cubicBezTo>
                    <a:cubicBezTo>
                      <a:pt x="95" y="15"/>
                      <a:pt x="95" y="15"/>
                      <a:pt x="95" y="15"/>
                    </a:cubicBezTo>
                    <a:cubicBezTo>
                      <a:pt x="95" y="13"/>
                      <a:pt x="97" y="17"/>
                      <a:pt x="96" y="13"/>
                    </a:cubicBezTo>
                    <a:cubicBezTo>
                      <a:pt x="96" y="11"/>
                      <a:pt x="96" y="11"/>
                      <a:pt x="96" y="11"/>
                    </a:cubicBezTo>
                    <a:cubicBezTo>
                      <a:pt x="97" y="13"/>
                      <a:pt x="97" y="13"/>
                      <a:pt x="97" y="13"/>
                    </a:cubicBezTo>
                    <a:cubicBezTo>
                      <a:pt x="97" y="12"/>
                      <a:pt x="98" y="13"/>
                      <a:pt x="97" y="11"/>
                    </a:cubicBezTo>
                    <a:cubicBezTo>
                      <a:pt x="98" y="13"/>
                      <a:pt x="98" y="13"/>
                      <a:pt x="98" y="13"/>
                    </a:cubicBezTo>
                    <a:cubicBezTo>
                      <a:pt x="98" y="13"/>
                      <a:pt x="98" y="10"/>
                      <a:pt x="98" y="11"/>
                    </a:cubicBezTo>
                    <a:cubicBezTo>
                      <a:pt x="98" y="11"/>
                      <a:pt x="98" y="11"/>
                      <a:pt x="98" y="11"/>
                    </a:cubicBezTo>
                    <a:cubicBezTo>
                      <a:pt x="101" y="14"/>
                      <a:pt x="104" y="15"/>
                      <a:pt x="104" y="11"/>
                    </a:cubicBezTo>
                    <a:cubicBezTo>
                      <a:pt x="104" y="10"/>
                      <a:pt x="105" y="13"/>
                      <a:pt x="105" y="13"/>
                    </a:cubicBezTo>
                    <a:cubicBezTo>
                      <a:pt x="106" y="9"/>
                      <a:pt x="109" y="14"/>
                      <a:pt x="109" y="8"/>
                    </a:cubicBezTo>
                    <a:cubicBezTo>
                      <a:pt x="110" y="6"/>
                      <a:pt x="108" y="1"/>
                      <a:pt x="108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9" name="Freeform 114"/>
              <p:cNvSpPr/>
              <p:nvPr>
                <p:custDataLst>
                  <p:tags r:id="rId361"/>
                </p:custDataLst>
              </p:nvPr>
            </p:nvSpPr>
            <p:spPr bwMode="auto">
              <a:xfrm>
                <a:off x="3897" y="1269"/>
                <a:ext cx="6" cy="2"/>
              </a:xfrm>
              <a:custGeom>
                <a:avLst/>
                <a:gdLst>
                  <a:gd name="T0" fmla="*/ 6 w 6"/>
                  <a:gd name="T1" fmla="*/ 0 h 2"/>
                  <a:gd name="T2" fmla="*/ 6 w 6"/>
                  <a:gd name="T3" fmla="*/ 0 h 2"/>
                  <a:gd name="T4" fmla="*/ 0 w 6"/>
                  <a:gd name="T5" fmla="*/ 2 h 2"/>
                  <a:gd name="T6" fmla="*/ 6 w 6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" h="2">
                    <a:moveTo>
                      <a:pt x="6" y="0"/>
                    </a:moveTo>
                    <a:lnTo>
                      <a:pt x="6" y="0"/>
                    </a:lnTo>
                    <a:lnTo>
                      <a:pt x="0" y="2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0" name="Freeform 115"/>
              <p:cNvSpPr/>
              <p:nvPr>
                <p:custDataLst>
                  <p:tags r:id="rId362"/>
                </p:custDataLst>
              </p:nvPr>
            </p:nvSpPr>
            <p:spPr bwMode="auto">
              <a:xfrm>
                <a:off x="3935" y="1214"/>
                <a:ext cx="78" cy="253"/>
              </a:xfrm>
              <a:custGeom>
                <a:avLst/>
                <a:gdLst>
                  <a:gd name="T0" fmla="*/ 15 w 37"/>
                  <a:gd name="T1" fmla="*/ 54 h 119"/>
                  <a:gd name="T2" fmla="*/ 12 w 37"/>
                  <a:gd name="T3" fmla="*/ 62 h 119"/>
                  <a:gd name="T4" fmla="*/ 8 w 37"/>
                  <a:gd name="T5" fmla="*/ 67 h 119"/>
                  <a:gd name="T6" fmla="*/ 6 w 37"/>
                  <a:gd name="T7" fmla="*/ 78 h 119"/>
                  <a:gd name="T8" fmla="*/ 4 w 37"/>
                  <a:gd name="T9" fmla="*/ 84 h 119"/>
                  <a:gd name="T10" fmla="*/ 2 w 37"/>
                  <a:gd name="T11" fmla="*/ 96 h 119"/>
                  <a:gd name="T12" fmla="*/ 5 w 37"/>
                  <a:gd name="T13" fmla="*/ 103 h 119"/>
                  <a:gd name="T14" fmla="*/ 2 w 37"/>
                  <a:gd name="T15" fmla="*/ 111 h 119"/>
                  <a:gd name="T16" fmla="*/ 2 w 37"/>
                  <a:gd name="T17" fmla="*/ 115 h 119"/>
                  <a:gd name="T18" fmla="*/ 7 w 37"/>
                  <a:gd name="T19" fmla="*/ 117 h 119"/>
                  <a:gd name="T20" fmla="*/ 8 w 37"/>
                  <a:gd name="T21" fmla="*/ 117 h 119"/>
                  <a:gd name="T22" fmla="*/ 9 w 37"/>
                  <a:gd name="T23" fmla="*/ 115 h 119"/>
                  <a:gd name="T24" fmla="*/ 12 w 37"/>
                  <a:gd name="T25" fmla="*/ 113 h 119"/>
                  <a:gd name="T26" fmla="*/ 15 w 37"/>
                  <a:gd name="T27" fmla="*/ 110 h 119"/>
                  <a:gd name="T28" fmla="*/ 17 w 37"/>
                  <a:gd name="T29" fmla="*/ 110 h 119"/>
                  <a:gd name="T30" fmla="*/ 17 w 37"/>
                  <a:gd name="T31" fmla="*/ 108 h 119"/>
                  <a:gd name="T32" fmla="*/ 18 w 37"/>
                  <a:gd name="T33" fmla="*/ 108 h 119"/>
                  <a:gd name="T34" fmla="*/ 21 w 37"/>
                  <a:gd name="T35" fmla="*/ 108 h 119"/>
                  <a:gd name="T36" fmla="*/ 15 w 37"/>
                  <a:gd name="T37" fmla="*/ 104 h 119"/>
                  <a:gd name="T38" fmla="*/ 18 w 37"/>
                  <a:gd name="T39" fmla="*/ 104 h 119"/>
                  <a:gd name="T40" fmla="*/ 20 w 37"/>
                  <a:gd name="T41" fmla="*/ 104 h 119"/>
                  <a:gd name="T42" fmla="*/ 22 w 37"/>
                  <a:gd name="T43" fmla="*/ 102 h 119"/>
                  <a:gd name="T44" fmla="*/ 20 w 37"/>
                  <a:gd name="T45" fmla="*/ 100 h 119"/>
                  <a:gd name="T46" fmla="*/ 22 w 37"/>
                  <a:gd name="T47" fmla="*/ 99 h 119"/>
                  <a:gd name="T48" fmla="*/ 15 w 37"/>
                  <a:gd name="T49" fmla="*/ 95 h 119"/>
                  <a:gd name="T50" fmla="*/ 21 w 37"/>
                  <a:gd name="T51" fmla="*/ 97 h 119"/>
                  <a:gd name="T52" fmla="*/ 24 w 37"/>
                  <a:gd name="T53" fmla="*/ 92 h 119"/>
                  <a:gd name="T54" fmla="*/ 24 w 37"/>
                  <a:gd name="T55" fmla="*/ 89 h 119"/>
                  <a:gd name="T56" fmla="*/ 21 w 37"/>
                  <a:gd name="T57" fmla="*/ 85 h 119"/>
                  <a:gd name="T58" fmla="*/ 26 w 37"/>
                  <a:gd name="T59" fmla="*/ 81 h 119"/>
                  <a:gd name="T60" fmla="*/ 24 w 37"/>
                  <a:gd name="T61" fmla="*/ 78 h 119"/>
                  <a:gd name="T62" fmla="*/ 25 w 37"/>
                  <a:gd name="T63" fmla="*/ 77 h 119"/>
                  <a:gd name="T64" fmla="*/ 23 w 37"/>
                  <a:gd name="T65" fmla="*/ 75 h 119"/>
                  <a:gd name="T66" fmla="*/ 27 w 37"/>
                  <a:gd name="T67" fmla="*/ 75 h 119"/>
                  <a:gd name="T68" fmla="*/ 26 w 37"/>
                  <a:gd name="T69" fmla="*/ 72 h 119"/>
                  <a:gd name="T70" fmla="*/ 25 w 37"/>
                  <a:gd name="T71" fmla="*/ 67 h 119"/>
                  <a:gd name="T72" fmla="*/ 29 w 37"/>
                  <a:gd name="T73" fmla="*/ 65 h 119"/>
                  <a:gd name="T74" fmla="*/ 28 w 37"/>
                  <a:gd name="T75" fmla="*/ 61 h 119"/>
                  <a:gd name="T76" fmla="*/ 29 w 37"/>
                  <a:gd name="T77" fmla="*/ 59 h 119"/>
                  <a:gd name="T78" fmla="*/ 29 w 37"/>
                  <a:gd name="T79" fmla="*/ 59 h 119"/>
                  <a:gd name="T80" fmla="*/ 29 w 37"/>
                  <a:gd name="T81" fmla="*/ 56 h 119"/>
                  <a:gd name="T82" fmla="*/ 27 w 37"/>
                  <a:gd name="T83" fmla="*/ 51 h 119"/>
                  <a:gd name="T84" fmla="*/ 25 w 37"/>
                  <a:gd name="T85" fmla="*/ 49 h 119"/>
                  <a:gd name="T86" fmla="*/ 27 w 37"/>
                  <a:gd name="T87" fmla="*/ 47 h 119"/>
                  <a:gd name="T88" fmla="*/ 29 w 37"/>
                  <a:gd name="T89" fmla="*/ 44 h 119"/>
                  <a:gd name="T90" fmla="*/ 27 w 37"/>
                  <a:gd name="T91" fmla="*/ 39 h 119"/>
                  <a:gd name="T92" fmla="*/ 28 w 37"/>
                  <a:gd name="T93" fmla="*/ 37 h 119"/>
                  <a:gd name="T94" fmla="*/ 31 w 37"/>
                  <a:gd name="T95" fmla="*/ 30 h 119"/>
                  <a:gd name="T96" fmla="*/ 32 w 37"/>
                  <a:gd name="T97" fmla="*/ 27 h 119"/>
                  <a:gd name="T98" fmla="*/ 29 w 37"/>
                  <a:gd name="T99" fmla="*/ 19 h 119"/>
                  <a:gd name="T100" fmla="*/ 30 w 37"/>
                  <a:gd name="T101" fmla="*/ 16 h 119"/>
                  <a:gd name="T102" fmla="*/ 26 w 37"/>
                  <a:gd name="T103" fmla="*/ 0 h 119"/>
                  <a:gd name="T104" fmla="*/ 18 w 37"/>
                  <a:gd name="T105" fmla="*/ 21 h 119"/>
                  <a:gd name="T106" fmla="*/ 11 w 37"/>
                  <a:gd name="T107" fmla="*/ 38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7" h="119">
                    <a:moveTo>
                      <a:pt x="11" y="38"/>
                    </a:moveTo>
                    <a:cubicBezTo>
                      <a:pt x="11" y="42"/>
                      <a:pt x="12" y="46"/>
                      <a:pt x="12" y="50"/>
                    </a:cubicBezTo>
                    <a:cubicBezTo>
                      <a:pt x="15" y="51"/>
                      <a:pt x="13" y="52"/>
                      <a:pt x="16" y="53"/>
                    </a:cubicBezTo>
                    <a:cubicBezTo>
                      <a:pt x="15" y="53"/>
                      <a:pt x="15" y="53"/>
                      <a:pt x="15" y="53"/>
                    </a:cubicBezTo>
                    <a:cubicBezTo>
                      <a:pt x="16" y="53"/>
                      <a:pt x="14" y="53"/>
                      <a:pt x="13" y="54"/>
                    </a:cubicBezTo>
                    <a:cubicBezTo>
                      <a:pt x="14" y="54"/>
                      <a:pt x="13" y="54"/>
                      <a:pt x="15" y="54"/>
                    </a:cubicBezTo>
                    <a:cubicBezTo>
                      <a:pt x="17" y="55"/>
                      <a:pt x="12" y="54"/>
                      <a:pt x="13" y="55"/>
                    </a:cubicBezTo>
                    <a:cubicBezTo>
                      <a:pt x="13" y="55"/>
                      <a:pt x="14" y="55"/>
                      <a:pt x="14" y="55"/>
                    </a:cubicBezTo>
                    <a:cubicBezTo>
                      <a:pt x="16" y="56"/>
                      <a:pt x="13" y="55"/>
                      <a:pt x="11" y="55"/>
                    </a:cubicBezTo>
                    <a:cubicBezTo>
                      <a:pt x="11" y="57"/>
                      <a:pt x="13" y="59"/>
                      <a:pt x="11" y="61"/>
                    </a:cubicBezTo>
                    <a:cubicBezTo>
                      <a:pt x="11" y="60"/>
                      <a:pt x="13" y="61"/>
                      <a:pt x="13" y="61"/>
                    </a:cubicBezTo>
                    <a:cubicBezTo>
                      <a:pt x="9" y="60"/>
                      <a:pt x="13" y="62"/>
                      <a:pt x="12" y="62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9" y="62"/>
                      <a:pt x="11" y="63"/>
                      <a:pt x="10" y="63"/>
                    </a:cubicBezTo>
                    <a:cubicBezTo>
                      <a:pt x="11" y="64"/>
                      <a:pt x="8" y="64"/>
                      <a:pt x="9" y="65"/>
                    </a:cubicBezTo>
                    <a:cubicBezTo>
                      <a:pt x="8" y="64"/>
                      <a:pt x="8" y="65"/>
                      <a:pt x="8" y="65"/>
                    </a:cubicBezTo>
                    <a:cubicBezTo>
                      <a:pt x="11" y="66"/>
                      <a:pt x="6" y="66"/>
                      <a:pt x="8" y="67"/>
                    </a:cubicBezTo>
                    <a:cubicBezTo>
                      <a:pt x="8" y="67"/>
                      <a:pt x="8" y="67"/>
                      <a:pt x="8" y="67"/>
                    </a:cubicBezTo>
                    <a:cubicBezTo>
                      <a:pt x="8" y="68"/>
                      <a:pt x="6" y="70"/>
                      <a:pt x="8" y="72"/>
                    </a:cubicBezTo>
                    <a:cubicBezTo>
                      <a:pt x="8" y="73"/>
                      <a:pt x="4" y="73"/>
                      <a:pt x="5" y="75"/>
                    </a:cubicBezTo>
                    <a:cubicBezTo>
                      <a:pt x="7" y="76"/>
                      <a:pt x="7" y="76"/>
                      <a:pt x="7" y="76"/>
                    </a:cubicBezTo>
                    <a:cubicBezTo>
                      <a:pt x="7" y="76"/>
                      <a:pt x="6" y="75"/>
                      <a:pt x="5" y="75"/>
                    </a:cubicBezTo>
                    <a:cubicBezTo>
                      <a:pt x="7" y="76"/>
                      <a:pt x="5" y="76"/>
                      <a:pt x="5" y="77"/>
                    </a:cubicBezTo>
                    <a:cubicBezTo>
                      <a:pt x="5" y="77"/>
                      <a:pt x="5" y="78"/>
                      <a:pt x="6" y="78"/>
                    </a:cubicBezTo>
                    <a:cubicBezTo>
                      <a:pt x="4" y="78"/>
                      <a:pt x="7" y="80"/>
                      <a:pt x="5" y="80"/>
                    </a:cubicBezTo>
                    <a:cubicBezTo>
                      <a:pt x="8" y="81"/>
                      <a:pt x="6" y="80"/>
                      <a:pt x="7" y="81"/>
                    </a:cubicBezTo>
                    <a:cubicBezTo>
                      <a:pt x="7" y="81"/>
                      <a:pt x="6" y="81"/>
                      <a:pt x="5" y="81"/>
                    </a:cubicBezTo>
                    <a:cubicBezTo>
                      <a:pt x="6" y="81"/>
                      <a:pt x="6" y="82"/>
                      <a:pt x="4" y="82"/>
                    </a:cubicBezTo>
                    <a:cubicBezTo>
                      <a:pt x="5" y="82"/>
                      <a:pt x="6" y="83"/>
                      <a:pt x="6" y="83"/>
                    </a:cubicBezTo>
                    <a:cubicBezTo>
                      <a:pt x="3" y="83"/>
                      <a:pt x="5" y="84"/>
                      <a:pt x="4" y="84"/>
                    </a:cubicBezTo>
                    <a:cubicBezTo>
                      <a:pt x="6" y="85"/>
                      <a:pt x="8" y="86"/>
                      <a:pt x="7" y="86"/>
                    </a:cubicBezTo>
                    <a:cubicBezTo>
                      <a:pt x="4" y="85"/>
                      <a:pt x="4" y="85"/>
                      <a:pt x="4" y="85"/>
                    </a:cubicBezTo>
                    <a:cubicBezTo>
                      <a:pt x="5" y="86"/>
                      <a:pt x="2" y="87"/>
                      <a:pt x="4" y="90"/>
                    </a:cubicBezTo>
                    <a:cubicBezTo>
                      <a:pt x="3" y="89"/>
                      <a:pt x="3" y="89"/>
                      <a:pt x="3" y="89"/>
                    </a:cubicBezTo>
                    <a:cubicBezTo>
                      <a:pt x="4" y="91"/>
                      <a:pt x="1" y="92"/>
                      <a:pt x="4" y="95"/>
                    </a:cubicBezTo>
                    <a:cubicBezTo>
                      <a:pt x="3" y="95"/>
                      <a:pt x="2" y="95"/>
                      <a:pt x="2" y="96"/>
                    </a:cubicBezTo>
                    <a:cubicBezTo>
                      <a:pt x="3" y="97"/>
                      <a:pt x="3" y="97"/>
                      <a:pt x="5" y="98"/>
                    </a:cubicBezTo>
                    <a:cubicBezTo>
                      <a:pt x="5" y="98"/>
                      <a:pt x="4" y="98"/>
                      <a:pt x="3" y="98"/>
                    </a:cubicBezTo>
                    <a:cubicBezTo>
                      <a:pt x="2" y="98"/>
                      <a:pt x="0" y="98"/>
                      <a:pt x="2" y="99"/>
                    </a:cubicBezTo>
                    <a:cubicBezTo>
                      <a:pt x="1" y="99"/>
                      <a:pt x="1" y="99"/>
                      <a:pt x="1" y="99"/>
                    </a:cubicBezTo>
                    <a:cubicBezTo>
                      <a:pt x="2" y="100"/>
                      <a:pt x="4" y="101"/>
                      <a:pt x="2" y="102"/>
                    </a:cubicBezTo>
                    <a:cubicBezTo>
                      <a:pt x="3" y="102"/>
                      <a:pt x="3" y="103"/>
                      <a:pt x="5" y="103"/>
                    </a:cubicBezTo>
                    <a:cubicBezTo>
                      <a:pt x="5" y="103"/>
                      <a:pt x="3" y="103"/>
                      <a:pt x="4" y="103"/>
                    </a:cubicBezTo>
                    <a:cubicBezTo>
                      <a:pt x="2" y="102"/>
                      <a:pt x="2" y="102"/>
                      <a:pt x="2" y="102"/>
                    </a:cubicBezTo>
                    <a:cubicBezTo>
                      <a:pt x="1" y="104"/>
                      <a:pt x="2" y="105"/>
                      <a:pt x="3" y="107"/>
                    </a:cubicBezTo>
                    <a:cubicBezTo>
                      <a:pt x="0" y="107"/>
                      <a:pt x="3" y="108"/>
                      <a:pt x="1" y="109"/>
                    </a:cubicBezTo>
                    <a:cubicBezTo>
                      <a:pt x="2" y="110"/>
                      <a:pt x="0" y="110"/>
                      <a:pt x="3" y="111"/>
                    </a:cubicBezTo>
                    <a:cubicBezTo>
                      <a:pt x="2" y="111"/>
                      <a:pt x="2" y="111"/>
                      <a:pt x="2" y="111"/>
                    </a:cubicBezTo>
                    <a:cubicBezTo>
                      <a:pt x="1" y="111"/>
                      <a:pt x="2" y="112"/>
                      <a:pt x="1" y="113"/>
                    </a:cubicBezTo>
                    <a:cubicBezTo>
                      <a:pt x="1" y="114"/>
                      <a:pt x="3" y="114"/>
                      <a:pt x="4" y="114"/>
                    </a:cubicBezTo>
                    <a:cubicBezTo>
                      <a:pt x="2" y="114"/>
                      <a:pt x="2" y="114"/>
                      <a:pt x="2" y="114"/>
                    </a:cubicBezTo>
                    <a:cubicBezTo>
                      <a:pt x="3" y="115"/>
                      <a:pt x="5" y="115"/>
                      <a:pt x="7" y="115"/>
                    </a:cubicBezTo>
                    <a:cubicBezTo>
                      <a:pt x="6" y="115"/>
                      <a:pt x="7" y="115"/>
                      <a:pt x="6" y="115"/>
                    </a:cubicBezTo>
                    <a:cubicBezTo>
                      <a:pt x="5" y="115"/>
                      <a:pt x="4" y="115"/>
                      <a:pt x="2" y="115"/>
                    </a:cubicBezTo>
                    <a:cubicBezTo>
                      <a:pt x="1" y="116"/>
                      <a:pt x="5" y="116"/>
                      <a:pt x="3" y="117"/>
                    </a:cubicBezTo>
                    <a:cubicBezTo>
                      <a:pt x="2" y="117"/>
                      <a:pt x="3" y="118"/>
                      <a:pt x="5" y="117"/>
                    </a:cubicBezTo>
                    <a:cubicBezTo>
                      <a:pt x="4" y="117"/>
                      <a:pt x="4" y="118"/>
                      <a:pt x="3" y="118"/>
                    </a:cubicBezTo>
                    <a:cubicBezTo>
                      <a:pt x="3" y="118"/>
                      <a:pt x="3" y="118"/>
                      <a:pt x="4" y="118"/>
                    </a:cubicBezTo>
                    <a:cubicBezTo>
                      <a:pt x="4" y="118"/>
                      <a:pt x="4" y="118"/>
                      <a:pt x="4" y="118"/>
                    </a:cubicBezTo>
                    <a:cubicBezTo>
                      <a:pt x="5" y="118"/>
                      <a:pt x="5" y="118"/>
                      <a:pt x="7" y="117"/>
                    </a:cubicBezTo>
                    <a:cubicBezTo>
                      <a:pt x="7" y="117"/>
                      <a:pt x="6" y="117"/>
                      <a:pt x="7" y="117"/>
                    </a:cubicBezTo>
                    <a:cubicBezTo>
                      <a:pt x="8" y="117"/>
                      <a:pt x="8" y="117"/>
                      <a:pt x="7" y="118"/>
                    </a:cubicBezTo>
                    <a:cubicBezTo>
                      <a:pt x="6" y="118"/>
                      <a:pt x="5" y="118"/>
                      <a:pt x="4" y="119"/>
                    </a:cubicBezTo>
                    <a:cubicBezTo>
                      <a:pt x="7" y="118"/>
                      <a:pt x="7" y="118"/>
                      <a:pt x="7" y="118"/>
                    </a:cubicBezTo>
                    <a:cubicBezTo>
                      <a:pt x="7" y="118"/>
                      <a:pt x="8" y="118"/>
                      <a:pt x="9" y="117"/>
                    </a:cubicBezTo>
                    <a:cubicBezTo>
                      <a:pt x="8" y="117"/>
                      <a:pt x="8" y="117"/>
                      <a:pt x="8" y="117"/>
                    </a:cubicBezTo>
                    <a:cubicBezTo>
                      <a:pt x="9" y="117"/>
                      <a:pt x="9" y="117"/>
                      <a:pt x="9" y="117"/>
                    </a:cubicBezTo>
                    <a:cubicBezTo>
                      <a:pt x="9" y="117"/>
                      <a:pt x="10" y="116"/>
                      <a:pt x="9" y="116"/>
                    </a:cubicBezTo>
                    <a:cubicBezTo>
                      <a:pt x="7" y="116"/>
                      <a:pt x="7" y="116"/>
                      <a:pt x="7" y="116"/>
                    </a:cubicBezTo>
                    <a:cubicBezTo>
                      <a:pt x="7" y="116"/>
                      <a:pt x="5" y="116"/>
                      <a:pt x="7" y="116"/>
                    </a:cubicBezTo>
                    <a:cubicBezTo>
                      <a:pt x="9" y="115"/>
                      <a:pt x="9" y="115"/>
                      <a:pt x="9" y="115"/>
                    </a:cubicBezTo>
                    <a:cubicBezTo>
                      <a:pt x="9" y="115"/>
                      <a:pt x="8" y="115"/>
                      <a:pt x="9" y="115"/>
                    </a:cubicBezTo>
                    <a:cubicBezTo>
                      <a:pt x="11" y="115"/>
                      <a:pt x="11" y="115"/>
                      <a:pt x="11" y="115"/>
                    </a:cubicBezTo>
                    <a:cubicBezTo>
                      <a:pt x="8" y="115"/>
                      <a:pt x="10" y="114"/>
                      <a:pt x="9" y="114"/>
                    </a:cubicBezTo>
                    <a:cubicBezTo>
                      <a:pt x="10" y="114"/>
                      <a:pt x="10" y="114"/>
                      <a:pt x="10" y="114"/>
                    </a:cubicBezTo>
                    <a:cubicBezTo>
                      <a:pt x="11" y="114"/>
                      <a:pt x="8" y="114"/>
                      <a:pt x="8" y="114"/>
                    </a:cubicBezTo>
                    <a:cubicBezTo>
                      <a:pt x="9" y="114"/>
                      <a:pt x="11" y="114"/>
                      <a:pt x="12" y="114"/>
                    </a:cubicBezTo>
                    <a:cubicBezTo>
                      <a:pt x="12" y="113"/>
                      <a:pt x="10" y="113"/>
                      <a:pt x="12" y="113"/>
                    </a:cubicBezTo>
                    <a:cubicBezTo>
                      <a:pt x="11" y="112"/>
                      <a:pt x="10" y="112"/>
                      <a:pt x="9" y="111"/>
                    </a:cubicBezTo>
                    <a:cubicBezTo>
                      <a:pt x="9" y="111"/>
                      <a:pt x="12" y="112"/>
                      <a:pt x="11" y="111"/>
                    </a:cubicBezTo>
                    <a:cubicBezTo>
                      <a:pt x="12" y="111"/>
                      <a:pt x="13" y="111"/>
                      <a:pt x="14" y="111"/>
                    </a:cubicBezTo>
                    <a:cubicBezTo>
                      <a:pt x="13" y="111"/>
                      <a:pt x="14" y="111"/>
                      <a:pt x="12" y="111"/>
                    </a:cubicBezTo>
                    <a:cubicBezTo>
                      <a:pt x="12" y="110"/>
                      <a:pt x="13" y="110"/>
                      <a:pt x="12" y="109"/>
                    </a:cubicBezTo>
                    <a:cubicBezTo>
                      <a:pt x="12" y="109"/>
                      <a:pt x="14" y="110"/>
                      <a:pt x="15" y="110"/>
                    </a:cubicBezTo>
                    <a:cubicBezTo>
                      <a:pt x="13" y="109"/>
                      <a:pt x="13" y="109"/>
                      <a:pt x="13" y="108"/>
                    </a:cubicBezTo>
                    <a:cubicBezTo>
                      <a:pt x="11" y="108"/>
                      <a:pt x="11" y="108"/>
                      <a:pt x="10" y="108"/>
                    </a:cubicBezTo>
                    <a:cubicBezTo>
                      <a:pt x="9" y="108"/>
                      <a:pt x="9" y="107"/>
                      <a:pt x="9" y="107"/>
                    </a:cubicBezTo>
                    <a:cubicBezTo>
                      <a:pt x="11" y="108"/>
                      <a:pt x="13" y="108"/>
                      <a:pt x="14" y="108"/>
                    </a:cubicBezTo>
                    <a:cubicBezTo>
                      <a:pt x="16" y="108"/>
                      <a:pt x="13" y="108"/>
                      <a:pt x="16" y="109"/>
                    </a:cubicBezTo>
                    <a:cubicBezTo>
                      <a:pt x="18" y="109"/>
                      <a:pt x="18" y="110"/>
                      <a:pt x="17" y="110"/>
                    </a:cubicBezTo>
                    <a:cubicBezTo>
                      <a:pt x="19" y="111"/>
                      <a:pt x="17" y="110"/>
                      <a:pt x="19" y="110"/>
                    </a:cubicBezTo>
                    <a:cubicBezTo>
                      <a:pt x="19" y="110"/>
                      <a:pt x="18" y="110"/>
                      <a:pt x="18" y="109"/>
                    </a:cubicBezTo>
                    <a:cubicBezTo>
                      <a:pt x="17" y="109"/>
                      <a:pt x="16" y="109"/>
                      <a:pt x="15" y="108"/>
                    </a:cubicBezTo>
                    <a:cubicBezTo>
                      <a:pt x="13" y="108"/>
                      <a:pt x="17" y="108"/>
                      <a:pt x="17" y="108"/>
                    </a:cubicBezTo>
                    <a:cubicBezTo>
                      <a:pt x="18" y="109"/>
                      <a:pt x="18" y="109"/>
                      <a:pt x="18" y="109"/>
                    </a:cubicBezTo>
                    <a:cubicBezTo>
                      <a:pt x="19" y="109"/>
                      <a:pt x="17" y="108"/>
                      <a:pt x="17" y="108"/>
                    </a:cubicBezTo>
                    <a:cubicBezTo>
                      <a:pt x="21" y="109"/>
                      <a:pt x="18" y="108"/>
                      <a:pt x="20" y="109"/>
                    </a:cubicBezTo>
                    <a:cubicBezTo>
                      <a:pt x="22" y="109"/>
                      <a:pt x="22" y="109"/>
                      <a:pt x="22" y="109"/>
                    </a:cubicBezTo>
                    <a:cubicBezTo>
                      <a:pt x="22" y="109"/>
                      <a:pt x="19" y="109"/>
                      <a:pt x="20" y="108"/>
                    </a:cubicBezTo>
                    <a:cubicBezTo>
                      <a:pt x="21" y="109"/>
                      <a:pt x="21" y="109"/>
                      <a:pt x="21" y="109"/>
                    </a:cubicBezTo>
                    <a:cubicBezTo>
                      <a:pt x="21" y="108"/>
                      <a:pt x="21" y="108"/>
                      <a:pt x="21" y="108"/>
                    </a:cubicBezTo>
                    <a:cubicBezTo>
                      <a:pt x="20" y="108"/>
                      <a:pt x="18" y="108"/>
                      <a:pt x="18" y="108"/>
                    </a:cubicBezTo>
                    <a:cubicBezTo>
                      <a:pt x="15" y="107"/>
                      <a:pt x="18" y="108"/>
                      <a:pt x="17" y="107"/>
                    </a:cubicBezTo>
                    <a:cubicBezTo>
                      <a:pt x="15" y="106"/>
                      <a:pt x="17" y="107"/>
                      <a:pt x="16" y="107"/>
                    </a:cubicBezTo>
                    <a:cubicBezTo>
                      <a:pt x="14" y="106"/>
                      <a:pt x="14" y="106"/>
                      <a:pt x="14" y="106"/>
                    </a:cubicBezTo>
                    <a:cubicBezTo>
                      <a:pt x="14" y="105"/>
                      <a:pt x="16" y="106"/>
                      <a:pt x="17" y="106"/>
                    </a:cubicBezTo>
                    <a:cubicBezTo>
                      <a:pt x="17" y="106"/>
                      <a:pt x="17" y="107"/>
                      <a:pt x="16" y="106"/>
                    </a:cubicBezTo>
                    <a:cubicBezTo>
                      <a:pt x="18" y="107"/>
                      <a:pt x="20" y="107"/>
                      <a:pt x="21" y="108"/>
                    </a:cubicBezTo>
                    <a:cubicBezTo>
                      <a:pt x="22" y="108"/>
                      <a:pt x="20" y="107"/>
                      <a:pt x="20" y="107"/>
                    </a:cubicBezTo>
                    <a:cubicBezTo>
                      <a:pt x="19" y="107"/>
                      <a:pt x="18" y="107"/>
                      <a:pt x="17" y="106"/>
                    </a:cubicBezTo>
                    <a:cubicBezTo>
                      <a:pt x="13" y="105"/>
                      <a:pt x="21" y="107"/>
                      <a:pt x="20" y="106"/>
                    </a:cubicBezTo>
                    <a:cubicBezTo>
                      <a:pt x="17" y="106"/>
                      <a:pt x="16" y="104"/>
                      <a:pt x="13" y="104"/>
                    </a:cubicBezTo>
                    <a:cubicBezTo>
                      <a:pt x="12" y="104"/>
                      <a:pt x="12" y="103"/>
                      <a:pt x="12" y="103"/>
                    </a:cubicBezTo>
                    <a:cubicBezTo>
                      <a:pt x="14" y="104"/>
                      <a:pt x="13" y="103"/>
                      <a:pt x="15" y="104"/>
                    </a:cubicBezTo>
                    <a:cubicBezTo>
                      <a:pt x="15" y="104"/>
                      <a:pt x="15" y="104"/>
                      <a:pt x="15" y="104"/>
                    </a:cubicBezTo>
                    <a:cubicBezTo>
                      <a:pt x="18" y="105"/>
                      <a:pt x="18" y="105"/>
                      <a:pt x="18" y="105"/>
                    </a:cubicBezTo>
                    <a:cubicBezTo>
                      <a:pt x="22" y="106"/>
                      <a:pt x="22" y="106"/>
                      <a:pt x="22" y="106"/>
                    </a:cubicBezTo>
                    <a:cubicBezTo>
                      <a:pt x="21" y="105"/>
                      <a:pt x="20" y="105"/>
                      <a:pt x="19" y="105"/>
                    </a:cubicBezTo>
                    <a:cubicBezTo>
                      <a:pt x="20" y="105"/>
                      <a:pt x="21" y="105"/>
                      <a:pt x="21" y="105"/>
                    </a:cubicBezTo>
                    <a:cubicBezTo>
                      <a:pt x="20" y="105"/>
                      <a:pt x="18" y="104"/>
                      <a:pt x="18" y="104"/>
                    </a:cubicBezTo>
                    <a:cubicBezTo>
                      <a:pt x="18" y="103"/>
                      <a:pt x="20" y="104"/>
                      <a:pt x="20" y="104"/>
                    </a:cubicBezTo>
                    <a:cubicBezTo>
                      <a:pt x="22" y="105"/>
                      <a:pt x="22" y="105"/>
                      <a:pt x="22" y="105"/>
                    </a:cubicBezTo>
                    <a:cubicBezTo>
                      <a:pt x="21" y="104"/>
                      <a:pt x="23" y="105"/>
                      <a:pt x="22" y="105"/>
                    </a:cubicBezTo>
                    <a:cubicBezTo>
                      <a:pt x="21" y="104"/>
                      <a:pt x="20" y="104"/>
                      <a:pt x="18" y="103"/>
                    </a:cubicBezTo>
                    <a:cubicBezTo>
                      <a:pt x="18" y="103"/>
                      <a:pt x="19" y="103"/>
                      <a:pt x="19" y="103"/>
                    </a:cubicBezTo>
                    <a:cubicBezTo>
                      <a:pt x="20" y="104"/>
                      <a:pt x="20" y="104"/>
                      <a:pt x="20" y="104"/>
                    </a:cubicBezTo>
                    <a:cubicBezTo>
                      <a:pt x="20" y="103"/>
                      <a:pt x="23" y="104"/>
                      <a:pt x="23" y="104"/>
                    </a:cubicBezTo>
                    <a:cubicBezTo>
                      <a:pt x="21" y="103"/>
                      <a:pt x="21" y="103"/>
                      <a:pt x="21" y="103"/>
                    </a:cubicBezTo>
                    <a:cubicBezTo>
                      <a:pt x="23" y="104"/>
                      <a:pt x="23" y="104"/>
                      <a:pt x="23" y="104"/>
                    </a:cubicBezTo>
                    <a:cubicBezTo>
                      <a:pt x="22" y="103"/>
                      <a:pt x="22" y="103"/>
                      <a:pt x="21" y="103"/>
                    </a:cubicBezTo>
                    <a:cubicBezTo>
                      <a:pt x="23" y="103"/>
                      <a:pt x="23" y="103"/>
                      <a:pt x="23" y="103"/>
                    </a:cubicBezTo>
                    <a:cubicBezTo>
                      <a:pt x="22" y="103"/>
                      <a:pt x="20" y="102"/>
                      <a:pt x="22" y="102"/>
                    </a:cubicBezTo>
                    <a:cubicBezTo>
                      <a:pt x="19" y="102"/>
                      <a:pt x="22" y="103"/>
                      <a:pt x="20" y="102"/>
                    </a:cubicBezTo>
                    <a:cubicBezTo>
                      <a:pt x="19" y="102"/>
                      <a:pt x="19" y="101"/>
                      <a:pt x="19" y="101"/>
                    </a:cubicBezTo>
                    <a:cubicBezTo>
                      <a:pt x="21" y="102"/>
                      <a:pt x="19" y="101"/>
                      <a:pt x="19" y="101"/>
                    </a:cubicBezTo>
                    <a:cubicBezTo>
                      <a:pt x="20" y="101"/>
                      <a:pt x="21" y="101"/>
                      <a:pt x="21" y="101"/>
                    </a:cubicBezTo>
                    <a:cubicBezTo>
                      <a:pt x="19" y="101"/>
                      <a:pt x="19" y="101"/>
                      <a:pt x="19" y="101"/>
                    </a:cubicBezTo>
                    <a:cubicBezTo>
                      <a:pt x="23" y="102"/>
                      <a:pt x="19" y="100"/>
                      <a:pt x="20" y="100"/>
                    </a:cubicBezTo>
                    <a:cubicBezTo>
                      <a:pt x="21" y="101"/>
                      <a:pt x="22" y="101"/>
                      <a:pt x="23" y="101"/>
                    </a:cubicBezTo>
                    <a:cubicBezTo>
                      <a:pt x="20" y="100"/>
                      <a:pt x="20" y="99"/>
                      <a:pt x="18" y="99"/>
                    </a:cubicBezTo>
                    <a:cubicBezTo>
                      <a:pt x="19" y="99"/>
                      <a:pt x="21" y="100"/>
                      <a:pt x="23" y="101"/>
                    </a:cubicBezTo>
                    <a:cubicBezTo>
                      <a:pt x="21" y="100"/>
                      <a:pt x="25" y="101"/>
                      <a:pt x="22" y="100"/>
                    </a:cubicBezTo>
                    <a:cubicBezTo>
                      <a:pt x="21" y="100"/>
                      <a:pt x="21" y="99"/>
                      <a:pt x="19" y="99"/>
                    </a:cubicBezTo>
                    <a:cubicBezTo>
                      <a:pt x="20" y="98"/>
                      <a:pt x="21" y="99"/>
                      <a:pt x="22" y="99"/>
                    </a:cubicBezTo>
                    <a:cubicBezTo>
                      <a:pt x="21" y="99"/>
                      <a:pt x="19" y="98"/>
                      <a:pt x="19" y="98"/>
                    </a:cubicBezTo>
                    <a:cubicBezTo>
                      <a:pt x="19" y="98"/>
                      <a:pt x="17" y="97"/>
                      <a:pt x="19" y="97"/>
                    </a:cubicBezTo>
                    <a:cubicBezTo>
                      <a:pt x="20" y="98"/>
                      <a:pt x="19" y="98"/>
                      <a:pt x="20" y="98"/>
                    </a:cubicBezTo>
                    <a:cubicBezTo>
                      <a:pt x="21" y="98"/>
                      <a:pt x="17" y="96"/>
                      <a:pt x="16" y="96"/>
                    </a:cubicBezTo>
                    <a:cubicBezTo>
                      <a:pt x="15" y="95"/>
                      <a:pt x="13" y="94"/>
                      <a:pt x="12" y="94"/>
                    </a:cubicBezTo>
                    <a:cubicBezTo>
                      <a:pt x="13" y="93"/>
                      <a:pt x="13" y="94"/>
                      <a:pt x="15" y="95"/>
                    </a:cubicBezTo>
                    <a:cubicBezTo>
                      <a:pt x="14" y="94"/>
                      <a:pt x="14" y="94"/>
                      <a:pt x="14" y="94"/>
                    </a:cubicBezTo>
                    <a:cubicBezTo>
                      <a:pt x="17" y="95"/>
                      <a:pt x="19" y="97"/>
                      <a:pt x="21" y="97"/>
                    </a:cubicBezTo>
                    <a:cubicBezTo>
                      <a:pt x="20" y="97"/>
                      <a:pt x="20" y="97"/>
                      <a:pt x="20" y="97"/>
                    </a:cubicBezTo>
                    <a:cubicBezTo>
                      <a:pt x="23" y="98"/>
                      <a:pt x="23" y="98"/>
                      <a:pt x="23" y="98"/>
                    </a:cubicBezTo>
                    <a:cubicBezTo>
                      <a:pt x="21" y="97"/>
                      <a:pt x="23" y="97"/>
                      <a:pt x="22" y="97"/>
                    </a:cubicBezTo>
                    <a:cubicBezTo>
                      <a:pt x="21" y="96"/>
                      <a:pt x="23" y="97"/>
                      <a:pt x="21" y="97"/>
                    </a:cubicBezTo>
                    <a:cubicBezTo>
                      <a:pt x="21" y="97"/>
                      <a:pt x="19" y="95"/>
                      <a:pt x="20" y="95"/>
                    </a:cubicBezTo>
                    <a:cubicBezTo>
                      <a:pt x="23" y="97"/>
                      <a:pt x="23" y="97"/>
                      <a:pt x="23" y="97"/>
                    </a:cubicBezTo>
                    <a:cubicBezTo>
                      <a:pt x="23" y="97"/>
                      <a:pt x="21" y="96"/>
                      <a:pt x="22" y="96"/>
                    </a:cubicBezTo>
                    <a:cubicBezTo>
                      <a:pt x="23" y="96"/>
                      <a:pt x="23" y="96"/>
                      <a:pt x="23" y="96"/>
                    </a:cubicBezTo>
                    <a:cubicBezTo>
                      <a:pt x="23" y="96"/>
                      <a:pt x="24" y="94"/>
                      <a:pt x="20" y="92"/>
                    </a:cubicBezTo>
                    <a:cubicBezTo>
                      <a:pt x="22" y="92"/>
                      <a:pt x="22" y="92"/>
                      <a:pt x="24" y="92"/>
                    </a:cubicBezTo>
                    <a:cubicBezTo>
                      <a:pt x="23" y="92"/>
                      <a:pt x="22" y="91"/>
                      <a:pt x="22" y="91"/>
                    </a:cubicBezTo>
                    <a:cubicBezTo>
                      <a:pt x="24" y="91"/>
                      <a:pt x="24" y="91"/>
                      <a:pt x="24" y="91"/>
                    </a:cubicBezTo>
                    <a:cubicBezTo>
                      <a:pt x="25" y="91"/>
                      <a:pt x="23" y="90"/>
                      <a:pt x="23" y="90"/>
                    </a:cubicBezTo>
                    <a:cubicBezTo>
                      <a:pt x="24" y="90"/>
                      <a:pt x="24" y="90"/>
                      <a:pt x="24" y="90"/>
                    </a:cubicBezTo>
                    <a:cubicBezTo>
                      <a:pt x="25" y="90"/>
                      <a:pt x="23" y="89"/>
                      <a:pt x="23" y="89"/>
                    </a:cubicBezTo>
                    <a:cubicBezTo>
                      <a:pt x="24" y="89"/>
                      <a:pt x="24" y="89"/>
                      <a:pt x="24" y="89"/>
                    </a:cubicBezTo>
                    <a:cubicBezTo>
                      <a:pt x="23" y="89"/>
                      <a:pt x="23" y="89"/>
                      <a:pt x="23" y="89"/>
                    </a:cubicBezTo>
                    <a:cubicBezTo>
                      <a:pt x="22" y="88"/>
                      <a:pt x="23" y="88"/>
                      <a:pt x="25" y="89"/>
                    </a:cubicBezTo>
                    <a:cubicBezTo>
                      <a:pt x="23" y="88"/>
                      <a:pt x="23" y="88"/>
                      <a:pt x="23" y="88"/>
                    </a:cubicBezTo>
                    <a:cubicBezTo>
                      <a:pt x="25" y="88"/>
                      <a:pt x="25" y="88"/>
                      <a:pt x="25" y="86"/>
                    </a:cubicBezTo>
                    <a:cubicBezTo>
                      <a:pt x="24" y="87"/>
                      <a:pt x="23" y="86"/>
                      <a:pt x="22" y="86"/>
                    </a:cubicBezTo>
                    <a:cubicBezTo>
                      <a:pt x="20" y="86"/>
                      <a:pt x="22" y="86"/>
                      <a:pt x="21" y="85"/>
                    </a:cubicBezTo>
                    <a:cubicBezTo>
                      <a:pt x="24" y="86"/>
                      <a:pt x="24" y="86"/>
                      <a:pt x="24" y="86"/>
                    </a:cubicBezTo>
                    <a:cubicBezTo>
                      <a:pt x="27" y="86"/>
                      <a:pt x="25" y="85"/>
                      <a:pt x="25" y="84"/>
                    </a:cubicBezTo>
                    <a:cubicBezTo>
                      <a:pt x="24" y="83"/>
                      <a:pt x="24" y="83"/>
                      <a:pt x="24" y="83"/>
                    </a:cubicBezTo>
                    <a:cubicBezTo>
                      <a:pt x="27" y="83"/>
                      <a:pt x="24" y="82"/>
                      <a:pt x="25" y="82"/>
                    </a:cubicBezTo>
                    <a:cubicBezTo>
                      <a:pt x="24" y="82"/>
                      <a:pt x="22" y="81"/>
                      <a:pt x="22" y="80"/>
                    </a:cubicBezTo>
                    <a:cubicBezTo>
                      <a:pt x="20" y="79"/>
                      <a:pt x="25" y="81"/>
                      <a:pt x="26" y="81"/>
                    </a:cubicBezTo>
                    <a:cubicBezTo>
                      <a:pt x="25" y="80"/>
                      <a:pt x="25" y="80"/>
                      <a:pt x="25" y="80"/>
                    </a:cubicBezTo>
                    <a:cubicBezTo>
                      <a:pt x="25" y="80"/>
                      <a:pt x="25" y="80"/>
                      <a:pt x="25" y="80"/>
                    </a:cubicBezTo>
                    <a:cubicBezTo>
                      <a:pt x="24" y="80"/>
                      <a:pt x="24" y="79"/>
                      <a:pt x="25" y="79"/>
                    </a:cubicBezTo>
                    <a:cubicBezTo>
                      <a:pt x="25" y="79"/>
                      <a:pt x="25" y="79"/>
                      <a:pt x="25" y="79"/>
                    </a:cubicBezTo>
                    <a:cubicBezTo>
                      <a:pt x="25" y="79"/>
                      <a:pt x="26" y="79"/>
                      <a:pt x="26" y="79"/>
                    </a:cubicBezTo>
                    <a:cubicBezTo>
                      <a:pt x="24" y="78"/>
                      <a:pt x="26" y="78"/>
                      <a:pt x="24" y="78"/>
                    </a:cubicBezTo>
                    <a:cubicBezTo>
                      <a:pt x="25" y="78"/>
                      <a:pt x="25" y="78"/>
                      <a:pt x="25" y="78"/>
                    </a:cubicBezTo>
                    <a:cubicBezTo>
                      <a:pt x="23" y="77"/>
                      <a:pt x="23" y="77"/>
                      <a:pt x="23" y="77"/>
                    </a:cubicBezTo>
                    <a:cubicBezTo>
                      <a:pt x="24" y="77"/>
                      <a:pt x="24" y="77"/>
                      <a:pt x="24" y="77"/>
                    </a:cubicBezTo>
                    <a:cubicBezTo>
                      <a:pt x="26" y="78"/>
                      <a:pt x="26" y="78"/>
                      <a:pt x="26" y="78"/>
                    </a:cubicBezTo>
                    <a:cubicBezTo>
                      <a:pt x="27" y="78"/>
                      <a:pt x="25" y="77"/>
                      <a:pt x="24" y="77"/>
                    </a:cubicBezTo>
                    <a:cubicBezTo>
                      <a:pt x="23" y="76"/>
                      <a:pt x="24" y="77"/>
                      <a:pt x="25" y="77"/>
                    </a:cubicBezTo>
                    <a:cubicBezTo>
                      <a:pt x="26" y="77"/>
                      <a:pt x="25" y="77"/>
                      <a:pt x="25" y="77"/>
                    </a:cubicBezTo>
                    <a:cubicBezTo>
                      <a:pt x="26" y="78"/>
                      <a:pt x="25" y="77"/>
                      <a:pt x="26" y="77"/>
                    </a:cubicBezTo>
                    <a:cubicBezTo>
                      <a:pt x="26" y="77"/>
                      <a:pt x="24" y="77"/>
                      <a:pt x="25" y="77"/>
                    </a:cubicBezTo>
                    <a:cubicBezTo>
                      <a:pt x="25" y="76"/>
                      <a:pt x="25" y="76"/>
                      <a:pt x="26" y="76"/>
                    </a:cubicBezTo>
                    <a:cubicBezTo>
                      <a:pt x="26" y="76"/>
                      <a:pt x="26" y="76"/>
                      <a:pt x="25" y="75"/>
                    </a:cubicBezTo>
                    <a:cubicBezTo>
                      <a:pt x="25" y="76"/>
                      <a:pt x="24" y="76"/>
                      <a:pt x="23" y="75"/>
                    </a:cubicBezTo>
                    <a:cubicBezTo>
                      <a:pt x="23" y="75"/>
                      <a:pt x="23" y="75"/>
                      <a:pt x="23" y="75"/>
                    </a:cubicBezTo>
                    <a:cubicBezTo>
                      <a:pt x="24" y="75"/>
                      <a:pt x="24" y="75"/>
                      <a:pt x="24" y="75"/>
                    </a:cubicBezTo>
                    <a:cubicBezTo>
                      <a:pt x="23" y="75"/>
                      <a:pt x="24" y="75"/>
                      <a:pt x="22" y="75"/>
                    </a:cubicBezTo>
                    <a:cubicBezTo>
                      <a:pt x="25" y="75"/>
                      <a:pt x="25" y="75"/>
                      <a:pt x="25" y="75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5" y="74"/>
                      <a:pt x="27" y="75"/>
                      <a:pt x="27" y="75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3"/>
                      <a:pt x="26" y="74"/>
                      <a:pt x="27" y="74"/>
                    </a:cubicBezTo>
                    <a:cubicBezTo>
                      <a:pt x="28" y="73"/>
                      <a:pt x="22" y="72"/>
                      <a:pt x="24" y="72"/>
                    </a:cubicBezTo>
                    <a:cubicBezTo>
                      <a:pt x="26" y="72"/>
                      <a:pt x="26" y="72"/>
                      <a:pt x="27" y="72"/>
                    </a:cubicBezTo>
                    <a:cubicBezTo>
                      <a:pt x="27" y="72"/>
                      <a:pt x="26" y="72"/>
                      <a:pt x="26" y="72"/>
                    </a:cubicBezTo>
                    <a:cubicBezTo>
                      <a:pt x="25" y="72"/>
                      <a:pt x="27" y="72"/>
                      <a:pt x="26" y="72"/>
                    </a:cubicBezTo>
                    <a:cubicBezTo>
                      <a:pt x="25" y="72"/>
                      <a:pt x="25" y="72"/>
                      <a:pt x="25" y="72"/>
                    </a:cubicBezTo>
                    <a:cubicBezTo>
                      <a:pt x="29" y="72"/>
                      <a:pt x="26" y="70"/>
                      <a:pt x="28" y="70"/>
                    </a:cubicBezTo>
                    <a:cubicBezTo>
                      <a:pt x="26" y="69"/>
                      <a:pt x="28" y="69"/>
                      <a:pt x="27" y="69"/>
                    </a:cubicBezTo>
                    <a:cubicBezTo>
                      <a:pt x="29" y="70"/>
                      <a:pt x="27" y="68"/>
                      <a:pt x="28" y="69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7" y="68"/>
                      <a:pt x="22" y="66"/>
                      <a:pt x="25" y="67"/>
                    </a:cubicBezTo>
                    <a:cubicBezTo>
                      <a:pt x="26" y="67"/>
                      <a:pt x="27" y="67"/>
                      <a:pt x="27" y="68"/>
                    </a:cubicBezTo>
                    <a:cubicBezTo>
                      <a:pt x="30" y="68"/>
                      <a:pt x="25" y="66"/>
                      <a:pt x="29" y="67"/>
                    </a:cubicBezTo>
                    <a:cubicBezTo>
                      <a:pt x="28" y="66"/>
                      <a:pt x="26" y="66"/>
                      <a:pt x="25" y="65"/>
                    </a:cubicBezTo>
                    <a:cubicBezTo>
                      <a:pt x="26" y="65"/>
                      <a:pt x="28" y="65"/>
                      <a:pt x="28" y="65"/>
                    </a:cubicBezTo>
                    <a:cubicBezTo>
                      <a:pt x="28" y="65"/>
                      <a:pt x="27" y="65"/>
                      <a:pt x="28" y="65"/>
                    </a:cubicBezTo>
                    <a:cubicBezTo>
                      <a:pt x="28" y="65"/>
                      <a:pt x="28" y="65"/>
                      <a:pt x="29" y="65"/>
                    </a:cubicBezTo>
                    <a:cubicBezTo>
                      <a:pt x="30" y="65"/>
                      <a:pt x="28" y="64"/>
                      <a:pt x="28" y="64"/>
                    </a:cubicBezTo>
                    <a:cubicBezTo>
                      <a:pt x="30" y="64"/>
                      <a:pt x="29" y="63"/>
                      <a:pt x="30" y="63"/>
                    </a:cubicBezTo>
                    <a:cubicBezTo>
                      <a:pt x="28" y="62"/>
                      <a:pt x="31" y="63"/>
                      <a:pt x="28" y="62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8" y="62"/>
                      <a:pt x="26" y="61"/>
                      <a:pt x="26" y="61"/>
                    </a:cubicBezTo>
                    <a:cubicBezTo>
                      <a:pt x="28" y="61"/>
                      <a:pt x="28" y="61"/>
                      <a:pt x="28" y="61"/>
                    </a:cubicBezTo>
                    <a:cubicBezTo>
                      <a:pt x="30" y="62"/>
                      <a:pt x="29" y="61"/>
                      <a:pt x="30" y="61"/>
                    </a:cubicBezTo>
                    <a:cubicBezTo>
                      <a:pt x="28" y="61"/>
                      <a:pt x="30" y="61"/>
                      <a:pt x="28" y="61"/>
                    </a:cubicBezTo>
                    <a:cubicBezTo>
                      <a:pt x="28" y="60"/>
                      <a:pt x="28" y="60"/>
                      <a:pt x="28" y="60"/>
                    </a:cubicBezTo>
                    <a:cubicBezTo>
                      <a:pt x="27" y="60"/>
                      <a:pt x="27" y="60"/>
                      <a:pt x="27" y="59"/>
                    </a:cubicBezTo>
                    <a:cubicBezTo>
                      <a:pt x="27" y="59"/>
                      <a:pt x="29" y="60"/>
                      <a:pt x="29" y="60"/>
                    </a:cubicBezTo>
                    <a:cubicBezTo>
                      <a:pt x="30" y="60"/>
                      <a:pt x="29" y="60"/>
                      <a:pt x="29" y="59"/>
                    </a:cubicBezTo>
                    <a:cubicBezTo>
                      <a:pt x="29" y="59"/>
                      <a:pt x="29" y="59"/>
                      <a:pt x="28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9"/>
                      <a:pt x="29" y="59"/>
                      <a:pt x="30" y="59"/>
                    </a:cubicBezTo>
                    <a:cubicBezTo>
                      <a:pt x="31" y="59"/>
                      <a:pt x="31" y="59"/>
                      <a:pt x="31" y="59"/>
                    </a:cubicBezTo>
                    <a:cubicBezTo>
                      <a:pt x="31" y="59"/>
                      <a:pt x="30" y="58"/>
                      <a:pt x="29" y="58"/>
                    </a:cubicBezTo>
                    <a:cubicBezTo>
                      <a:pt x="30" y="58"/>
                      <a:pt x="29" y="56"/>
                      <a:pt x="28" y="56"/>
                    </a:cubicBezTo>
                    <a:cubicBezTo>
                      <a:pt x="28" y="56"/>
                      <a:pt x="30" y="56"/>
                      <a:pt x="29" y="56"/>
                    </a:cubicBezTo>
                    <a:cubicBezTo>
                      <a:pt x="29" y="56"/>
                      <a:pt x="27" y="55"/>
                      <a:pt x="28" y="55"/>
                    </a:cubicBezTo>
                    <a:cubicBezTo>
                      <a:pt x="28" y="55"/>
                      <a:pt x="30" y="55"/>
                      <a:pt x="30" y="55"/>
                    </a:cubicBezTo>
                    <a:cubicBezTo>
                      <a:pt x="30" y="55"/>
                      <a:pt x="28" y="55"/>
                      <a:pt x="28" y="55"/>
                    </a:cubicBezTo>
                    <a:cubicBezTo>
                      <a:pt x="31" y="55"/>
                      <a:pt x="27" y="53"/>
                      <a:pt x="29" y="53"/>
                    </a:cubicBezTo>
                    <a:cubicBezTo>
                      <a:pt x="29" y="53"/>
                      <a:pt x="30" y="53"/>
                      <a:pt x="30" y="53"/>
                    </a:cubicBezTo>
                    <a:cubicBezTo>
                      <a:pt x="30" y="53"/>
                      <a:pt x="29" y="52"/>
                      <a:pt x="27" y="51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1"/>
                      <a:pt x="29" y="51"/>
                      <a:pt x="27" y="50"/>
                    </a:cubicBezTo>
                    <a:cubicBezTo>
                      <a:pt x="27" y="51"/>
                      <a:pt x="28" y="51"/>
                      <a:pt x="28" y="51"/>
                    </a:cubicBezTo>
                    <a:cubicBezTo>
                      <a:pt x="27" y="51"/>
                      <a:pt x="25" y="50"/>
                      <a:pt x="26" y="50"/>
                    </a:cubicBezTo>
                    <a:cubicBezTo>
                      <a:pt x="26" y="50"/>
                      <a:pt x="26" y="50"/>
                      <a:pt x="26" y="50"/>
                    </a:cubicBezTo>
                    <a:cubicBezTo>
                      <a:pt x="26" y="50"/>
                      <a:pt x="25" y="49"/>
                      <a:pt x="25" y="49"/>
                    </a:cubicBezTo>
                    <a:cubicBezTo>
                      <a:pt x="26" y="49"/>
                      <a:pt x="26" y="49"/>
                      <a:pt x="27" y="49"/>
                    </a:cubicBezTo>
                    <a:cubicBezTo>
                      <a:pt x="29" y="50"/>
                      <a:pt x="28" y="49"/>
                      <a:pt x="29" y="49"/>
                    </a:cubicBezTo>
                    <a:cubicBezTo>
                      <a:pt x="27" y="48"/>
                      <a:pt x="27" y="48"/>
                      <a:pt x="27" y="48"/>
                    </a:cubicBezTo>
                    <a:cubicBezTo>
                      <a:pt x="26" y="48"/>
                      <a:pt x="29" y="49"/>
                      <a:pt x="29" y="48"/>
                    </a:cubicBezTo>
                    <a:cubicBezTo>
                      <a:pt x="24" y="47"/>
                      <a:pt x="24" y="47"/>
                      <a:pt x="24" y="47"/>
                    </a:cubicBezTo>
                    <a:cubicBezTo>
                      <a:pt x="24" y="47"/>
                      <a:pt x="26" y="47"/>
                      <a:pt x="27" y="47"/>
                    </a:cubicBezTo>
                    <a:cubicBezTo>
                      <a:pt x="27" y="47"/>
                      <a:pt x="24" y="46"/>
                      <a:pt x="22" y="45"/>
                    </a:cubicBezTo>
                    <a:cubicBezTo>
                      <a:pt x="23" y="45"/>
                      <a:pt x="22" y="44"/>
                      <a:pt x="22" y="44"/>
                    </a:cubicBezTo>
                    <a:cubicBezTo>
                      <a:pt x="23" y="44"/>
                      <a:pt x="22" y="44"/>
                      <a:pt x="23" y="44"/>
                    </a:cubicBezTo>
                    <a:cubicBezTo>
                      <a:pt x="25" y="44"/>
                      <a:pt x="25" y="44"/>
                      <a:pt x="25" y="44"/>
                    </a:cubicBezTo>
                    <a:cubicBezTo>
                      <a:pt x="25" y="45"/>
                      <a:pt x="27" y="45"/>
                      <a:pt x="28" y="45"/>
                    </a:cubicBezTo>
                    <a:cubicBezTo>
                      <a:pt x="27" y="45"/>
                      <a:pt x="28" y="44"/>
                      <a:pt x="29" y="44"/>
                    </a:cubicBezTo>
                    <a:cubicBezTo>
                      <a:pt x="26" y="44"/>
                      <a:pt x="27" y="43"/>
                      <a:pt x="25" y="42"/>
                    </a:cubicBezTo>
                    <a:cubicBezTo>
                      <a:pt x="24" y="42"/>
                      <a:pt x="27" y="43"/>
                      <a:pt x="28" y="43"/>
                    </a:cubicBezTo>
                    <a:cubicBezTo>
                      <a:pt x="27" y="42"/>
                      <a:pt x="27" y="41"/>
                      <a:pt x="27" y="41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7" y="40"/>
                      <a:pt x="28" y="40"/>
                      <a:pt x="26" y="39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8" y="39"/>
                      <a:pt x="24" y="38"/>
                      <a:pt x="26" y="38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6" y="38"/>
                      <a:pt x="28" y="38"/>
                      <a:pt x="26" y="37"/>
                    </a:cubicBezTo>
                    <a:cubicBezTo>
                      <a:pt x="27" y="37"/>
                      <a:pt x="27" y="38"/>
                      <a:pt x="28" y="38"/>
                    </a:cubicBezTo>
                    <a:cubicBezTo>
                      <a:pt x="27" y="37"/>
                      <a:pt x="27" y="37"/>
                      <a:pt x="26" y="36"/>
                    </a:cubicBezTo>
                    <a:cubicBezTo>
                      <a:pt x="28" y="37"/>
                      <a:pt x="28" y="37"/>
                      <a:pt x="28" y="37"/>
                    </a:cubicBezTo>
                    <a:cubicBezTo>
                      <a:pt x="29" y="37"/>
                      <a:pt x="26" y="36"/>
                      <a:pt x="27" y="36"/>
                    </a:cubicBezTo>
                    <a:cubicBezTo>
                      <a:pt x="27" y="36"/>
                      <a:pt x="28" y="36"/>
                      <a:pt x="28" y="36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9" y="35"/>
                      <a:pt x="29" y="35"/>
                      <a:pt x="29" y="35"/>
                    </a:cubicBezTo>
                    <a:cubicBezTo>
                      <a:pt x="29" y="33"/>
                      <a:pt x="30" y="31"/>
                      <a:pt x="28" y="29"/>
                    </a:cubicBezTo>
                    <a:cubicBezTo>
                      <a:pt x="31" y="29"/>
                      <a:pt x="30" y="30"/>
                      <a:pt x="31" y="30"/>
                    </a:cubicBezTo>
                    <a:cubicBezTo>
                      <a:pt x="29" y="29"/>
                      <a:pt x="31" y="29"/>
                      <a:pt x="30" y="29"/>
                    </a:cubicBezTo>
                    <a:cubicBezTo>
                      <a:pt x="30" y="29"/>
                      <a:pt x="30" y="29"/>
                      <a:pt x="30" y="29"/>
                    </a:cubicBezTo>
                    <a:cubicBezTo>
                      <a:pt x="30" y="28"/>
                      <a:pt x="31" y="28"/>
                      <a:pt x="31" y="28"/>
                    </a:cubicBezTo>
                    <a:cubicBezTo>
                      <a:pt x="30" y="28"/>
                      <a:pt x="30" y="28"/>
                      <a:pt x="30" y="28"/>
                    </a:cubicBezTo>
                    <a:cubicBezTo>
                      <a:pt x="29" y="27"/>
                      <a:pt x="33" y="28"/>
                      <a:pt x="30" y="27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0" y="26"/>
                      <a:pt x="33" y="27"/>
                      <a:pt x="31" y="26"/>
                    </a:cubicBezTo>
                    <a:cubicBezTo>
                      <a:pt x="31" y="26"/>
                      <a:pt x="31" y="26"/>
                      <a:pt x="31" y="26"/>
                    </a:cubicBezTo>
                    <a:cubicBezTo>
                      <a:pt x="33" y="26"/>
                      <a:pt x="29" y="25"/>
                      <a:pt x="31" y="25"/>
                    </a:cubicBezTo>
                    <a:cubicBezTo>
                      <a:pt x="31" y="25"/>
                      <a:pt x="30" y="24"/>
                      <a:pt x="28" y="24"/>
                    </a:cubicBezTo>
                    <a:cubicBezTo>
                      <a:pt x="31" y="24"/>
                      <a:pt x="31" y="24"/>
                      <a:pt x="31" y="24"/>
                    </a:cubicBezTo>
                    <a:cubicBezTo>
                      <a:pt x="30" y="23"/>
                      <a:pt x="31" y="21"/>
                      <a:pt x="29" y="1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8" y="18"/>
                      <a:pt x="33" y="19"/>
                      <a:pt x="29" y="17"/>
                    </a:cubicBezTo>
                    <a:cubicBezTo>
                      <a:pt x="27" y="16"/>
                      <a:pt x="27" y="16"/>
                      <a:pt x="27" y="16"/>
                    </a:cubicBezTo>
                    <a:cubicBezTo>
                      <a:pt x="30" y="17"/>
                      <a:pt x="30" y="17"/>
                      <a:pt x="30" y="17"/>
                    </a:cubicBezTo>
                    <a:cubicBezTo>
                      <a:pt x="29" y="16"/>
                      <a:pt x="30" y="16"/>
                      <a:pt x="28" y="15"/>
                    </a:cubicBezTo>
                    <a:cubicBezTo>
                      <a:pt x="30" y="16"/>
                      <a:pt x="30" y="16"/>
                      <a:pt x="30" y="16"/>
                    </a:cubicBezTo>
                    <a:cubicBezTo>
                      <a:pt x="30" y="15"/>
                      <a:pt x="28" y="14"/>
                      <a:pt x="28" y="14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33" y="14"/>
                      <a:pt x="36" y="12"/>
                      <a:pt x="32" y="9"/>
                    </a:cubicBezTo>
                    <a:cubicBezTo>
                      <a:pt x="32" y="9"/>
                      <a:pt x="35" y="10"/>
                      <a:pt x="34" y="10"/>
                    </a:cubicBezTo>
                    <a:cubicBezTo>
                      <a:pt x="32" y="7"/>
                      <a:pt x="37" y="7"/>
                      <a:pt x="33" y="4"/>
                    </a:cubicBezTo>
                    <a:cubicBezTo>
                      <a:pt x="32" y="2"/>
                      <a:pt x="26" y="0"/>
                      <a:pt x="26" y="0"/>
                    </a:cubicBezTo>
                    <a:cubicBezTo>
                      <a:pt x="28" y="3"/>
                      <a:pt x="24" y="5"/>
                      <a:pt x="21" y="7"/>
                    </a:cubicBezTo>
                    <a:cubicBezTo>
                      <a:pt x="21" y="8"/>
                      <a:pt x="21" y="9"/>
                      <a:pt x="20" y="10"/>
                    </a:cubicBezTo>
                    <a:cubicBezTo>
                      <a:pt x="20" y="13"/>
                      <a:pt x="14" y="16"/>
                      <a:pt x="15" y="20"/>
                    </a:cubicBezTo>
                    <a:cubicBezTo>
                      <a:pt x="16" y="20"/>
                      <a:pt x="17" y="21"/>
                      <a:pt x="17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2"/>
                      <a:pt x="16" y="21"/>
                      <a:pt x="16" y="21"/>
                    </a:cubicBezTo>
                    <a:cubicBezTo>
                      <a:pt x="15" y="22"/>
                      <a:pt x="16" y="24"/>
                      <a:pt x="15" y="25"/>
                    </a:cubicBezTo>
                    <a:cubicBezTo>
                      <a:pt x="17" y="25"/>
                      <a:pt x="15" y="26"/>
                      <a:pt x="17" y="26"/>
                    </a:cubicBezTo>
                    <a:cubicBezTo>
                      <a:pt x="16" y="26"/>
                      <a:pt x="16" y="26"/>
                      <a:pt x="16" y="26"/>
                    </a:cubicBezTo>
                    <a:cubicBezTo>
                      <a:pt x="17" y="27"/>
                      <a:pt x="17" y="27"/>
                      <a:pt x="14" y="28"/>
                    </a:cubicBezTo>
                    <a:cubicBezTo>
                      <a:pt x="12" y="31"/>
                      <a:pt x="12" y="35"/>
                      <a:pt x="11" y="3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1" name="Freeform 116"/>
              <p:cNvSpPr/>
              <p:nvPr>
                <p:custDataLst>
                  <p:tags r:id="rId363"/>
                </p:custDataLst>
              </p:nvPr>
            </p:nvSpPr>
            <p:spPr bwMode="auto">
              <a:xfrm>
                <a:off x="3914" y="130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2" name="Freeform 117"/>
              <p:cNvSpPr/>
              <p:nvPr>
                <p:custDataLst>
                  <p:tags r:id="rId364"/>
                </p:custDataLst>
              </p:nvPr>
            </p:nvSpPr>
            <p:spPr bwMode="auto">
              <a:xfrm>
                <a:off x="3364" y="2470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3" name="Freeform 118"/>
              <p:cNvSpPr/>
              <p:nvPr>
                <p:custDataLst>
                  <p:tags r:id="rId365"/>
                </p:custDataLst>
              </p:nvPr>
            </p:nvSpPr>
            <p:spPr bwMode="auto">
              <a:xfrm>
                <a:off x="3920" y="1403"/>
                <a:ext cx="4" cy="2"/>
              </a:xfrm>
              <a:custGeom>
                <a:avLst/>
                <a:gdLst>
                  <a:gd name="T0" fmla="*/ 1 w 2"/>
                  <a:gd name="T1" fmla="*/ 1 h 1"/>
                  <a:gd name="T2" fmla="*/ 1 w 2"/>
                  <a:gd name="T3" fmla="*/ 0 h 1"/>
                  <a:gd name="T4" fmla="*/ 1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1" y="1"/>
                    </a:moveTo>
                    <a:cubicBezTo>
                      <a:pt x="2" y="1"/>
                      <a:pt x="0" y="0"/>
                      <a:pt x="1" y="0"/>
                    </a:cubicBezTo>
                    <a:cubicBezTo>
                      <a:pt x="0" y="0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4" name="Freeform 119"/>
              <p:cNvSpPr/>
              <p:nvPr>
                <p:custDataLst>
                  <p:tags r:id="rId366"/>
                </p:custDataLst>
              </p:nvPr>
            </p:nvSpPr>
            <p:spPr bwMode="auto">
              <a:xfrm>
                <a:off x="3918" y="1401"/>
                <a:ext cx="4" cy="0"/>
              </a:xfrm>
              <a:custGeom>
                <a:avLst/>
                <a:gdLst>
                  <a:gd name="T0" fmla="*/ 0 w 2"/>
                  <a:gd name="T1" fmla="*/ 2 w 2"/>
                  <a:gd name="T2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5" name="Freeform 120"/>
              <p:cNvSpPr/>
              <p:nvPr>
                <p:custDataLst>
                  <p:tags r:id="rId367"/>
                </p:custDataLst>
              </p:nvPr>
            </p:nvSpPr>
            <p:spPr bwMode="auto">
              <a:xfrm>
                <a:off x="3920" y="1411"/>
                <a:ext cx="4" cy="0"/>
              </a:xfrm>
              <a:custGeom>
                <a:avLst/>
                <a:gdLst>
                  <a:gd name="T0" fmla="*/ 2 w 2"/>
                  <a:gd name="T1" fmla="*/ 0 w 2"/>
                  <a:gd name="T2" fmla="*/ 2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2" y="0"/>
                    </a:moveTo>
                    <a:cubicBezTo>
                      <a:pt x="2" y="0"/>
                      <a:pt x="1" y="0"/>
                      <a:pt x="0" y="0"/>
                    </a:cubicBez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6" name="Freeform 121"/>
              <p:cNvSpPr/>
              <p:nvPr>
                <p:custDataLst>
                  <p:tags r:id="rId368"/>
                </p:custDataLst>
              </p:nvPr>
            </p:nvSpPr>
            <p:spPr bwMode="auto">
              <a:xfrm>
                <a:off x="3477" y="150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7" name="Freeform 122"/>
              <p:cNvSpPr/>
              <p:nvPr>
                <p:custDataLst>
                  <p:tags r:id="rId369"/>
                </p:custDataLst>
              </p:nvPr>
            </p:nvSpPr>
            <p:spPr bwMode="auto">
              <a:xfrm>
                <a:off x="3453" y="1458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8" name="Freeform 123"/>
              <p:cNvSpPr/>
              <p:nvPr>
                <p:custDataLst>
                  <p:tags r:id="rId370"/>
                </p:custDataLst>
              </p:nvPr>
            </p:nvSpPr>
            <p:spPr bwMode="auto">
              <a:xfrm>
                <a:off x="3477" y="1422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9" name="Freeform 124"/>
              <p:cNvSpPr/>
              <p:nvPr>
                <p:custDataLst>
                  <p:tags r:id="rId371"/>
                </p:custDataLst>
              </p:nvPr>
            </p:nvSpPr>
            <p:spPr bwMode="auto">
              <a:xfrm>
                <a:off x="4603" y="1884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0" name="Freeform 125"/>
              <p:cNvSpPr/>
              <p:nvPr>
                <p:custDataLst>
                  <p:tags r:id="rId372"/>
                </p:custDataLst>
              </p:nvPr>
            </p:nvSpPr>
            <p:spPr bwMode="auto">
              <a:xfrm>
                <a:off x="3540" y="1530"/>
                <a:ext cx="4" cy="2"/>
              </a:xfrm>
              <a:custGeom>
                <a:avLst/>
                <a:gdLst>
                  <a:gd name="T0" fmla="*/ 1 w 2"/>
                  <a:gd name="T1" fmla="*/ 1 h 1"/>
                  <a:gd name="T2" fmla="*/ 1 w 2"/>
                  <a:gd name="T3" fmla="*/ 0 h 1"/>
                  <a:gd name="T4" fmla="*/ 1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1" y="1"/>
                    </a:moveTo>
                    <a:cubicBezTo>
                      <a:pt x="2" y="0"/>
                      <a:pt x="0" y="0"/>
                      <a:pt x="1" y="0"/>
                    </a:cubicBezTo>
                    <a:cubicBezTo>
                      <a:pt x="0" y="0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1" name="Rectangle 126"/>
              <p:cNvSpPr>
                <a:spLocks noChangeArrowheads="1"/>
              </p:cNvSpPr>
              <p:nvPr>
                <p:custDataLst>
                  <p:tags r:id="rId373"/>
                </p:custDataLst>
              </p:nvPr>
            </p:nvSpPr>
            <p:spPr bwMode="auto">
              <a:xfrm>
                <a:off x="3489" y="1441"/>
                <a:ext cx="2" cy="1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2" name="Freeform 127"/>
              <p:cNvSpPr/>
              <p:nvPr>
                <p:custDataLst>
                  <p:tags r:id="rId374"/>
                </p:custDataLst>
              </p:nvPr>
            </p:nvSpPr>
            <p:spPr bwMode="auto">
              <a:xfrm>
                <a:off x="3375" y="1310"/>
                <a:ext cx="174" cy="269"/>
              </a:xfrm>
              <a:custGeom>
                <a:avLst/>
                <a:gdLst>
                  <a:gd name="T0" fmla="*/ 11 w 82"/>
                  <a:gd name="T1" fmla="*/ 27 h 127"/>
                  <a:gd name="T2" fmla="*/ 20 w 82"/>
                  <a:gd name="T3" fmla="*/ 47 h 127"/>
                  <a:gd name="T4" fmla="*/ 34 w 82"/>
                  <a:gd name="T5" fmla="*/ 60 h 127"/>
                  <a:gd name="T6" fmla="*/ 37 w 82"/>
                  <a:gd name="T7" fmla="*/ 68 h 127"/>
                  <a:gd name="T8" fmla="*/ 43 w 82"/>
                  <a:gd name="T9" fmla="*/ 80 h 127"/>
                  <a:gd name="T10" fmla="*/ 47 w 82"/>
                  <a:gd name="T11" fmla="*/ 89 h 127"/>
                  <a:gd name="T12" fmla="*/ 53 w 82"/>
                  <a:gd name="T13" fmla="*/ 94 h 127"/>
                  <a:gd name="T14" fmla="*/ 60 w 82"/>
                  <a:gd name="T15" fmla="*/ 105 h 127"/>
                  <a:gd name="T16" fmla="*/ 63 w 82"/>
                  <a:gd name="T17" fmla="*/ 111 h 127"/>
                  <a:gd name="T18" fmla="*/ 63 w 82"/>
                  <a:gd name="T19" fmla="*/ 121 h 127"/>
                  <a:gd name="T20" fmla="*/ 65 w 82"/>
                  <a:gd name="T21" fmla="*/ 124 h 127"/>
                  <a:gd name="T22" fmla="*/ 69 w 82"/>
                  <a:gd name="T23" fmla="*/ 126 h 127"/>
                  <a:gd name="T24" fmla="*/ 72 w 82"/>
                  <a:gd name="T25" fmla="*/ 126 h 127"/>
                  <a:gd name="T26" fmla="*/ 73 w 82"/>
                  <a:gd name="T27" fmla="*/ 123 h 127"/>
                  <a:gd name="T28" fmla="*/ 71 w 82"/>
                  <a:gd name="T29" fmla="*/ 118 h 127"/>
                  <a:gd name="T30" fmla="*/ 73 w 82"/>
                  <a:gd name="T31" fmla="*/ 112 h 127"/>
                  <a:gd name="T32" fmla="*/ 80 w 82"/>
                  <a:gd name="T33" fmla="*/ 112 h 127"/>
                  <a:gd name="T34" fmla="*/ 80 w 82"/>
                  <a:gd name="T35" fmla="*/ 109 h 127"/>
                  <a:gd name="T36" fmla="*/ 76 w 82"/>
                  <a:gd name="T37" fmla="*/ 108 h 127"/>
                  <a:gd name="T38" fmla="*/ 78 w 82"/>
                  <a:gd name="T39" fmla="*/ 107 h 127"/>
                  <a:gd name="T40" fmla="*/ 73 w 82"/>
                  <a:gd name="T41" fmla="*/ 105 h 127"/>
                  <a:gd name="T42" fmla="*/ 77 w 82"/>
                  <a:gd name="T43" fmla="*/ 102 h 127"/>
                  <a:gd name="T44" fmla="*/ 78 w 82"/>
                  <a:gd name="T45" fmla="*/ 100 h 127"/>
                  <a:gd name="T46" fmla="*/ 76 w 82"/>
                  <a:gd name="T47" fmla="*/ 100 h 127"/>
                  <a:gd name="T48" fmla="*/ 76 w 82"/>
                  <a:gd name="T49" fmla="*/ 96 h 127"/>
                  <a:gd name="T50" fmla="*/ 71 w 82"/>
                  <a:gd name="T51" fmla="*/ 96 h 127"/>
                  <a:gd name="T52" fmla="*/ 65 w 82"/>
                  <a:gd name="T53" fmla="*/ 95 h 127"/>
                  <a:gd name="T54" fmla="*/ 70 w 82"/>
                  <a:gd name="T55" fmla="*/ 92 h 127"/>
                  <a:gd name="T56" fmla="*/ 68 w 82"/>
                  <a:gd name="T57" fmla="*/ 86 h 127"/>
                  <a:gd name="T58" fmla="*/ 67 w 82"/>
                  <a:gd name="T59" fmla="*/ 84 h 127"/>
                  <a:gd name="T60" fmla="*/ 65 w 82"/>
                  <a:gd name="T61" fmla="*/ 81 h 127"/>
                  <a:gd name="T62" fmla="*/ 62 w 82"/>
                  <a:gd name="T63" fmla="*/ 75 h 127"/>
                  <a:gd name="T64" fmla="*/ 60 w 82"/>
                  <a:gd name="T65" fmla="*/ 73 h 127"/>
                  <a:gd name="T66" fmla="*/ 59 w 82"/>
                  <a:gd name="T67" fmla="*/ 72 h 127"/>
                  <a:gd name="T68" fmla="*/ 57 w 82"/>
                  <a:gd name="T69" fmla="*/ 71 h 127"/>
                  <a:gd name="T70" fmla="*/ 58 w 82"/>
                  <a:gd name="T71" fmla="*/ 68 h 127"/>
                  <a:gd name="T72" fmla="*/ 55 w 82"/>
                  <a:gd name="T73" fmla="*/ 67 h 127"/>
                  <a:gd name="T74" fmla="*/ 54 w 82"/>
                  <a:gd name="T75" fmla="*/ 62 h 127"/>
                  <a:gd name="T76" fmla="*/ 51 w 82"/>
                  <a:gd name="T77" fmla="*/ 58 h 127"/>
                  <a:gd name="T78" fmla="*/ 51 w 82"/>
                  <a:gd name="T79" fmla="*/ 54 h 127"/>
                  <a:gd name="T80" fmla="*/ 48 w 82"/>
                  <a:gd name="T81" fmla="*/ 53 h 127"/>
                  <a:gd name="T82" fmla="*/ 49 w 82"/>
                  <a:gd name="T83" fmla="*/ 53 h 127"/>
                  <a:gd name="T84" fmla="*/ 45 w 82"/>
                  <a:gd name="T85" fmla="*/ 50 h 127"/>
                  <a:gd name="T86" fmla="*/ 43 w 82"/>
                  <a:gd name="T87" fmla="*/ 46 h 127"/>
                  <a:gd name="T88" fmla="*/ 41 w 82"/>
                  <a:gd name="T89" fmla="*/ 44 h 127"/>
                  <a:gd name="T90" fmla="*/ 32 w 82"/>
                  <a:gd name="T91" fmla="*/ 44 h 127"/>
                  <a:gd name="T92" fmla="*/ 35 w 82"/>
                  <a:gd name="T93" fmla="*/ 39 h 127"/>
                  <a:gd name="T94" fmla="*/ 31 w 82"/>
                  <a:gd name="T95" fmla="*/ 36 h 127"/>
                  <a:gd name="T96" fmla="*/ 30 w 82"/>
                  <a:gd name="T97" fmla="*/ 32 h 127"/>
                  <a:gd name="T98" fmla="*/ 26 w 82"/>
                  <a:gd name="T99" fmla="*/ 24 h 127"/>
                  <a:gd name="T100" fmla="*/ 25 w 82"/>
                  <a:gd name="T101" fmla="*/ 21 h 127"/>
                  <a:gd name="T102" fmla="*/ 15 w 82"/>
                  <a:gd name="T103" fmla="*/ 15 h 127"/>
                  <a:gd name="T104" fmla="*/ 13 w 82"/>
                  <a:gd name="T105" fmla="*/ 13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82" h="127">
                    <a:moveTo>
                      <a:pt x="1" y="12"/>
                    </a:moveTo>
                    <a:cubicBezTo>
                      <a:pt x="2" y="13"/>
                      <a:pt x="4" y="14"/>
                      <a:pt x="3" y="15"/>
                    </a:cubicBezTo>
                    <a:cubicBezTo>
                      <a:pt x="6" y="19"/>
                      <a:pt x="4" y="25"/>
                      <a:pt x="8" y="28"/>
                    </a:cubicBezTo>
                    <a:cubicBezTo>
                      <a:pt x="9" y="27"/>
                      <a:pt x="10" y="27"/>
                      <a:pt x="10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11" y="27"/>
                      <a:pt x="10" y="28"/>
                      <a:pt x="9" y="28"/>
                    </a:cubicBezTo>
                    <a:cubicBezTo>
                      <a:pt x="10" y="29"/>
                      <a:pt x="12" y="30"/>
                      <a:pt x="12" y="32"/>
                    </a:cubicBezTo>
                    <a:cubicBezTo>
                      <a:pt x="14" y="31"/>
                      <a:pt x="13" y="33"/>
                      <a:pt x="15" y="32"/>
                    </a:cubicBezTo>
                    <a:cubicBezTo>
                      <a:pt x="14" y="32"/>
                      <a:pt x="14" y="32"/>
                      <a:pt x="14" y="32"/>
                    </a:cubicBezTo>
                    <a:cubicBezTo>
                      <a:pt x="15" y="33"/>
                      <a:pt x="15" y="33"/>
                      <a:pt x="13" y="35"/>
                    </a:cubicBezTo>
                    <a:cubicBezTo>
                      <a:pt x="14" y="40"/>
                      <a:pt x="18" y="43"/>
                      <a:pt x="20" y="47"/>
                    </a:cubicBezTo>
                    <a:cubicBezTo>
                      <a:pt x="22" y="50"/>
                      <a:pt x="26" y="53"/>
                      <a:pt x="29" y="57"/>
                    </a:cubicBezTo>
                    <a:cubicBezTo>
                      <a:pt x="32" y="56"/>
                      <a:pt x="31" y="57"/>
                      <a:pt x="34" y="56"/>
                    </a:cubicBezTo>
                    <a:cubicBezTo>
                      <a:pt x="33" y="57"/>
                      <a:pt x="33" y="57"/>
                      <a:pt x="33" y="57"/>
                    </a:cubicBezTo>
                    <a:cubicBezTo>
                      <a:pt x="35" y="57"/>
                      <a:pt x="34" y="58"/>
                      <a:pt x="33" y="59"/>
                    </a:cubicBezTo>
                    <a:cubicBezTo>
                      <a:pt x="34" y="59"/>
                      <a:pt x="33" y="59"/>
                      <a:pt x="35" y="58"/>
                    </a:cubicBezTo>
                    <a:cubicBezTo>
                      <a:pt x="37" y="58"/>
                      <a:pt x="33" y="60"/>
                      <a:pt x="34" y="60"/>
                    </a:cubicBezTo>
                    <a:cubicBezTo>
                      <a:pt x="33" y="60"/>
                      <a:pt x="35" y="59"/>
                      <a:pt x="35" y="60"/>
                    </a:cubicBezTo>
                    <a:cubicBezTo>
                      <a:pt x="37" y="60"/>
                      <a:pt x="33" y="60"/>
                      <a:pt x="32" y="62"/>
                    </a:cubicBezTo>
                    <a:cubicBezTo>
                      <a:pt x="34" y="64"/>
                      <a:pt x="37" y="65"/>
                      <a:pt x="37" y="67"/>
                    </a:cubicBezTo>
                    <a:cubicBezTo>
                      <a:pt x="37" y="67"/>
                      <a:pt x="38" y="66"/>
                      <a:pt x="38" y="66"/>
                    </a:cubicBezTo>
                    <a:cubicBezTo>
                      <a:pt x="35" y="68"/>
                      <a:pt x="39" y="66"/>
                      <a:pt x="38" y="67"/>
                    </a:cubicBezTo>
                    <a:cubicBezTo>
                      <a:pt x="37" y="68"/>
                      <a:pt x="37" y="68"/>
                      <a:pt x="37" y="68"/>
                    </a:cubicBezTo>
                    <a:cubicBezTo>
                      <a:pt x="36" y="69"/>
                      <a:pt x="39" y="69"/>
                      <a:pt x="38" y="70"/>
                    </a:cubicBezTo>
                    <a:cubicBezTo>
                      <a:pt x="39" y="70"/>
                      <a:pt x="37" y="72"/>
                      <a:pt x="39" y="72"/>
                    </a:cubicBezTo>
                    <a:cubicBezTo>
                      <a:pt x="38" y="72"/>
                      <a:pt x="38" y="73"/>
                      <a:pt x="38" y="73"/>
                    </a:cubicBezTo>
                    <a:cubicBezTo>
                      <a:pt x="41" y="72"/>
                      <a:pt x="37" y="75"/>
                      <a:pt x="40" y="74"/>
                    </a:cubicBezTo>
                    <a:cubicBezTo>
                      <a:pt x="39" y="75"/>
                      <a:pt x="39" y="75"/>
                      <a:pt x="39" y="75"/>
                    </a:cubicBezTo>
                    <a:cubicBezTo>
                      <a:pt x="41" y="76"/>
                      <a:pt x="41" y="79"/>
                      <a:pt x="43" y="80"/>
                    </a:cubicBezTo>
                    <a:cubicBezTo>
                      <a:pt x="44" y="81"/>
                      <a:pt x="42" y="84"/>
                      <a:pt x="44" y="84"/>
                    </a:cubicBezTo>
                    <a:cubicBezTo>
                      <a:pt x="46" y="84"/>
                      <a:pt x="46" y="84"/>
                      <a:pt x="46" y="84"/>
                    </a:cubicBezTo>
                    <a:cubicBezTo>
                      <a:pt x="46" y="84"/>
                      <a:pt x="45" y="84"/>
                      <a:pt x="44" y="84"/>
                    </a:cubicBezTo>
                    <a:cubicBezTo>
                      <a:pt x="46" y="84"/>
                      <a:pt x="45" y="86"/>
                      <a:pt x="45" y="87"/>
                    </a:cubicBezTo>
                    <a:cubicBezTo>
                      <a:pt x="46" y="87"/>
                      <a:pt x="46" y="87"/>
                      <a:pt x="47" y="86"/>
                    </a:cubicBezTo>
                    <a:cubicBezTo>
                      <a:pt x="45" y="88"/>
                      <a:pt x="48" y="88"/>
                      <a:pt x="47" y="89"/>
                    </a:cubicBezTo>
                    <a:cubicBezTo>
                      <a:pt x="50" y="88"/>
                      <a:pt x="49" y="89"/>
                      <a:pt x="50" y="89"/>
                    </a:cubicBezTo>
                    <a:cubicBezTo>
                      <a:pt x="50" y="89"/>
                      <a:pt x="49" y="90"/>
                      <a:pt x="48" y="90"/>
                    </a:cubicBezTo>
                    <a:cubicBezTo>
                      <a:pt x="49" y="91"/>
                      <a:pt x="49" y="91"/>
                      <a:pt x="49" y="92"/>
                    </a:cubicBezTo>
                    <a:cubicBezTo>
                      <a:pt x="49" y="92"/>
                      <a:pt x="51" y="92"/>
                      <a:pt x="51" y="92"/>
                    </a:cubicBezTo>
                    <a:cubicBezTo>
                      <a:pt x="49" y="93"/>
                      <a:pt x="51" y="93"/>
                      <a:pt x="50" y="94"/>
                    </a:cubicBezTo>
                    <a:cubicBezTo>
                      <a:pt x="52" y="93"/>
                      <a:pt x="54" y="93"/>
                      <a:pt x="53" y="94"/>
                    </a:cubicBezTo>
                    <a:cubicBezTo>
                      <a:pt x="51" y="95"/>
                      <a:pt x="51" y="95"/>
                      <a:pt x="51" y="95"/>
                    </a:cubicBezTo>
                    <a:cubicBezTo>
                      <a:pt x="53" y="95"/>
                      <a:pt x="51" y="98"/>
                      <a:pt x="55" y="99"/>
                    </a:cubicBezTo>
                    <a:cubicBezTo>
                      <a:pt x="53" y="99"/>
                      <a:pt x="53" y="99"/>
                      <a:pt x="53" y="99"/>
                    </a:cubicBezTo>
                    <a:cubicBezTo>
                      <a:pt x="56" y="100"/>
                      <a:pt x="54" y="103"/>
                      <a:pt x="58" y="103"/>
                    </a:cubicBezTo>
                    <a:cubicBezTo>
                      <a:pt x="57" y="104"/>
                      <a:pt x="56" y="105"/>
                      <a:pt x="57" y="105"/>
                    </a:cubicBezTo>
                    <a:cubicBezTo>
                      <a:pt x="58" y="105"/>
                      <a:pt x="58" y="106"/>
                      <a:pt x="60" y="105"/>
                    </a:cubicBezTo>
                    <a:cubicBezTo>
                      <a:pt x="61" y="106"/>
                      <a:pt x="59" y="106"/>
                      <a:pt x="59" y="106"/>
                    </a:cubicBezTo>
                    <a:cubicBezTo>
                      <a:pt x="59" y="107"/>
                      <a:pt x="57" y="108"/>
                      <a:pt x="59" y="108"/>
                    </a:cubicBezTo>
                    <a:cubicBezTo>
                      <a:pt x="58" y="109"/>
                      <a:pt x="58" y="109"/>
                      <a:pt x="58" y="109"/>
                    </a:cubicBezTo>
                    <a:cubicBezTo>
                      <a:pt x="59" y="109"/>
                      <a:pt x="61" y="109"/>
                      <a:pt x="60" y="110"/>
                    </a:cubicBezTo>
                    <a:cubicBezTo>
                      <a:pt x="61" y="110"/>
                      <a:pt x="62" y="111"/>
                      <a:pt x="64" y="110"/>
                    </a:cubicBezTo>
                    <a:cubicBezTo>
                      <a:pt x="64" y="110"/>
                      <a:pt x="61" y="111"/>
                      <a:pt x="63" y="111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1" y="113"/>
                      <a:pt x="62" y="114"/>
                      <a:pt x="63" y="115"/>
                    </a:cubicBezTo>
                    <a:cubicBezTo>
                      <a:pt x="61" y="116"/>
                      <a:pt x="64" y="116"/>
                      <a:pt x="62" y="117"/>
                    </a:cubicBezTo>
                    <a:cubicBezTo>
                      <a:pt x="64" y="118"/>
                      <a:pt x="62" y="119"/>
                      <a:pt x="65" y="119"/>
                    </a:cubicBezTo>
                    <a:cubicBezTo>
                      <a:pt x="64" y="119"/>
                      <a:pt x="64" y="119"/>
                      <a:pt x="64" y="119"/>
                    </a:cubicBezTo>
                    <a:cubicBezTo>
                      <a:pt x="64" y="120"/>
                      <a:pt x="64" y="121"/>
                      <a:pt x="63" y="121"/>
                    </a:cubicBezTo>
                    <a:cubicBezTo>
                      <a:pt x="63" y="122"/>
                      <a:pt x="65" y="122"/>
                      <a:pt x="66" y="122"/>
                    </a:cubicBezTo>
                    <a:cubicBezTo>
                      <a:pt x="64" y="122"/>
                      <a:pt x="64" y="122"/>
                      <a:pt x="64" y="122"/>
                    </a:cubicBezTo>
                    <a:cubicBezTo>
                      <a:pt x="65" y="123"/>
                      <a:pt x="67" y="123"/>
                      <a:pt x="69" y="123"/>
                    </a:cubicBezTo>
                    <a:cubicBezTo>
                      <a:pt x="68" y="123"/>
                      <a:pt x="69" y="123"/>
                      <a:pt x="68" y="124"/>
                    </a:cubicBezTo>
                    <a:cubicBezTo>
                      <a:pt x="67" y="123"/>
                      <a:pt x="66" y="123"/>
                      <a:pt x="64" y="123"/>
                    </a:cubicBezTo>
                    <a:cubicBezTo>
                      <a:pt x="63" y="123"/>
                      <a:pt x="67" y="124"/>
                      <a:pt x="65" y="124"/>
                    </a:cubicBezTo>
                    <a:cubicBezTo>
                      <a:pt x="64" y="125"/>
                      <a:pt x="65" y="125"/>
                      <a:pt x="67" y="125"/>
                    </a:cubicBezTo>
                    <a:cubicBezTo>
                      <a:pt x="66" y="125"/>
                      <a:pt x="66" y="125"/>
                      <a:pt x="65" y="125"/>
                    </a:cubicBezTo>
                    <a:cubicBezTo>
                      <a:pt x="65" y="126"/>
                      <a:pt x="65" y="126"/>
                      <a:pt x="66" y="126"/>
                    </a:cubicBezTo>
                    <a:cubicBezTo>
                      <a:pt x="66" y="126"/>
                      <a:pt x="66" y="126"/>
                      <a:pt x="66" y="126"/>
                    </a:cubicBezTo>
                    <a:cubicBezTo>
                      <a:pt x="67" y="126"/>
                      <a:pt x="67" y="126"/>
                      <a:pt x="69" y="126"/>
                    </a:cubicBezTo>
                    <a:cubicBezTo>
                      <a:pt x="69" y="126"/>
                      <a:pt x="68" y="126"/>
                      <a:pt x="69" y="126"/>
                    </a:cubicBezTo>
                    <a:cubicBezTo>
                      <a:pt x="70" y="126"/>
                      <a:pt x="71" y="126"/>
                      <a:pt x="69" y="126"/>
                    </a:cubicBezTo>
                    <a:cubicBezTo>
                      <a:pt x="68" y="127"/>
                      <a:pt x="67" y="126"/>
                      <a:pt x="66" y="126"/>
                    </a:cubicBezTo>
                    <a:cubicBezTo>
                      <a:pt x="70" y="127"/>
                      <a:pt x="70" y="127"/>
                      <a:pt x="70" y="127"/>
                    </a:cubicBezTo>
                    <a:cubicBezTo>
                      <a:pt x="69" y="127"/>
                      <a:pt x="69" y="127"/>
                      <a:pt x="71" y="127"/>
                    </a:cubicBezTo>
                    <a:cubicBezTo>
                      <a:pt x="70" y="126"/>
                      <a:pt x="70" y="126"/>
                      <a:pt x="70" y="126"/>
                    </a:cubicBezTo>
                    <a:cubicBezTo>
                      <a:pt x="72" y="126"/>
                      <a:pt x="72" y="126"/>
                      <a:pt x="72" y="126"/>
                    </a:cubicBezTo>
                    <a:cubicBezTo>
                      <a:pt x="71" y="126"/>
                      <a:pt x="72" y="125"/>
                      <a:pt x="71" y="125"/>
                    </a:cubicBezTo>
                    <a:cubicBezTo>
                      <a:pt x="70" y="125"/>
                      <a:pt x="70" y="125"/>
                      <a:pt x="70" y="125"/>
                    </a:cubicBezTo>
                    <a:cubicBezTo>
                      <a:pt x="69" y="125"/>
                      <a:pt x="67" y="124"/>
                      <a:pt x="69" y="124"/>
                    </a:cubicBezTo>
                    <a:cubicBezTo>
                      <a:pt x="71" y="124"/>
                      <a:pt x="71" y="124"/>
                      <a:pt x="71" y="124"/>
                    </a:cubicBezTo>
                    <a:cubicBezTo>
                      <a:pt x="71" y="124"/>
                      <a:pt x="70" y="124"/>
                      <a:pt x="71" y="123"/>
                    </a:cubicBezTo>
                    <a:cubicBezTo>
                      <a:pt x="73" y="123"/>
                      <a:pt x="73" y="123"/>
                      <a:pt x="73" y="123"/>
                    </a:cubicBezTo>
                    <a:cubicBezTo>
                      <a:pt x="70" y="124"/>
                      <a:pt x="72" y="122"/>
                      <a:pt x="71" y="122"/>
                    </a:cubicBezTo>
                    <a:cubicBezTo>
                      <a:pt x="72" y="122"/>
                      <a:pt x="72" y="122"/>
                      <a:pt x="72" y="122"/>
                    </a:cubicBezTo>
                    <a:cubicBezTo>
                      <a:pt x="73" y="122"/>
                      <a:pt x="70" y="123"/>
                      <a:pt x="70" y="122"/>
                    </a:cubicBezTo>
                    <a:cubicBezTo>
                      <a:pt x="71" y="122"/>
                      <a:pt x="73" y="122"/>
                      <a:pt x="74" y="121"/>
                    </a:cubicBezTo>
                    <a:cubicBezTo>
                      <a:pt x="74" y="121"/>
                      <a:pt x="72" y="120"/>
                      <a:pt x="74" y="119"/>
                    </a:cubicBezTo>
                    <a:cubicBezTo>
                      <a:pt x="73" y="118"/>
                      <a:pt x="72" y="118"/>
                      <a:pt x="71" y="118"/>
                    </a:cubicBezTo>
                    <a:cubicBezTo>
                      <a:pt x="71" y="117"/>
                      <a:pt x="74" y="117"/>
                      <a:pt x="73" y="117"/>
                    </a:cubicBezTo>
                    <a:cubicBezTo>
                      <a:pt x="74" y="117"/>
                      <a:pt x="75" y="117"/>
                      <a:pt x="75" y="116"/>
                    </a:cubicBezTo>
                    <a:cubicBezTo>
                      <a:pt x="74" y="116"/>
                      <a:pt x="75" y="115"/>
                      <a:pt x="73" y="116"/>
                    </a:cubicBezTo>
                    <a:cubicBezTo>
                      <a:pt x="74" y="115"/>
                      <a:pt x="74" y="114"/>
                      <a:pt x="73" y="114"/>
                    </a:cubicBezTo>
                    <a:cubicBezTo>
                      <a:pt x="73" y="114"/>
                      <a:pt x="75" y="114"/>
                      <a:pt x="76" y="113"/>
                    </a:cubicBezTo>
                    <a:cubicBezTo>
                      <a:pt x="74" y="113"/>
                      <a:pt x="73" y="113"/>
                      <a:pt x="73" y="112"/>
                    </a:cubicBezTo>
                    <a:cubicBezTo>
                      <a:pt x="72" y="112"/>
                      <a:pt x="72" y="113"/>
                      <a:pt x="70" y="113"/>
                    </a:cubicBezTo>
                    <a:cubicBezTo>
                      <a:pt x="70" y="113"/>
                      <a:pt x="69" y="113"/>
                      <a:pt x="69" y="113"/>
                    </a:cubicBezTo>
                    <a:cubicBezTo>
                      <a:pt x="71" y="112"/>
                      <a:pt x="74" y="112"/>
                      <a:pt x="74" y="111"/>
                    </a:cubicBezTo>
                    <a:cubicBezTo>
                      <a:pt x="77" y="111"/>
                      <a:pt x="73" y="112"/>
                      <a:pt x="76" y="111"/>
                    </a:cubicBezTo>
                    <a:cubicBezTo>
                      <a:pt x="78" y="111"/>
                      <a:pt x="79" y="112"/>
                      <a:pt x="77" y="113"/>
                    </a:cubicBezTo>
                    <a:cubicBezTo>
                      <a:pt x="80" y="113"/>
                      <a:pt x="78" y="112"/>
                      <a:pt x="80" y="112"/>
                    </a:cubicBezTo>
                    <a:cubicBezTo>
                      <a:pt x="80" y="111"/>
                      <a:pt x="78" y="111"/>
                      <a:pt x="78" y="111"/>
                    </a:cubicBezTo>
                    <a:cubicBezTo>
                      <a:pt x="77" y="111"/>
                      <a:pt x="77" y="111"/>
                      <a:pt x="76" y="111"/>
                    </a:cubicBezTo>
                    <a:cubicBezTo>
                      <a:pt x="73" y="111"/>
                      <a:pt x="77" y="110"/>
                      <a:pt x="77" y="110"/>
                    </a:cubicBezTo>
                    <a:cubicBezTo>
                      <a:pt x="78" y="110"/>
                      <a:pt x="78" y="110"/>
                      <a:pt x="78" y="110"/>
                    </a:cubicBezTo>
                    <a:cubicBezTo>
                      <a:pt x="79" y="109"/>
                      <a:pt x="77" y="110"/>
                      <a:pt x="77" y="109"/>
                    </a:cubicBezTo>
                    <a:cubicBezTo>
                      <a:pt x="80" y="108"/>
                      <a:pt x="78" y="110"/>
                      <a:pt x="80" y="109"/>
                    </a:cubicBezTo>
                    <a:cubicBezTo>
                      <a:pt x="82" y="109"/>
                      <a:pt x="82" y="109"/>
                      <a:pt x="82" y="109"/>
                    </a:cubicBezTo>
                    <a:cubicBezTo>
                      <a:pt x="82" y="108"/>
                      <a:pt x="79" y="109"/>
                      <a:pt x="80" y="108"/>
                    </a:cubicBezTo>
                    <a:cubicBezTo>
                      <a:pt x="81" y="108"/>
                      <a:pt x="81" y="108"/>
                      <a:pt x="81" y="108"/>
                    </a:cubicBezTo>
                    <a:cubicBezTo>
                      <a:pt x="80" y="108"/>
                      <a:pt x="80" y="108"/>
                      <a:pt x="80" y="108"/>
                    </a:cubicBezTo>
                    <a:cubicBezTo>
                      <a:pt x="79" y="108"/>
                      <a:pt x="77" y="108"/>
                      <a:pt x="77" y="109"/>
                    </a:cubicBezTo>
                    <a:cubicBezTo>
                      <a:pt x="74" y="109"/>
                      <a:pt x="77" y="109"/>
                      <a:pt x="76" y="108"/>
                    </a:cubicBezTo>
                    <a:cubicBezTo>
                      <a:pt x="74" y="108"/>
                      <a:pt x="76" y="108"/>
                      <a:pt x="75" y="109"/>
                    </a:cubicBezTo>
                    <a:cubicBezTo>
                      <a:pt x="73" y="109"/>
                      <a:pt x="73" y="109"/>
                      <a:pt x="73" y="108"/>
                    </a:cubicBezTo>
                    <a:cubicBezTo>
                      <a:pt x="72" y="108"/>
                      <a:pt x="74" y="108"/>
                      <a:pt x="75" y="107"/>
                    </a:cubicBezTo>
                    <a:cubicBezTo>
                      <a:pt x="76" y="107"/>
                      <a:pt x="76" y="108"/>
                      <a:pt x="75" y="108"/>
                    </a:cubicBezTo>
                    <a:cubicBezTo>
                      <a:pt x="77" y="108"/>
                      <a:pt x="79" y="107"/>
                      <a:pt x="80" y="107"/>
                    </a:cubicBezTo>
                    <a:cubicBezTo>
                      <a:pt x="81" y="106"/>
                      <a:pt x="79" y="107"/>
                      <a:pt x="78" y="107"/>
                    </a:cubicBezTo>
                    <a:cubicBezTo>
                      <a:pt x="78" y="107"/>
                      <a:pt x="76" y="107"/>
                      <a:pt x="76" y="107"/>
                    </a:cubicBezTo>
                    <a:cubicBezTo>
                      <a:pt x="71" y="107"/>
                      <a:pt x="79" y="106"/>
                      <a:pt x="78" y="105"/>
                    </a:cubicBezTo>
                    <a:cubicBezTo>
                      <a:pt x="75" y="106"/>
                      <a:pt x="74" y="105"/>
                      <a:pt x="70" y="107"/>
                    </a:cubicBezTo>
                    <a:cubicBezTo>
                      <a:pt x="70" y="107"/>
                      <a:pt x="69" y="107"/>
                      <a:pt x="69" y="106"/>
                    </a:cubicBezTo>
                    <a:cubicBezTo>
                      <a:pt x="71" y="106"/>
                      <a:pt x="71" y="106"/>
                      <a:pt x="73" y="105"/>
                    </a:cubicBezTo>
                    <a:cubicBezTo>
                      <a:pt x="73" y="105"/>
                      <a:pt x="73" y="105"/>
                      <a:pt x="73" y="105"/>
                    </a:cubicBezTo>
                    <a:cubicBezTo>
                      <a:pt x="75" y="105"/>
                      <a:pt x="75" y="105"/>
                      <a:pt x="75" y="105"/>
                    </a:cubicBezTo>
                    <a:cubicBezTo>
                      <a:pt x="79" y="103"/>
                      <a:pt x="79" y="103"/>
                      <a:pt x="79" y="103"/>
                    </a:cubicBezTo>
                    <a:cubicBezTo>
                      <a:pt x="78" y="103"/>
                      <a:pt x="77" y="104"/>
                      <a:pt x="76" y="103"/>
                    </a:cubicBezTo>
                    <a:cubicBezTo>
                      <a:pt x="77" y="103"/>
                      <a:pt x="78" y="103"/>
                      <a:pt x="78" y="102"/>
                    </a:cubicBezTo>
                    <a:cubicBezTo>
                      <a:pt x="77" y="103"/>
                      <a:pt x="75" y="103"/>
                      <a:pt x="75" y="103"/>
                    </a:cubicBezTo>
                    <a:cubicBezTo>
                      <a:pt x="74" y="103"/>
                      <a:pt x="76" y="102"/>
                      <a:pt x="77" y="102"/>
                    </a:cubicBezTo>
                    <a:cubicBezTo>
                      <a:pt x="79" y="102"/>
                      <a:pt x="79" y="102"/>
                      <a:pt x="79" y="102"/>
                    </a:cubicBezTo>
                    <a:cubicBezTo>
                      <a:pt x="77" y="102"/>
                      <a:pt x="79" y="101"/>
                      <a:pt x="79" y="101"/>
                    </a:cubicBezTo>
                    <a:cubicBezTo>
                      <a:pt x="77" y="101"/>
                      <a:pt x="76" y="102"/>
                      <a:pt x="74" y="102"/>
                    </a:cubicBezTo>
                    <a:cubicBezTo>
                      <a:pt x="74" y="102"/>
                      <a:pt x="75" y="101"/>
                      <a:pt x="75" y="101"/>
                    </a:cubicBezTo>
                    <a:cubicBezTo>
                      <a:pt x="76" y="101"/>
                      <a:pt x="76" y="101"/>
                      <a:pt x="76" y="101"/>
                    </a:cubicBezTo>
                    <a:cubicBezTo>
                      <a:pt x="76" y="101"/>
                      <a:pt x="79" y="100"/>
                      <a:pt x="78" y="100"/>
                    </a:cubicBezTo>
                    <a:cubicBezTo>
                      <a:pt x="77" y="100"/>
                      <a:pt x="77" y="100"/>
                      <a:pt x="77" y="100"/>
                    </a:cubicBezTo>
                    <a:cubicBezTo>
                      <a:pt x="77" y="100"/>
                      <a:pt x="78" y="100"/>
                      <a:pt x="78" y="100"/>
                    </a:cubicBezTo>
                    <a:cubicBezTo>
                      <a:pt x="77" y="100"/>
                      <a:pt x="77" y="99"/>
                      <a:pt x="77" y="99"/>
                    </a:cubicBezTo>
                    <a:cubicBezTo>
                      <a:pt x="78" y="99"/>
                      <a:pt x="78" y="99"/>
                      <a:pt x="78" y="99"/>
                    </a:cubicBezTo>
                    <a:cubicBezTo>
                      <a:pt x="77" y="99"/>
                      <a:pt x="75" y="99"/>
                      <a:pt x="76" y="99"/>
                    </a:cubicBezTo>
                    <a:cubicBezTo>
                      <a:pt x="74" y="100"/>
                      <a:pt x="77" y="99"/>
                      <a:pt x="76" y="100"/>
                    </a:cubicBezTo>
                    <a:cubicBezTo>
                      <a:pt x="74" y="100"/>
                      <a:pt x="74" y="100"/>
                      <a:pt x="73" y="100"/>
                    </a:cubicBezTo>
                    <a:cubicBezTo>
                      <a:pt x="76" y="99"/>
                      <a:pt x="73" y="99"/>
                      <a:pt x="73" y="99"/>
                    </a:cubicBezTo>
                    <a:cubicBezTo>
                      <a:pt x="74" y="98"/>
                      <a:pt x="75" y="98"/>
                      <a:pt x="75" y="98"/>
                    </a:cubicBezTo>
                    <a:cubicBezTo>
                      <a:pt x="73" y="98"/>
                      <a:pt x="73" y="98"/>
                      <a:pt x="73" y="98"/>
                    </a:cubicBezTo>
                    <a:cubicBezTo>
                      <a:pt x="77" y="97"/>
                      <a:pt x="73" y="98"/>
                      <a:pt x="73" y="97"/>
                    </a:cubicBezTo>
                    <a:cubicBezTo>
                      <a:pt x="75" y="97"/>
                      <a:pt x="76" y="96"/>
                      <a:pt x="76" y="96"/>
                    </a:cubicBezTo>
                    <a:cubicBezTo>
                      <a:pt x="74" y="97"/>
                      <a:pt x="73" y="97"/>
                      <a:pt x="71" y="97"/>
                    </a:cubicBezTo>
                    <a:cubicBezTo>
                      <a:pt x="72" y="96"/>
                      <a:pt x="75" y="96"/>
                      <a:pt x="76" y="96"/>
                    </a:cubicBezTo>
                    <a:cubicBezTo>
                      <a:pt x="74" y="96"/>
                      <a:pt x="77" y="94"/>
                      <a:pt x="75" y="95"/>
                    </a:cubicBezTo>
                    <a:cubicBezTo>
                      <a:pt x="74" y="96"/>
                      <a:pt x="73" y="96"/>
                      <a:pt x="72" y="96"/>
                    </a:cubicBezTo>
                    <a:cubicBezTo>
                      <a:pt x="72" y="95"/>
                      <a:pt x="73" y="96"/>
                      <a:pt x="74" y="95"/>
                    </a:cubicBezTo>
                    <a:cubicBezTo>
                      <a:pt x="74" y="95"/>
                      <a:pt x="72" y="95"/>
                      <a:pt x="71" y="96"/>
                    </a:cubicBezTo>
                    <a:cubicBezTo>
                      <a:pt x="71" y="95"/>
                      <a:pt x="69" y="96"/>
                      <a:pt x="70" y="95"/>
                    </a:cubicBezTo>
                    <a:cubicBezTo>
                      <a:pt x="72" y="94"/>
                      <a:pt x="71" y="95"/>
                      <a:pt x="72" y="95"/>
                    </a:cubicBezTo>
                    <a:cubicBezTo>
                      <a:pt x="72" y="94"/>
                      <a:pt x="68" y="96"/>
                      <a:pt x="68" y="95"/>
                    </a:cubicBezTo>
                    <a:cubicBezTo>
                      <a:pt x="67" y="96"/>
                      <a:pt x="64" y="97"/>
                      <a:pt x="63" y="97"/>
                    </a:cubicBezTo>
                    <a:cubicBezTo>
                      <a:pt x="63" y="96"/>
                      <a:pt x="64" y="97"/>
                      <a:pt x="66" y="96"/>
                    </a:cubicBezTo>
                    <a:cubicBezTo>
                      <a:pt x="65" y="95"/>
                      <a:pt x="65" y="95"/>
                      <a:pt x="65" y="95"/>
                    </a:cubicBezTo>
                    <a:cubicBezTo>
                      <a:pt x="68" y="94"/>
                      <a:pt x="70" y="95"/>
                      <a:pt x="72" y="93"/>
                    </a:cubicBezTo>
                    <a:cubicBezTo>
                      <a:pt x="71" y="93"/>
                      <a:pt x="71" y="93"/>
                      <a:pt x="71" y="93"/>
                    </a:cubicBezTo>
                    <a:cubicBezTo>
                      <a:pt x="72" y="93"/>
                      <a:pt x="74" y="93"/>
                      <a:pt x="74" y="92"/>
                    </a:cubicBezTo>
                    <a:cubicBezTo>
                      <a:pt x="72" y="93"/>
                      <a:pt x="74" y="92"/>
                      <a:pt x="73" y="92"/>
                    </a:cubicBezTo>
                    <a:cubicBezTo>
                      <a:pt x="71" y="92"/>
                      <a:pt x="74" y="92"/>
                      <a:pt x="72" y="92"/>
                    </a:cubicBezTo>
                    <a:cubicBezTo>
                      <a:pt x="72" y="92"/>
                      <a:pt x="69" y="93"/>
                      <a:pt x="70" y="92"/>
                    </a:cubicBezTo>
                    <a:cubicBezTo>
                      <a:pt x="73" y="91"/>
                      <a:pt x="73" y="91"/>
                      <a:pt x="73" y="91"/>
                    </a:cubicBezTo>
                    <a:cubicBezTo>
                      <a:pt x="74" y="91"/>
                      <a:pt x="71" y="92"/>
                      <a:pt x="72" y="91"/>
                    </a:cubicBezTo>
                    <a:cubicBezTo>
                      <a:pt x="73" y="91"/>
                      <a:pt x="73" y="91"/>
                      <a:pt x="73" y="91"/>
                    </a:cubicBezTo>
                    <a:cubicBezTo>
                      <a:pt x="72" y="89"/>
                      <a:pt x="72" y="88"/>
                      <a:pt x="67" y="88"/>
                    </a:cubicBezTo>
                    <a:cubicBezTo>
                      <a:pt x="69" y="87"/>
                      <a:pt x="69" y="87"/>
                      <a:pt x="70" y="86"/>
                    </a:cubicBezTo>
                    <a:cubicBezTo>
                      <a:pt x="69" y="86"/>
                      <a:pt x="68" y="86"/>
                      <a:pt x="68" y="86"/>
                    </a:cubicBezTo>
                    <a:cubicBezTo>
                      <a:pt x="69" y="85"/>
                      <a:pt x="69" y="85"/>
                      <a:pt x="69" y="85"/>
                    </a:cubicBezTo>
                    <a:cubicBezTo>
                      <a:pt x="70" y="84"/>
                      <a:pt x="68" y="85"/>
                      <a:pt x="67" y="85"/>
                    </a:cubicBezTo>
                    <a:cubicBezTo>
                      <a:pt x="68" y="84"/>
                      <a:pt x="68" y="84"/>
                      <a:pt x="68" y="84"/>
                    </a:cubicBezTo>
                    <a:cubicBezTo>
                      <a:pt x="69" y="83"/>
                      <a:pt x="67" y="84"/>
                      <a:pt x="67" y="84"/>
                    </a:cubicBezTo>
                    <a:cubicBezTo>
                      <a:pt x="68" y="84"/>
                      <a:pt x="68" y="84"/>
                      <a:pt x="68" y="84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66" y="84"/>
                      <a:pt x="66" y="83"/>
                      <a:pt x="68" y="83"/>
                    </a:cubicBezTo>
                    <a:cubicBezTo>
                      <a:pt x="67" y="83"/>
                      <a:pt x="67" y="83"/>
                      <a:pt x="67" y="83"/>
                    </a:cubicBezTo>
                    <a:cubicBezTo>
                      <a:pt x="68" y="82"/>
                      <a:pt x="67" y="81"/>
                      <a:pt x="66" y="81"/>
                    </a:cubicBezTo>
                    <a:cubicBezTo>
                      <a:pt x="66" y="82"/>
                      <a:pt x="65" y="82"/>
                      <a:pt x="64" y="82"/>
                    </a:cubicBezTo>
                    <a:cubicBezTo>
                      <a:pt x="62" y="83"/>
                      <a:pt x="64" y="82"/>
                      <a:pt x="63" y="82"/>
                    </a:cubicBezTo>
                    <a:cubicBezTo>
                      <a:pt x="64" y="82"/>
                      <a:pt x="64" y="81"/>
                      <a:pt x="65" y="81"/>
                    </a:cubicBezTo>
                    <a:cubicBezTo>
                      <a:pt x="68" y="79"/>
                      <a:pt x="65" y="79"/>
                      <a:pt x="65" y="78"/>
                    </a:cubicBezTo>
                    <a:cubicBezTo>
                      <a:pt x="64" y="78"/>
                      <a:pt x="64" y="78"/>
                      <a:pt x="64" y="78"/>
                    </a:cubicBezTo>
                    <a:cubicBezTo>
                      <a:pt x="66" y="77"/>
                      <a:pt x="63" y="77"/>
                      <a:pt x="64" y="76"/>
                    </a:cubicBezTo>
                    <a:cubicBezTo>
                      <a:pt x="63" y="76"/>
                      <a:pt x="60" y="77"/>
                      <a:pt x="60" y="77"/>
                    </a:cubicBezTo>
                    <a:cubicBezTo>
                      <a:pt x="58" y="78"/>
                      <a:pt x="62" y="76"/>
                      <a:pt x="63" y="75"/>
                    </a:cubicBezTo>
                    <a:cubicBezTo>
                      <a:pt x="62" y="75"/>
                      <a:pt x="62" y="75"/>
                      <a:pt x="62" y="75"/>
                    </a:cubicBezTo>
                    <a:cubicBezTo>
                      <a:pt x="62" y="75"/>
                      <a:pt x="62" y="75"/>
                      <a:pt x="62" y="75"/>
                    </a:cubicBezTo>
                    <a:cubicBezTo>
                      <a:pt x="61" y="75"/>
                      <a:pt x="60" y="75"/>
                      <a:pt x="61" y="74"/>
                    </a:cubicBezTo>
                    <a:cubicBezTo>
                      <a:pt x="61" y="74"/>
                      <a:pt x="61" y="74"/>
                      <a:pt x="61" y="74"/>
                    </a:cubicBezTo>
                    <a:cubicBezTo>
                      <a:pt x="61" y="74"/>
                      <a:pt x="62" y="73"/>
                      <a:pt x="62" y="73"/>
                    </a:cubicBezTo>
                    <a:cubicBezTo>
                      <a:pt x="60" y="74"/>
                      <a:pt x="61" y="72"/>
                      <a:pt x="59" y="73"/>
                    </a:cubicBezTo>
                    <a:cubicBezTo>
                      <a:pt x="60" y="73"/>
                      <a:pt x="60" y="73"/>
                      <a:pt x="60" y="73"/>
                    </a:cubicBezTo>
                    <a:cubicBezTo>
                      <a:pt x="59" y="73"/>
                      <a:pt x="59" y="73"/>
                      <a:pt x="59" y="73"/>
                    </a:cubicBezTo>
                    <a:cubicBezTo>
                      <a:pt x="59" y="73"/>
                      <a:pt x="59" y="73"/>
                      <a:pt x="59" y="73"/>
                    </a:cubicBezTo>
                    <a:cubicBezTo>
                      <a:pt x="61" y="72"/>
                      <a:pt x="61" y="72"/>
                      <a:pt x="61" y="72"/>
                    </a:cubicBezTo>
                    <a:cubicBezTo>
                      <a:pt x="62" y="71"/>
                      <a:pt x="60" y="72"/>
                      <a:pt x="59" y="73"/>
                    </a:cubicBezTo>
                    <a:cubicBezTo>
                      <a:pt x="57" y="73"/>
                      <a:pt x="59" y="72"/>
                      <a:pt x="59" y="72"/>
                    </a:cubicBezTo>
                    <a:cubicBezTo>
                      <a:pt x="60" y="71"/>
                      <a:pt x="59" y="72"/>
                      <a:pt x="59" y="72"/>
                    </a:cubicBezTo>
                    <a:cubicBezTo>
                      <a:pt x="61" y="72"/>
                      <a:pt x="60" y="72"/>
                      <a:pt x="61" y="71"/>
                    </a:cubicBezTo>
                    <a:cubicBezTo>
                      <a:pt x="61" y="71"/>
                      <a:pt x="59" y="72"/>
                      <a:pt x="59" y="72"/>
                    </a:cubicBezTo>
                    <a:cubicBezTo>
                      <a:pt x="59" y="71"/>
                      <a:pt x="58" y="71"/>
                      <a:pt x="60" y="70"/>
                    </a:cubicBezTo>
                    <a:cubicBezTo>
                      <a:pt x="59" y="71"/>
                      <a:pt x="59" y="70"/>
                      <a:pt x="58" y="70"/>
                    </a:cubicBezTo>
                    <a:cubicBezTo>
                      <a:pt x="58" y="71"/>
                      <a:pt x="58" y="71"/>
                      <a:pt x="57" y="72"/>
                    </a:cubicBezTo>
                    <a:cubicBezTo>
                      <a:pt x="57" y="72"/>
                      <a:pt x="56" y="72"/>
                      <a:pt x="57" y="71"/>
                    </a:cubicBezTo>
                    <a:cubicBezTo>
                      <a:pt x="57" y="71"/>
                      <a:pt x="57" y="71"/>
                      <a:pt x="57" y="71"/>
                    </a:cubicBezTo>
                    <a:cubicBezTo>
                      <a:pt x="57" y="71"/>
                      <a:pt x="57" y="71"/>
                      <a:pt x="56" y="72"/>
                    </a:cubicBezTo>
                    <a:cubicBezTo>
                      <a:pt x="58" y="70"/>
                      <a:pt x="58" y="70"/>
                      <a:pt x="58" y="70"/>
                    </a:cubicBezTo>
                    <a:cubicBezTo>
                      <a:pt x="56" y="71"/>
                      <a:pt x="56" y="70"/>
                      <a:pt x="56" y="70"/>
                    </a:cubicBezTo>
                    <a:cubicBezTo>
                      <a:pt x="57" y="69"/>
                      <a:pt x="59" y="69"/>
                      <a:pt x="59" y="68"/>
                    </a:cubicBezTo>
                    <a:cubicBezTo>
                      <a:pt x="58" y="68"/>
                      <a:pt x="58" y="68"/>
                      <a:pt x="58" y="68"/>
                    </a:cubicBezTo>
                    <a:cubicBezTo>
                      <a:pt x="57" y="68"/>
                      <a:pt x="58" y="68"/>
                      <a:pt x="59" y="68"/>
                    </a:cubicBezTo>
                    <a:cubicBezTo>
                      <a:pt x="59" y="66"/>
                      <a:pt x="54" y="69"/>
                      <a:pt x="55" y="68"/>
                    </a:cubicBezTo>
                    <a:cubicBezTo>
                      <a:pt x="57" y="67"/>
                      <a:pt x="57" y="67"/>
                      <a:pt x="57" y="66"/>
                    </a:cubicBezTo>
                    <a:cubicBezTo>
                      <a:pt x="56" y="67"/>
                      <a:pt x="56" y="67"/>
                      <a:pt x="56" y="67"/>
                    </a:cubicBezTo>
                    <a:cubicBezTo>
                      <a:pt x="55" y="67"/>
                      <a:pt x="58" y="66"/>
                      <a:pt x="56" y="67"/>
                    </a:cubicBezTo>
                    <a:cubicBezTo>
                      <a:pt x="55" y="68"/>
                      <a:pt x="56" y="67"/>
                      <a:pt x="55" y="67"/>
                    </a:cubicBezTo>
                    <a:cubicBezTo>
                      <a:pt x="59" y="65"/>
                      <a:pt x="55" y="65"/>
                      <a:pt x="57" y="63"/>
                    </a:cubicBezTo>
                    <a:cubicBezTo>
                      <a:pt x="54" y="64"/>
                      <a:pt x="56" y="63"/>
                      <a:pt x="55" y="63"/>
                    </a:cubicBezTo>
                    <a:cubicBezTo>
                      <a:pt x="57" y="62"/>
                      <a:pt x="54" y="63"/>
                      <a:pt x="55" y="62"/>
                    </a:cubicBezTo>
                    <a:cubicBezTo>
                      <a:pt x="53" y="63"/>
                      <a:pt x="53" y="63"/>
                      <a:pt x="53" y="63"/>
                    </a:cubicBezTo>
                    <a:cubicBezTo>
                      <a:pt x="54" y="62"/>
                      <a:pt x="49" y="64"/>
                      <a:pt x="52" y="63"/>
                    </a:cubicBezTo>
                    <a:cubicBezTo>
                      <a:pt x="52" y="62"/>
                      <a:pt x="54" y="62"/>
                      <a:pt x="54" y="62"/>
                    </a:cubicBezTo>
                    <a:cubicBezTo>
                      <a:pt x="56" y="60"/>
                      <a:pt x="51" y="62"/>
                      <a:pt x="54" y="60"/>
                    </a:cubicBezTo>
                    <a:cubicBezTo>
                      <a:pt x="53" y="60"/>
                      <a:pt x="52" y="61"/>
                      <a:pt x="51" y="61"/>
                    </a:cubicBezTo>
                    <a:cubicBezTo>
                      <a:pt x="52" y="61"/>
                      <a:pt x="52" y="59"/>
                      <a:pt x="53" y="59"/>
                    </a:cubicBezTo>
                    <a:cubicBezTo>
                      <a:pt x="52" y="59"/>
                      <a:pt x="52" y="60"/>
                      <a:pt x="52" y="59"/>
                    </a:cubicBezTo>
                    <a:cubicBezTo>
                      <a:pt x="53" y="59"/>
                      <a:pt x="53" y="59"/>
                      <a:pt x="53" y="59"/>
                    </a:cubicBezTo>
                    <a:cubicBezTo>
                      <a:pt x="54" y="58"/>
                      <a:pt x="52" y="58"/>
                      <a:pt x="51" y="58"/>
                    </a:cubicBezTo>
                    <a:cubicBezTo>
                      <a:pt x="53" y="57"/>
                      <a:pt x="52" y="57"/>
                      <a:pt x="52" y="56"/>
                    </a:cubicBezTo>
                    <a:cubicBezTo>
                      <a:pt x="50" y="57"/>
                      <a:pt x="53" y="55"/>
                      <a:pt x="50" y="56"/>
                    </a:cubicBezTo>
                    <a:cubicBezTo>
                      <a:pt x="51" y="56"/>
                      <a:pt x="51" y="56"/>
                      <a:pt x="51" y="56"/>
                    </a:cubicBezTo>
                    <a:cubicBezTo>
                      <a:pt x="50" y="56"/>
                      <a:pt x="48" y="57"/>
                      <a:pt x="48" y="57"/>
                    </a:cubicBezTo>
                    <a:cubicBezTo>
                      <a:pt x="50" y="56"/>
                      <a:pt x="50" y="56"/>
                      <a:pt x="50" y="56"/>
                    </a:cubicBezTo>
                    <a:cubicBezTo>
                      <a:pt x="52" y="54"/>
                      <a:pt x="50" y="55"/>
                      <a:pt x="51" y="54"/>
                    </a:cubicBezTo>
                    <a:cubicBezTo>
                      <a:pt x="49" y="55"/>
                      <a:pt x="51" y="54"/>
                      <a:pt x="49" y="55"/>
                    </a:cubicBezTo>
                    <a:cubicBezTo>
                      <a:pt x="49" y="55"/>
                      <a:pt x="49" y="55"/>
                      <a:pt x="49" y="55"/>
                    </a:cubicBezTo>
                    <a:cubicBezTo>
                      <a:pt x="48" y="55"/>
                      <a:pt x="48" y="55"/>
                      <a:pt x="47" y="55"/>
                    </a:cubicBezTo>
                    <a:cubicBezTo>
                      <a:pt x="47" y="55"/>
                      <a:pt x="49" y="54"/>
                      <a:pt x="49" y="54"/>
                    </a:cubicBezTo>
                    <a:cubicBezTo>
                      <a:pt x="50" y="53"/>
                      <a:pt x="49" y="53"/>
                      <a:pt x="49" y="53"/>
                    </a:cubicBezTo>
                    <a:cubicBezTo>
                      <a:pt x="49" y="53"/>
                      <a:pt x="49" y="53"/>
                      <a:pt x="48" y="53"/>
                    </a:cubicBezTo>
                    <a:cubicBezTo>
                      <a:pt x="48" y="53"/>
                      <a:pt x="48" y="53"/>
                      <a:pt x="48" y="53"/>
                    </a:cubicBezTo>
                    <a:cubicBezTo>
                      <a:pt x="48" y="53"/>
                      <a:pt x="48" y="53"/>
                      <a:pt x="48" y="53"/>
                    </a:cubicBezTo>
                    <a:cubicBezTo>
                      <a:pt x="48" y="53"/>
                      <a:pt x="48" y="53"/>
                      <a:pt x="48" y="53"/>
                    </a:cubicBezTo>
                    <a:cubicBezTo>
                      <a:pt x="48" y="53"/>
                      <a:pt x="48" y="53"/>
                      <a:pt x="49" y="53"/>
                    </a:cubicBezTo>
                    <a:cubicBezTo>
                      <a:pt x="49" y="53"/>
                      <a:pt x="49" y="53"/>
                      <a:pt x="49" y="53"/>
                    </a:cubicBezTo>
                    <a:cubicBezTo>
                      <a:pt x="49" y="53"/>
                      <a:pt x="49" y="53"/>
                      <a:pt x="49" y="53"/>
                    </a:cubicBezTo>
                    <a:cubicBezTo>
                      <a:pt x="49" y="52"/>
                      <a:pt x="49" y="52"/>
                      <a:pt x="49" y="52"/>
                    </a:cubicBezTo>
                    <a:cubicBezTo>
                      <a:pt x="50" y="51"/>
                      <a:pt x="50" y="51"/>
                      <a:pt x="50" y="51"/>
                    </a:cubicBezTo>
                    <a:cubicBezTo>
                      <a:pt x="50" y="51"/>
                      <a:pt x="48" y="52"/>
                      <a:pt x="48" y="52"/>
                    </a:cubicBezTo>
                    <a:cubicBezTo>
                      <a:pt x="49" y="50"/>
                      <a:pt x="46" y="50"/>
                      <a:pt x="46" y="50"/>
                    </a:cubicBezTo>
                    <a:cubicBezTo>
                      <a:pt x="46" y="50"/>
                      <a:pt x="47" y="50"/>
                      <a:pt x="46" y="50"/>
                    </a:cubicBezTo>
                    <a:cubicBezTo>
                      <a:pt x="46" y="50"/>
                      <a:pt x="44" y="50"/>
                      <a:pt x="45" y="50"/>
                    </a:cubicBezTo>
                    <a:cubicBezTo>
                      <a:pt x="45" y="50"/>
                      <a:pt x="46" y="49"/>
                      <a:pt x="46" y="49"/>
                    </a:cubicBezTo>
                    <a:cubicBezTo>
                      <a:pt x="46" y="48"/>
                      <a:pt x="45" y="49"/>
                      <a:pt x="45" y="49"/>
                    </a:cubicBezTo>
                    <a:cubicBezTo>
                      <a:pt x="47" y="47"/>
                      <a:pt x="43" y="49"/>
                      <a:pt x="44" y="47"/>
                    </a:cubicBezTo>
                    <a:cubicBezTo>
                      <a:pt x="44" y="47"/>
                      <a:pt x="45" y="47"/>
                      <a:pt x="45" y="47"/>
                    </a:cubicBezTo>
                    <a:cubicBezTo>
                      <a:pt x="44" y="47"/>
                      <a:pt x="43" y="46"/>
                      <a:pt x="41" y="47"/>
                    </a:cubicBezTo>
                    <a:cubicBezTo>
                      <a:pt x="43" y="46"/>
                      <a:pt x="43" y="46"/>
                      <a:pt x="43" y="46"/>
                    </a:cubicBezTo>
                    <a:cubicBezTo>
                      <a:pt x="43" y="46"/>
                      <a:pt x="42" y="46"/>
                      <a:pt x="41" y="46"/>
                    </a:cubicBezTo>
                    <a:cubicBezTo>
                      <a:pt x="40" y="47"/>
                      <a:pt x="39" y="47"/>
                      <a:pt x="39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8" y="46"/>
                      <a:pt x="38" y="46"/>
                      <a:pt x="38" y="46"/>
                    </a:cubicBezTo>
                    <a:cubicBezTo>
                      <a:pt x="39" y="46"/>
                      <a:pt x="39" y="46"/>
                      <a:pt x="39" y="46"/>
                    </a:cubicBezTo>
                    <a:cubicBezTo>
                      <a:pt x="42" y="44"/>
                      <a:pt x="40" y="44"/>
                      <a:pt x="41" y="44"/>
                    </a:cubicBezTo>
                    <a:cubicBezTo>
                      <a:pt x="39" y="44"/>
                      <a:pt x="39" y="44"/>
                      <a:pt x="39" y="44"/>
                    </a:cubicBezTo>
                    <a:cubicBezTo>
                      <a:pt x="38" y="44"/>
                      <a:pt x="40" y="43"/>
                      <a:pt x="40" y="43"/>
                    </a:cubicBezTo>
                    <a:cubicBezTo>
                      <a:pt x="35" y="45"/>
                      <a:pt x="35" y="45"/>
                      <a:pt x="35" y="45"/>
                    </a:cubicBezTo>
                    <a:cubicBezTo>
                      <a:pt x="36" y="45"/>
                      <a:pt x="37" y="44"/>
                      <a:pt x="38" y="43"/>
                    </a:cubicBezTo>
                    <a:cubicBezTo>
                      <a:pt x="37" y="43"/>
                      <a:pt x="35" y="44"/>
                      <a:pt x="33" y="45"/>
                    </a:cubicBezTo>
                    <a:cubicBezTo>
                      <a:pt x="33" y="44"/>
                      <a:pt x="32" y="44"/>
                      <a:pt x="32" y="44"/>
                    </a:cubicBezTo>
                    <a:cubicBezTo>
                      <a:pt x="33" y="43"/>
                      <a:pt x="32" y="44"/>
                      <a:pt x="33" y="44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6" y="41"/>
                      <a:pt x="37" y="41"/>
                    </a:cubicBezTo>
                    <a:cubicBezTo>
                      <a:pt x="36" y="41"/>
                      <a:pt x="36" y="40"/>
                      <a:pt x="36" y="39"/>
                    </a:cubicBezTo>
                    <a:cubicBezTo>
                      <a:pt x="34" y="41"/>
                      <a:pt x="35" y="39"/>
                      <a:pt x="33" y="41"/>
                    </a:cubicBezTo>
                    <a:cubicBezTo>
                      <a:pt x="32" y="40"/>
                      <a:pt x="34" y="39"/>
                      <a:pt x="35" y="39"/>
                    </a:cubicBezTo>
                    <a:cubicBezTo>
                      <a:pt x="33" y="39"/>
                      <a:pt x="34" y="38"/>
                      <a:pt x="33" y="37"/>
                    </a:cubicBezTo>
                    <a:cubicBezTo>
                      <a:pt x="34" y="37"/>
                      <a:pt x="34" y="37"/>
                      <a:pt x="34" y="37"/>
                    </a:cubicBezTo>
                    <a:cubicBezTo>
                      <a:pt x="33" y="37"/>
                      <a:pt x="33" y="36"/>
                      <a:pt x="31" y="37"/>
                    </a:cubicBezTo>
                    <a:cubicBezTo>
                      <a:pt x="32" y="36"/>
                      <a:pt x="32" y="36"/>
                      <a:pt x="32" y="36"/>
                    </a:cubicBezTo>
                    <a:cubicBezTo>
                      <a:pt x="32" y="35"/>
                      <a:pt x="29" y="38"/>
                      <a:pt x="30" y="36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0" y="36"/>
                      <a:pt x="32" y="34"/>
                      <a:pt x="30" y="35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0" y="34"/>
                      <a:pt x="30" y="34"/>
                      <a:pt x="28" y="34"/>
                    </a:cubicBezTo>
                    <a:cubicBezTo>
                      <a:pt x="30" y="33"/>
                      <a:pt x="30" y="33"/>
                      <a:pt x="30" y="33"/>
                    </a:cubicBezTo>
                    <a:cubicBezTo>
                      <a:pt x="31" y="32"/>
                      <a:pt x="28" y="34"/>
                      <a:pt x="29" y="33"/>
                    </a:cubicBezTo>
                    <a:cubicBezTo>
                      <a:pt x="29" y="33"/>
                      <a:pt x="29" y="32"/>
                      <a:pt x="30" y="32"/>
                    </a:cubicBezTo>
                    <a:cubicBezTo>
                      <a:pt x="28" y="33"/>
                      <a:pt x="28" y="32"/>
                      <a:pt x="28" y="32"/>
                    </a:cubicBezTo>
                    <a:cubicBezTo>
                      <a:pt x="29" y="31"/>
                      <a:pt x="29" y="31"/>
                      <a:pt x="29" y="31"/>
                    </a:cubicBezTo>
                    <a:cubicBezTo>
                      <a:pt x="28" y="29"/>
                      <a:pt x="27" y="27"/>
                      <a:pt x="24" y="26"/>
                    </a:cubicBezTo>
                    <a:cubicBezTo>
                      <a:pt x="26" y="24"/>
                      <a:pt x="26" y="26"/>
                      <a:pt x="27" y="24"/>
                    </a:cubicBezTo>
                    <a:cubicBezTo>
                      <a:pt x="25" y="26"/>
                      <a:pt x="26" y="24"/>
                      <a:pt x="25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5" y="24"/>
                      <a:pt x="26" y="23"/>
                      <a:pt x="25" y="23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4" y="24"/>
                      <a:pt x="27" y="21"/>
                      <a:pt x="25" y="23"/>
                    </a:cubicBezTo>
                    <a:cubicBezTo>
                      <a:pt x="26" y="22"/>
                      <a:pt x="26" y="22"/>
                      <a:pt x="26" y="22"/>
                    </a:cubicBezTo>
                    <a:cubicBezTo>
                      <a:pt x="23" y="23"/>
                      <a:pt x="26" y="21"/>
                      <a:pt x="24" y="22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0"/>
                      <a:pt x="22" y="22"/>
                      <a:pt x="23" y="21"/>
                    </a:cubicBezTo>
                    <a:cubicBezTo>
                      <a:pt x="23" y="20"/>
                      <a:pt x="22" y="20"/>
                      <a:pt x="20" y="21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1" y="19"/>
                      <a:pt x="20" y="17"/>
                      <a:pt x="17" y="17"/>
                    </a:cubicBezTo>
                    <a:cubicBezTo>
                      <a:pt x="18" y="16"/>
                      <a:pt x="18" y="16"/>
                      <a:pt x="18" y="16"/>
                    </a:cubicBezTo>
                    <a:cubicBezTo>
                      <a:pt x="16" y="17"/>
                      <a:pt x="19" y="13"/>
                      <a:pt x="15" y="15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14" y="14"/>
                      <a:pt x="15" y="13"/>
                      <a:pt x="13" y="14"/>
                    </a:cubicBezTo>
                    <a:cubicBezTo>
                      <a:pt x="15" y="13"/>
                      <a:pt x="15" y="13"/>
                      <a:pt x="15" y="13"/>
                    </a:cubicBezTo>
                    <a:cubicBezTo>
                      <a:pt x="15" y="13"/>
                      <a:pt x="12" y="14"/>
                      <a:pt x="12" y="13"/>
                    </a:cubicBezTo>
                    <a:cubicBezTo>
                      <a:pt x="13" y="13"/>
                      <a:pt x="13" y="13"/>
                      <a:pt x="13" y="13"/>
                    </a:cubicBezTo>
                    <a:cubicBezTo>
                      <a:pt x="15" y="9"/>
                      <a:pt x="16" y="6"/>
                      <a:pt x="11" y="6"/>
                    </a:cubicBezTo>
                    <a:cubicBezTo>
                      <a:pt x="11" y="6"/>
                      <a:pt x="13" y="4"/>
                      <a:pt x="13" y="4"/>
                    </a:cubicBezTo>
                    <a:cubicBezTo>
                      <a:pt x="9" y="4"/>
                      <a:pt x="13" y="0"/>
                      <a:pt x="7" y="1"/>
                    </a:cubicBezTo>
                    <a:cubicBezTo>
                      <a:pt x="6" y="0"/>
                      <a:pt x="0" y="2"/>
                      <a:pt x="0" y="2"/>
                    </a:cubicBezTo>
                    <a:cubicBezTo>
                      <a:pt x="3" y="4"/>
                      <a:pt x="3" y="8"/>
                      <a:pt x="1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3" name="Freeform 128"/>
              <p:cNvSpPr/>
              <p:nvPr>
                <p:custDataLst>
                  <p:tags r:id="rId375"/>
                </p:custDataLst>
              </p:nvPr>
            </p:nvSpPr>
            <p:spPr bwMode="auto">
              <a:xfrm>
                <a:off x="3538" y="1526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4" name="Freeform 129"/>
              <p:cNvSpPr/>
              <p:nvPr>
                <p:custDataLst>
                  <p:tags r:id="rId376"/>
                </p:custDataLst>
              </p:nvPr>
            </p:nvSpPr>
            <p:spPr bwMode="auto">
              <a:xfrm>
                <a:off x="3460" y="1407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1 w 1"/>
                  <a:gd name="T3" fmla="*/ 0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5" name="Freeform 130"/>
              <p:cNvSpPr/>
              <p:nvPr>
                <p:custDataLst>
                  <p:tags r:id="rId377"/>
                </p:custDataLst>
              </p:nvPr>
            </p:nvSpPr>
            <p:spPr bwMode="auto">
              <a:xfrm>
                <a:off x="3445" y="1392"/>
                <a:ext cx="4" cy="2"/>
              </a:xfrm>
              <a:custGeom>
                <a:avLst/>
                <a:gdLst>
                  <a:gd name="T0" fmla="*/ 4 w 4"/>
                  <a:gd name="T1" fmla="*/ 0 h 2"/>
                  <a:gd name="T2" fmla="*/ 4 w 4"/>
                  <a:gd name="T3" fmla="*/ 0 h 2"/>
                  <a:gd name="T4" fmla="*/ 0 w 4"/>
                  <a:gd name="T5" fmla="*/ 2 h 2"/>
                  <a:gd name="T6" fmla="*/ 4 w 4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2">
                    <a:moveTo>
                      <a:pt x="4" y="0"/>
                    </a:moveTo>
                    <a:lnTo>
                      <a:pt x="4" y="0"/>
                    </a:lnTo>
                    <a:lnTo>
                      <a:pt x="0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6" name="Freeform 131"/>
              <p:cNvSpPr/>
              <p:nvPr>
                <p:custDataLst>
                  <p:tags r:id="rId378"/>
                </p:custDataLst>
              </p:nvPr>
            </p:nvSpPr>
            <p:spPr bwMode="auto">
              <a:xfrm>
                <a:off x="3468" y="1405"/>
                <a:ext cx="4" cy="0"/>
              </a:xfrm>
              <a:custGeom>
                <a:avLst/>
                <a:gdLst>
                  <a:gd name="T0" fmla="*/ 2 w 2"/>
                  <a:gd name="T1" fmla="*/ 1 w 2"/>
                  <a:gd name="T2" fmla="*/ 2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2" y="0"/>
                    </a:moveTo>
                    <a:cubicBezTo>
                      <a:pt x="2" y="0"/>
                      <a:pt x="0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7" name="Freeform 132"/>
              <p:cNvSpPr/>
              <p:nvPr>
                <p:custDataLst>
                  <p:tags r:id="rId379"/>
                </p:custDataLst>
              </p:nvPr>
            </p:nvSpPr>
            <p:spPr bwMode="auto">
              <a:xfrm>
                <a:off x="3515" y="157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8" name="Freeform 133"/>
              <p:cNvSpPr/>
              <p:nvPr>
                <p:custDataLst>
                  <p:tags r:id="rId380"/>
                </p:custDataLst>
              </p:nvPr>
            </p:nvSpPr>
            <p:spPr bwMode="auto">
              <a:xfrm>
                <a:off x="3470" y="1407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1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9" name="Freeform 134"/>
              <p:cNvSpPr/>
              <p:nvPr>
                <p:custDataLst>
                  <p:tags r:id="rId381"/>
                </p:custDataLst>
              </p:nvPr>
            </p:nvSpPr>
            <p:spPr bwMode="auto">
              <a:xfrm>
                <a:off x="3462" y="1407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0" name="Freeform 135"/>
              <p:cNvSpPr/>
              <p:nvPr>
                <p:custDataLst>
                  <p:tags r:id="rId382"/>
                </p:custDataLst>
              </p:nvPr>
            </p:nvSpPr>
            <p:spPr bwMode="auto">
              <a:xfrm>
                <a:off x="3909" y="1416"/>
                <a:ext cx="11" cy="2"/>
              </a:xfrm>
              <a:custGeom>
                <a:avLst/>
                <a:gdLst>
                  <a:gd name="T0" fmla="*/ 1 w 5"/>
                  <a:gd name="T1" fmla="*/ 1 h 1"/>
                  <a:gd name="T2" fmla="*/ 0 w 5"/>
                  <a:gd name="T3" fmla="*/ 1 h 1"/>
                  <a:gd name="T4" fmla="*/ 2 w 5"/>
                  <a:gd name="T5" fmla="*/ 1 h 1"/>
                  <a:gd name="T6" fmla="*/ 3 w 5"/>
                  <a:gd name="T7" fmla="*/ 1 h 1"/>
                  <a:gd name="T8" fmla="*/ 5 w 5"/>
                  <a:gd name="T9" fmla="*/ 0 h 1"/>
                  <a:gd name="T10" fmla="*/ 1 w 5"/>
                  <a:gd name="T11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" h="1">
                    <a:moveTo>
                      <a:pt x="1" y="1"/>
                    </a:moveTo>
                    <a:cubicBezTo>
                      <a:pt x="1" y="1"/>
                      <a:pt x="1" y="1"/>
                      <a:pt x="0" y="1"/>
                    </a:cubicBezTo>
                    <a:cubicBezTo>
                      <a:pt x="1" y="1"/>
                      <a:pt x="2" y="1"/>
                      <a:pt x="2" y="1"/>
                    </a:cubicBezTo>
                    <a:cubicBezTo>
                      <a:pt x="3" y="1"/>
                      <a:pt x="4" y="1"/>
                      <a:pt x="3" y="1"/>
                    </a:cubicBezTo>
                    <a:cubicBezTo>
                      <a:pt x="4" y="0"/>
                      <a:pt x="5" y="0"/>
                      <a:pt x="5" y="0"/>
                    </a:cubicBezTo>
                    <a:cubicBezTo>
                      <a:pt x="4" y="0"/>
                      <a:pt x="2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1" name="Freeform 136"/>
              <p:cNvSpPr/>
              <p:nvPr>
                <p:custDataLst>
                  <p:tags r:id="rId383"/>
                </p:custDataLst>
              </p:nvPr>
            </p:nvSpPr>
            <p:spPr bwMode="auto">
              <a:xfrm>
                <a:off x="4491" y="1382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1 h 2"/>
                  <a:gd name="T4" fmla="*/ 1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0" y="0"/>
                      <a:pt x="1" y="2"/>
                      <a:pt x="0" y="1"/>
                    </a:cubicBezTo>
                    <a:cubicBezTo>
                      <a:pt x="1" y="2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2" name="Freeform 137"/>
              <p:cNvSpPr/>
              <p:nvPr>
                <p:custDataLst>
                  <p:tags r:id="rId384"/>
                </p:custDataLst>
              </p:nvPr>
            </p:nvSpPr>
            <p:spPr bwMode="auto">
              <a:xfrm>
                <a:off x="4368" y="1484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3" name="Freeform 138"/>
              <p:cNvSpPr/>
              <p:nvPr>
                <p:custDataLst>
                  <p:tags r:id="rId385"/>
                </p:custDataLst>
              </p:nvPr>
            </p:nvSpPr>
            <p:spPr bwMode="auto">
              <a:xfrm>
                <a:off x="4504" y="1378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1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1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4" name="Freeform 139"/>
              <p:cNvSpPr/>
              <p:nvPr>
                <p:custDataLst>
                  <p:tags r:id="rId386"/>
                </p:custDataLst>
              </p:nvPr>
            </p:nvSpPr>
            <p:spPr bwMode="auto">
              <a:xfrm>
                <a:off x="4506" y="1382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5" name="Freeform 140"/>
              <p:cNvSpPr/>
              <p:nvPr>
                <p:custDataLst>
                  <p:tags r:id="rId387"/>
                </p:custDataLst>
              </p:nvPr>
            </p:nvSpPr>
            <p:spPr bwMode="auto">
              <a:xfrm>
                <a:off x="4368" y="149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6" name="Freeform 141"/>
              <p:cNvSpPr/>
              <p:nvPr>
                <p:custDataLst>
                  <p:tags r:id="rId388"/>
                </p:custDataLst>
              </p:nvPr>
            </p:nvSpPr>
            <p:spPr bwMode="auto">
              <a:xfrm>
                <a:off x="4364" y="1484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0 h 2"/>
                  <a:gd name="T4" fmla="*/ 1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1" y="1"/>
                      <a:pt x="0" y="0"/>
                      <a:pt x="0" y="0"/>
                    </a:cubicBezTo>
                    <a:cubicBezTo>
                      <a:pt x="0" y="0"/>
                      <a:pt x="1" y="2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7" name="Freeform 142"/>
              <p:cNvSpPr/>
              <p:nvPr>
                <p:custDataLst>
                  <p:tags r:id="rId389"/>
                </p:custDataLst>
              </p:nvPr>
            </p:nvSpPr>
            <p:spPr bwMode="auto">
              <a:xfrm>
                <a:off x="4368" y="1492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1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8" name="Freeform 143"/>
              <p:cNvSpPr/>
              <p:nvPr>
                <p:custDataLst>
                  <p:tags r:id="rId390"/>
                </p:custDataLst>
              </p:nvPr>
            </p:nvSpPr>
            <p:spPr bwMode="auto">
              <a:xfrm>
                <a:off x="4487" y="1388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0 w 1"/>
                  <a:gd name="T5" fmla="*/ 1 h 1"/>
                  <a:gd name="T6" fmla="*/ 1 w 1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9" name="Freeform 144"/>
              <p:cNvSpPr/>
              <p:nvPr>
                <p:custDataLst>
                  <p:tags r:id="rId391"/>
                </p:custDataLst>
              </p:nvPr>
            </p:nvSpPr>
            <p:spPr bwMode="auto">
              <a:xfrm>
                <a:off x="4514" y="1382"/>
                <a:ext cx="2" cy="4"/>
              </a:xfrm>
              <a:custGeom>
                <a:avLst/>
                <a:gdLst>
                  <a:gd name="T0" fmla="*/ 0 w 1"/>
                  <a:gd name="T1" fmla="*/ 2 h 2"/>
                  <a:gd name="T2" fmla="*/ 1 w 1"/>
                  <a:gd name="T3" fmla="*/ 0 h 2"/>
                  <a:gd name="T4" fmla="*/ 0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2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1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0" name="Freeform 145"/>
              <p:cNvSpPr/>
              <p:nvPr>
                <p:custDataLst>
                  <p:tags r:id="rId392"/>
                </p:custDataLst>
              </p:nvPr>
            </p:nvSpPr>
            <p:spPr bwMode="auto">
              <a:xfrm>
                <a:off x="4548" y="1397"/>
                <a:ext cx="2" cy="6"/>
              </a:xfrm>
              <a:custGeom>
                <a:avLst/>
                <a:gdLst>
                  <a:gd name="T0" fmla="*/ 0 w 1"/>
                  <a:gd name="T1" fmla="*/ 0 h 3"/>
                  <a:gd name="T2" fmla="*/ 1 w 1"/>
                  <a:gd name="T3" fmla="*/ 3 h 3"/>
                  <a:gd name="T4" fmla="*/ 0 w 1"/>
                  <a:gd name="T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">
                    <a:moveTo>
                      <a:pt x="0" y="0"/>
                    </a:moveTo>
                    <a:cubicBezTo>
                      <a:pt x="0" y="1"/>
                      <a:pt x="1" y="2"/>
                      <a:pt x="1" y="3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1" name="Freeform 146"/>
              <p:cNvSpPr/>
              <p:nvPr>
                <p:custDataLst>
                  <p:tags r:id="rId393"/>
                </p:custDataLst>
              </p:nvPr>
            </p:nvSpPr>
            <p:spPr bwMode="auto">
              <a:xfrm>
                <a:off x="4550" y="1399"/>
                <a:ext cx="3" cy="4"/>
              </a:xfrm>
              <a:custGeom>
                <a:avLst/>
                <a:gdLst>
                  <a:gd name="T0" fmla="*/ 1 w 1"/>
                  <a:gd name="T1" fmla="*/ 2 h 2"/>
                  <a:gd name="T2" fmla="*/ 1 w 1"/>
                  <a:gd name="T3" fmla="*/ 1 h 2"/>
                  <a:gd name="T4" fmla="*/ 1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2"/>
                    </a:moveTo>
                    <a:cubicBezTo>
                      <a:pt x="1" y="2"/>
                      <a:pt x="1" y="2"/>
                      <a:pt x="1" y="1"/>
                    </a:cubicBezTo>
                    <a:cubicBezTo>
                      <a:pt x="0" y="0"/>
                      <a:pt x="1" y="1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2" name="Freeform 147"/>
              <p:cNvSpPr/>
              <p:nvPr>
                <p:custDataLst>
                  <p:tags r:id="rId394"/>
                </p:custDataLst>
              </p:nvPr>
            </p:nvSpPr>
            <p:spPr bwMode="auto">
              <a:xfrm>
                <a:off x="4521" y="1382"/>
                <a:ext cx="0" cy="4"/>
              </a:xfrm>
              <a:custGeom>
                <a:avLst/>
                <a:gdLst>
                  <a:gd name="T0" fmla="*/ 2 h 2"/>
                  <a:gd name="T1" fmla="*/ 1 h 2"/>
                  <a:gd name="T2" fmla="*/ 1 h 2"/>
                  <a:gd name="T3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3" name="Freeform 148"/>
              <p:cNvSpPr/>
              <p:nvPr>
                <p:custDataLst>
                  <p:tags r:id="rId395"/>
                </p:custDataLst>
              </p:nvPr>
            </p:nvSpPr>
            <p:spPr bwMode="auto">
              <a:xfrm>
                <a:off x="4516" y="1378"/>
                <a:ext cx="5" cy="8"/>
              </a:xfrm>
              <a:custGeom>
                <a:avLst/>
                <a:gdLst>
                  <a:gd name="T0" fmla="*/ 2 w 2"/>
                  <a:gd name="T1" fmla="*/ 4 h 4"/>
                  <a:gd name="T2" fmla="*/ 1 w 2"/>
                  <a:gd name="T3" fmla="*/ 2 h 4"/>
                  <a:gd name="T4" fmla="*/ 0 w 2"/>
                  <a:gd name="T5" fmla="*/ 2 h 4"/>
                  <a:gd name="T6" fmla="*/ 0 w 2"/>
                  <a:gd name="T7" fmla="*/ 0 h 4"/>
                  <a:gd name="T8" fmla="*/ 2 w 2"/>
                  <a:gd name="T9" fmla="*/ 4 h 4"/>
                  <a:gd name="T10" fmla="*/ 2 w 2"/>
                  <a:gd name="T11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4">
                    <a:moveTo>
                      <a:pt x="2" y="4"/>
                    </a:moveTo>
                    <a:cubicBezTo>
                      <a:pt x="2" y="3"/>
                      <a:pt x="1" y="3"/>
                      <a:pt x="1" y="2"/>
                    </a:cubicBezTo>
                    <a:cubicBezTo>
                      <a:pt x="1" y="2"/>
                      <a:pt x="0" y="1"/>
                      <a:pt x="0" y="2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1"/>
                      <a:pt x="1" y="3"/>
                      <a:pt x="2" y="4"/>
                    </a:cubicBezTo>
                    <a:cubicBezTo>
                      <a:pt x="2" y="4"/>
                      <a:pt x="2" y="4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4" name="Freeform 149"/>
              <p:cNvSpPr/>
              <p:nvPr>
                <p:custDataLst>
                  <p:tags r:id="rId396"/>
                </p:custDataLst>
              </p:nvPr>
            </p:nvSpPr>
            <p:spPr bwMode="auto">
              <a:xfrm>
                <a:off x="4519" y="1380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1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5" name="Freeform 150"/>
              <p:cNvSpPr/>
              <p:nvPr>
                <p:custDataLst>
                  <p:tags r:id="rId397"/>
                </p:custDataLst>
              </p:nvPr>
            </p:nvSpPr>
            <p:spPr bwMode="auto">
              <a:xfrm>
                <a:off x="3876" y="135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6" name="Freeform 151"/>
              <p:cNvSpPr/>
              <p:nvPr>
                <p:custDataLst>
                  <p:tags r:id="rId398"/>
                </p:custDataLst>
              </p:nvPr>
            </p:nvSpPr>
            <p:spPr bwMode="auto">
              <a:xfrm>
                <a:off x="4465" y="1920"/>
                <a:ext cx="5" cy="0"/>
              </a:xfrm>
              <a:custGeom>
                <a:avLst/>
                <a:gdLst>
                  <a:gd name="T0" fmla="*/ 1 w 2"/>
                  <a:gd name="T1" fmla="*/ 1 w 2"/>
                  <a:gd name="T2" fmla="*/ 1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1" y="0"/>
                    </a:moveTo>
                    <a:cubicBezTo>
                      <a:pt x="0" y="0"/>
                      <a:pt x="0" y="0"/>
                      <a:pt x="1" y="0"/>
                    </a:cubicBezTo>
                    <a:cubicBezTo>
                      <a:pt x="2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7" name="Freeform 152"/>
              <p:cNvSpPr/>
              <p:nvPr>
                <p:custDataLst>
                  <p:tags r:id="rId399"/>
                </p:custDataLst>
              </p:nvPr>
            </p:nvSpPr>
            <p:spPr bwMode="auto">
              <a:xfrm>
                <a:off x="4468" y="1918"/>
                <a:ext cx="6" cy="5"/>
              </a:xfrm>
              <a:custGeom>
                <a:avLst/>
                <a:gdLst>
                  <a:gd name="T0" fmla="*/ 0 w 3"/>
                  <a:gd name="T1" fmla="*/ 0 h 2"/>
                  <a:gd name="T2" fmla="*/ 3 w 3"/>
                  <a:gd name="T3" fmla="*/ 2 h 2"/>
                  <a:gd name="T4" fmla="*/ 0 w 3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0" y="0"/>
                    </a:moveTo>
                    <a:cubicBezTo>
                      <a:pt x="3" y="2"/>
                      <a:pt x="3" y="2"/>
                      <a:pt x="3" y="2"/>
                    </a:cubicBezTo>
                    <a:cubicBezTo>
                      <a:pt x="2" y="1"/>
                      <a:pt x="1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8" name="Freeform 153"/>
              <p:cNvSpPr/>
              <p:nvPr>
                <p:custDataLst>
                  <p:tags r:id="rId400"/>
                </p:custDataLst>
              </p:nvPr>
            </p:nvSpPr>
            <p:spPr bwMode="auto">
              <a:xfrm>
                <a:off x="3912" y="1286"/>
                <a:ext cx="4" cy="2"/>
              </a:xfrm>
              <a:custGeom>
                <a:avLst/>
                <a:gdLst>
                  <a:gd name="T0" fmla="*/ 2 w 2"/>
                  <a:gd name="T1" fmla="*/ 0 h 1"/>
                  <a:gd name="T2" fmla="*/ 1 w 2"/>
                  <a:gd name="T3" fmla="*/ 1 h 1"/>
                  <a:gd name="T4" fmla="*/ 2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2" y="1"/>
                      <a:pt x="0" y="1"/>
                      <a:pt x="1" y="1"/>
                    </a:cubicBezTo>
                    <a:cubicBezTo>
                      <a:pt x="1" y="0"/>
                      <a:pt x="2" y="1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9" name="Freeform 154"/>
              <p:cNvSpPr/>
              <p:nvPr>
                <p:custDataLst>
                  <p:tags r:id="rId401"/>
                </p:custDataLst>
              </p:nvPr>
            </p:nvSpPr>
            <p:spPr bwMode="auto">
              <a:xfrm>
                <a:off x="3876" y="1320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0" name="Rectangle 155"/>
              <p:cNvSpPr>
                <a:spLocks noChangeArrowheads="1"/>
              </p:cNvSpPr>
              <p:nvPr>
                <p:custDataLst>
                  <p:tags r:id="rId402"/>
                </p:custDataLst>
              </p:nvPr>
            </p:nvSpPr>
            <p:spPr bwMode="auto">
              <a:xfrm>
                <a:off x="4402" y="1454"/>
                <a:ext cx="1" cy="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1" name="Freeform 156"/>
              <p:cNvSpPr/>
              <p:nvPr>
                <p:custDataLst>
                  <p:tags r:id="rId403"/>
                </p:custDataLst>
              </p:nvPr>
            </p:nvSpPr>
            <p:spPr bwMode="auto">
              <a:xfrm>
                <a:off x="4546" y="1401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2" name="Freeform 157"/>
              <p:cNvSpPr/>
              <p:nvPr>
                <p:custDataLst>
                  <p:tags r:id="rId404"/>
                </p:custDataLst>
              </p:nvPr>
            </p:nvSpPr>
            <p:spPr bwMode="auto">
              <a:xfrm>
                <a:off x="3914" y="129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3" name="Freeform 158"/>
              <p:cNvSpPr/>
              <p:nvPr>
                <p:custDataLst>
                  <p:tags r:id="rId405"/>
                </p:custDataLst>
              </p:nvPr>
            </p:nvSpPr>
            <p:spPr bwMode="auto">
              <a:xfrm>
                <a:off x="4423" y="148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4" name="Freeform 159"/>
              <p:cNvSpPr/>
              <p:nvPr>
                <p:custDataLst>
                  <p:tags r:id="rId406"/>
                </p:custDataLst>
              </p:nvPr>
            </p:nvSpPr>
            <p:spPr bwMode="auto">
              <a:xfrm>
                <a:off x="4465" y="1456"/>
                <a:ext cx="3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5" name="Freeform 160"/>
              <p:cNvSpPr/>
              <p:nvPr>
                <p:custDataLst>
                  <p:tags r:id="rId407"/>
                </p:custDataLst>
              </p:nvPr>
            </p:nvSpPr>
            <p:spPr bwMode="auto">
              <a:xfrm>
                <a:off x="4355" y="1509"/>
                <a:ext cx="4" cy="4"/>
              </a:xfrm>
              <a:custGeom>
                <a:avLst/>
                <a:gdLst>
                  <a:gd name="T0" fmla="*/ 0 w 4"/>
                  <a:gd name="T1" fmla="*/ 0 h 4"/>
                  <a:gd name="T2" fmla="*/ 0 w 4"/>
                  <a:gd name="T3" fmla="*/ 2 h 4"/>
                  <a:gd name="T4" fmla="*/ 4 w 4"/>
                  <a:gd name="T5" fmla="*/ 4 h 4"/>
                  <a:gd name="T6" fmla="*/ 0 w 4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0" y="0"/>
                    </a:moveTo>
                    <a:lnTo>
                      <a:pt x="0" y="2"/>
                    </a:lnTo>
                    <a:lnTo>
                      <a:pt x="4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6" name="Freeform 161"/>
              <p:cNvSpPr/>
              <p:nvPr>
                <p:custDataLst>
                  <p:tags r:id="rId408"/>
                </p:custDataLst>
              </p:nvPr>
            </p:nvSpPr>
            <p:spPr bwMode="auto">
              <a:xfrm>
                <a:off x="4383" y="147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7" name="Freeform 162"/>
              <p:cNvSpPr/>
              <p:nvPr>
                <p:custDataLst>
                  <p:tags r:id="rId409"/>
                </p:custDataLst>
              </p:nvPr>
            </p:nvSpPr>
            <p:spPr bwMode="auto">
              <a:xfrm>
                <a:off x="4287" y="1378"/>
                <a:ext cx="261" cy="237"/>
              </a:xfrm>
              <a:custGeom>
                <a:avLst/>
                <a:gdLst>
                  <a:gd name="T0" fmla="*/ 27 w 123"/>
                  <a:gd name="T1" fmla="*/ 92 h 112"/>
                  <a:gd name="T2" fmla="*/ 33 w 123"/>
                  <a:gd name="T3" fmla="*/ 85 h 112"/>
                  <a:gd name="T4" fmla="*/ 52 w 123"/>
                  <a:gd name="T5" fmla="*/ 57 h 112"/>
                  <a:gd name="T6" fmla="*/ 61 w 123"/>
                  <a:gd name="T7" fmla="*/ 52 h 112"/>
                  <a:gd name="T8" fmla="*/ 69 w 123"/>
                  <a:gd name="T9" fmla="*/ 49 h 112"/>
                  <a:gd name="T10" fmla="*/ 81 w 123"/>
                  <a:gd name="T11" fmla="*/ 39 h 112"/>
                  <a:gd name="T12" fmla="*/ 89 w 123"/>
                  <a:gd name="T13" fmla="*/ 34 h 112"/>
                  <a:gd name="T14" fmla="*/ 100 w 123"/>
                  <a:gd name="T15" fmla="*/ 25 h 112"/>
                  <a:gd name="T16" fmla="*/ 105 w 123"/>
                  <a:gd name="T17" fmla="*/ 17 h 112"/>
                  <a:gd name="T18" fmla="*/ 115 w 123"/>
                  <a:gd name="T19" fmla="*/ 15 h 112"/>
                  <a:gd name="T20" fmla="*/ 119 w 123"/>
                  <a:gd name="T21" fmla="*/ 14 h 112"/>
                  <a:gd name="T22" fmla="*/ 121 w 123"/>
                  <a:gd name="T23" fmla="*/ 8 h 112"/>
                  <a:gd name="T24" fmla="*/ 122 w 123"/>
                  <a:gd name="T25" fmla="*/ 7 h 112"/>
                  <a:gd name="T26" fmla="*/ 118 w 123"/>
                  <a:gd name="T27" fmla="*/ 7 h 112"/>
                  <a:gd name="T28" fmla="*/ 113 w 123"/>
                  <a:gd name="T29" fmla="*/ 5 h 112"/>
                  <a:gd name="T30" fmla="*/ 107 w 123"/>
                  <a:gd name="T31" fmla="*/ 4 h 112"/>
                  <a:gd name="T32" fmla="*/ 106 w 123"/>
                  <a:gd name="T33" fmla="*/ 3 h 112"/>
                  <a:gd name="T34" fmla="*/ 102 w 123"/>
                  <a:gd name="T35" fmla="*/ 4 h 112"/>
                  <a:gd name="T36" fmla="*/ 101 w 123"/>
                  <a:gd name="T37" fmla="*/ 4 h 112"/>
                  <a:gd name="T38" fmla="*/ 99 w 123"/>
                  <a:gd name="T39" fmla="*/ 2 h 112"/>
                  <a:gd name="T40" fmla="*/ 98 w 123"/>
                  <a:gd name="T41" fmla="*/ 9 h 112"/>
                  <a:gd name="T42" fmla="*/ 96 w 123"/>
                  <a:gd name="T43" fmla="*/ 8 h 112"/>
                  <a:gd name="T44" fmla="*/ 93 w 123"/>
                  <a:gd name="T45" fmla="*/ 7 h 112"/>
                  <a:gd name="T46" fmla="*/ 91 w 123"/>
                  <a:gd name="T47" fmla="*/ 7 h 112"/>
                  <a:gd name="T48" fmla="*/ 89 w 123"/>
                  <a:gd name="T49" fmla="*/ 10 h 112"/>
                  <a:gd name="T50" fmla="*/ 87 w 123"/>
                  <a:gd name="T51" fmla="*/ 10 h 112"/>
                  <a:gd name="T52" fmla="*/ 89 w 123"/>
                  <a:gd name="T53" fmla="*/ 18 h 112"/>
                  <a:gd name="T54" fmla="*/ 85 w 123"/>
                  <a:gd name="T55" fmla="*/ 12 h 112"/>
                  <a:gd name="T56" fmla="*/ 78 w 123"/>
                  <a:gd name="T57" fmla="*/ 16 h 112"/>
                  <a:gd name="T58" fmla="*/ 75 w 123"/>
                  <a:gd name="T59" fmla="*/ 18 h 112"/>
                  <a:gd name="T60" fmla="*/ 75 w 123"/>
                  <a:gd name="T61" fmla="*/ 24 h 112"/>
                  <a:gd name="T62" fmla="*/ 67 w 123"/>
                  <a:gd name="T63" fmla="*/ 25 h 112"/>
                  <a:gd name="T64" fmla="*/ 65 w 123"/>
                  <a:gd name="T65" fmla="*/ 29 h 112"/>
                  <a:gd name="T66" fmla="*/ 64 w 123"/>
                  <a:gd name="T67" fmla="*/ 29 h 112"/>
                  <a:gd name="T68" fmla="*/ 64 w 123"/>
                  <a:gd name="T69" fmla="*/ 32 h 112"/>
                  <a:gd name="T70" fmla="*/ 60 w 123"/>
                  <a:gd name="T71" fmla="*/ 30 h 112"/>
                  <a:gd name="T72" fmla="*/ 59 w 123"/>
                  <a:gd name="T73" fmla="*/ 34 h 112"/>
                  <a:gd name="T74" fmla="*/ 55 w 123"/>
                  <a:gd name="T75" fmla="*/ 39 h 112"/>
                  <a:gd name="T76" fmla="*/ 50 w 123"/>
                  <a:gd name="T77" fmla="*/ 39 h 112"/>
                  <a:gd name="T78" fmla="*/ 47 w 123"/>
                  <a:gd name="T79" fmla="*/ 43 h 112"/>
                  <a:gd name="T80" fmla="*/ 45 w 123"/>
                  <a:gd name="T81" fmla="*/ 45 h 112"/>
                  <a:gd name="T82" fmla="*/ 44 w 123"/>
                  <a:gd name="T83" fmla="*/ 45 h 112"/>
                  <a:gd name="T84" fmla="*/ 42 w 123"/>
                  <a:gd name="T85" fmla="*/ 48 h 112"/>
                  <a:gd name="T86" fmla="*/ 39 w 123"/>
                  <a:gd name="T87" fmla="*/ 54 h 112"/>
                  <a:gd name="T88" fmla="*/ 38 w 123"/>
                  <a:gd name="T89" fmla="*/ 56 h 112"/>
                  <a:gd name="T90" fmla="*/ 38 w 123"/>
                  <a:gd name="T91" fmla="*/ 63 h 112"/>
                  <a:gd name="T92" fmla="*/ 34 w 123"/>
                  <a:gd name="T93" fmla="*/ 65 h 112"/>
                  <a:gd name="T94" fmla="*/ 30 w 123"/>
                  <a:gd name="T95" fmla="*/ 69 h 112"/>
                  <a:gd name="T96" fmla="*/ 27 w 123"/>
                  <a:gd name="T97" fmla="*/ 71 h 112"/>
                  <a:gd name="T98" fmla="*/ 19 w 123"/>
                  <a:gd name="T99" fmla="*/ 78 h 112"/>
                  <a:gd name="T100" fmla="*/ 17 w 123"/>
                  <a:gd name="T101" fmla="*/ 80 h 112"/>
                  <a:gd name="T102" fmla="*/ 13 w 123"/>
                  <a:gd name="T103" fmla="*/ 88 h 112"/>
                  <a:gd name="T104" fmla="*/ 12 w 123"/>
                  <a:gd name="T105" fmla="*/ 95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23" h="112">
                    <a:moveTo>
                      <a:pt x="9" y="112"/>
                    </a:moveTo>
                    <a:cubicBezTo>
                      <a:pt x="9" y="108"/>
                      <a:pt x="13" y="106"/>
                      <a:pt x="17" y="105"/>
                    </a:cubicBezTo>
                    <a:cubicBezTo>
                      <a:pt x="17" y="104"/>
                      <a:pt x="17" y="102"/>
                      <a:pt x="18" y="102"/>
                    </a:cubicBezTo>
                    <a:cubicBezTo>
                      <a:pt x="20" y="98"/>
                      <a:pt x="27" y="98"/>
                      <a:pt x="28" y="93"/>
                    </a:cubicBezTo>
                    <a:cubicBezTo>
                      <a:pt x="27" y="93"/>
                      <a:pt x="27" y="92"/>
                      <a:pt x="26" y="91"/>
                    </a:cubicBezTo>
                    <a:cubicBezTo>
                      <a:pt x="27" y="92"/>
                      <a:pt x="27" y="92"/>
                      <a:pt x="27" y="92"/>
                    </a:cubicBezTo>
                    <a:cubicBezTo>
                      <a:pt x="26" y="91"/>
                      <a:pt x="26" y="91"/>
                      <a:pt x="26" y="91"/>
                    </a:cubicBezTo>
                    <a:cubicBezTo>
                      <a:pt x="26" y="90"/>
                      <a:pt x="28" y="92"/>
                      <a:pt x="28" y="92"/>
                    </a:cubicBezTo>
                    <a:cubicBezTo>
                      <a:pt x="29" y="91"/>
                      <a:pt x="29" y="89"/>
                      <a:pt x="31" y="88"/>
                    </a:cubicBezTo>
                    <a:cubicBezTo>
                      <a:pt x="29" y="86"/>
                      <a:pt x="31" y="87"/>
                      <a:pt x="29" y="85"/>
                    </a:cubicBezTo>
                    <a:cubicBezTo>
                      <a:pt x="30" y="86"/>
                      <a:pt x="30" y="86"/>
                      <a:pt x="30" y="86"/>
                    </a:cubicBezTo>
                    <a:cubicBezTo>
                      <a:pt x="30" y="84"/>
                      <a:pt x="30" y="84"/>
                      <a:pt x="33" y="85"/>
                    </a:cubicBezTo>
                    <a:cubicBezTo>
                      <a:pt x="38" y="83"/>
                      <a:pt x="40" y="79"/>
                      <a:pt x="43" y="76"/>
                    </a:cubicBezTo>
                    <a:cubicBezTo>
                      <a:pt x="46" y="72"/>
                      <a:pt x="48" y="68"/>
                      <a:pt x="52" y="64"/>
                    </a:cubicBezTo>
                    <a:cubicBezTo>
                      <a:pt x="50" y="61"/>
                      <a:pt x="52" y="61"/>
                      <a:pt x="50" y="59"/>
                    </a:cubicBezTo>
                    <a:cubicBezTo>
                      <a:pt x="51" y="59"/>
                      <a:pt x="51" y="59"/>
                      <a:pt x="51" y="59"/>
                    </a:cubicBezTo>
                    <a:cubicBezTo>
                      <a:pt x="51" y="58"/>
                      <a:pt x="52" y="59"/>
                      <a:pt x="54" y="59"/>
                    </a:cubicBezTo>
                    <a:cubicBezTo>
                      <a:pt x="53" y="58"/>
                      <a:pt x="54" y="59"/>
                      <a:pt x="52" y="57"/>
                    </a:cubicBezTo>
                    <a:cubicBezTo>
                      <a:pt x="51" y="56"/>
                      <a:pt x="55" y="59"/>
                      <a:pt x="54" y="58"/>
                    </a:cubicBezTo>
                    <a:cubicBezTo>
                      <a:pt x="55" y="59"/>
                      <a:pt x="53" y="57"/>
                      <a:pt x="54" y="58"/>
                    </a:cubicBezTo>
                    <a:cubicBezTo>
                      <a:pt x="53" y="55"/>
                      <a:pt x="55" y="59"/>
                      <a:pt x="57" y="59"/>
                    </a:cubicBezTo>
                    <a:cubicBezTo>
                      <a:pt x="58" y="57"/>
                      <a:pt x="58" y="54"/>
                      <a:pt x="61" y="54"/>
                    </a:cubicBezTo>
                    <a:cubicBezTo>
                      <a:pt x="61" y="54"/>
                      <a:pt x="60" y="52"/>
                      <a:pt x="60" y="52"/>
                    </a:cubicBezTo>
                    <a:cubicBezTo>
                      <a:pt x="62" y="55"/>
                      <a:pt x="60" y="51"/>
                      <a:pt x="61" y="52"/>
                    </a:cubicBezTo>
                    <a:cubicBezTo>
                      <a:pt x="62" y="53"/>
                      <a:pt x="62" y="53"/>
                      <a:pt x="62" y="53"/>
                    </a:cubicBezTo>
                    <a:cubicBezTo>
                      <a:pt x="63" y="54"/>
                      <a:pt x="63" y="51"/>
                      <a:pt x="64" y="52"/>
                    </a:cubicBezTo>
                    <a:cubicBezTo>
                      <a:pt x="64" y="50"/>
                      <a:pt x="67" y="52"/>
                      <a:pt x="66" y="50"/>
                    </a:cubicBezTo>
                    <a:cubicBezTo>
                      <a:pt x="67" y="52"/>
                      <a:pt x="67" y="51"/>
                      <a:pt x="68" y="51"/>
                    </a:cubicBezTo>
                    <a:cubicBezTo>
                      <a:pt x="66" y="48"/>
                      <a:pt x="70" y="51"/>
                      <a:pt x="69" y="49"/>
                    </a:cubicBezTo>
                    <a:cubicBezTo>
                      <a:pt x="69" y="49"/>
                      <a:pt x="69" y="49"/>
                      <a:pt x="69" y="49"/>
                    </a:cubicBezTo>
                    <a:cubicBezTo>
                      <a:pt x="71" y="48"/>
                      <a:pt x="73" y="47"/>
                      <a:pt x="74" y="44"/>
                    </a:cubicBezTo>
                    <a:cubicBezTo>
                      <a:pt x="75" y="43"/>
                      <a:pt x="78" y="45"/>
                      <a:pt x="79" y="42"/>
                    </a:cubicBezTo>
                    <a:cubicBezTo>
                      <a:pt x="78" y="41"/>
                      <a:pt x="78" y="41"/>
                      <a:pt x="78" y="41"/>
                    </a:cubicBezTo>
                    <a:cubicBezTo>
                      <a:pt x="78" y="41"/>
                      <a:pt x="79" y="42"/>
                      <a:pt x="79" y="42"/>
                    </a:cubicBezTo>
                    <a:cubicBezTo>
                      <a:pt x="79" y="40"/>
                      <a:pt x="81" y="41"/>
                      <a:pt x="81" y="41"/>
                    </a:cubicBezTo>
                    <a:cubicBezTo>
                      <a:pt x="81" y="40"/>
                      <a:pt x="81" y="40"/>
                      <a:pt x="81" y="39"/>
                    </a:cubicBezTo>
                    <a:cubicBezTo>
                      <a:pt x="83" y="41"/>
                      <a:pt x="82" y="37"/>
                      <a:pt x="84" y="38"/>
                    </a:cubicBezTo>
                    <a:cubicBezTo>
                      <a:pt x="82" y="36"/>
                      <a:pt x="84" y="37"/>
                      <a:pt x="84" y="36"/>
                    </a:cubicBezTo>
                    <a:cubicBezTo>
                      <a:pt x="84" y="36"/>
                      <a:pt x="84" y="36"/>
                      <a:pt x="85" y="37"/>
                    </a:cubicBezTo>
                    <a:cubicBezTo>
                      <a:pt x="85" y="36"/>
                      <a:pt x="85" y="36"/>
                      <a:pt x="87" y="36"/>
                    </a:cubicBezTo>
                    <a:cubicBezTo>
                      <a:pt x="87" y="36"/>
                      <a:pt x="86" y="34"/>
                      <a:pt x="87" y="34"/>
                    </a:cubicBezTo>
                    <a:cubicBezTo>
                      <a:pt x="88" y="36"/>
                      <a:pt x="88" y="34"/>
                      <a:pt x="89" y="34"/>
                    </a:cubicBezTo>
                    <a:cubicBezTo>
                      <a:pt x="87" y="32"/>
                      <a:pt x="87" y="31"/>
                      <a:pt x="88" y="31"/>
                    </a:cubicBezTo>
                    <a:cubicBezTo>
                      <a:pt x="89" y="34"/>
                      <a:pt x="89" y="34"/>
                      <a:pt x="89" y="34"/>
                    </a:cubicBezTo>
                    <a:cubicBezTo>
                      <a:pt x="90" y="31"/>
                      <a:pt x="93" y="33"/>
                      <a:pt x="93" y="29"/>
                    </a:cubicBezTo>
                    <a:cubicBezTo>
                      <a:pt x="94" y="30"/>
                      <a:pt x="94" y="30"/>
                      <a:pt x="94" y="30"/>
                    </a:cubicBezTo>
                    <a:cubicBezTo>
                      <a:pt x="95" y="28"/>
                      <a:pt x="98" y="29"/>
                      <a:pt x="98" y="25"/>
                    </a:cubicBezTo>
                    <a:cubicBezTo>
                      <a:pt x="99" y="25"/>
                      <a:pt x="100" y="26"/>
                      <a:pt x="100" y="25"/>
                    </a:cubicBezTo>
                    <a:cubicBezTo>
                      <a:pt x="100" y="24"/>
                      <a:pt x="101" y="24"/>
                      <a:pt x="100" y="22"/>
                    </a:cubicBezTo>
                    <a:cubicBezTo>
                      <a:pt x="100" y="21"/>
                      <a:pt x="101" y="22"/>
                      <a:pt x="101" y="23"/>
                    </a:cubicBezTo>
                    <a:cubicBezTo>
                      <a:pt x="102" y="23"/>
                      <a:pt x="104" y="25"/>
                      <a:pt x="103" y="22"/>
                    </a:cubicBezTo>
                    <a:cubicBezTo>
                      <a:pt x="104" y="23"/>
                      <a:pt x="104" y="23"/>
                      <a:pt x="104" y="23"/>
                    </a:cubicBezTo>
                    <a:cubicBezTo>
                      <a:pt x="104" y="22"/>
                      <a:pt x="104" y="20"/>
                      <a:pt x="106" y="21"/>
                    </a:cubicBezTo>
                    <a:cubicBezTo>
                      <a:pt x="105" y="19"/>
                      <a:pt x="106" y="19"/>
                      <a:pt x="105" y="17"/>
                    </a:cubicBezTo>
                    <a:cubicBezTo>
                      <a:pt x="105" y="17"/>
                      <a:pt x="106" y="19"/>
                      <a:pt x="106" y="18"/>
                    </a:cubicBezTo>
                    <a:cubicBezTo>
                      <a:pt x="106" y="20"/>
                      <a:pt x="106" y="20"/>
                      <a:pt x="106" y="20"/>
                    </a:cubicBezTo>
                    <a:cubicBezTo>
                      <a:pt x="108" y="20"/>
                      <a:pt x="109" y="18"/>
                      <a:pt x="110" y="16"/>
                    </a:cubicBezTo>
                    <a:cubicBezTo>
                      <a:pt x="112" y="19"/>
                      <a:pt x="112" y="16"/>
                      <a:pt x="113" y="17"/>
                    </a:cubicBezTo>
                    <a:cubicBezTo>
                      <a:pt x="113" y="15"/>
                      <a:pt x="115" y="17"/>
                      <a:pt x="114" y="14"/>
                    </a:cubicBezTo>
                    <a:cubicBezTo>
                      <a:pt x="115" y="15"/>
                      <a:pt x="115" y="15"/>
                      <a:pt x="115" y="15"/>
                    </a:cubicBezTo>
                    <a:cubicBezTo>
                      <a:pt x="115" y="15"/>
                      <a:pt x="116" y="15"/>
                      <a:pt x="117" y="15"/>
                    </a:cubicBezTo>
                    <a:cubicBezTo>
                      <a:pt x="118" y="16"/>
                      <a:pt x="118" y="14"/>
                      <a:pt x="118" y="13"/>
                    </a:cubicBezTo>
                    <a:cubicBezTo>
                      <a:pt x="118" y="14"/>
                      <a:pt x="118" y="14"/>
                      <a:pt x="118" y="14"/>
                    </a:cubicBezTo>
                    <a:cubicBezTo>
                      <a:pt x="118" y="13"/>
                      <a:pt x="118" y="11"/>
                      <a:pt x="118" y="9"/>
                    </a:cubicBezTo>
                    <a:cubicBezTo>
                      <a:pt x="119" y="10"/>
                      <a:pt x="118" y="9"/>
                      <a:pt x="119" y="10"/>
                    </a:cubicBezTo>
                    <a:cubicBezTo>
                      <a:pt x="119" y="11"/>
                      <a:pt x="119" y="13"/>
                      <a:pt x="119" y="14"/>
                    </a:cubicBezTo>
                    <a:cubicBezTo>
                      <a:pt x="120" y="15"/>
                      <a:pt x="119" y="11"/>
                      <a:pt x="120" y="13"/>
                    </a:cubicBezTo>
                    <a:cubicBezTo>
                      <a:pt x="121" y="14"/>
                      <a:pt x="121" y="13"/>
                      <a:pt x="121" y="11"/>
                    </a:cubicBezTo>
                    <a:cubicBezTo>
                      <a:pt x="121" y="12"/>
                      <a:pt x="121" y="12"/>
                      <a:pt x="121" y="13"/>
                    </a:cubicBezTo>
                    <a:cubicBezTo>
                      <a:pt x="122" y="13"/>
                      <a:pt x="122" y="13"/>
                      <a:pt x="122" y="12"/>
                    </a:cubicBezTo>
                    <a:cubicBezTo>
                      <a:pt x="122" y="12"/>
                      <a:pt x="122" y="12"/>
                      <a:pt x="122" y="12"/>
                    </a:cubicBezTo>
                    <a:cubicBezTo>
                      <a:pt x="122" y="10"/>
                      <a:pt x="122" y="10"/>
                      <a:pt x="121" y="8"/>
                    </a:cubicBezTo>
                    <a:cubicBezTo>
                      <a:pt x="121" y="9"/>
                      <a:pt x="121" y="9"/>
                      <a:pt x="121" y="9"/>
                    </a:cubicBezTo>
                    <a:cubicBezTo>
                      <a:pt x="121" y="7"/>
                      <a:pt x="121" y="7"/>
                      <a:pt x="122" y="8"/>
                    </a:cubicBezTo>
                    <a:cubicBezTo>
                      <a:pt x="122" y="10"/>
                      <a:pt x="122" y="11"/>
                      <a:pt x="122" y="11"/>
                    </a:cubicBezTo>
                    <a:cubicBezTo>
                      <a:pt x="123" y="7"/>
                      <a:pt x="123" y="7"/>
                      <a:pt x="123" y="7"/>
                    </a:cubicBezTo>
                    <a:cubicBezTo>
                      <a:pt x="123" y="9"/>
                      <a:pt x="122" y="8"/>
                      <a:pt x="122" y="6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122" y="6"/>
                      <a:pt x="122" y="6"/>
                      <a:pt x="122" y="6"/>
                    </a:cubicBezTo>
                    <a:cubicBezTo>
                      <a:pt x="121" y="7"/>
                      <a:pt x="120" y="5"/>
                      <a:pt x="120" y="7"/>
                    </a:cubicBezTo>
                    <a:cubicBezTo>
                      <a:pt x="120" y="8"/>
                      <a:pt x="120" y="8"/>
                      <a:pt x="120" y="8"/>
                    </a:cubicBezTo>
                    <a:cubicBezTo>
                      <a:pt x="120" y="8"/>
                      <a:pt x="120" y="11"/>
                      <a:pt x="119" y="9"/>
                    </a:cubicBezTo>
                    <a:cubicBezTo>
                      <a:pt x="119" y="7"/>
                      <a:pt x="119" y="7"/>
                      <a:pt x="119" y="7"/>
                    </a:cubicBezTo>
                    <a:cubicBezTo>
                      <a:pt x="119" y="7"/>
                      <a:pt x="119" y="8"/>
                      <a:pt x="118" y="7"/>
                    </a:cubicBezTo>
                    <a:cubicBezTo>
                      <a:pt x="118" y="5"/>
                      <a:pt x="118" y="5"/>
                      <a:pt x="118" y="5"/>
                    </a:cubicBezTo>
                    <a:cubicBezTo>
                      <a:pt x="119" y="8"/>
                      <a:pt x="117" y="6"/>
                      <a:pt x="117" y="7"/>
                    </a:cubicBezTo>
                    <a:cubicBezTo>
                      <a:pt x="117" y="6"/>
                      <a:pt x="117" y="6"/>
                      <a:pt x="117" y="6"/>
                    </a:cubicBezTo>
                    <a:cubicBezTo>
                      <a:pt x="116" y="6"/>
                      <a:pt x="117" y="8"/>
                      <a:pt x="117" y="8"/>
                    </a:cubicBezTo>
                    <a:cubicBezTo>
                      <a:pt x="117" y="8"/>
                      <a:pt x="116" y="5"/>
                      <a:pt x="115" y="4"/>
                    </a:cubicBezTo>
                    <a:cubicBezTo>
                      <a:pt x="115" y="5"/>
                      <a:pt x="114" y="7"/>
                      <a:pt x="113" y="5"/>
                    </a:cubicBezTo>
                    <a:cubicBezTo>
                      <a:pt x="112" y="6"/>
                      <a:pt x="112" y="7"/>
                      <a:pt x="112" y="8"/>
                    </a:cubicBezTo>
                    <a:cubicBezTo>
                      <a:pt x="111" y="8"/>
                      <a:pt x="111" y="6"/>
                      <a:pt x="111" y="7"/>
                    </a:cubicBezTo>
                    <a:cubicBezTo>
                      <a:pt x="111" y="6"/>
                      <a:pt x="110" y="5"/>
                      <a:pt x="110" y="4"/>
                    </a:cubicBezTo>
                    <a:cubicBezTo>
                      <a:pt x="110" y="5"/>
                      <a:pt x="109" y="4"/>
                      <a:pt x="110" y="7"/>
                    </a:cubicBezTo>
                    <a:cubicBezTo>
                      <a:pt x="109" y="6"/>
                      <a:pt x="108" y="6"/>
                      <a:pt x="107" y="7"/>
                    </a:cubicBezTo>
                    <a:cubicBezTo>
                      <a:pt x="108" y="7"/>
                      <a:pt x="107" y="5"/>
                      <a:pt x="107" y="4"/>
                    </a:cubicBezTo>
                    <a:cubicBezTo>
                      <a:pt x="107" y="6"/>
                      <a:pt x="106" y="7"/>
                      <a:pt x="106" y="7"/>
                    </a:cubicBezTo>
                    <a:cubicBezTo>
                      <a:pt x="106" y="9"/>
                      <a:pt x="106" y="9"/>
                      <a:pt x="107" y="10"/>
                    </a:cubicBezTo>
                    <a:cubicBezTo>
                      <a:pt x="107" y="10"/>
                      <a:pt x="107" y="11"/>
                      <a:pt x="107" y="11"/>
                    </a:cubicBezTo>
                    <a:cubicBezTo>
                      <a:pt x="106" y="9"/>
                      <a:pt x="105" y="7"/>
                      <a:pt x="104" y="7"/>
                    </a:cubicBezTo>
                    <a:cubicBezTo>
                      <a:pt x="104" y="4"/>
                      <a:pt x="106" y="7"/>
                      <a:pt x="104" y="4"/>
                    </a:cubicBezTo>
                    <a:cubicBezTo>
                      <a:pt x="104" y="2"/>
                      <a:pt x="105" y="2"/>
                      <a:pt x="106" y="3"/>
                    </a:cubicBezTo>
                    <a:cubicBezTo>
                      <a:pt x="105" y="1"/>
                      <a:pt x="105" y="3"/>
                      <a:pt x="104" y="1"/>
                    </a:cubicBezTo>
                    <a:cubicBezTo>
                      <a:pt x="104" y="1"/>
                      <a:pt x="104" y="2"/>
                      <a:pt x="103" y="3"/>
                    </a:cubicBezTo>
                    <a:cubicBezTo>
                      <a:pt x="104" y="4"/>
                      <a:pt x="104" y="4"/>
                      <a:pt x="104" y="5"/>
                    </a:cubicBezTo>
                    <a:cubicBezTo>
                      <a:pt x="105" y="8"/>
                      <a:pt x="103" y="4"/>
                      <a:pt x="103" y="4"/>
                    </a:cubicBezTo>
                    <a:cubicBezTo>
                      <a:pt x="103" y="3"/>
                      <a:pt x="103" y="3"/>
                      <a:pt x="103" y="3"/>
                    </a:cubicBezTo>
                    <a:cubicBezTo>
                      <a:pt x="102" y="2"/>
                      <a:pt x="102" y="4"/>
                      <a:pt x="102" y="4"/>
                    </a:cubicBezTo>
                    <a:cubicBezTo>
                      <a:pt x="100" y="1"/>
                      <a:pt x="102" y="3"/>
                      <a:pt x="102" y="1"/>
                    </a:cubicBezTo>
                    <a:cubicBezTo>
                      <a:pt x="101" y="0"/>
                      <a:pt x="101" y="0"/>
                      <a:pt x="101" y="0"/>
                    </a:cubicBezTo>
                    <a:cubicBezTo>
                      <a:pt x="100" y="0"/>
                      <a:pt x="101" y="2"/>
                      <a:pt x="100" y="2"/>
                    </a:cubicBezTo>
                    <a:cubicBezTo>
                      <a:pt x="100" y="1"/>
                      <a:pt x="100" y="1"/>
                      <a:pt x="100" y="1"/>
                    </a:cubicBezTo>
                    <a:cubicBezTo>
                      <a:pt x="100" y="1"/>
                      <a:pt x="100" y="1"/>
                      <a:pt x="100" y="1"/>
                    </a:cubicBezTo>
                    <a:cubicBezTo>
                      <a:pt x="100" y="3"/>
                      <a:pt x="101" y="4"/>
                      <a:pt x="101" y="4"/>
                    </a:cubicBezTo>
                    <a:cubicBezTo>
                      <a:pt x="102" y="7"/>
                      <a:pt x="101" y="4"/>
                      <a:pt x="101" y="5"/>
                    </a:cubicBezTo>
                    <a:cubicBezTo>
                      <a:pt x="101" y="7"/>
                      <a:pt x="101" y="5"/>
                      <a:pt x="102" y="7"/>
                    </a:cubicBezTo>
                    <a:cubicBezTo>
                      <a:pt x="102" y="8"/>
                      <a:pt x="102" y="8"/>
                      <a:pt x="102" y="9"/>
                    </a:cubicBezTo>
                    <a:cubicBezTo>
                      <a:pt x="101" y="9"/>
                      <a:pt x="101" y="7"/>
                      <a:pt x="100" y="6"/>
                    </a:cubicBezTo>
                    <a:cubicBezTo>
                      <a:pt x="100" y="6"/>
                      <a:pt x="100" y="5"/>
                      <a:pt x="101" y="6"/>
                    </a:cubicBezTo>
                    <a:cubicBezTo>
                      <a:pt x="101" y="4"/>
                      <a:pt x="99" y="3"/>
                      <a:pt x="99" y="2"/>
                    </a:cubicBezTo>
                    <a:cubicBezTo>
                      <a:pt x="98" y="1"/>
                      <a:pt x="99" y="4"/>
                      <a:pt x="99" y="4"/>
                    </a:cubicBezTo>
                    <a:cubicBezTo>
                      <a:pt x="99" y="3"/>
                      <a:pt x="99" y="5"/>
                      <a:pt x="100" y="6"/>
                    </a:cubicBezTo>
                    <a:cubicBezTo>
                      <a:pt x="101" y="11"/>
                      <a:pt x="98" y="3"/>
                      <a:pt x="97" y="4"/>
                    </a:cubicBezTo>
                    <a:cubicBezTo>
                      <a:pt x="99" y="7"/>
                      <a:pt x="98" y="8"/>
                      <a:pt x="100" y="11"/>
                    </a:cubicBezTo>
                    <a:cubicBezTo>
                      <a:pt x="100" y="12"/>
                      <a:pt x="100" y="13"/>
                      <a:pt x="100" y="12"/>
                    </a:cubicBezTo>
                    <a:cubicBezTo>
                      <a:pt x="99" y="10"/>
                      <a:pt x="99" y="11"/>
                      <a:pt x="98" y="9"/>
                    </a:cubicBezTo>
                    <a:cubicBezTo>
                      <a:pt x="98" y="9"/>
                      <a:pt x="98" y="9"/>
                      <a:pt x="98" y="9"/>
                    </a:cubicBezTo>
                    <a:cubicBezTo>
                      <a:pt x="98" y="7"/>
                      <a:pt x="98" y="7"/>
                      <a:pt x="98" y="7"/>
                    </a:cubicBezTo>
                    <a:cubicBezTo>
                      <a:pt x="97" y="5"/>
                      <a:pt x="95" y="4"/>
                      <a:pt x="95" y="4"/>
                    </a:cubicBezTo>
                    <a:cubicBezTo>
                      <a:pt x="95" y="5"/>
                      <a:pt x="96" y="5"/>
                      <a:pt x="96" y="6"/>
                    </a:cubicBezTo>
                    <a:cubicBezTo>
                      <a:pt x="95" y="5"/>
                      <a:pt x="95" y="4"/>
                      <a:pt x="94" y="4"/>
                    </a:cubicBezTo>
                    <a:cubicBezTo>
                      <a:pt x="95" y="5"/>
                      <a:pt x="96" y="7"/>
                      <a:pt x="96" y="8"/>
                    </a:cubicBezTo>
                    <a:cubicBezTo>
                      <a:pt x="95" y="8"/>
                      <a:pt x="94" y="6"/>
                      <a:pt x="94" y="6"/>
                    </a:cubicBezTo>
                    <a:cubicBezTo>
                      <a:pt x="94" y="4"/>
                      <a:pt x="94" y="4"/>
                      <a:pt x="94" y="4"/>
                    </a:cubicBezTo>
                    <a:cubicBezTo>
                      <a:pt x="94" y="6"/>
                      <a:pt x="93" y="3"/>
                      <a:pt x="93" y="4"/>
                    </a:cubicBezTo>
                    <a:cubicBezTo>
                      <a:pt x="93" y="5"/>
                      <a:pt x="94" y="7"/>
                      <a:pt x="94" y="8"/>
                    </a:cubicBezTo>
                    <a:cubicBezTo>
                      <a:pt x="94" y="9"/>
                      <a:pt x="94" y="8"/>
                      <a:pt x="94" y="8"/>
                    </a:cubicBezTo>
                    <a:cubicBezTo>
                      <a:pt x="93" y="7"/>
                      <a:pt x="93" y="7"/>
                      <a:pt x="93" y="7"/>
                    </a:cubicBezTo>
                    <a:cubicBezTo>
                      <a:pt x="93" y="7"/>
                      <a:pt x="92" y="4"/>
                      <a:pt x="92" y="5"/>
                    </a:cubicBezTo>
                    <a:cubicBezTo>
                      <a:pt x="92" y="6"/>
                      <a:pt x="92" y="6"/>
                      <a:pt x="92" y="6"/>
                    </a:cubicBezTo>
                    <a:cubicBezTo>
                      <a:pt x="92" y="6"/>
                      <a:pt x="92" y="6"/>
                      <a:pt x="91" y="5"/>
                    </a:cubicBezTo>
                    <a:cubicBezTo>
                      <a:pt x="92" y="6"/>
                      <a:pt x="91" y="6"/>
                      <a:pt x="92" y="6"/>
                    </a:cubicBezTo>
                    <a:cubicBezTo>
                      <a:pt x="91" y="5"/>
                      <a:pt x="91" y="5"/>
                      <a:pt x="91" y="5"/>
                    </a:cubicBezTo>
                    <a:cubicBezTo>
                      <a:pt x="91" y="6"/>
                      <a:pt x="92" y="9"/>
                      <a:pt x="91" y="7"/>
                    </a:cubicBezTo>
                    <a:cubicBezTo>
                      <a:pt x="92" y="9"/>
                      <a:pt x="91" y="7"/>
                      <a:pt x="92" y="8"/>
                    </a:cubicBezTo>
                    <a:cubicBezTo>
                      <a:pt x="93" y="9"/>
                      <a:pt x="92" y="9"/>
                      <a:pt x="92" y="10"/>
                    </a:cubicBezTo>
                    <a:cubicBezTo>
                      <a:pt x="91" y="7"/>
                      <a:pt x="91" y="10"/>
                      <a:pt x="91" y="10"/>
                    </a:cubicBezTo>
                    <a:cubicBezTo>
                      <a:pt x="91" y="9"/>
                      <a:pt x="90" y="9"/>
                      <a:pt x="90" y="8"/>
                    </a:cubicBezTo>
                    <a:cubicBezTo>
                      <a:pt x="91" y="10"/>
                      <a:pt x="91" y="10"/>
                      <a:pt x="91" y="10"/>
                    </a:cubicBezTo>
                    <a:cubicBezTo>
                      <a:pt x="89" y="7"/>
                      <a:pt x="90" y="11"/>
                      <a:pt x="89" y="10"/>
                    </a:cubicBezTo>
                    <a:cubicBezTo>
                      <a:pt x="89" y="9"/>
                      <a:pt x="88" y="8"/>
                      <a:pt x="88" y="7"/>
                    </a:cubicBezTo>
                    <a:cubicBezTo>
                      <a:pt x="90" y="10"/>
                      <a:pt x="89" y="11"/>
                      <a:pt x="90" y="12"/>
                    </a:cubicBezTo>
                    <a:cubicBezTo>
                      <a:pt x="89" y="12"/>
                      <a:pt x="88" y="9"/>
                      <a:pt x="87" y="8"/>
                    </a:cubicBezTo>
                    <a:cubicBezTo>
                      <a:pt x="88" y="10"/>
                      <a:pt x="86" y="7"/>
                      <a:pt x="87" y="9"/>
                    </a:cubicBezTo>
                    <a:cubicBezTo>
                      <a:pt x="88" y="10"/>
                      <a:pt x="88" y="11"/>
                      <a:pt x="88" y="12"/>
                    </a:cubicBezTo>
                    <a:cubicBezTo>
                      <a:pt x="88" y="12"/>
                      <a:pt x="88" y="11"/>
                      <a:pt x="87" y="10"/>
                    </a:cubicBezTo>
                    <a:cubicBezTo>
                      <a:pt x="87" y="10"/>
                      <a:pt x="88" y="12"/>
                      <a:pt x="88" y="13"/>
                    </a:cubicBezTo>
                    <a:cubicBezTo>
                      <a:pt x="88" y="13"/>
                      <a:pt x="89" y="15"/>
                      <a:pt x="88" y="14"/>
                    </a:cubicBezTo>
                    <a:cubicBezTo>
                      <a:pt x="87" y="12"/>
                      <a:pt x="88" y="13"/>
                      <a:pt x="87" y="12"/>
                    </a:cubicBezTo>
                    <a:cubicBezTo>
                      <a:pt x="86" y="12"/>
                      <a:pt x="89" y="16"/>
                      <a:pt x="88" y="16"/>
                    </a:cubicBezTo>
                    <a:cubicBezTo>
                      <a:pt x="89" y="17"/>
                      <a:pt x="90" y="20"/>
                      <a:pt x="90" y="21"/>
                    </a:cubicBezTo>
                    <a:cubicBezTo>
                      <a:pt x="89" y="21"/>
                      <a:pt x="90" y="20"/>
                      <a:pt x="89" y="18"/>
                    </a:cubicBezTo>
                    <a:cubicBezTo>
                      <a:pt x="89" y="18"/>
                      <a:pt x="89" y="18"/>
                      <a:pt x="89" y="18"/>
                    </a:cubicBezTo>
                    <a:cubicBezTo>
                      <a:pt x="87" y="16"/>
                      <a:pt x="87" y="14"/>
                      <a:pt x="86" y="12"/>
                    </a:cubicBezTo>
                    <a:cubicBezTo>
                      <a:pt x="86" y="13"/>
                      <a:pt x="86" y="13"/>
                      <a:pt x="86" y="13"/>
                    </a:cubicBezTo>
                    <a:cubicBezTo>
                      <a:pt x="85" y="12"/>
                      <a:pt x="85" y="11"/>
                      <a:pt x="84" y="10"/>
                    </a:cubicBezTo>
                    <a:cubicBezTo>
                      <a:pt x="85" y="12"/>
                      <a:pt x="84" y="11"/>
                      <a:pt x="84" y="11"/>
                    </a:cubicBezTo>
                    <a:cubicBezTo>
                      <a:pt x="85" y="13"/>
                      <a:pt x="84" y="11"/>
                      <a:pt x="85" y="12"/>
                    </a:cubicBezTo>
                    <a:cubicBezTo>
                      <a:pt x="84" y="13"/>
                      <a:pt x="86" y="15"/>
                      <a:pt x="85" y="15"/>
                    </a:cubicBezTo>
                    <a:cubicBezTo>
                      <a:pt x="83" y="12"/>
                      <a:pt x="83" y="12"/>
                      <a:pt x="83" y="12"/>
                    </a:cubicBezTo>
                    <a:cubicBezTo>
                      <a:pt x="82" y="11"/>
                      <a:pt x="84" y="14"/>
                      <a:pt x="83" y="13"/>
                    </a:cubicBezTo>
                    <a:cubicBezTo>
                      <a:pt x="83" y="12"/>
                      <a:pt x="83" y="12"/>
                      <a:pt x="83" y="12"/>
                    </a:cubicBezTo>
                    <a:cubicBezTo>
                      <a:pt x="81" y="13"/>
                      <a:pt x="80" y="14"/>
                      <a:pt x="81" y="18"/>
                    </a:cubicBezTo>
                    <a:cubicBezTo>
                      <a:pt x="80" y="17"/>
                      <a:pt x="79" y="17"/>
                      <a:pt x="78" y="16"/>
                    </a:cubicBezTo>
                    <a:cubicBezTo>
                      <a:pt x="78" y="17"/>
                      <a:pt x="79" y="18"/>
                      <a:pt x="79" y="18"/>
                    </a:cubicBezTo>
                    <a:cubicBezTo>
                      <a:pt x="77" y="17"/>
                      <a:pt x="77" y="17"/>
                      <a:pt x="77" y="17"/>
                    </a:cubicBezTo>
                    <a:cubicBezTo>
                      <a:pt x="76" y="16"/>
                      <a:pt x="77" y="18"/>
                      <a:pt x="77" y="19"/>
                    </a:cubicBezTo>
                    <a:cubicBezTo>
                      <a:pt x="76" y="18"/>
                      <a:pt x="76" y="18"/>
                      <a:pt x="76" y="18"/>
                    </a:cubicBezTo>
                    <a:cubicBezTo>
                      <a:pt x="75" y="17"/>
                      <a:pt x="76" y="19"/>
                      <a:pt x="76" y="19"/>
                    </a:cubicBezTo>
                    <a:cubicBezTo>
                      <a:pt x="75" y="18"/>
                      <a:pt x="75" y="18"/>
                      <a:pt x="75" y="18"/>
                    </a:cubicBezTo>
                    <a:cubicBezTo>
                      <a:pt x="76" y="20"/>
                      <a:pt x="76" y="20"/>
                      <a:pt x="76" y="20"/>
                    </a:cubicBezTo>
                    <a:cubicBezTo>
                      <a:pt x="76" y="20"/>
                      <a:pt x="76" y="20"/>
                      <a:pt x="74" y="19"/>
                    </a:cubicBezTo>
                    <a:cubicBezTo>
                      <a:pt x="75" y="19"/>
                      <a:pt x="75" y="19"/>
                      <a:pt x="75" y="20"/>
                    </a:cubicBezTo>
                    <a:cubicBezTo>
                      <a:pt x="74" y="19"/>
                      <a:pt x="73" y="20"/>
                      <a:pt x="73" y="21"/>
                    </a:cubicBezTo>
                    <a:cubicBezTo>
                      <a:pt x="74" y="21"/>
                      <a:pt x="74" y="21"/>
                      <a:pt x="75" y="23"/>
                    </a:cubicBezTo>
                    <a:cubicBezTo>
                      <a:pt x="76" y="25"/>
                      <a:pt x="74" y="22"/>
                      <a:pt x="75" y="24"/>
                    </a:cubicBezTo>
                    <a:cubicBezTo>
                      <a:pt x="74" y="23"/>
                      <a:pt x="74" y="22"/>
                      <a:pt x="73" y="22"/>
                    </a:cubicBezTo>
                    <a:cubicBezTo>
                      <a:pt x="71" y="20"/>
                      <a:pt x="71" y="22"/>
                      <a:pt x="70" y="23"/>
                    </a:cubicBezTo>
                    <a:cubicBezTo>
                      <a:pt x="70" y="24"/>
                      <a:pt x="70" y="24"/>
                      <a:pt x="70" y="24"/>
                    </a:cubicBezTo>
                    <a:cubicBezTo>
                      <a:pt x="68" y="22"/>
                      <a:pt x="69" y="25"/>
                      <a:pt x="68" y="24"/>
                    </a:cubicBezTo>
                    <a:cubicBezTo>
                      <a:pt x="68" y="25"/>
                      <a:pt x="70" y="28"/>
                      <a:pt x="69" y="28"/>
                    </a:cubicBezTo>
                    <a:cubicBezTo>
                      <a:pt x="70" y="30"/>
                      <a:pt x="68" y="26"/>
                      <a:pt x="67" y="25"/>
                    </a:cubicBezTo>
                    <a:cubicBezTo>
                      <a:pt x="67" y="26"/>
                      <a:pt x="67" y="26"/>
                      <a:pt x="67" y="26"/>
                    </a:cubicBezTo>
                    <a:cubicBezTo>
                      <a:pt x="66" y="26"/>
                      <a:pt x="66" y="26"/>
                      <a:pt x="66" y="26"/>
                    </a:cubicBezTo>
                    <a:cubicBezTo>
                      <a:pt x="67" y="27"/>
                      <a:pt x="67" y="28"/>
                      <a:pt x="66" y="27"/>
                    </a:cubicBezTo>
                    <a:cubicBezTo>
                      <a:pt x="66" y="27"/>
                      <a:pt x="66" y="27"/>
                      <a:pt x="66" y="27"/>
                    </a:cubicBezTo>
                    <a:cubicBezTo>
                      <a:pt x="66" y="27"/>
                      <a:pt x="65" y="26"/>
                      <a:pt x="64" y="27"/>
                    </a:cubicBezTo>
                    <a:cubicBezTo>
                      <a:pt x="65" y="28"/>
                      <a:pt x="64" y="28"/>
                      <a:pt x="65" y="29"/>
                    </a:cubicBezTo>
                    <a:cubicBezTo>
                      <a:pt x="65" y="28"/>
                      <a:pt x="65" y="28"/>
                      <a:pt x="65" y="28"/>
                    </a:cubicBezTo>
                    <a:cubicBezTo>
                      <a:pt x="65" y="30"/>
                      <a:pt x="65" y="30"/>
                      <a:pt x="65" y="30"/>
                    </a:cubicBezTo>
                    <a:cubicBezTo>
                      <a:pt x="65" y="29"/>
                      <a:pt x="65" y="29"/>
                      <a:pt x="65" y="29"/>
                    </a:cubicBezTo>
                    <a:cubicBezTo>
                      <a:pt x="64" y="28"/>
                      <a:pt x="64" y="28"/>
                      <a:pt x="64" y="28"/>
                    </a:cubicBezTo>
                    <a:cubicBezTo>
                      <a:pt x="63" y="27"/>
                      <a:pt x="64" y="29"/>
                      <a:pt x="65" y="30"/>
                    </a:cubicBezTo>
                    <a:cubicBezTo>
                      <a:pt x="65" y="31"/>
                      <a:pt x="64" y="30"/>
                      <a:pt x="64" y="29"/>
                    </a:cubicBezTo>
                    <a:cubicBezTo>
                      <a:pt x="63" y="29"/>
                      <a:pt x="64" y="30"/>
                      <a:pt x="64" y="29"/>
                    </a:cubicBezTo>
                    <a:cubicBezTo>
                      <a:pt x="63" y="28"/>
                      <a:pt x="63" y="29"/>
                      <a:pt x="63" y="28"/>
                    </a:cubicBezTo>
                    <a:cubicBezTo>
                      <a:pt x="63" y="28"/>
                      <a:pt x="64" y="30"/>
                      <a:pt x="63" y="30"/>
                    </a:cubicBezTo>
                    <a:cubicBezTo>
                      <a:pt x="63" y="30"/>
                      <a:pt x="63" y="31"/>
                      <a:pt x="62" y="29"/>
                    </a:cubicBezTo>
                    <a:cubicBezTo>
                      <a:pt x="62" y="30"/>
                      <a:pt x="62" y="30"/>
                      <a:pt x="62" y="31"/>
                    </a:cubicBezTo>
                    <a:cubicBezTo>
                      <a:pt x="63" y="31"/>
                      <a:pt x="63" y="31"/>
                      <a:pt x="64" y="32"/>
                    </a:cubicBezTo>
                    <a:cubicBezTo>
                      <a:pt x="64" y="32"/>
                      <a:pt x="64" y="33"/>
                      <a:pt x="63" y="32"/>
                    </a:cubicBezTo>
                    <a:cubicBezTo>
                      <a:pt x="63" y="32"/>
                      <a:pt x="63" y="32"/>
                      <a:pt x="63" y="32"/>
                    </a:cubicBezTo>
                    <a:cubicBezTo>
                      <a:pt x="63" y="32"/>
                      <a:pt x="63" y="32"/>
                      <a:pt x="64" y="33"/>
                    </a:cubicBezTo>
                    <a:cubicBezTo>
                      <a:pt x="62" y="32"/>
                      <a:pt x="62" y="32"/>
                      <a:pt x="62" y="32"/>
                    </a:cubicBezTo>
                    <a:cubicBezTo>
                      <a:pt x="63" y="33"/>
                      <a:pt x="62" y="33"/>
                      <a:pt x="62" y="33"/>
                    </a:cubicBezTo>
                    <a:cubicBezTo>
                      <a:pt x="61" y="32"/>
                      <a:pt x="60" y="30"/>
                      <a:pt x="60" y="30"/>
                    </a:cubicBezTo>
                    <a:cubicBezTo>
                      <a:pt x="60" y="32"/>
                      <a:pt x="60" y="32"/>
                      <a:pt x="60" y="32"/>
                    </a:cubicBezTo>
                    <a:cubicBezTo>
                      <a:pt x="60" y="32"/>
                      <a:pt x="60" y="32"/>
                      <a:pt x="59" y="31"/>
                    </a:cubicBezTo>
                    <a:cubicBezTo>
                      <a:pt x="58" y="31"/>
                      <a:pt x="61" y="36"/>
                      <a:pt x="60" y="35"/>
                    </a:cubicBezTo>
                    <a:cubicBezTo>
                      <a:pt x="59" y="33"/>
                      <a:pt x="59" y="33"/>
                      <a:pt x="58" y="33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59" y="35"/>
                      <a:pt x="58" y="33"/>
                      <a:pt x="59" y="34"/>
                    </a:cubicBezTo>
                    <a:cubicBezTo>
                      <a:pt x="60" y="34"/>
                      <a:pt x="59" y="34"/>
                      <a:pt x="59" y="35"/>
                    </a:cubicBezTo>
                    <a:cubicBezTo>
                      <a:pt x="56" y="32"/>
                      <a:pt x="57" y="35"/>
                      <a:pt x="55" y="34"/>
                    </a:cubicBezTo>
                    <a:cubicBezTo>
                      <a:pt x="56" y="36"/>
                      <a:pt x="55" y="35"/>
                      <a:pt x="55" y="36"/>
                    </a:cubicBezTo>
                    <a:cubicBezTo>
                      <a:pt x="54" y="34"/>
                      <a:pt x="55" y="37"/>
                      <a:pt x="54" y="36"/>
                    </a:cubicBezTo>
                    <a:cubicBezTo>
                      <a:pt x="55" y="38"/>
                      <a:pt x="55" y="38"/>
                      <a:pt x="55" y="38"/>
                    </a:cubicBezTo>
                    <a:cubicBezTo>
                      <a:pt x="54" y="37"/>
                      <a:pt x="57" y="41"/>
                      <a:pt x="55" y="39"/>
                    </a:cubicBezTo>
                    <a:cubicBezTo>
                      <a:pt x="54" y="39"/>
                      <a:pt x="54" y="38"/>
                      <a:pt x="53" y="37"/>
                    </a:cubicBezTo>
                    <a:cubicBezTo>
                      <a:pt x="51" y="35"/>
                      <a:pt x="54" y="40"/>
                      <a:pt x="52" y="38"/>
                    </a:cubicBezTo>
                    <a:cubicBezTo>
                      <a:pt x="52" y="38"/>
                      <a:pt x="53" y="40"/>
                      <a:pt x="54" y="41"/>
                    </a:cubicBezTo>
                    <a:cubicBezTo>
                      <a:pt x="53" y="40"/>
                      <a:pt x="51" y="39"/>
                      <a:pt x="51" y="39"/>
                    </a:cubicBezTo>
                    <a:cubicBezTo>
                      <a:pt x="51" y="40"/>
                      <a:pt x="51" y="40"/>
                      <a:pt x="51" y="40"/>
                    </a:cubicBezTo>
                    <a:cubicBezTo>
                      <a:pt x="50" y="39"/>
                      <a:pt x="50" y="39"/>
                      <a:pt x="50" y="39"/>
                    </a:cubicBezTo>
                    <a:cubicBezTo>
                      <a:pt x="49" y="39"/>
                      <a:pt x="50" y="40"/>
                      <a:pt x="50" y="41"/>
                    </a:cubicBezTo>
                    <a:cubicBezTo>
                      <a:pt x="49" y="39"/>
                      <a:pt x="48" y="41"/>
                      <a:pt x="47" y="40"/>
                    </a:cubicBezTo>
                    <a:cubicBezTo>
                      <a:pt x="49" y="42"/>
                      <a:pt x="46" y="40"/>
                      <a:pt x="48" y="43"/>
                    </a:cubicBezTo>
                    <a:cubicBezTo>
                      <a:pt x="47" y="42"/>
                      <a:pt x="47" y="42"/>
                      <a:pt x="47" y="42"/>
                    </a:cubicBezTo>
                    <a:cubicBezTo>
                      <a:pt x="48" y="43"/>
                      <a:pt x="49" y="44"/>
                      <a:pt x="49" y="45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6" y="41"/>
                      <a:pt x="47" y="43"/>
                      <a:pt x="46" y="42"/>
                    </a:cubicBezTo>
                    <a:cubicBezTo>
                      <a:pt x="47" y="43"/>
                      <a:pt x="45" y="42"/>
                      <a:pt x="46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5"/>
                      <a:pt x="47" y="45"/>
                      <a:pt x="47" y="46"/>
                    </a:cubicBezTo>
                    <a:cubicBezTo>
                      <a:pt x="47" y="46"/>
                      <a:pt x="45" y="44"/>
                      <a:pt x="45" y="44"/>
                    </a:cubicBezTo>
                    <a:cubicBezTo>
                      <a:pt x="45" y="44"/>
                      <a:pt x="45" y="44"/>
                      <a:pt x="45" y="45"/>
                    </a:cubicBezTo>
                    <a:cubicBezTo>
                      <a:pt x="45" y="45"/>
                      <a:pt x="45" y="45"/>
                      <a:pt x="45" y="45"/>
                    </a:cubicBezTo>
                    <a:cubicBezTo>
                      <a:pt x="45" y="45"/>
                      <a:pt x="45" y="45"/>
                      <a:pt x="45" y="45"/>
                    </a:cubicBezTo>
                    <a:cubicBezTo>
                      <a:pt x="45" y="45"/>
                      <a:pt x="45" y="45"/>
                      <a:pt x="45" y="45"/>
                    </a:cubicBezTo>
                    <a:cubicBezTo>
                      <a:pt x="45" y="45"/>
                      <a:pt x="45" y="45"/>
                      <a:pt x="45" y="45"/>
                    </a:cubicBezTo>
                    <a:cubicBezTo>
                      <a:pt x="45" y="45"/>
                      <a:pt x="45" y="45"/>
                      <a:pt x="45" y="45"/>
                    </a:cubicBezTo>
                    <a:cubicBezTo>
                      <a:pt x="45" y="45"/>
                      <a:pt x="44" y="45"/>
                      <a:pt x="44" y="45"/>
                    </a:cubicBezTo>
                    <a:cubicBezTo>
                      <a:pt x="44" y="45"/>
                      <a:pt x="44" y="45"/>
                      <a:pt x="44" y="45"/>
                    </a:cubicBezTo>
                    <a:cubicBezTo>
                      <a:pt x="44" y="45"/>
                      <a:pt x="44" y="45"/>
                      <a:pt x="44" y="45"/>
                    </a:cubicBezTo>
                    <a:cubicBezTo>
                      <a:pt x="43" y="44"/>
                      <a:pt x="43" y="44"/>
                      <a:pt x="43" y="44"/>
                    </a:cubicBezTo>
                    <a:cubicBezTo>
                      <a:pt x="43" y="44"/>
                      <a:pt x="43" y="45"/>
                      <a:pt x="44" y="46"/>
                    </a:cubicBezTo>
                    <a:cubicBezTo>
                      <a:pt x="42" y="46"/>
                      <a:pt x="42" y="48"/>
                      <a:pt x="42" y="49"/>
                    </a:cubicBezTo>
                    <a:cubicBezTo>
                      <a:pt x="42" y="49"/>
                      <a:pt x="41" y="48"/>
                      <a:pt x="42" y="48"/>
                    </a:cubicBezTo>
                    <a:cubicBezTo>
                      <a:pt x="42" y="49"/>
                      <a:pt x="42" y="50"/>
                      <a:pt x="42" y="49"/>
                    </a:cubicBezTo>
                    <a:cubicBezTo>
                      <a:pt x="42" y="50"/>
                      <a:pt x="41" y="48"/>
                      <a:pt x="40" y="49"/>
                    </a:cubicBezTo>
                    <a:cubicBezTo>
                      <a:pt x="40" y="48"/>
                      <a:pt x="41" y="50"/>
                      <a:pt x="41" y="50"/>
                    </a:cubicBezTo>
                    <a:cubicBezTo>
                      <a:pt x="39" y="48"/>
                      <a:pt x="41" y="52"/>
                      <a:pt x="39" y="51"/>
                    </a:cubicBezTo>
                    <a:cubicBezTo>
                      <a:pt x="40" y="52"/>
                      <a:pt x="39" y="51"/>
                      <a:pt x="39" y="50"/>
                    </a:cubicBezTo>
                    <a:cubicBezTo>
                      <a:pt x="39" y="51"/>
                      <a:pt x="38" y="52"/>
                      <a:pt x="39" y="54"/>
                    </a:cubicBezTo>
                    <a:cubicBezTo>
                      <a:pt x="38" y="53"/>
                      <a:pt x="38" y="53"/>
                      <a:pt x="38" y="53"/>
                    </a:cubicBezTo>
                    <a:cubicBezTo>
                      <a:pt x="38" y="53"/>
                      <a:pt x="38" y="53"/>
                      <a:pt x="38" y="54"/>
                    </a:cubicBezTo>
                    <a:cubicBezTo>
                      <a:pt x="39" y="55"/>
                      <a:pt x="40" y="56"/>
                      <a:pt x="39" y="56"/>
                    </a:cubicBezTo>
                    <a:cubicBezTo>
                      <a:pt x="39" y="56"/>
                      <a:pt x="39" y="56"/>
                      <a:pt x="39" y="56"/>
                    </a:cubicBezTo>
                    <a:cubicBezTo>
                      <a:pt x="39" y="56"/>
                      <a:pt x="39" y="57"/>
                      <a:pt x="39" y="57"/>
                    </a:cubicBezTo>
                    <a:cubicBezTo>
                      <a:pt x="38" y="57"/>
                      <a:pt x="39" y="57"/>
                      <a:pt x="38" y="56"/>
                    </a:cubicBezTo>
                    <a:cubicBezTo>
                      <a:pt x="36" y="54"/>
                      <a:pt x="36" y="56"/>
                      <a:pt x="36" y="56"/>
                    </a:cubicBezTo>
                    <a:cubicBezTo>
                      <a:pt x="37" y="57"/>
                      <a:pt x="37" y="57"/>
                      <a:pt x="37" y="57"/>
                    </a:cubicBezTo>
                    <a:cubicBezTo>
                      <a:pt x="37" y="58"/>
                      <a:pt x="36" y="56"/>
                      <a:pt x="36" y="56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8" y="60"/>
                      <a:pt x="37" y="59"/>
                      <a:pt x="36" y="58"/>
                    </a:cubicBezTo>
                    <a:cubicBezTo>
                      <a:pt x="36" y="59"/>
                      <a:pt x="37" y="61"/>
                      <a:pt x="38" y="63"/>
                    </a:cubicBezTo>
                    <a:cubicBezTo>
                      <a:pt x="38" y="63"/>
                      <a:pt x="38" y="64"/>
                      <a:pt x="38" y="64"/>
                    </a:cubicBezTo>
                    <a:cubicBezTo>
                      <a:pt x="37" y="63"/>
                      <a:pt x="38" y="64"/>
                      <a:pt x="37" y="63"/>
                    </a:cubicBezTo>
                    <a:cubicBezTo>
                      <a:pt x="36" y="63"/>
                      <a:pt x="36" y="63"/>
                      <a:pt x="36" y="63"/>
                    </a:cubicBezTo>
                    <a:cubicBezTo>
                      <a:pt x="36" y="62"/>
                      <a:pt x="34" y="61"/>
                      <a:pt x="34" y="60"/>
                    </a:cubicBezTo>
                    <a:cubicBezTo>
                      <a:pt x="34" y="61"/>
                      <a:pt x="33" y="61"/>
                      <a:pt x="32" y="61"/>
                    </a:cubicBezTo>
                    <a:cubicBezTo>
                      <a:pt x="34" y="63"/>
                      <a:pt x="32" y="63"/>
                      <a:pt x="34" y="65"/>
                    </a:cubicBezTo>
                    <a:cubicBezTo>
                      <a:pt x="34" y="65"/>
                      <a:pt x="32" y="63"/>
                      <a:pt x="32" y="63"/>
                    </a:cubicBezTo>
                    <a:cubicBezTo>
                      <a:pt x="32" y="64"/>
                      <a:pt x="31" y="64"/>
                      <a:pt x="31" y="65"/>
                    </a:cubicBezTo>
                    <a:cubicBezTo>
                      <a:pt x="30" y="65"/>
                      <a:pt x="30" y="65"/>
                      <a:pt x="30" y="65"/>
                    </a:cubicBezTo>
                    <a:cubicBezTo>
                      <a:pt x="30" y="66"/>
                      <a:pt x="29" y="66"/>
                      <a:pt x="30" y="68"/>
                    </a:cubicBezTo>
                    <a:cubicBezTo>
                      <a:pt x="30" y="67"/>
                      <a:pt x="30" y="67"/>
                      <a:pt x="30" y="67"/>
                    </a:cubicBezTo>
                    <a:cubicBezTo>
                      <a:pt x="28" y="67"/>
                      <a:pt x="32" y="69"/>
                      <a:pt x="30" y="69"/>
                    </a:cubicBezTo>
                    <a:cubicBezTo>
                      <a:pt x="29" y="68"/>
                      <a:pt x="29" y="68"/>
                      <a:pt x="29" y="68"/>
                    </a:cubicBezTo>
                    <a:cubicBezTo>
                      <a:pt x="30" y="69"/>
                      <a:pt x="28" y="68"/>
                      <a:pt x="29" y="70"/>
                    </a:cubicBezTo>
                    <a:cubicBezTo>
                      <a:pt x="28" y="68"/>
                      <a:pt x="28" y="68"/>
                      <a:pt x="28" y="68"/>
                    </a:cubicBezTo>
                    <a:cubicBezTo>
                      <a:pt x="28" y="69"/>
                      <a:pt x="28" y="69"/>
                      <a:pt x="28" y="71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6" y="69"/>
                      <a:pt x="28" y="71"/>
                      <a:pt x="27" y="71"/>
                    </a:cubicBezTo>
                    <a:cubicBezTo>
                      <a:pt x="27" y="71"/>
                      <a:pt x="26" y="71"/>
                      <a:pt x="26" y="70"/>
                    </a:cubicBezTo>
                    <a:cubicBezTo>
                      <a:pt x="27" y="71"/>
                      <a:pt x="26" y="72"/>
                      <a:pt x="27" y="72"/>
                    </a:cubicBezTo>
                    <a:cubicBezTo>
                      <a:pt x="25" y="71"/>
                      <a:pt x="25" y="71"/>
                      <a:pt x="25" y="71"/>
                    </a:cubicBezTo>
                    <a:cubicBezTo>
                      <a:pt x="23" y="73"/>
                      <a:pt x="21" y="75"/>
                      <a:pt x="21" y="78"/>
                    </a:cubicBezTo>
                    <a:cubicBezTo>
                      <a:pt x="19" y="77"/>
                      <a:pt x="20" y="77"/>
                      <a:pt x="19" y="76"/>
                    </a:cubicBezTo>
                    <a:cubicBezTo>
                      <a:pt x="20" y="77"/>
                      <a:pt x="19" y="77"/>
                      <a:pt x="19" y="78"/>
                    </a:cubicBezTo>
                    <a:cubicBezTo>
                      <a:pt x="19" y="77"/>
                      <a:pt x="19" y="77"/>
                      <a:pt x="19" y="77"/>
                    </a:cubicBezTo>
                    <a:cubicBezTo>
                      <a:pt x="19" y="78"/>
                      <a:pt x="18" y="77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9" y="80"/>
                      <a:pt x="16" y="77"/>
                      <a:pt x="18" y="79"/>
                    </a:cubicBezTo>
                    <a:cubicBezTo>
                      <a:pt x="16" y="78"/>
                      <a:pt x="16" y="78"/>
                      <a:pt x="16" y="78"/>
                    </a:cubicBezTo>
                    <a:cubicBezTo>
                      <a:pt x="18" y="80"/>
                      <a:pt x="15" y="78"/>
                      <a:pt x="17" y="80"/>
                    </a:cubicBezTo>
                    <a:cubicBezTo>
                      <a:pt x="16" y="80"/>
                      <a:pt x="16" y="80"/>
                      <a:pt x="16" y="80"/>
                    </a:cubicBezTo>
                    <a:cubicBezTo>
                      <a:pt x="15" y="79"/>
                      <a:pt x="18" y="82"/>
                      <a:pt x="16" y="81"/>
                    </a:cubicBezTo>
                    <a:cubicBezTo>
                      <a:pt x="16" y="82"/>
                      <a:pt x="16" y="83"/>
                      <a:pt x="17" y="84"/>
                    </a:cubicBezTo>
                    <a:cubicBezTo>
                      <a:pt x="15" y="82"/>
                      <a:pt x="15" y="82"/>
                      <a:pt x="15" y="82"/>
                    </a:cubicBezTo>
                    <a:cubicBezTo>
                      <a:pt x="15" y="85"/>
                      <a:pt x="13" y="86"/>
                      <a:pt x="14" y="89"/>
                    </a:cubicBezTo>
                    <a:cubicBezTo>
                      <a:pt x="13" y="88"/>
                      <a:pt x="13" y="88"/>
                      <a:pt x="13" y="88"/>
                    </a:cubicBezTo>
                    <a:cubicBezTo>
                      <a:pt x="14" y="90"/>
                      <a:pt x="10" y="89"/>
                      <a:pt x="13" y="92"/>
                    </a:cubicBezTo>
                    <a:cubicBezTo>
                      <a:pt x="14" y="93"/>
                      <a:pt x="14" y="93"/>
                      <a:pt x="14" y="93"/>
                    </a:cubicBezTo>
                    <a:cubicBezTo>
                      <a:pt x="12" y="92"/>
                      <a:pt x="12" y="92"/>
                      <a:pt x="12" y="92"/>
                    </a:cubicBezTo>
                    <a:cubicBezTo>
                      <a:pt x="13" y="93"/>
                      <a:pt x="11" y="93"/>
                      <a:pt x="13" y="94"/>
                    </a:cubicBezTo>
                    <a:cubicBezTo>
                      <a:pt x="12" y="94"/>
                      <a:pt x="12" y="93"/>
                      <a:pt x="12" y="93"/>
                    </a:cubicBezTo>
                    <a:cubicBezTo>
                      <a:pt x="11" y="93"/>
                      <a:pt x="13" y="95"/>
                      <a:pt x="12" y="95"/>
                    </a:cubicBezTo>
                    <a:cubicBezTo>
                      <a:pt x="11" y="95"/>
                      <a:pt x="11" y="95"/>
                      <a:pt x="11" y="95"/>
                    </a:cubicBezTo>
                    <a:cubicBezTo>
                      <a:pt x="8" y="95"/>
                      <a:pt x="4" y="96"/>
                      <a:pt x="6" y="100"/>
                    </a:cubicBezTo>
                    <a:cubicBezTo>
                      <a:pt x="6" y="101"/>
                      <a:pt x="4" y="99"/>
                      <a:pt x="4" y="99"/>
                    </a:cubicBezTo>
                    <a:cubicBezTo>
                      <a:pt x="6" y="103"/>
                      <a:pt x="0" y="102"/>
                      <a:pt x="3" y="107"/>
                    </a:cubicBezTo>
                    <a:cubicBezTo>
                      <a:pt x="4" y="109"/>
                      <a:pt x="9" y="112"/>
                      <a:pt x="9" y="1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8" name="Freeform 163"/>
              <p:cNvSpPr/>
              <p:nvPr>
                <p:custDataLst>
                  <p:tags r:id="rId410"/>
                </p:custDataLst>
              </p:nvPr>
            </p:nvSpPr>
            <p:spPr bwMode="auto">
              <a:xfrm>
                <a:off x="4499" y="1925"/>
                <a:ext cx="3" cy="4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2 h 2"/>
                  <a:gd name="T4" fmla="*/ 0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9" name="Freeform 164"/>
              <p:cNvSpPr/>
              <p:nvPr>
                <p:custDataLst>
                  <p:tags r:id="rId411"/>
                </p:custDataLst>
              </p:nvPr>
            </p:nvSpPr>
            <p:spPr bwMode="auto">
              <a:xfrm>
                <a:off x="3914" y="1322"/>
                <a:ext cx="2" cy="0"/>
              </a:xfrm>
              <a:custGeom>
                <a:avLst/>
                <a:gdLst>
                  <a:gd name="T0" fmla="*/ 2 w 2"/>
                  <a:gd name="T1" fmla="*/ 2 w 2"/>
                  <a:gd name="T2" fmla="*/ 0 w 2"/>
                  <a:gd name="T3" fmla="*/ 2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2" y="0"/>
                    </a:moveTo>
                    <a:lnTo>
                      <a:pt x="2" y="0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0" name="Freeform 165"/>
              <p:cNvSpPr/>
              <p:nvPr>
                <p:custDataLst>
                  <p:tags r:id="rId412"/>
                </p:custDataLst>
              </p:nvPr>
            </p:nvSpPr>
            <p:spPr bwMode="auto">
              <a:xfrm>
                <a:off x="3122" y="2198"/>
                <a:ext cx="2" cy="4"/>
              </a:xfrm>
              <a:custGeom>
                <a:avLst/>
                <a:gdLst>
                  <a:gd name="T0" fmla="*/ 0 w 2"/>
                  <a:gd name="T1" fmla="*/ 0 h 4"/>
                  <a:gd name="T2" fmla="*/ 0 w 2"/>
                  <a:gd name="T3" fmla="*/ 0 h 4"/>
                  <a:gd name="T4" fmla="*/ 2 w 2"/>
                  <a:gd name="T5" fmla="*/ 4 h 4"/>
                  <a:gd name="T6" fmla="*/ 0 w 2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4">
                    <a:moveTo>
                      <a:pt x="0" y="0"/>
                    </a:moveTo>
                    <a:lnTo>
                      <a:pt x="0" y="0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1" name="Freeform 166"/>
              <p:cNvSpPr/>
              <p:nvPr>
                <p:custDataLst>
                  <p:tags r:id="rId413"/>
                </p:custDataLst>
              </p:nvPr>
            </p:nvSpPr>
            <p:spPr bwMode="auto">
              <a:xfrm>
                <a:off x="3126" y="2183"/>
                <a:ext cx="3" cy="3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0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1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2" name="Freeform 167"/>
              <p:cNvSpPr/>
              <p:nvPr>
                <p:custDataLst>
                  <p:tags r:id="rId414"/>
                </p:custDataLst>
              </p:nvPr>
            </p:nvSpPr>
            <p:spPr bwMode="auto">
              <a:xfrm>
                <a:off x="3540" y="1543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0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1" y="0"/>
                      <a:pt x="0" y="0"/>
                      <a:pt x="1" y="0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3" name="Freeform 168"/>
              <p:cNvSpPr/>
              <p:nvPr>
                <p:custDataLst>
                  <p:tags r:id="rId415"/>
                </p:custDataLst>
              </p:nvPr>
            </p:nvSpPr>
            <p:spPr bwMode="auto">
              <a:xfrm>
                <a:off x="3156" y="221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4" name="Freeform 169"/>
              <p:cNvSpPr/>
              <p:nvPr>
                <p:custDataLst>
                  <p:tags r:id="rId416"/>
                </p:custDataLst>
              </p:nvPr>
            </p:nvSpPr>
            <p:spPr bwMode="auto">
              <a:xfrm>
                <a:off x="3129" y="2183"/>
                <a:ext cx="0" cy="3"/>
              </a:xfrm>
              <a:custGeom>
                <a:avLst/>
                <a:gdLst>
                  <a:gd name="T0" fmla="*/ 1 h 1"/>
                  <a:gd name="T1" fmla="*/ 1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5" name="Freeform 170"/>
              <p:cNvSpPr/>
              <p:nvPr>
                <p:custDataLst>
                  <p:tags r:id="rId417"/>
                </p:custDataLst>
              </p:nvPr>
            </p:nvSpPr>
            <p:spPr bwMode="auto">
              <a:xfrm>
                <a:off x="3129" y="219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6" name="Freeform 171"/>
              <p:cNvSpPr/>
              <p:nvPr>
                <p:custDataLst>
                  <p:tags r:id="rId418"/>
                </p:custDataLst>
              </p:nvPr>
            </p:nvSpPr>
            <p:spPr bwMode="auto">
              <a:xfrm>
                <a:off x="3129" y="2192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7" name="Freeform 172"/>
              <p:cNvSpPr/>
              <p:nvPr>
                <p:custDataLst>
                  <p:tags r:id="rId419"/>
                </p:custDataLst>
              </p:nvPr>
            </p:nvSpPr>
            <p:spPr bwMode="auto">
              <a:xfrm>
                <a:off x="3205" y="2162"/>
                <a:ext cx="2" cy="9"/>
              </a:xfrm>
              <a:custGeom>
                <a:avLst/>
                <a:gdLst>
                  <a:gd name="T0" fmla="*/ 1 w 1"/>
                  <a:gd name="T1" fmla="*/ 2 h 4"/>
                  <a:gd name="T2" fmla="*/ 1 w 1"/>
                  <a:gd name="T3" fmla="*/ 0 h 4"/>
                  <a:gd name="T4" fmla="*/ 1 w 1"/>
                  <a:gd name="T5" fmla="*/ 4 h 4"/>
                  <a:gd name="T6" fmla="*/ 1 w 1"/>
                  <a:gd name="T7" fmla="*/ 4 h 4"/>
                  <a:gd name="T8" fmla="*/ 1 w 1"/>
                  <a:gd name="T9" fmla="*/ 3 h 4"/>
                  <a:gd name="T10" fmla="*/ 1 w 1"/>
                  <a:gd name="T11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" h="4">
                    <a:moveTo>
                      <a:pt x="1" y="2"/>
                    </a:moveTo>
                    <a:cubicBezTo>
                      <a:pt x="1" y="1"/>
                      <a:pt x="1" y="0"/>
                      <a:pt x="1" y="0"/>
                    </a:cubicBezTo>
                    <a:cubicBezTo>
                      <a:pt x="1" y="1"/>
                      <a:pt x="0" y="3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3"/>
                      <a:pt x="1" y="3"/>
                    </a:cubicBezTo>
                    <a:cubicBezTo>
                      <a:pt x="1" y="3"/>
                      <a:pt x="1" y="1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8" name="Freeform 173"/>
              <p:cNvSpPr/>
              <p:nvPr>
                <p:custDataLst>
                  <p:tags r:id="rId420"/>
                </p:custDataLst>
              </p:nvPr>
            </p:nvSpPr>
            <p:spPr bwMode="auto">
              <a:xfrm>
                <a:off x="3207" y="2166"/>
                <a:ext cx="0" cy="3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9" name="Freeform 174"/>
              <p:cNvSpPr/>
              <p:nvPr>
                <p:custDataLst>
                  <p:tags r:id="rId421"/>
                </p:custDataLst>
              </p:nvPr>
            </p:nvSpPr>
            <p:spPr bwMode="auto">
              <a:xfrm>
                <a:off x="3207" y="2169"/>
                <a:ext cx="0" cy="4"/>
              </a:xfrm>
              <a:custGeom>
                <a:avLst/>
                <a:gdLst>
                  <a:gd name="T0" fmla="*/ 2 h 2"/>
                  <a:gd name="T1" fmla="*/ 1 h 2"/>
                  <a:gd name="T2" fmla="*/ 1 h 2"/>
                  <a:gd name="T3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0" name="Freeform 175"/>
              <p:cNvSpPr/>
              <p:nvPr>
                <p:custDataLst>
                  <p:tags r:id="rId422"/>
                </p:custDataLst>
              </p:nvPr>
            </p:nvSpPr>
            <p:spPr bwMode="auto">
              <a:xfrm>
                <a:off x="3194" y="2156"/>
                <a:ext cx="0" cy="6"/>
              </a:xfrm>
              <a:custGeom>
                <a:avLst/>
                <a:gdLst>
                  <a:gd name="T0" fmla="*/ 2 h 3"/>
                  <a:gd name="T1" fmla="*/ 2 h 3"/>
                  <a:gd name="T2" fmla="*/ 2 h 3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3">
                    <a:moveTo>
                      <a:pt x="0" y="2"/>
                    </a:moveTo>
                    <a:cubicBezTo>
                      <a:pt x="0" y="0"/>
                      <a:pt x="0" y="2"/>
                      <a:pt x="0" y="2"/>
                    </a:cubicBezTo>
                    <a:cubicBezTo>
                      <a:pt x="0" y="3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1" name="Freeform 176"/>
              <p:cNvSpPr/>
              <p:nvPr>
                <p:custDataLst>
                  <p:tags r:id="rId423"/>
                </p:custDataLst>
              </p:nvPr>
            </p:nvSpPr>
            <p:spPr bwMode="auto">
              <a:xfrm>
                <a:off x="3209" y="2196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2" name="Freeform 177"/>
              <p:cNvSpPr/>
              <p:nvPr>
                <p:custDataLst>
                  <p:tags r:id="rId424"/>
                </p:custDataLst>
              </p:nvPr>
            </p:nvSpPr>
            <p:spPr bwMode="auto">
              <a:xfrm>
                <a:off x="3472" y="207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3" name="Freeform 178"/>
              <p:cNvSpPr/>
              <p:nvPr>
                <p:custDataLst>
                  <p:tags r:id="rId425"/>
                </p:custDataLst>
              </p:nvPr>
            </p:nvSpPr>
            <p:spPr bwMode="auto">
              <a:xfrm>
                <a:off x="3201" y="2158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4" name="Freeform 179"/>
              <p:cNvSpPr/>
              <p:nvPr>
                <p:custDataLst>
                  <p:tags r:id="rId426"/>
                </p:custDataLst>
              </p:nvPr>
            </p:nvSpPr>
            <p:spPr bwMode="auto">
              <a:xfrm>
                <a:off x="3211" y="2194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2 h 2"/>
                  <a:gd name="T4" fmla="*/ 1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1" y="0"/>
                      <a:pt x="1" y="1"/>
                      <a:pt x="0" y="2"/>
                    </a:cubicBezTo>
                    <a:cubicBezTo>
                      <a:pt x="0" y="2"/>
                      <a:pt x="0" y="2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5" name="Freeform 180"/>
              <p:cNvSpPr/>
              <p:nvPr>
                <p:custDataLst>
                  <p:tags r:id="rId427"/>
                </p:custDataLst>
              </p:nvPr>
            </p:nvSpPr>
            <p:spPr bwMode="auto">
              <a:xfrm>
                <a:off x="3317" y="2561"/>
                <a:ext cx="0" cy="2"/>
              </a:xfrm>
              <a:custGeom>
                <a:avLst/>
                <a:gdLst>
                  <a:gd name="T0" fmla="*/ 0 h 1"/>
                  <a:gd name="T1" fmla="*/ 0 h 1"/>
                  <a:gd name="T2" fmla="*/ 1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6" name="Freeform 181"/>
              <p:cNvSpPr/>
              <p:nvPr>
                <p:custDataLst>
                  <p:tags r:id="rId428"/>
                </p:custDataLst>
              </p:nvPr>
            </p:nvSpPr>
            <p:spPr bwMode="auto">
              <a:xfrm>
                <a:off x="3345" y="2535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7" name="Freeform 182"/>
              <p:cNvSpPr/>
              <p:nvPr>
                <p:custDataLst>
                  <p:tags r:id="rId429"/>
                </p:custDataLst>
              </p:nvPr>
            </p:nvSpPr>
            <p:spPr bwMode="auto">
              <a:xfrm>
                <a:off x="3211" y="2192"/>
                <a:ext cx="2" cy="6"/>
              </a:xfrm>
              <a:custGeom>
                <a:avLst/>
                <a:gdLst>
                  <a:gd name="T0" fmla="*/ 0 w 1"/>
                  <a:gd name="T1" fmla="*/ 3 h 3"/>
                  <a:gd name="T2" fmla="*/ 1 w 1"/>
                  <a:gd name="T3" fmla="*/ 0 h 3"/>
                  <a:gd name="T4" fmla="*/ 0 w 1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">
                    <a:moveTo>
                      <a:pt x="0" y="3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1"/>
                      <a:pt x="0" y="2"/>
                      <a:pt x="0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8" name="Freeform 183"/>
              <p:cNvSpPr/>
              <p:nvPr>
                <p:custDataLst>
                  <p:tags r:id="rId430"/>
                </p:custDataLst>
              </p:nvPr>
            </p:nvSpPr>
            <p:spPr bwMode="auto">
              <a:xfrm>
                <a:off x="3266" y="2548"/>
                <a:ext cx="3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1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1" y="1"/>
                      <a:pt x="1" y="1"/>
                    </a:cubicBezTo>
                    <a:cubicBezTo>
                      <a:pt x="1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9" name="Freeform 184"/>
              <p:cNvSpPr/>
              <p:nvPr>
                <p:custDataLst>
                  <p:tags r:id="rId431"/>
                </p:custDataLst>
              </p:nvPr>
            </p:nvSpPr>
            <p:spPr bwMode="auto">
              <a:xfrm>
                <a:off x="3271" y="254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0" name="Freeform 185"/>
              <p:cNvSpPr/>
              <p:nvPr>
                <p:custDataLst>
                  <p:tags r:id="rId432"/>
                </p:custDataLst>
              </p:nvPr>
            </p:nvSpPr>
            <p:spPr bwMode="auto">
              <a:xfrm>
                <a:off x="3273" y="2557"/>
                <a:ext cx="0" cy="2"/>
              </a:xfrm>
              <a:custGeom>
                <a:avLst/>
                <a:gdLst>
                  <a:gd name="T0" fmla="*/ 0 h 1"/>
                  <a:gd name="T1" fmla="*/ 0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1" name="Freeform 186"/>
              <p:cNvSpPr/>
              <p:nvPr>
                <p:custDataLst>
                  <p:tags r:id="rId433"/>
                </p:custDataLst>
              </p:nvPr>
            </p:nvSpPr>
            <p:spPr bwMode="auto">
              <a:xfrm>
                <a:off x="3271" y="2557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2" name="Freeform 187"/>
              <p:cNvSpPr/>
              <p:nvPr>
                <p:custDataLst>
                  <p:tags r:id="rId434"/>
                </p:custDataLst>
              </p:nvPr>
            </p:nvSpPr>
            <p:spPr bwMode="auto">
              <a:xfrm>
                <a:off x="4616" y="1880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3" name="Freeform 188"/>
              <p:cNvSpPr/>
              <p:nvPr>
                <p:custDataLst>
                  <p:tags r:id="rId435"/>
                </p:custDataLst>
              </p:nvPr>
            </p:nvSpPr>
            <p:spPr bwMode="auto">
              <a:xfrm>
                <a:off x="3175" y="2211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4" name="Freeform 189"/>
              <p:cNvSpPr/>
              <p:nvPr>
                <p:custDataLst>
                  <p:tags r:id="rId436"/>
                </p:custDataLst>
              </p:nvPr>
            </p:nvSpPr>
            <p:spPr bwMode="auto">
              <a:xfrm>
                <a:off x="3137" y="218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5" name="Freeform 190"/>
              <p:cNvSpPr/>
              <p:nvPr>
                <p:custDataLst>
                  <p:tags r:id="rId437"/>
                </p:custDataLst>
              </p:nvPr>
            </p:nvSpPr>
            <p:spPr bwMode="auto">
              <a:xfrm>
                <a:off x="3203" y="2166"/>
                <a:ext cx="2" cy="5"/>
              </a:xfrm>
              <a:custGeom>
                <a:avLst/>
                <a:gdLst>
                  <a:gd name="T0" fmla="*/ 1 w 1"/>
                  <a:gd name="T1" fmla="*/ 0 h 2"/>
                  <a:gd name="T2" fmla="*/ 0 w 1"/>
                  <a:gd name="T3" fmla="*/ 2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1" y="0"/>
                      <a:pt x="1" y="1"/>
                      <a:pt x="0" y="2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6" name="Freeform 191"/>
              <p:cNvSpPr/>
              <p:nvPr>
                <p:custDataLst>
                  <p:tags r:id="rId438"/>
                </p:custDataLst>
              </p:nvPr>
            </p:nvSpPr>
            <p:spPr bwMode="auto">
              <a:xfrm>
                <a:off x="4497" y="1929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0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7" name="Freeform 192"/>
              <p:cNvSpPr/>
              <p:nvPr>
                <p:custDataLst>
                  <p:tags r:id="rId439"/>
                </p:custDataLst>
              </p:nvPr>
            </p:nvSpPr>
            <p:spPr bwMode="auto">
              <a:xfrm>
                <a:off x="3082" y="2156"/>
                <a:ext cx="131" cy="91"/>
              </a:xfrm>
              <a:custGeom>
                <a:avLst/>
                <a:gdLst>
                  <a:gd name="T0" fmla="*/ 46 w 62"/>
                  <a:gd name="T1" fmla="*/ 23 h 43"/>
                  <a:gd name="T2" fmla="*/ 51 w 62"/>
                  <a:gd name="T3" fmla="*/ 20 h 43"/>
                  <a:gd name="T4" fmla="*/ 54 w 62"/>
                  <a:gd name="T5" fmla="*/ 19 h 43"/>
                  <a:gd name="T6" fmla="*/ 58 w 62"/>
                  <a:gd name="T7" fmla="*/ 21 h 43"/>
                  <a:gd name="T8" fmla="*/ 60 w 62"/>
                  <a:gd name="T9" fmla="*/ 20 h 43"/>
                  <a:gd name="T10" fmla="*/ 61 w 62"/>
                  <a:gd name="T11" fmla="*/ 16 h 43"/>
                  <a:gd name="T12" fmla="*/ 62 w 62"/>
                  <a:gd name="T13" fmla="*/ 13 h 43"/>
                  <a:gd name="T14" fmla="*/ 62 w 62"/>
                  <a:gd name="T15" fmla="*/ 11 h 43"/>
                  <a:gd name="T16" fmla="*/ 58 w 62"/>
                  <a:gd name="T17" fmla="*/ 12 h 43"/>
                  <a:gd name="T18" fmla="*/ 56 w 62"/>
                  <a:gd name="T19" fmla="*/ 9 h 43"/>
                  <a:gd name="T20" fmla="*/ 57 w 62"/>
                  <a:gd name="T21" fmla="*/ 2 h 43"/>
                  <a:gd name="T22" fmla="*/ 56 w 62"/>
                  <a:gd name="T23" fmla="*/ 2 h 43"/>
                  <a:gd name="T24" fmla="*/ 55 w 62"/>
                  <a:gd name="T25" fmla="*/ 5 h 43"/>
                  <a:gd name="T26" fmla="*/ 54 w 62"/>
                  <a:gd name="T27" fmla="*/ 3 h 43"/>
                  <a:gd name="T28" fmla="*/ 53 w 62"/>
                  <a:gd name="T29" fmla="*/ 8 h 43"/>
                  <a:gd name="T30" fmla="*/ 51 w 62"/>
                  <a:gd name="T31" fmla="*/ 3 h 43"/>
                  <a:gd name="T32" fmla="*/ 51 w 62"/>
                  <a:gd name="T33" fmla="*/ 1 h 43"/>
                  <a:gd name="T34" fmla="*/ 50 w 62"/>
                  <a:gd name="T35" fmla="*/ 4 h 43"/>
                  <a:gd name="T36" fmla="*/ 49 w 62"/>
                  <a:gd name="T37" fmla="*/ 2 h 43"/>
                  <a:gd name="T38" fmla="*/ 48 w 62"/>
                  <a:gd name="T39" fmla="*/ 7 h 43"/>
                  <a:gd name="T40" fmla="*/ 47 w 62"/>
                  <a:gd name="T41" fmla="*/ 12 h 43"/>
                  <a:gd name="T42" fmla="*/ 46 w 62"/>
                  <a:gd name="T43" fmla="*/ 7 h 43"/>
                  <a:gd name="T44" fmla="*/ 43 w 62"/>
                  <a:gd name="T45" fmla="*/ 7 h 43"/>
                  <a:gd name="T46" fmla="*/ 42 w 62"/>
                  <a:gd name="T47" fmla="*/ 7 h 43"/>
                  <a:gd name="T48" fmla="*/ 40 w 62"/>
                  <a:gd name="T49" fmla="*/ 8 h 43"/>
                  <a:gd name="T50" fmla="*/ 37 w 62"/>
                  <a:gd name="T51" fmla="*/ 9 h 43"/>
                  <a:gd name="T52" fmla="*/ 36 w 62"/>
                  <a:gd name="T53" fmla="*/ 10 h 43"/>
                  <a:gd name="T54" fmla="*/ 36 w 62"/>
                  <a:gd name="T55" fmla="*/ 10 h 43"/>
                  <a:gd name="T56" fmla="*/ 35 w 62"/>
                  <a:gd name="T57" fmla="*/ 12 h 43"/>
                  <a:gd name="T58" fmla="*/ 34 w 62"/>
                  <a:gd name="T59" fmla="*/ 10 h 43"/>
                  <a:gd name="T60" fmla="*/ 33 w 62"/>
                  <a:gd name="T61" fmla="*/ 12 h 43"/>
                  <a:gd name="T62" fmla="*/ 30 w 62"/>
                  <a:gd name="T63" fmla="*/ 11 h 43"/>
                  <a:gd name="T64" fmla="*/ 28 w 62"/>
                  <a:gd name="T65" fmla="*/ 12 h 43"/>
                  <a:gd name="T66" fmla="*/ 26 w 62"/>
                  <a:gd name="T67" fmla="*/ 12 h 43"/>
                  <a:gd name="T68" fmla="*/ 26 w 62"/>
                  <a:gd name="T69" fmla="*/ 14 h 43"/>
                  <a:gd name="T70" fmla="*/ 25 w 62"/>
                  <a:gd name="T71" fmla="*/ 13 h 43"/>
                  <a:gd name="T72" fmla="*/ 24 w 62"/>
                  <a:gd name="T73" fmla="*/ 15 h 43"/>
                  <a:gd name="T74" fmla="*/ 22 w 62"/>
                  <a:gd name="T75" fmla="*/ 16 h 43"/>
                  <a:gd name="T76" fmla="*/ 21 w 62"/>
                  <a:gd name="T77" fmla="*/ 17 h 43"/>
                  <a:gd name="T78" fmla="*/ 22 w 62"/>
                  <a:gd name="T79" fmla="*/ 25 h 43"/>
                  <a:gd name="T80" fmla="*/ 19 w 62"/>
                  <a:gd name="T81" fmla="*/ 21 h 43"/>
                  <a:gd name="T82" fmla="*/ 17 w 62"/>
                  <a:gd name="T83" fmla="*/ 23 h 43"/>
                  <a:gd name="T84" fmla="*/ 16 w 62"/>
                  <a:gd name="T85" fmla="*/ 23 h 43"/>
                  <a:gd name="T86" fmla="*/ 11 w 62"/>
                  <a:gd name="T87" fmla="*/ 24 h 43"/>
                  <a:gd name="T88" fmla="*/ 10 w 62"/>
                  <a:gd name="T89" fmla="*/ 24 h 43"/>
                  <a:gd name="T90" fmla="*/ 8 w 62"/>
                  <a:gd name="T91" fmla="*/ 31 h 43"/>
                  <a:gd name="T92" fmla="*/ 7 w 62"/>
                  <a:gd name="T93" fmla="*/ 32 h 43"/>
                  <a:gd name="T94" fmla="*/ 12 w 62"/>
                  <a:gd name="T95" fmla="*/ 41 h 43"/>
                  <a:gd name="T96" fmla="*/ 18 w 62"/>
                  <a:gd name="T97" fmla="*/ 38 h 43"/>
                  <a:gd name="T98" fmla="*/ 28 w 62"/>
                  <a:gd name="T99" fmla="*/ 27 h 43"/>
                  <a:gd name="T100" fmla="*/ 31 w 62"/>
                  <a:gd name="T101" fmla="*/ 31 h 43"/>
                  <a:gd name="T102" fmla="*/ 36 w 62"/>
                  <a:gd name="T103" fmla="*/ 29 h 43"/>
                  <a:gd name="T104" fmla="*/ 41 w 62"/>
                  <a:gd name="T105" fmla="*/ 2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62" h="43">
                    <a:moveTo>
                      <a:pt x="44" y="25"/>
                    </a:moveTo>
                    <a:cubicBezTo>
                      <a:pt x="44" y="25"/>
                      <a:pt x="44" y="26"/>
                      <a:pt x="44" y="26"/>
                    </a:cubicBezTo>
                    <a:cubicBezTo>
                      <a:pt x="44" y="26"/>
                      <a:pt x="44" y="26"/>
                      <a:pt x="45" y="27"/>
                    </a:cubicBezTo>
                    <a:cubicBezTo>
                      <a:pt x="45" y="26"/>
                      <a:pt x="45" y="25"/>
                      <a:pt x="45" y="25"/>
                    </a:cubicBezTo>
                    <a:cubicBezTo>
                      <a:pt x="46" y="27"/>
                      <a:pt x="46" y="25"/>
                      <a:pt x="46" y="26"/>
                    </a:cubicBezTo>
                    <a:cubicBezTo>
                      <a:pt x="46" y="24"/>
                      <a:pt x="46" y="22"/>
                      <a:pt x="46" y="23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7" y="24"/>
                      <a:pt x="48" y="27"/>
                      <a:pt x="48" y="23"/>
                    </a:cubicBezTo>
                    <a:cubicBezTo>
                      <a:pt x="48" y="25"/>
                      <a:pt x="48" y="25"/>
                      <a:pt x="48" y="25"/>
                    </a:cubicBezTo>
                    <a:cubicBezTo>
                      <a:pt x="49" y="23"/>
                      <a:pt x="50" y="25"/>
                      <a:pt x="50" y="22"/>
                    </a:cubicBezTo>
                    <a:cubicBezTo>
                      <a:pt x="50" y="23"/>
                      <a:pt x="51" y="23"/>
                      <a:pt x="51" y="23"/>
                    </a:cubicBezTo>
                    <a:cubicBezTo>
                      <a:pt x="51" y="22"/>
                      <a:pt x="51" y="22"/>
                      <a:pt x="51" y="20"/>
                    </a:cubicBezTo>
                    <a:cubicBezTo>
                      <a:pt x="51" y="20"/>
                      <a:pt x="52" y="21"/>
                      <a:pt x="52" y="21"/>
                    </a:cubicBezTo>
                    <a:cubicBezTo>
                      <a:pt x="52" y="22"/>
                      <a:pt x="52" y="24"/>
                      <a:pt x="52" y="22"/>
                    </a:cubicBezTo>
                    <a:cubicBezTo>
                      <a:pt x="52" y="23"/>
                      <a:pt x="52" y="23"/>
                      <a:pt x="52" y="23"/>
                    </a:cubicBezTo>
                    <a:cubicBezTo>
                      <a:pt x="53" y="22"/>
                      <a:pt x="53" y="20"/>
                      <a:pt x="53" y="21"/>
                    </a:cubicBezTo>
                    <a:cubicBezTo>
                      <a:pt x="54" y="20"/>
                      <a:pt x="54" y="20"/>
                      <a:pt x="54" y="18"/>
                    </a:cubicBezTo>
                    <a:cubicBezTo>
                      <a:pt x="54" y="18"/>
                      <a:pt x="54" y="20"/>
                      <a:pt x="54" y="19"/>
                    </a:cubicBezTo>
                    <a:cubicBezTo>
                      <a:pt x="54" y="21"/>
                      <a:pt x="54" y="21"/>
                      <a:pt x="54" y="21"/>
                    </a:cubicBezTo>
                    <a:cubicBezTo>
                      <a:pt x="54" y="21"/>
                      <a:pt x="55" y="20"/>
                      <a:pt x="56" y="19"/>
                    </a:cubicBezTo>
                    <a:cubicBezTo>
                      <a:pt x="56" y="22"/>
                      <a:pt x="56" y="19"/>
                      <a:pt x="57" y="21"/>
                    </a:cubicBezTo>
                    <a:cubicBezTo>
                      <a:pt x="57" y="19"/>
                      <a:pt x="57" y="21"/>
                      <a:pt x="58" y="18"/>
                    </a:cubicBezTo>
                    <a:cubicBezTo>
                      <a:pt x="57" y="20"/>
                      <a:pt x="57" y="20"/>
                      <a:pt x="57" y="20"/>
                    </a:cubicBezTo>
                    <a:cubicBezTo>
                      <a:pt x="58" y="20"/>
                      <a:pt x="58" y="20"/>
                      <a:pt x="58" y="21"/>
                    </a:cubicBezTo>
                    <a:cubicBezTo>
                      <a:pt x="58" y="21"/>
                      <a:pt x="59" y="19"/>
                      <a:pt x="59" y="18"/>
                    </a:cubicBezTo>
                    <a:cubicBezTo>
                      <a:pt x="59" y="20"/>
                      <a:pt x="59" y="20"/>
                      <a:pt x="59" y="20"/>
                    </a:cubicBezTo>
                    <a:cubicBezTo>
                      <a:pt x="59" y="19"/>
                      <a:pt x="60" y="17"/>
                      <a:pt x="60" y="15"/>
                    </a:cubicBezTo>
                    <a:cubicBezTo>
                      <a:pt x="60" y="16"/>
                      <a:pt x="60" y="15"/>
                      <a:pt x="60" y="16"/>
                    </a:cubicBezTo>
                    <a:cubicBezTo>
                      <a:pt x="60" y="17"/>
                      <a:pt x="59" y="19"/>
                      <a:pt x="59" y="20"/>
                    </a:cubicBezTo>
                    <a:cubicBezTo>
                      <a:pt x="59" y="21"/>
                      <a:pt x="60" y="18"/>
                      <a:pt x="60" y="20"/>
                    </a:cubicBezTo>
                    <a:cubicBezTo>
                      <a:pt x="60" y="20"/>
                      <a:pt x="60" y="20"/>
                      <a:pt x="60" y="18"/>
                    </a:cubicBezTo>
                    <a:cubicBezTo>
                      <a:pt x="60" y="20"/>
                      <a:pt x="60" y="20"/>
                      <a:pt x="60" y="20"/>
                    </a:cubicBezTo>
                    <a:cubicBezTo>
                      <a:pt x="60" y="20"/>
                      <a:pt x="60" y="20"/>
                      <a:pt x="60" y="19"/>
                    </a:cubicBezTo>
                    <a:cubicBezTo>
                      <a:pt x="60" y="19"/>
                      <a:pt x="60" y="19"/>
                      <a:pt x="60" y="19"/>
                    </a:cubicBezTo>
                    <a:cubicBezTo>
                      <a:pt x="61" y="17"/>
                      <a:pt x="61" y="17"/>
                      <a:pt x="62" y="15"/>
                    </a:cubicBezTo>
                    <a:cubicBezTo>
                      <a:pt x="61" y="16"/>
                      <a:pt x="61" y="16"/>
                      <a:pt x="61" y="16"/>
                    </a:cubicBezTo>
                    <a:cubicBezTo>
                      <a:pt x="62" y="15"/>
                      <a:pt x="62" y="14"/>
                      <a:pt x="62" y="16"/>
                    </a:cubicBezTo>
                    <a:cubicBezTo>
                      <a:pt x="61" y="17"/>
                      <a:pt x="61" y="18"/>
                      <a:pt x="61" y="19"/>
                    </a:cubicBezTo>
                    <a:cubicBezTo>
                      <a:pt x="62" y="15"/>
                      <a:pt x="62" y="15"/>
                      <a:pt x="62" y="15"/>
                    </a:cubicBezTo>
                    <a:cubicBezTo>
                      <a:pt x="62" y="16"/>
                      <a:pt x="62" y="16"/>
                      <a:pt x="62" y="14"/>
                    </a:cubicBezTo>
                    <a:cubicBezTo>
                      <a:pt x="62" y="15"/>
                      <a:pt x="62" y="15"/>
                      <a:pt x="62" y="15"/>
                    </a:cubicBezTo>
                    <a:cubicBezTo>
                      <a:pt x="62" y="13"/>
                      <a:pt x="62" y="13"/>
                      <a:pt x="62" y="13"/>
                    </a:cubicBezTo>
                    <a:cubicBezTo>
                      <a:pt x="62" y="14"/>
                      <a:pt x="62" y="12"/>
                      <a:pt x="61" y="14"/>
                    </a:cubicBezTo>
                    <a:cubicBezTo>
                      <a:pt x="61" y="15"/>
                      <a:pt x="61" y="15"/>
                      <a:pt x="61" y="15"/>
                    </a:cubicBezTo>
                    <a:cubicBezTo>
                      <a:pt x="61" y="15"/>
                      <a:pt x="60" y="17"/>
                      <a:pt x="61" y="15"/>
                    </a:cubicBezTo>
                    <a:cubicBezTo>
                      <a:pt x="61" y="13"/>
                      <a:pt x="61" y="13"/>
                      <a:pt x="61" y="13"/>
                    </a:cubicBezTo>
                    <a:cubicBezTo>
                      <a:pt x="61" y="13"/>
                      <a:pt x="61" y="14"/>
                      <a:pt x="61" y="14"/>
                    </a:cubicBezTo>
                    <a:cubicBezTo>
                      <a:pt x="62" y="11"/>
                      <a:pt x="62" y="11"/>
                      <a:pt x="62" y="11"/>
                    </a:cubicBezTo>
                    <a:cubicBezTo>
                      <a:pt x="61" y="15"/>
                      <a:pt x="61" y="12"/>
                      <a:pt x="60" y="13"/>
                    </a:cubicBezTo>
                    <a:cubicBezTo>
                      <a:pt x="61" y="12"/>
                      <a:pt x="61" y="12"/>
                      <a:pt x="61" y="12"/>
                    </a:cubicBezTo>
                    <a:cubicBezTo>
                      <a:pt x="61" y="11"/>
                      <a:pt x="60" y="14"/>
                      <a:pt x="60" y="14"/>
                    </a:cubicBezTo>
                    <a:cubicBezTo>
                      <a:pt x="60" y="13"/>
                      <a:pt x="61" y="11"/>
                      <a:pt x="61" y="10"/>
                    </a:cubicBezTo>
                    <a:cubicBezTo>
                      <a:pt x="60" y="10"/>
                      <a:pt x="59" y="12"/>
                      <a:pt x="59" y="10"/>
                    </a:cubicBezTo>
                    <a:cubicBezTo>
                      <a:pt x="59" y="10"/>
                      <a:pt x="59" y="11"/>
                      <a:pt x="58" y="12"/>
                    </a:cubicBezTo>
                    <a:cubicBezTo>
                      <a:pt x="58" y="12"/>
                      <a:pt x="59" y="9"/>
                      <a:pt x="58" y="11"/>
                    </a:cubicBezTo>
                    <a:cubicBezTo>
                      <a:pt x="58" y="10"/>
                      <a:pt x="58" y="9"/>
                      <a:pt x="59" y="8"/>
                    </a:cubicBezTo>
                    <a:cubicBezTo>
                      <a:pt x="58" y="9"/>
                      <a:pt x="58" y="8"/>
                      <a:pt x="58" y="10"/>
                    </a:cubicBezTo>
                    <a:cubicBezTo>
                      <a:pt x="58" y="9"/>
                      <a:pt x="57" y="9"/>
                      <a:pt x="57" y="9"/>
                    </a:cubicBezTo>
                    <a:cubicBezTo>
                      <a:pt x="57" y="9"/>
                      <a:pt x="57" y="8"/>
                      <a:pt x="57" y="7"/>
                    </a:cubicBezTo>
                    <a:cubicBezTo>
                      <a:pt x="57" y="8"/>
                      <a:pt x="56" y="9"/>
                      <a:pt x="56" y="9"/>
                    </a:cubicBezTo>
                    <a:cubicBezTo>
                      <a:pt x="56" y="11"/>
                      <a:pt x="56" y="11"/>
                      <a:pt x="56" y="12"/>
                    </a:cubicBezTo>
                    <a:cubicBezTo>
                      <a:pt x="56" y="13"/>
                      <a:pt x="56" y="13"/>
                      <a:pt x="56" y="13"/>
                    </a:cubicBezTo>
                    <a:cubicBezTo>
                      <a:pt x="56" y="11"/>
                      <a:pt x="56" y="9"/>
                      <a:pt x="56" y="9"/>
                    </a:cubicBezTo>
                    <a:cubicBezTo>
                      <a:pt x="56" y="6"/>
                      <a:pt x="56" y="9"/>
                      <a:pt x="56" y="6"/>
                    </a:cubicBezTo>
                    <a:cubicBezTo>
                      <a:pt x="56" y="4"/>
                      <a:pt x="57" y="4"/>
                      <a:pt x="57" y="5"/>
                    </a:cubicBezTo>
                    <a:cubicBezTo>
                      <a:pt x="58" y="3"/>
                      <a:pt x="57" y="5"/>
                      <a:pt x="57" y="2"/>
                    </a:cubicBezTo>
                    <a:cubicBezTo>
                      <a:pt x="57" y="3"/>
                      <a:pt x="57" y="4"/>
                      <a:pt x="56" y="4"/>
                    </a:cubicBezTo>
                    <a:cubicBezTo>
                      <a:pt x="56" y="5"/>
                      <a:pt x="56" y="6"/>
                      <a:pt x="56" y="7"/>
                    </a:cubicBezTo>
                    <a:cubicBezTo>
                      <a:pt x="56" y="9"/>
                      <a:pt x="56" y="5"/>
                      <a:pt x="56" y="5"/>
                    </a:cubicBezTo>
                    <a:cubicBezTo>
                      <a:pt x="56" y="4"/>
                      <a:pt x="56" y="4"/>
                      <a:pt x="56" y="4"/>
                    </a:cubicBezTo>
                    <a:cubicBezTo>
                      <a:pt x="56" y="3"/>
                      <a:pt x="55" y="5"/>
                      <a:pt x="55" y="5"/>
                    </a:cubicBezTo>
                    <a:cubicBezTo>
                      <a:pt x="55" y="1"/>
                      <a:pt x="56" y="4"/>
                      <a:pt x="56" y="2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5" y="0"/>
                      <a:pt x="56" y="3"/>
                      <a:pt x="55" y="2"/>
                    </a:cubicBezTo>
                    <a:cubicBezTo>
                      <a:pt x="55" y="1"/>
                      <a:pt x="55" y="1"/>
                      <a:pt x="55" y="1"/>
                    </a:cubicBezTo>
                    <a:cubicBezTo>
                      <a:pt x="55" y="1"/>
                      <a:pt x="55" y="1"/>
                      <a:pt x="55" y="1"/>
                    </a:cubicBezTo>
                    <a:cubicBezTo>
                      <a:pt x="55" y="3"/>
                      <a:pt x="55" y="4"/>
                      <a:pt x="55" y="4"/>
                    </a:cubicBezTo>
                    <a:cubicBezTo>
                      <a:pt x="55" y="7"/>
                      <a:pt x="55" y="5"/>
                      <a:pt x="55" y="5"/>
                    </a:cubicBezTo>
                    <a:cubicBezTo>
                      <a:pt x="54" y="7"/>
                      <a:pt x="55" y="5"/>
                      <a:pt x="55" y="7"/>
                    </a:cubicBezTo>
                    <a:cubicBezTo>
                      <a:pt x="55" y="8"/>
                      <a:pt x="54" y="9"/>
                      <a:pt x="54" y="9"/>
                    </a:cubicBezTo>
                    <a:cubicBezTo>
                      <a:pt x="54" y="9"/>
                      <a:pt x="54" y="7"/>
                      <a:pt x="54" y="6"/>
                    </a:cubicBezTo>
                    <a:cubicBezTo>
                      <a:pt x="54" y="5"/>
                      <a:pt x="54" y="5"/>
                      <a:pt x="54" y="6"/>
                    </a:cubicBezTo>
                    <a:cubicBezTo>
                      <a:pt x="55" y="4"/>
                      <a:pt x="54" y="3"/>
                      <a:pt x="55" y="1"/>
                    </a:cubicBezTo>
                    <a:cubicBezTo>
                      <a:pt x="54" y="0"/>
                      <a:pt x="54" y="2"/>
                      <a:pt x="54" y="3"/>
                    </a:cubicBezTo>
                    <a:cubicBezTo>
                      <a:pt x="54" y="3"/>
                      <a:pt x="54" y="5"/>
                      <a:pt x="54" y="5"/>
                    </a:cubicBezTo>
                    <a:cubicBezTo>
                      <a:pt x="54" y="10"/>
                      <a:pt x="54" y="2"/>
                      <a:pt x="53" y="3"/>
                    </a:cubicBezTo>
                    <a:cubicBezTo>
                      <a:pt x="53" y="6"/>
                      <a:pt x="53" y="7"/>
                      <a:pt x="53" y="10"/>
                    </a:cubicBezTo>
                    <a:cubicBezTo>
                      <a:pt x="53" y="11"/>
                      <a:pt x="53" y="12"/>
                      <a:pt x="53" y="11"/>
                    </a:cubicBezTo>
                    <a:cubicBezTo>
                      <a:pt x="53" y="9"/>
                      <a:pt x="53" y="10"/>
                      <a:pt x="53" y="8"/>
                    </a:cubicBezTo>
                    <a:cubicBezTo>
                      <a:pt x="53" y="8"/>
                      <a:pt x="53" y="8"/>
                      <a:pt x="53" y="8"/>
                    </a:cubicBezTo>
                    <a:cubicBezTo>
                      <a:pt x="53" y="5"/>
                      <a:pt x="53" y="5"/>
                      <a:pt x="53" y="5"/>
                    </a:cubicBezTo>
                    <a:cubicBezTo>
                      <a:pt x="53" y="4"/>
                      <a:pt x="52" y="2"/>
                      <a:pt x="52" y="1"/>
                    </a:cubicBezTo>
                    <a:cubicBezTo>
                      <a:pt x="52" y="2"/>
                      <a:pt x="52" y="3"/>
                      <a:pt x="52" y="4"/>
                    </a:cubicBezTo>
                    <a:cubicBezTo>
                      <a:pt x="52" y="3"/>
                      <a:pt x="52" y="2"/>
                      <a:pt x="52" y="2"/>
                    </a:cubicBezTo>
                    <a:cubicBezTo>
                      <a:pt x="52" y="3"/>
                      <a:pt x="52" y="5"/>
                      <a:pt x="52" y="5"/>
                    </a:cubicBezTo>
                    <a:cubicBezTo>
                      <a:pt x="52" y="5"/>
                      <a:pt x="51" y="3"/>
                      <a:pt x="51" y="3"/>
                    </a:cubicBezTo>
                    <a:cubicBezTo>
                      <a:pt x="52" y="1"/>
                      <a:pt x="52" y="1"/>
                      <a:pt x="52" y="1"/>
                    </a:cubicBezTo>
                    <a:cubicBezTo>
                      <a:pt x="52" y="3"/>
                      <a:pt x="52" y="0"/>
                      <a:pt x="51" y="1"/>
                    </a:cubicBezTo>
                    <a:cubicBezTo>
                      <a:pt x="51" y="2"/>
                      <a:pt x="51" y="4"/>
                      <a:pt x="51" y="5"/>
                    </a:cubicBezTo>
                    <a:cubicBezTo>
                      <a:pt x="51" y="6"/>
                      <a:pt x="51" y="4"/>
                      <a:pt x="51" y="5"/>
                    </a:cubicBezTo>
                    <a:cubicBezTo>
                      <a:pt x="51" y="3"/>
                      <a:pt x="51" y="3"/>
                      <a:pt x="51" y="3"/>
                    </a:cubicBezTo>
                    <a:cubicBezTo>
                      <a:pt x="51" y="4"/>
                      <a:pt x="51" y="0"/>
                      <a:pt x="51" y="1"/>
                    </a:cubicBezTo>
                    <a:cubicBezTo>
                      <a:pt x="51" y="3"/>
                      <a:pt x="51" y="3"/>
                      <a:pt x="51" y="3"/>
                    </a:cubicBezTo>
                    <a:cubicBezTo>
                      <a:pt x="51" y="2"/>
                      <a:pt x="51" y="2"/>
                      <a:pt x="51" y="1"/>
                    </a:cubicBezTo>
                    <a:cubicBezTo>
                      <a:pt x="51" y="2"/>
                      <a:pt x="50" y="2"/>
                      <a:pt x="50" y="2"/>
                    </a:cubicBezTo>
                    <a:cubicBezTo>
                      <a:pt x="50" y="1"/>
                      <a:pt x="50" y="1"/>
                      <a:pt x="50" y="1"/>
                    </a:cubicBezTo>
                    <a:cubicBezTo>
                      <a:pt x="50" y="2"/>
                      <a:pt x="50" y="4"/>
                      <a:pt x="50" y="2"/>
                    </a:cubicBezTo>
                    <a:cubicBezTo>
                      <a:pt x="50" y="5"/>
                      <a:pt x="50" y="2"/>
                      <a:pt x="50" y="4"/>
                    </a:cubicBezTo>
                    <a:cubicBezTo>
                      <a:pt x="51" y="5"/>
                      <a:pt x="50" y="5"/>
                      <a:pt x="50" y="6"/>
                    </a:cubicBezTo>
                    <a:cubicBezTo>
                      <a:pt x="50" y="3"/>
                      <a:pt x="50" y="5"/>
                      <a:pt x="50" y="5"/>
                    </a:cubicBezTo>
                    <a:cubicBezTo>
                      <a:pt x="50" y="4"/>
                      <a:pt x="49" y="4"/>
                      <a:pt x="49" y="3"/>
                    </a:cubicBezTo>
                    <a:cubicBezTo>
                      <a:pt x="49" y="5"/>
                      <a:pt x="49" y="5"/>
                      <a:pt x="49" y="5"/>
                    </a:cubicBezTo>
                    <a:cubicBezTo>
                      <a:pt x="49" y="2"/>
                      <a:pt x="49" y="6"/>
                      <a:pt x="49" y="5"/>
                    </a:cubicBezTo>
                    <a:cubicBezTo>
                      <a:pt x="49" y="4"/>
                      <a:pt x="49" y="2"/>
                      <a:pt x="49" y="2"/>
                    </a:cubicBezTo>
                    <a:cubicBezTo>
                      <a:pt x="49" y="4"/>
                      <a:pt x="49" y="5"/>
                      <a:pt x="49" y="7"/>
                    </a:cubicBezTo>
                    <a:cubicBezTo>
                      <a:pt x="48" y="6"/>
                      <a:pt x="49" y="4"/>
                      <a:pt x="48" y="2"/>
                    </a:cubicBezTo>
                    <a:cubicBezTo>
                      <a:pt x="48" y="4"/>
                      <a:pt x="48" y="0"/>
                      <a:pt x="48" y="3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48" y="6"/>
                      <a:pt x="48" y="5"/>
                      <a:pt x="48" y="4"/>
                    </a:cubicBezTo>
                    <a:cubicBezTo>
                      <a:pt x="48" y="4"/>
                      <a:pt x="48" y="6"/>
                      <a:pt x="48" y="7"/>
                    </a:cubicBezTo>
                    <a:cubicBezTo>
                      <a:pt x="48" y="6"/>
                      <a:pt x="48" y="9"/>
                      <a:pt x="47" y="7"/>
                    </a:cubicBezTo>
                    <a:cubicBezTo>
                      <a:pt x="47" y="6"/>
                      <a:pt x="48" y="7"/>
                      <a:pt x="48" y="5"/>
                    </a:cubicBezTo>
                    <a:cubicBezTo>
                      <a:pt x="47" y="5"/>
                      <a:pt x="48" y="9"/>
                      <a:pt x="47" y="10"/>
                    </a:cubicBezTo>
                    <a:cubicBezTo>
                      <a:pt x="48" y="11"/>
                      <a:pt x="48" y="14"/>
                      <a:pt x="48" y="15"/>
                    </a:cubicBezTo>
                    <a:cubicBezTo>
                      <a:pt x="47" y="14"/>
                      <a:pt x="48" y="14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7" y="9"/>
                      <a:pt x="47" y="7"/>
                      <a:pt x="47" y="5"/>
                    </a:cubicBezTo>
                    <a:cubicBezTo>
                      <a:pt x="47" y="6"/>
                      <a:pt x="47" y="6"/>
                      <a:pt x="47" y="6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7" y="5"/>
                      <a:pt x="46" y="3"/>
                      <a:pt x="46" y="4"/>
                    </a:cubicBezTo>
                    <a:cubicBezTo>
                      <a:pt x="46" y="6"/>
                      <a:pt x="46" y="3"/>
                      <a:pt x="46" y="5"/>
                    </a:cubicBezTo>
                    <a:cubicBezTo>
                      <a:pt x="46" y="5"/>
                      <a:pt x="47" y="8"/>
                      <a:pt x="46" y="7"/>
                    </a:cubicBezTo>
                    <a:cubicBezTo>
                      <a:pt x="46" y="4"/>
                      <a:pt x="46" y="4"/>
                      <a:pt x="46" y="4"/>
                    </a:cubicBezTo>
                    <a:cubicBezTo>
                      <a:pt x="46" y="3"/>
                      <a:pt x="46" y="6"/>
                      <a:pt x="46" y="5"/>
                    </a:cubicBezTo>
                    <a:cubicBezTo>
                      <a:pt x="46" y="4"/>
                      <a:pt x="46" y="4"/>
                      <a:pt x="46" y="4"/>
                    </a:cubicBezTo>
                    <a:cubicBezTo>
                      <a:pt x="45" y="4"/>
                      <a:pt x="44" y="4"/>
                      <a:pt x="44" y="8"/>
                    </a:cubicBezTo>
                    <a:cubicBezTo>
                      <a:pt x="44" y="6"/>
                      <a:pt x="43" y="6"/>
                      <a:pt x="43" y="5"/>
                    </a:cubicBezTo>
                    <a:cubicBezTo>
                      <a:pt x="43" y="6"/>
                      <a:pt x="43" y="7"/>
                      <a:pt x="43" y="7"/>
                    </a:cubicBezTo>
                    <a:cubicBezTo>
                      <a:pt x="43" y="5"/>
                      <a:pt x="43" y="5"/>
                      <a:pt x="43" y="5"/>
                    </a:cubicBezTo>
                    <a:cubicBezTo>
                      <a:pt x="42" y="4"/>
                      <a:pt x="42" y="6"/>
                      <a:pt x="42" y="7"/>
                    </a:cubicBezTo>
                    <a:cubicBezTo>
                      <a:pt x="42" y="6"/>
                      <a:pt x="42" y="6"/>
                      <a:pt x="42" y="6"/>
                    </a:cubicBezTo>
                    <a:cubicBezTo>
                      <a:pt x="42" y="4"/>
                      <a:pt x="42" y="7"/>
                      <a:pt x="42" y="7"/>
                    </a:cubicBezTo>
                    <a:cubicBezTo>
                      <a:pt x="42" y="6"/>
                      <a:pt x="42" y="6"/>
                      <a:pt x="42" y="6"/>
                    </a:cubicBezTo>
                    <a:cubicBezTo>
                      <a:pt x="42" y="7"/>
                      <a:pt x="42" y="7"/>
                      <a:pt x="42" y="7"/>
                    </a:cubicBezTo>
                    <a:cubicBezTo>
                      <a:pt x="42" y="8"/>
                      <a:pt x="42" y="8"/>
                      <a:pt x="41" y="6"/>
                    </a:cubicBezTo>
                    <a:cubicBezTo>
                      <a:pt x="41" y="7"/>
                      <a:pt x="41" y="7"/>
                      <a:pt x="41" y="7"/>
                    </a:cubicBezTo>
                    <a:cubicBezTo>
                      <a:pt x="41" y="6"/>
                      <a:pt x="41" y="6"/>
                      <a:pt x="40" y="7"/>
                    </a:cubicBezTo>
                    <a:cubicBezTo>
                      <a:pt x="41" y="7"/>
                      <a:pt x="41" y="8"/>
                      <a:pt x="41" y="9"/>
                    </a:cubicBezTo>
                    <a:cubicBezTo>
                      <a:pt x="41" y="12"/>
                      <a:pt x="41" y="9"/>
                      <a:pt x="41" y="10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5"/>
                      <a:pt x="39" y="7"/>
                      <a:pt x="39" y="7"/>
                    </a:cubicBezTo>
                    <a:cubicBezTo>
                      <a:pt x="39" y="8"/>
                      <a:pt x="39" y="8"/>
                      <a:pt x="39" y="8"/>
                    </a:cubicBezTo>
                    <a:cubicBezTo>
                      <a:pt x="38" y="6"/>
                      <a:pt x="38" y="8"/>
                      <a:pt x="38" y="8"/>
                    </a:cubicBezTo>
                    <a:cubicBezTo>
                      <a:pt x="38" y="9"/>
                      <a:pt x="38" y="11"/>
                      <a:pt x="38" y="11"/>
                    </a:cubicBezTo>
                    <a:cubicBezTo>
                      <a:pt x="38" y="13"/>
                      <a:pt x="38" y="9"/>
                      <a:pt x="37" y="8"/>
                    </a:cubicBezTo>
                    <a:cubicBezTo>
                      <a:pt x="37" y="9"/>
                      <a:pt x="37" y="9"/>
                      <a:pt x="37" y="9"/>
                    </a:cubicBezTo>
                    <a:cubicBezTo>
                      <a:pt x="37" y="8"/>
                      <a:pt x="37" y="8"/>
                      <a:pt x="37" y="8"/>
                    </a:cubicBezTo>
                    <a:cubicBezTo>
                      <a:pt x="37" y="9"/>
                      <a:pt x="37" y="10"/>
                      <a:pt x="37" y="9"/>
                    </a:cubicBezTo>
                    <a:cubicBezTo>
                      <a:pt x="37" y="9"/>
                      <a:pt x="37" y="9"/>
                      <a:pt x="37" y="9"/>
                    </a:cubicBezTo>
                    <a:cubicBezTo>
                      <a:pt x="36" y="9"/>
                      <a:pt x="36" y="8"/>
                      <a:pt x="36" y="8"/>
                    </a:cubicBezTo>
                    <a:cubicBezTo>
                      <a:pt x="36" y="10"/>
                      <a:pt x="36" y="9"/>
                      <a:pt x="36" y="10"/>
                    </a:cubicBezTo>
                    <a:cubicBezTo>
                      <a:pt x="36" y="10"/>
                      <a:pt x="36" y="10"/>
                      <a:pt x="36" y="10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36" y="10"/>
                      <a:pt x="36" y="10"/>
                      <a:pt x="36" y="10"/>
                    </a:cubicBezTo>
                    <a:cubicBezTo>
                      <a:pt x="36" y="9"/>
                      <a:pt x="36" y="9"/>
                      <a:pt x="36" y="9"/>
                    </a:cubicBezTo>
                    <a:cubicBezTo>
                      <a:pt x="35" y="8"/>
                      <a:pt x="36" y="10"/>
                      <a:pt x="36" y="11"/>
                    </a:cubicBezTo>
                    <a:cubicBezTo>
                      <a:pt x="36" y="12"/>
                      <a:pt x="36" y="11"/>
                      <a:pt x="35" y="10"/>
                    </a:cubicBezTo>
                    <a:cubicBezTo>
                      <a:pt x="35" y="9"/>
                      <a:pt x="36" y="10"/>
                      <a:pt x="36" y="10"/>
                    </a:cubicBezTo>
                    <a:cubicBezTo>
                      <a:pt x="35" y="9"/>
                      <a:pt x="35" y="9"/>
                      <a:pt x="35" y="9"/>
                    </a:cubicBezTo>
                    <a:cubicBezTo>
                      <a:pt x="35" y="9"/>
                      <a:pt x="36" y="10"/>
                      <a:pt x="35" y="10"/>
                    </a:cubicBezTo>
                    <a:cubicBezTo>
                      <a:pt x="35" y="10"/>
                      <a:pt x="35" y="10"/>
                      <a:pt x="35" y="9"/>
                    </a:cubicBezTo>
                    <a:cubicBezTo>
                      <a:pt x="35" y="10"/>
                      <a:pt x="35" y="10"/>
                      <a:pt x="35" y="10"/>
                    </a:cubicBezTo>
                    <a:cubicBezTo>
                      <a:pt x="35" y="11"/>
                      <a:pt x="35" y="11"/>
                      <a:pt x="35" y="12"/>
                    </a:cubicBezTo>
                    <a:cubicBezTo>
                      <a:pt x="35" y="12"/>
                      <a:pt x="35" y="13"/>
                      <a:pt x="35" y="12"/>
                    </a:cubicBezTo>
                    <a:cubicBezTo>
                      <a:pt x="35" y="12"/>
                      <a:pt x="35" y="12"/>
                      <a:pt x="35" y="12"/>
                    </a:cubicBezTo>
                    <a:cubicBezTo>
                      <a:pt x="35" y="12"/>
                      <a:pt x="35" y="12"/>
                      <a:pt x="35" y="13"/>
                    </a:cubicBezTo>
                    <a:cubicBezTo>
                      <a:pt x="35" y="11"/>
                      <a:pt x="35" y="11"/>
                      <a:pt x="35" y="11"/>
                    </a:cubicBezTo>
                    <a:cubicBezTo>
                      <a:pt x="35" y="12"/>
                      <a:pt x="35" y="12"/>
                      <a:pt x="35" y="13"/>
                    </a:cubicBezTo>
                    <a:cubicBezTo>
                      <a:pt x="34" y="11"/>
                      <a:pt x="34" y="9"/>
                      <a:pt x="33" y="9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4" y="11"/>
                      <a:pt x="33" y="10"/>
                      <a:pt x="33" y="9"/>
                    </a:cubicBezTo>
                    <a:cubicBezTo>
                      <a:pt x="33" y="8"/>
                      <a:pt x="34" y="14"/>
                      <a:pt x="33" y="13"/>
                    </a:cubicBezTo>
                    <a:cubicBezTo>
                      <a:pt x="33" y="11"/>
                      <a:pt x="33" y="10"/>
                      <a:pt x="32" y="10"/>
                    </a:cubicBezTo>
                    <a:cubicBezTo>
                      <a:pt x="33" y="10"/>
                      <a:pt x="33" y="11"/>
                      <a:pt x="33" y="11"/>
                    </a:cubicBezTo>
                    <a:cubicBezTo>
                      <a:pt x="33" y="12"/>
                      <a:pt x="32" y="10"/>
                      <a:pt x="33" y="11"/>
                    </a:cubicBezTo>
                    <a:cubicBezTo>
                      <a:pt x="33" y="12"/>
                      <a:pt x="33" y="12"/>
                      <a:pt x="33" y="12"/>
                    </a:cubicBezTo>
                    <a:cubicBezTo>
                      <a:pt x="32" y="8"/>
                      <a:pt x="32" y="11"/>
                      <a:pt x="31" y="9"/>
                    </a:cubicBezTo>
                    <a:cubicBezTo>
                      <a:pt x="31" y="12"/>
                      <a:pt x="31" y="10"/>
                      <a:pt x="31" y="11"/>
                    </a:cubicBezTo>
                    <a:cubicBezTo>
                      <a:pt x="30" y="9"/>
                      <a:pt x="31" y="12"/>
                      <a:pt x="30" y="10"/>
                    </a:cubicBezTo>
                    <a:cubicBezTo>
                      <a:pt x="31" y="13"/>
                      <a:pt x="31" y="13"/>
                      <a:pt x="31" y="13"/>
                    </a:cubicBezTo>
                    <a:cubicBezTo>
                      <a:pt x="30" y="11"/>
                      <a:pt x="32" y="16"/>
                      <a:pt x="31" y="13"/>
                    </a:cubicBezTo>
                    <a:cubicBezTo>
                      <a:pt x="30" y="13"/>
                      <a:pt x="30" y="12"/>
                      <a:pt x="30" y="11"/>
                    </a:cubicBezTo>
                    <a:cubicBezTo>
                      <a:pt x="29" y="9"/>
                      <a:pt x="30" y="14"/>
                      <a:pt x="29" y="11"/>
                    </a:cubicBezTo>
                    <a:cubicBezTo>
                      <a:pt x="30" y="14"/>
                      <a:pt x="30" y="14"/>
                      <a:pt x="30" y="14"/>
                    </a:cubicBezTo>
                    <a:cubicBezTo>
                      <a:pt x="30" y="13"/>
                      <a:pt x="29" y="12"/>
                      <a:pt x="29" y="11"/>
                    </a:cubicBezTo>
                    <a:cubicBezTo>
                      <a:pt x="29" y="12"/>
                      <a:pt x="29" y="13"/>
                      <a:pt x="29" y="12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8" y="10"/>
                      <a:pt x="28" y="11"/>
                      <a:pt x="28" y="12"/>
                    </a:cubicBezTo>
                    <a:cubicBezTo>
                      <a:pt x="28" y="11"/>
                      <a:pt x="28" y="12"/>
                      <a:pt x="27" y="11"/>
                    </a:cubicBezTo>
                    <a:cubicBezTo>
                      <a:pt x="28" y="13"/>
                      <a:pt x="26" y="10"/>
                      <a:pt x="27" y="13"/>
                    </a:cubicBezTo>
                    <a:cubicBezTo>
                      <a:pt x="27" y="12"/>
                      <a:pt x="27" y="12"/>
                      <a:pt x="27" y="12"/>
                    </a:cubicBezTo>
                    <a:cubicBezTo>
                      <a:pt x="27" y="13"/>
                      <a:pt x="28" y="15"/>
                      <a:pt x="28" y="15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6" y="11"/>
                      <a:pt x="27" y="13"/>
                      <a:pt x="26" y="12"/>
                    </a:cubicBezTo>
                    <a:cubicBezTo>
                      <a:pt x="27" y="13"/>
                      <a:pt x="26" y="12"/>
                      <a:pt x="26" y="13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7" y="15"/>
                      <a:pt x="27" y="15"/>
                      <a:pt x="27" y="15"/>
                    </a:cubicBezTo>
                    <a:cubicBezTo>
                      <a:pt x="26" y="15"/>
                      <a:pt x="26" y="13"/>
                      <a:pt x="26" y="13"/>
                    </a:cubicBezTo>
                    <a:cubicBezTo>
                      <a:pt x="25" y="12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4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4"/>
                    </a:cubicBezTo>
                    <a:cubicBezTo>
                      <a:pt x="26" y="13"/>
                      <a:pt x="26" y="13"/>
                      <a:pt x="25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5" y="11"/>
                      <a:pt x="25" y="11"/>
                      <a:pt x="25" y="11"/>
                    </a:cubicBezTo>
                    <a:cubicBezTo>
                      <a:pt x="24" y="11"/>
                      <a:pt x="25" y="13"/>
                      <a:pt x="25" y="13"/>
                    </a:cubicBezTo>
                    <a:cubicBezTo>
                      <a:pt x="24" y="12"/>
                      <a:pt x="24" y="14"/>
                      <a:pt x="24" y="15"/>
                    </a:cubicBezTo>
                    <a:cubicBezTo>
                      <a:pt x="24" y="15"/>
                      <a:pt x="24" y="14"/>
                      <a:pt x="24" y="14"/>
                    </a:cubicBezTo>
                    <a:cubicBezTo>
                      <a:pt x="24" y="15"/>
                      <a:pt x="24" y="16"/>
                      <a:pt x="24" y="15"/>
                    </a:cubicBezTo>
                    <a:cubicBezTo>
                      <a:pt x="24" y="16"/>
                      <a:pt x="23" y="14"/>
                      <a:pt x="23" y="14"/>
                    </a:cubicBezTo>
                    <a:cubicBezTo>
                      <a:pt x="23" y="14"/>
                      <a:pt x="24" y="15"/>
                      <a:pt x="24" y="15"/>
                    </a:cubicBezTo>
                    <a:cubicBezTo>
                      <a:pt x="23" y="13"/>
                      <a:pt x="23" y="17"/>
                      <a:pt x="23" y="15"/>
                    </a:cubicBezTo>
                    <a:cubicBezTo>
                      <a:pt x="23" y="15"/>
                      <a:pt x="22" y="14"/>
                      <a:pt x="22" y="14"/>
                    </a:cubicBezTo>
                    <a:cubicBezTo>
                      <a:pt x="22" y="15"/>
                      <a:pt x="22" y="16"/>
                      <a:pt x="23" y="17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2" y="16"/>
                      <a:pt x="22" y="16"/>
                      <a:pt x="22" y="17"/>
                    </a:cubicBezTo>
                    <a:cubicBezTo>
                      <a:pt x="23" y="18"/>
                      <a:pt x="23" y="20"/>
                      <a:pt x="23" y="19"/>
                    </a:cubicBezTo>
                    <a:cubicBezTo>
                      <a:pt x="23" y="19"/>
                      <a:pt x="23" y="19"/>
                      <a:pt x="23" y="19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19"/>
                      <a:pt x="22" y="20"/>
                      <a:pt x="22" y="19"/>
                    </a:cubicBezTo>
                    <a:cubicBezTo>
                      <a:pt x="21" y="16"/>
                      <a:pt x="21" y="17"/>
                      <a:pt x="21" y="17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7"/>
                      <a:pt x="21" y="17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1" y="20"/>
                      <a:pt x="21" y="19"/>
                    </a:cubicBezTo>
                    <a:cubicBezTo>
                      <a:pt x="21" y="20"/>
                      <a:pt x="22" y="22"/>
                      <a:pt x="22" y="24"/>
                    </a:cubicBezTo>
                    <a:cubicBezTo>
                      <a:pt x="22" y="24"/>
                      <a:pt x="22" y="25"/>
                      <a:pt x="22" y="25"/>
                    </a:cubicBezTo>
                    <a:cubicBezTo>
                      <a:pt x="21" y="24"/>
                      <a:pt x="22" y="25"/>
                      <a:pt x="22" y="24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1" y="22"/>
                      <a:pt x="20" y="20"/>
                      <a:pt x="20" y="19"/>
                    </a:cubicBezTo>
                    <a:cubicBezTo>
                      <a:pt x="20" y="20"/>
                      <a:pt x="19" y="19"/>
                      <a:pt x="19" y="19"/>
                    </a:cubicBezTo>
                    <a:cubicBezTo>
                      <a:pt x="20" y="22"/>
                      <a:pt x="19" y="21"/>
                      <a:pt x="20" y="23"/>
                    </a:cubicBezTo>
                    <a:cubicBezTo>
                      <a:pt x="20" y="24"/>
                      <a:pt x="19" y="21"/>
                      <a:pt x="19" y="21"/>
                    </a:cubicBezTo>
                    <a:cubicBezTo>
                      <a:pt x="19" y="22"/>
                      <a:pt x="18" y="21"/>
                      <a:pt x="18" y="22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2"/>
                      <a:pt x="17" y="21"/>
                      <a:pt x="18" y="24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22"/>
                      <a:pt x="19" y="25"/>
                      <a:pt x="18" y="24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8" y="24"/>
                      <a:pt x="16" y="22"/>
                      <a:pt x="17" y="24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7" y="23"/>
                      <a:pt x="16" y="23"/>
                      <a:pt x="17" y="25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5" y="22"/>
                      <a:pt x="17" y="25"/>
                      <a:pt x="16" y="24"/>
                    </a:cubicBezTo>
                    <a:cubicBezTo>
                      <a:pt x="16" y="24"/>
                      <a:pt x="16" y="23"/>
                      <a:pt x="16" y="23"/>
                    </a:cubicBezTo>
                    <a:cubicBezTo>
                      <a:pt x="16" y="24"/>
                      <a:pt x="16" y="24"/>
                      <a:pt x="16" y="25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4" y="23"/>
                      <a:pt x="13" y="23"/>
                      <a:pt x="13" y="26"/>
                    </a:cubicBezTo>
                    <a:cubicBezTo>
                      <a:pt x="11" y="24"/>
                      <a:pt x="12" y="24"/>
                      <a:pt x="11" y="23"/>
                    </a:cubicBezTo>
                    <a:cubicBezTo>
                      <a:pt x="12" y="25"/>
                      <a:pt x="11" y="24"/>
                      <a:pt x="11" y="24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1" y="25"/>
                      <a:pt x="11" y="23"/>
                      <a:pt x="11" y="24"/>
                    </a:cubicBezTo>
                    <a:cubicBezTo>
                      <a:pt x="11" y="25"/>
                      <a:pt x="11" y="25"/>
                      <a:pt x="11" y="25"/>
                    </a:cubicBezTo>
                    <a:cubicBezTo>
                      <a:pt x="12" y="26"/>
                      <a:pt x="10" y="22"/>
                      <a:pt x="11" y="25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6"/>
                      <a:pt x="9" y="23"/>
                      <a:pt x="10" y="25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9" y="24"/>
                      <a:pt x="11" y="27"/>
                      <a:pt x="10" y="25"/>
                    </a:cubicBezTo>
                    <a:cubicBezTo>
                      <a:pt x="10" y="26"/>
                      <a:pt x="10" y="26"/>
                      <a:pt x="11" y="28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9" y="27"/>
                      <a:pt x="8" y="27"/>
                      <a:pt x="9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9" y="31"/>
                      <a:pt x="6" y="27"/>
                      <a:pt x="8" y="31"/>
                    </a:cubicBezTo>
                    <a:cubicBezTo>
                      <a:pt x="9" y="33"/>
                      <a:pt x="9" y="33"/>
                      <a:pt x="9" y="33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8" y="32"/>
                      <a:pt x="7" y="31"/>
                      <a:pt x="8" y="32"/>
                    </a:cubicBezTo>
                    <a:cubicBezTo>
                      <a:pt x="7" y="31"/>
                      <a:pt x="7" y="31"/>
                      <a:pt x="7" y="31"/>
                    </a:cubicBezTo>
                    <a:cubicBezTo>
                      <a:pt x="7" y="31"/>
                      <a:pt x="8" y="33"/>
                      <a:pt x="8" y="33"/>
                    </a:cubicBezTo>
                    <a:cubicBezTo>
                      <a:pt x="7" y="32"/>
                      <a:pt x="7" y="32"/>
                      <a:pt x="7" y="32"/>
                    </a:cubicBezTo>
                    <a:cubicBezTo>
                      <a:pt x="5" y="30"/>
                      <a:pt x="2" y="29"/>
                      <a:pt x="4" y="33"/>
                    </a:cubicBezTo>
                    <a:cubicBezTo>
                      <a:pt x="4" y="33"/>
                      <a:pt x="3" y="31"/>
                      <a:pt x="3" y="31"/>
                    </a:cubicBezTo>
                    <a:cubicBezTo>
                      <a:pt x="4" y="34"/>
                      <a:pt x="0" y="30"/>
                      <a:pt x="2" y="35"/>
                    </a:cubicBezTo>
                    <a:cubicBezTo>
                      <a:pt x="3" y="36"/>
                      <a:pt x="6" y="41"/>
                      <a:pt x="6" y="41"/>
                    </a:cubicBezTo>
                    <a:cubicBezTo>
                      <a:pt x="6" y="39"/>
                      <a:pt x="9" y="40"/>
                      <a:pt x="11" y="42"/>
                    </a:cubicBezTo>
                    <a:cubicBezTo>
                      <a:pt x="11" y="41"/>
                      <a:pt x="11" y="40"/>
                      <a:pt x="12" y="41"/>
                    </a:cubicBezTo>
                    <a:cubicBezTo>
                      <a:pt x="13" y="40"/>
                      <a:pt x="17" y="43"/>
                      <a:pt x="17" y="40"/>
                    </a:cubicBezTo>
                    <a:cubicBezTo>
                      <a:pt x="17" y="40"/>
                      <a:pt x="16" y="39"/>
                      <a:pt x="16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6" y="38"/>
                      <a:pt x="16" y="38"/>
                      <a:pt x="16" y="38"/>
                    </a:cubicBezTo>
                    <a:cubicBezTo>
                      <a:pt x="16" y="37"/>
                      <a:pt x="17" y="39"/>
                      <a:pt x="17" y="39"/>
                    </a:cubicBezTo>
                    <a:cubicBezTo>
                      <a:pt x="17" y="39"/>
                      <a:pt x="18" y="38"/>
                      <a:pt x="18" y="38"/>
                    </a:cubicBezTo>
                    <a:cubicBezTo>
                      <a:pt x="18" y="36"/>
                      <a:pt x="19" y="38"/>
                      <a:pt x="18" y="36"/>
                    </a:cubicBezTo>
                    <a:cubicBezTo>
                      <a:pt x="18" y="37"/>
                      <a:pt x="18" y="37"/>
                      <a:pt x="18" y="37"/>
                    </a:cubicBezTo>
                    <a:cubicBezTo>
                      <a:pt x="18" y="36"/>
                      <a:pt x="18" y="35"/>
                      <a:pt x="20" y="38"/>
                    </a:cubicBezTo>
                    <a:cubicBezTo>
                      <a:pt x="22" y="39"/>
                      <a:pt x="23" y="37"/>
                      <a:pt x="25" y="37"/>
                    </a:cubicBezTo>
                    <a:cubicBezTo>
                      <a:pt x="26" y="35"/>
                      <a:pt x="27" y="33"/>
                      <a:pt x="29" y="32"/>
                    </a:cubicBezTo>
                    <a:cubicBezTo>
                      <a:pt x="28" y="28"/>
                      <a:pt x="29" y="30"/>
                      <a:pt x="28" y="27"/>
                    </a:cubicBezTo>
                    <a:cubicBezTo>
                      <a:pt x="29" y="28"/>
                      <a:pt x="29" y="28"/>
                      <a:pt x="29" y="28"/>
                    </a:cubicBezTo>
                    <a:cubicBezTo>
                      <a:pt x="28" y="26"/>
                      <a:pt x="29" y="28"/>
                      <a:pt x="30" y="29"/>
                    </a:cubicBezTo>
                    <a:cubicBezTo>
                      <a:pt x="29" y="28"/>
                      <a:pt x="30" y="29"/>
                      <a:pt x="29" y="27"/>
                    </a:cubicBezTo>
                    <a:cubicBezTo>
                      <a:pt x="29" y="25"/>
                      <a:pt x="30" y="30"/>
                      <a:pt x="30" y="29"/>
                    </a:cubicBezTo>
                    <a:cubicBezTo>
                      <a:pt x="30" y="29"/>
                      <a:pt x="30" y="27"/>
                      <a:pt x="30" y="28"/>
                    </a:cubicBezTo>
                    <a:cubicBezTo>
                      <a:pt x="30" y="26"/>
                      <a:pt x="30" y="29"/>
                      <a:pt x="31" y="31"/>
                    </a:cubicBezTo>
                    <a:cubicBezTo>
                      <a:pt x="32" y="30"/>
                      <a:pt x="32" y="28"/>
                      <a:pt x="33" y="29"/>
                    </a:cubicBezTo>
                    <a:cubicBezTo>
                      <a:pt x="33" y="29"/>
                      <a:pt x="33" y="27"/>
                      <a:pt x="33" y="27"/>
                    </a:cubicBezTo>
                    <a:cubicBezTo>
                      <a:pt x="34" y="30"/>
                      <a:pt x="33" y="26"/>
                      <a:pt x="33" y="27"/>
                    </a:cubicBezTo>
                    <a:cubicBezTo>
                      <a:pt x="34" y="28"/>
                      <a:pt x="34" y="28"/>
                      <a:pt x="34" y="28"/>
                    </a:cubicBezTo>
                    <a:cubicBezTo>
                      <a:pt x="34" y="30"/>
                      <a:pt x="34" y="28"/>
                      <a:pt x="35" y="29"/>
                    </a:cubicBezTo>
                    <a:cubicBezTo>
                      <a:pt x="35" y="28"/>
                      <a:pt x="36" y="30"/>
                      <a:pt x="36" y="29"/>
                    </a:cubicBezTo>
                    <a:cubicBezTo>
                      <a:pt x="36" y="30"/>
                      <a:pt x="36" y="29"/>
                      <a:pt x="36" y="30"/>
                    </a:cubicBezTo>
                    <a:cubicBezTo>
                      <a:pt x="36" y="26"/>
                      <a:pt x="37" y="31"/>
                      <a:pt x="37" y="29"/>
                    </a:cubicBezTo>
                    <a:cubicBezTo>
                      <a:pt x="37" y="29"/>
                      <a:pt x="37" y="29"/>
                      <a:pt x="37" y="29"/>
                    </a:cubicBezTo>
                    <a:cubicBezTo>
                      <a:pt x="38" y="29"/>
                      <a:pt x="39" y="29"/>
                      <a:pt x="40" y="27"/>
                    </a:cubicBezTo>
                    <a:cubicBezTo>
                      <a:pt x="40" y="27"/>
                      <a:pt x="41" y="30"/>
                      <a:pt x="41" y="28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7"/>
                      <a:pt x="41" y="28"/>
                      <a:pt x="42" y="28"/>
                    </a:cubicBezTo>
                    <a:cubicBezTo>
                      <a:pt x="42" y="27"/>
                      <a:pt x="42" y="28"/>
                      <a:pt x="43" y="28"/>
                    </a:cubicBezTo>
                    <a:cubicBezTo>
                      <a:pt x="43" y="28"/>
                      <a:pt x="43" y="27"/>
                      <a:pt x="42" y="27"/>
                    </a:cubicBezTo>
                    <a:cubicBezTo>
                      <a:pt x="43" y="29"/>
                      <a:pt x="43" y="26"/>
                      <a:pt x="44" y="27"/>
                    </a:cubicBezTo>
                    <a:cubicBezTo>
                      <a:pt x="43" y="24"/>
                      <a:pt x="44" y="26"/>
                      <a:pt x="44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8" name="Freeform 193"/>
              <p:cNvSpPr/>
              <p:nvPr>
                <p:custDataLst>
                  <p:tags r:id="rId440"/>
                </p:custDataLst>
              </p:nvPr>
            </p:nvSpPr>
            <p:spPr bwMode="auto">
              <a:xfrm>
                <a:off x="3192" y="2160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9" name="Freeform 194"/>
              <p:cNvSpPr/>
              <p:nvPr>
                <p:custDataLst>
                  <p:tags r:id="rId441"/>
                </p:custDataLst>
              </p:nvPr>
            </p:nvSpPr>
            <p:spPr bwMode="auto">
              <a:xfrm>
                <a:off x="3146" y="2177"/>
                <a:ext cx="2" cy="2"/>
              </a:xfrm>
              <a:custGeom>
                <a:avLst/>
                <a:gdLst>
                  <a:gd name="T0" fmla="*/ 0 w 2"/>
                  <a:gd name="T1" fmla="*/ 0 h 2"/>
                  <a:gd name="T2" fmla="*/ 0 w 2"/>
                  <a:gd name="T3" fmla="*/ 2 h 2"/>
                  <a:gd name="T4" fmla="*/ 2 w 2"/>
                  <a:gd name="T5" fmla="*/ 2 h 2"/>
                  <a:gd name="T6" fmla="*/ 0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lnTo>
                      <a:pt x="0" y="2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0" name="Freeform 195"/>
              <p:cNvSpPr/>
              <p:nvPr>
                <p:custDataLst>
                  <p:tags r:id="rId442"/>
                </p:custDataLst>
              </p:nvPr>
            </p:nvSpPr>
            <p:spPr bwMode="auto">
              <a:xfrm>
                <a:off x="3264" y="1853"/>
                <a:ext cx="2" cy="4"/>
              </a:xfrm>
              <a:custGeom>
                <a:avLst/>
                <a:gdLst>
                  <a:gd name="T0" fmla="*/ 0 w 1"/>
                  <a:gd name="T1" fmla="*/ 1 h 2"/>
                  <a:gd name="T2" fmla="*/ 0 w 1"/>
                  <a:gd name="T3" fmla="*/ 1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1" y="0"/>
                      <a:pt x="0" y="2"/>
                      <a:pt x="0" y="1"/>
                    </a:cubicBezTo>
                    <a:cubicBezTo>
                      <a:pt x="0" y="2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1" name="Freeform 196"/>
              <p:cNvSpPr/>
              <p:nvPr>
                <p:custDataLst>
                  <p:tags r:id="rId443"/>
                </p:custDataLst>
              </p:nvPr>
            </p:nvSpPr>
            <p:spPr bwMode="auto">
              <a:xfrm>
                <a:off x="3209" y="1836"/>
                <a:ext cx="2" cy="2"/>
              </a:xfrm>
              <a:custGeom>
                <a:avLst/>
                <a:gdLst>
                  <a:gd name="T0" fmla="*/ 2 w 2"/>
                  <a:gd name="T1" fmla="*/ 0 h 2"/>
                  <a:gd name="T2" fmla="*/ 0 w 2"/>
                  <a:gd name="T3" fmla="*/ 0 h 2"/>
                  <a:gd name="T4" fmla="*/ 0 w 2"/>
                  <a:gd name="T5" fmla="*/ 2 h 2"/>
                  <a:gd name="T6" fmla="*/ 2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2" name="Freeform 197"/>
              <p:cNvSpPr/>
              <p:nvPr>
                <p:custDataLst>
                  <p:tags r:id="rId444"/>
                </p:custDataLst>
              </p:nvPr>
            </p:nvSpPr>
            <p:spPr bwMode="auto">
              <a:xfrm>
                <a:off x="3343" y="2470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1 h 2"/>
                  <a:gd name="T4" fmla="*/ 1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0" y="0"/>
                      <a:pt x="1" y="2"/>
                      <a:pt x="0" y="1"/>
                    </a:cubicBezTo>
                    <a:cubicBezTo>
                      <a:pt x="1" y="2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3" name="Freeform 198"/>
              <p:cNvSpPr/>
              <p:nvPr>
                <p:custDataLst>
                  <p:tags r:id="rId445"/>
                </p:custDataLst>
              </p:nvPr>
            </p:nvSpPr>
            <p:spPr bwMode="auto">
              <a:xfrm>
                <a:off x="3186" y="183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4" name="Freeform 199"/>
              <p:cNvSpPr/>
              <p:nvPr>
                <p:custDataLst>
                  <p:tags r:id="rId446"/>
                </p:custDataLst>
              </p:nvPr>
            </p:nvSpPr>
            <p:spPr bwMode="auto">
              <a:xfrm>
                <a:off x="3188" y="1825"/>
                <a:ext cx="2" cy="4"/>
              </a:xfrm>
              <a:custGeom>
                <a:avLst/>
                <a:gdLst>
                  <a:gd name="T0" fmla="*/ 1 w 1"/>
                  <a:gd name="T1" fmla="*/ 0 h 2"/>
                  <a:gd name="T2" fmla="*/ 1 w 1"/>
                  <a:gd name="T3" fmla="*/ 1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1" y="0"/>
                      <a:pt x="0" y="2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5" name="Freeform 200"/>
              <p:cNvSpPr/>
              <p:nvPr>
                <p:custDataLst>
                  <p:tags r:id="rId447"/>
                </p:custDataLst>
              </p:nvPr>
            </p:nvSpPr>
            <p:spPr bwMode="auto">
              <a:xfrm>
                <a:off x="3184" y="1833"/>
                <a:ext cx="2" cy="3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0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6" name="Freeform 201"/>
              <p:cNvSpPr/>
              <p:nvPr>
                <p:custDataLst>
                  <p:tags r:id="rId448"/>
                </p:custDataLst>
              </p:nvPr>
            </p:nvSpPr>
            <p:spPr bwMode="auto">
              <a:xfrm>
                <a:off x="3351" y="2465"/>
                <a:ext cx="2" cy="5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2 h 2"/>
                  <a:gd name="T4" fmla="*/ 0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0"/>
                      <a:pt x="0" y="1"/>
                      <a:pt x="1" y="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7" name="Freeform 202"/>
              <p:cNvSpPr/>
              <p:nvPr>
                <p:custDataLst>
                  <p:tags r:id="rId449"/>
                </p:custDataLst>
              </p:nvPr>
            </p:nvSpPr>
            <p:spPr bwMode="auto">
              <a:xfrm>
                <a:off x="3173" y="1831"/>
                <a:ext cx="2" cy="5"/>
              </a:xfrm>
              <a:custGeom>
                <a:avLst/>
                <a:gdLst>
                  <a:gd name="T0" fmla="*/ 2 w 2"/>
                  <a:gd name="T1" fmla="*/ 0 h 5"/>
                  <a:gd name="T2" fmla="*/ 2 w 2"/>
                  <a:gd name="T3" fmla="*/ 0 h 5"/>
                  <a:gd name="T4" fmla="*/ 0 w 2"/>
                  <a:gd name="T5" fmla="*/ 5 h 5"/>
                  <a:gd name="T6" fmla="*/ 2 w 2"/>
                  <a:gd name="T7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5">
                    <a:moveTo>
                      <a:pt x="2" y="0"/>
                    </a:moveTo>
                    <a:lnTo>
                      <a:pt x="2" y="0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8" name="Freeform 203"/>
              <p:cNvSpPr/>
              <p:nvPr>
                <p:custDataLst>
                  <p:tags r:id="rId450"/>
                </p:custDataLst>
              </p:nvPr>
            </p:nvSpPr>
            <p:spPr bwMode="auto">
              <a:xfrm>
                <a:off x="3536" y="1554"/>
                <a:ext cx="8" cy="2"/>
              </a:xfrm>
              <a:custGeom>
                <a:avLst/>
                <a:gdLst>
                  <a:gd name="T0" fmla="*/ 0 w 4"/>
                  <a:gd name="T1" fmla="*/ 1 h 1"/>
                  <a:gd name="T2" fmla="*/ 0 w 4"/>
                  <a:gd name="T3" fmla="*/ 1 h 1"/>
                  <a:gd name="T4" fmla="*/ 1 w 4"/>
                  <a:gd name="T5" fmla="*/ 1 h 1"/>
                  <a:gd name="T6" fmla="*/ 2 w 4"/>
                  <a:gd name="T7" fmla="*/ 0 h 1"/>
                  <a:gd name="T8" fmla="*/ 4 w 4"/>
                  <a:gd name="T9" fmla="*/ 0 h 1"/>
                  <a:gd name="T10" fmla="*/ 0 w 4"/>
                  <a:gd name="T11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2" y="1"/>
                      <a:pt x="3" y="1"/>
                      <a:pt x="2" y="0"/>
                    </a:cubicBezTo>
                    <a:cubicBezTo>
                      <a:pt x="3" y="0"/>
                      <a:pt x="4" y="0"/>
                      <a:pt x="4" y="0"/>
                    </a:cubicBezTo>
                    <a:cubicBezTo>
                      <a:pt x="3" y="0"/>
                      <a:pt x="1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9" name="Freeform 204"/>
              <p:cNvSpPr/>
              <p:nvPr>
                <p:custDataLst>
                  <p:tags r:id="rId451"/>
                </p:custDataLst>
              </p:nvPr>
            </p:nvSpPr>
            <p:spPr bwMode="auto">
              <a:xfrm>
                <a:off x="3538" y="1556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</p:grpSp>
        <p:grpSp>
          <p:nvGrpSpPr>
            <p:cNvPr id="58" name="Group 406"/>
            <p:cNvGrpSpPr/>
            <p:nvPr/>
          </p:nvGrpSpPr>
          <p:grpSpPr bwMode="auto">
            <a:xfrm>
              <a:off x="3112" y="1551"/>
              <a:ext cx="1462" cy="1559"/>
              <a:chOff x="3112" y="1551"/>
              <a:chExt cx="1462" cy="1559"/>
            </a:xfrm>
            <a:grpFill/>
          </p:grpSpPr>
          <p:sp>
            <p:nvSpPr>
              <p:cNvPr id="118" name="Freeform 206"/>
              <p:cNvSpPr/>
              <p:nvPr>
                <p:custDataLst>
                  <p:tags r:id="rId52"/>
                </p:custDataLst>
              </p:nvPr>
            </p:nvSpPr>
            <p:spPr bwMode="auto">
              <a:xfrm>
                <a:off x="3534" y="1558"/>
                <a:ext cx="4" cy="0"/>
              </a:xfrm>
              <a:custGeom>
                <a:avLst/>
                <a:gdLst>
                  <a:gd name="T0" fmla="*/ 1 w 2"/>
                  <a:gd name="T1" fmla="*/ 2 w 2"/>
                  <a:gd name="T2" fmla="*/ 1 w 2"/>
                  <a:gd name="T3" fmla="*/ 1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19" name="Freeform 207"/>
              <p:cNvSpPr/>
              <p:nvPr>
                <p:custDataLst>
                  <p:tags r:id="rId53"/>
                </p:custDataLst>
              </p:nvPr>
            </p:nvSpPr>
            <p:spPr bwMode="auto">
              <a:xfrm>
                <a:off x="3513" y="1581"/>
                <a:ext cx="4" cy="2"/>
              </a:xfrm>
              <a:custGeom>
                <a:avLst/>
                <a:gdLst>
                  <a:gd name="T0" fmla="*/ 1 w 2"/>
                  <a:gd name="T1" fmla="*/ 1 h 1"/>
                  <a:gd name="T2" fmla="*/ 0 w 2"/>
                  <a:gd name="T3" fmla="*/ 0 h 1"/>
                  <a:gd name="T4" fmla="*/ 1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1" y="1"/>
                    </a:moveTo>
                    <a:cubicBezTo>
                      <a:pt x="2" y="0"/>
                      <a:pt x="1" y="1"/>
                      <a:pt x="0" y="0"/>
                    </a:cubicBezTo>
                    <a:cubicBezTo>
                      <a:pt x="0" y="1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0" name="Freeform 208"/>
              <p:cNvSpPr/>
              <p:nvPr>
                <p:custDataLst>
                  <p:tags r:id="rId54"/>
                </p:custDataLst>
              </p:nvPr>
            </p:nvSpPr>
            <p:spPr bwMode="auto">
              <a:xfrm>
                <a:off x="3513" y="1579"/>
                <a:ext cx="6" cy="2"/>
              </a:xfrm>
              <a:custGeom>
                <a:avLst/>
                <a:gdLst>
                  <a:gd name="T0" fmla="*/ 0 w 3"/>
                  <a:gd name="T1" fmla="*/ 1 h 1"/>
                  <a:gd name="T2" fmla="*/ 3 w 3"/>
                  <a:gd name="T3" fmla="*/ 1 h 1"/>
                  <a:gd name="T4" fmla="*/ 0 w 3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1">
                    <a:moveTo>
                      <a:pt x="0" y="1"/>
                    </a:moveTo>
                    <a:cubicBezTo>
                      <a:pt x="3" y="1"/>
                      <a:pt x="3" y="1"/>
                      <a:pt x="3" y="1"/>
                    </a:cubicBezTo>
                    <a:cubicBezTo>
                      <a:pt x="2" y="0"/>
                      <a:pt x="1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1" name="Freeform 209"/>
              <p:cNvSpPr/>
              <p:nvPr>
                <p:custDataLst>
                  <p:tags r:id="rId55"/>
                </p:custDataLst>
              </p:nvPr>
            </p:nvSpPr>
            <p:spPr bwMode="auto">
              <a:xfrm>
                <a:off x="3536" y="1551"/>
                <a:ext cx="4" cy="3"/>
              </a:xfrm>
              <a:custGeom>
                <a:avLst/>
                <a:gdLst>
                  <a:gd name="T0" fmla="*/ 2 w 2"/>
                  <a:gd name="T1" fmla="*/ 1 h 1"/>
                  <a:gd name="T2" fmla="*/ 0 w 2"/>
                  <a:gd name="T3" fmla="*/ 0 h 1"/>
                  <a:gd name="T4" fmla="*/ 2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1"/>
                    </a:moveTo>
                    <a:cubicBezTo>
                      <a:pt x="2" y="0"/>
                      <a:pt x="1" y="0"/>
                      <a:pt x="0" y="0"/>
                    </a:cubicBezTo>
                    <a:lnTo>
                      <a:pt x="2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2" name="Freeform 210"/>
              <p:cNvSpPr/>
              <p:nvPr>
                <p:custDataLst>
                  <p:tags r:id="rId56"/>
                </p:custDataLst>
              </p:nvPr>
            </p:nvSpPr>
            <p:spPr bwMode="auto">
              <a:xfrm>
                <a:off x="3112" y="1810"/>
                <a:ext cx="161" cy="87"/>
              </a:xfrm>
              <a:custGeom>
                <a:avLst/>
                <a:gdLst>
                  <a:gd name="T0" fmla="*/ 12 w 76"/>
                  <a:gd name="T1" fmla="*/ 18 h 41"/>
                  <a:gd name="T2" fmla="*/ 22 w 76"/>
                  <a:gd name="T3" fmla="*/ 26 h 41"/>
                  <a:gd name="T4" fmla="*/ 33 w 76"/>
                  <a:gd name="T5" fmla="*/ 25 h 41"/>
                  <a:gd name="T6" fmla="*/ 37 w 76"/>
                  <a:gd name="T7" fmla="*/ 28 h 41"/>
                  <a:gd name="T8" fmla="*/ 43 w 76"/>
                  <a:gd name="T9" fmla="*/ 32 h 41"/>
                  <a:gd name="T10" fmla="*/ 48 w 76"/>
                  <a:gd name="T11" fmla="*/ 35 h 41"/>
                  <a:gd name="T12" fmla="*/ 53 w 76"/>
                  <a:gd name="T13" fmla="*/ 33 h 41"/>
                  <a:gd name="T14" fmla="*/ 60 w 76"/>
                  <a:gd name="T15" fmla="*/ 35 h 41"/>
                  <a:gd name="T16" fmla="*/ 63 w 76"/>
                  <a:gd name="T17" fmla="*/ 36 h 41"/>
                  <a:gd name="T18" fmla="*/ 67 w 76"/>
                  <a:gd name="T19" fmla="*/ 40 h 41"/>
                  <a:gd name="T20" fmla="*/ 69 w 76"/>
                  <a:gd name="T21" fmla="*/ 40 h 41"/>
                  <a:gd name="T22" fmla="*/ 72 w 76"/>
                  <a:gd name="T23" fmla="*/ 38 h 41"/>
                  <a:gd name="T24" fmla="*/ 74 w 76"/>
                  <a:gd name="T25" fmla="*/ 36 h 41"/>
                  <a:gd name="T26" fmla="*/ 75 w 76"/>
                  <a:gd name="T27" fmla="*/ 34 h 41"/>
                  <a:gd name="T28" fmla="*/ 71 w 76"/>
                  <a:gd name="T29" fmla="*/ 33 h 41"/>
                  <a:gd name="T30" fmla="*/ 72 w 76"/>
                  <a:gd name="T31" fmla="*/ 31 h 41"/>
                  <a:gd name="T32" fmla="*/ 71 w 76"/>
                  <a:gd name="T33" fmla="*/ 29 h 41"/>
                  <a:gd name="T34" fmla="*/ 73 w 76"/>
                  <a:gd name="T35" fmla="*/ 25 h 41"/>
                  <a:gd name="T36" fmla="*/ 75 w 76"/>
                  <a:gd name="T37" fmla="*/ 22 h 41"/>
                  <a:gd name="T38" fmla="*/ 71 w 76"/>
                  <a:gd name="T39" fmla="*/ 25 h 41"/>
                  <a:gd name="T40" fmla="*/ 67 w 76"/>
                  <a:gd name="T41" fmla="*/ 28 h 41"/>
                  <a:gd name="T42" fmla="*/ 70 w 76"/>
                  <a:gd name="T43" fmla="*/ 22 h 41"/>
                  <a:gd name="T44" fmla="*/ 69 w 76"/>
                  <a:gd name="T45" fmla="*/ 23 h 41"/>
                  <a:gd name="T46" fmla="*/ 70 w 76"/>
                  <a:gd name="T47" fmla="*/ 20 h 41"/>
                  <a:gd name="T48" fmla="*/ 68 w 76"/>
                  <a:gd name="T49" fmla="*/ 20 h 41"/>
                  <a:gd name="T50" fmla="*/ 67 w 76"/>
                  <a:gd name="T51" fmla="*/ 19 h 41"/>
                  <a:gd name="T52" fmla="*/ 62 w 76"/>
                  <a:gd name="T53" fmla="*/ 24 h 41"/>
                  <a:gd name="T54" fmla="*/ 66 w 76"/>
                  <a:gd name="T55" fmla="*/ 18 h 41"/>
                  <a:gd name="T56" fmla="*/ 65 w 76"/>
                  <a:gd name="T57" fmla="*/ 18 h 41"/>
                  <a:gd name="T58" fmla="*/ 60 w 76"/>
                  <a:gd name="T59" fmla="*/ 17 h 41"/>
                  <a:gd name="T60" fmla="*/ 58 w 76"/>
                  <a:gd name="T61" fmla="*/ 17 h 41"/>
                  <a:gd name="T62" fmla="*/ 55 w 76"/>
                  <a:gd name="T63" fmla="*/ 15 h 41"/>
                  <a:gd name="T64" fmla="*/ 53 w 76"/>
                  <a:gd name="T65" fmla="*/ 16 h 41"/>
                  <a:gd name="T66" fmla="*/ 53 w 76"/>
                  <a:gd name="T67" fmla="*/ 15 h 41"/>
                  <a:gd name="T68" fmla="*/ 52 w 76"/>
                  <a:gd name="T69" fmla="*/ 14 h 41"/>
                  <a:gd name="T70" fmla="*/ 50 w 76"/>
                  <a:gd name="T71" fmla="*/ 16 h 41"/>
                  <a:gd name="T72" fmla="*/ 49 w 76"/>
                  <a:gd name="T73" fmla="*/ 13 h 41"/>
                  <a:gd name="T74" fmla="*/ 47 w 76"/>
                  <a:gd name="T75" fmla="*/ 12 h 41"/>
                  <a:gd name="T76" fmla="*/ 45 w 76"/>
                  <a:gd name="T77" fmla="*/ 12 h 41"/>
                  <a:gd name="T78" fmla="*/ 43 w 76"/>
                  <a:gd name="T79" fmla="*/ 11 h 41"/>
                  <a:gd name="T80" fmla="*/ 40 w 76"/>
                  <a:gd name="T81" fmla="*/ 13 h 41"/>
                  <a:gd name="T82" fmla="*/ 40 w 76"/>
                  <a:gd name="T83" fmla="*/ 11 h 41"/>
                  <a:gd name="T84" fmla="*/ 40 w 76"/>
                  <a:gd name="T85" fmla="*/ 11 h 41"/>
                  <a:gd name="T86" fmla="*/ 37 w 76"/>
                  <a:gd name="T87" fmla="*/ 10 h 41"/>
                  <a:gd name="T88" fmla="*/ 34 w 76"/>
                  <a:gd name="T89" fmla="*/ 13 h 41"/>
                  <a:gd name="T90" fmla="*/ 31 w 76"/>
                  <a:gd name="T91" fmla="*/ 14 h 41"/>
                  <a:gd name="T92" fmla="*/ 31 w 76"/>
                  <a:gd name="T93" fmla="*/ 10 h 41"/>
                  <a:gd name="T94" fmla="*/ 26 w 76"/>
                  <a:gd name="T95" fmla="*/ 12 h 41"/>
                  <a:gd name="T96" fmla="*/ 24 w 76"/>
                  <a:gd name="T97" fmla="*/ 12 h 41"/>
                  <a:gd name="T98" fmla="*/ 20 w 76"/>
                  <a:gd name="T99" fmla="*/ 9 h 41"/>
                  <a:gd name="T100" fmla="*/ 20 w 76"/>
                  <a:gd name="T101" fmla="*/ 7 h 41"/>
                  <a:gd name="T102" fmla="*/ 18 w 76"/>
                  <a:gd name="T103" fmla="*/ 6 h 41"/>
                  <a:gd name="T104" fmla="*/ 11 w 76"/>
                  <a:gd name="T105" fmla="*/ 8 h 41"/>
                  <a:gd name="T106" fmla="*/ 4 w 76"/>
                  <a:gd name="T107" fmla="*/ 4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76" h="41">
                    <a:moveTo>
                      <a:pt x="3" y="15"/>
                    </a:moveTo>
                    <a:cubicBezTo>
                      <a:pt x="4" y="15"/>
                      <a:pt x="5" y="15"/>
                      <a:pt x="5" y="16"/>
                    </a:cubicBezTo>
                    <a:cubicBezTo>
                      <a:pt x="7" y="16"/>
                      <a:pt x="8" y="22"/>
                      <a:pt x="11" y="21"/>
                    </a:cubicBezTo>
                    <a:cubicBezTo>
                      <a:pt x="11" y="20"/>
                      <a:pt x="11" y="19"/>
                      <a:pt x="12" y="19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2" y="18"/>
                      <a:pt x="12" y="18"/>
                      <a:pt x="12" y="18"/>
                    </a:cubicBezTo>
                    <a:cubicBezTo>
                      <a:pt x="13" y="18"/>
                      <a:pt x="12" y="20"/>
                      <a:pt x="11" y="20"/>
                    </a:cubicBezTo>
                    <a:cubicBezTo>
                      <a:pt x="12" y="21"/>
                      <a:pt x="13" y="20"/>
                      <a:pt x="14" y="21"/>
                    </a:cubicBezTo>
                    <a:cubicBezTo>
                      <a:pt x="15" y="19"/>
                      <a:pt x="15" y="21"/>
                      <a:pt x="15" y="19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16" y="19"/>
                      <a:pt x="16" y="19"/>
                      <a:pt x="16" y="22"/>
                    </a:cubicBezTo>
                    <a:cubicBezTo>
                      <a:pt x="17" y="25"/>
                      <a:pt x="20" y="24"/>
                      <a:pt x="22" y="26"/>
                    </a:cubicBezTo>
                    <a:cubicBezTo>
                      <a:pt x="24" y="27"/>
                      <a:pt x="27" y="26"/>
                      <a:pt x="30" y="26"/>
                    </a:cubicBezTo>
                    <a:cubicBezTo>
                      <a:pt x="31" y="23"/>
                      <a:pt x="31" y="25"/>
                      <a:pt x="33" y="22"/>
                    </a:cubicBezTo>
                    <a:cubicBezTo>
                      <a:pt x="32" y="23"/>
                      <a:pt x="32" y="23"/>
                      <a:pt x="32" y="23"/>
                    </a:cubicBezTo>
                    <a:cubicBezTo>
                      <a:pt x="33" y="22"/>
                      <a:pt x="33" y="24"/>
                      <a:pt x="33" y="25"/>
                    </a:cubicBezTo>
                    <a:cubicBezTo>
                      <a:pt x="33" y="24"/>
                      <a:pt x="33" y="25"/>
                      <a:pt x="34" y="23"/>
                    </a:cubicBezTo>
                    <a:cubicBezTo>
                      <a:pt x="34" y="22"/>
                      <a:pt x="33" y="26"/>
                      <a:pt x="33" y="25"/>
                    </a:cubicBezTo>
                    <a:cubicBezTo>
                      <a:pt x="33" y="26"/>
                      <a:pt x="34" y="24"/>
                      <a:pt x="34" y="24"/>
                    </a:cubicBezTo>
                    <a:cubicBezTo>
                      <a:pt x="35" y="23"/>
                      <a:pt x="33" y="25"/>
                      <a:pt x="33" y="28"/>
                    </a:cubicBezTo>
                    <a:cubicBezTo>
                      <a:pt x="34" y="27"/>
                      <a:pt x="36" y="26"/>
                      <a:pt x="37" y="27"/>
                    </a:cubicBezTo>
                    <a:cubicBezTo>
                      <a:pt x="36" y="28"/>
                      <a:pt x="37" y="26"/>
                      <a:pt x="37" y="26"/>
                    </a:cubicBezTo>
                    <a:cubicBezTo>
                      <a:pt x="36" y="29"/>
                      <a:pt x="38" y="25"/>
                      <a:pt x="37" y="27"/>
                    </a:cubicBezTo>
                    <a:cubicBezTo>
                      <a:pt x="37" y="27"/>
                      <a:pt x="37" y="27"/>
                      <a:pt x="37" y="28"/>
                    </a:cubicBezTo>
                    <a:cubicBezTo>
                      <a:pt x="37" y="29"/>
                      <a:pt x="38" y="27"/>
                      <a:pt x="38" y="29"/>
                    </a:cubicBezTo>
                    <a:cubicBezTo>
                      <a:pt x="39" y="28"/>
                      <a:pt x="38" y="31"/>
                      <a:pt x="39" y="29"/>
                    </a:cubicBezTo>
                    <a:cubicBezTo>
                      <a:pt x="38" y="31"/>
                      <a:pt x="39" y="30"/>
                      <a:pt x="38" y="31"/>
                    </a:cubicBezTo>
                    <a:cubicBezTo>
                      <a:pt x="40" y="28"/>
                      <a:pt x="38" y="33"/>
                      <a:pt x="40" y="30"/>
                    </a:cubicBezTo>
                    <a:cubicBezTo>
                      <a:pt x="40" y="31"/>
                      <a:pt x="40" y="31"/>
                      <a:pt x="40" y="31"/>
                    </a:cubicBezTo>
                    <a:cubicBezTo>
                      <a:pt x="41" y="31"/>
                      <a:pt x="41" y="33"/>
                      <a:pt x="43" y="32"/>
                    </a:cubicBezTo>
                    <a:cubicBezTo>
                      <a:pt x="44" y="31"/>
                      <a:pt x="43" y="35"/>
                      <a:pt x="44" y="34"/>
                    </a:cubicBezTo>
                    <a:cubicBezTo>
                      <a:pt x="45" y="32"/>
                      <a:pt x="45" y="32"/>
                      <a:pt x="45" y="32"/>
                    </a:cubicBezTo>
                    <a:cubicBezTo>
                      <a:pt x="45" y="32"/>
                      <a:pt x="45" y="33"/>
                      <a:pt x="45" y="34"/>
                    </a:cubicBezTo>
                    <a:cubicBezTo>
                      <a:pt x="46" y="33"/>
                      <a:pt x="45" y="34"/>
                      <a:pt x="46" y="35"/>
                    </a:cubicBezTo>
                    <a:cubicBezTo>
                      <a:pt x="46" y="34"/>
                      <a:pt x="46" y="34"/>
                      <a:pt x="47" y="33"/>
                    </a:cubicBezTo>
                    <a:cubicBezTo>
                      <a:pt x="46" y="36"/>
                      <a:pt x="48" y="33"/>
                      <a:pt x="48" y="35"/>
                    </a:cubicBezTo>
                    <a:cubicBezTo>
                      <a:pt x="49" y="32"/>
                      <a:pt x="49" y="33"/>
                      <a:pt x="49" y="33"/>
                    </a:cubicBezTo>
                    <a:cubicBezTo>
                      <a:pt x="49" y="33"/>
                      <a:pt x="49" y="34"/>
                      <a:pt x="48" y="34"/>
                    </a:cubicBezTo>
                    <a:cubicBezTo>
                      <a:pt x="49" y="34"/>
                      <a:pt x="49" y="34"/>
                      <a:pt x="49" y="35"/>
                    </a:cubicBezTo>
                    <a:cubicBezTo>
                      <a:pt x="50" y="35"/>
                      <a:pt x="51" y="33"/>
                      <a:pt x="50" y="34"/>
                    </a:cubicBezTo>
                    <a:cubicBezTo>
                      <a:pt x="49" y="36"/>
                      <a:pt x="51" y="34"/>
                      <a:pt x="51" y="35"/>
                    </a:cubicBezTo>
                    <a:cubicBezTo>
                      <a:pt x="52" y="33"/>
                      <a:pt x="53" y="32"/>
                      <a:pt x="53" y="33"/>
                    </a:cubicBezTo>
                    <a:cubicBezTo>
                      <a:pt x="51" y="35"/>
                      <a:pt x="51" y="35"/>
                      <a:pt x="51" y="35"/>
                    </a:cubicBezTo>
                    <a:cubicBezTo>
                      <a:pt x="53" y="34"/>
                      <a:pt x="52" y="37"/>
                      <a:pt x="55" y="35"/>
                    </a:cubicBezTo>
                    <a:cubicBezTo>
                      <a:pt x="54" y="36"/>
                      <a:pt x="54" y="36"/>
                      <a:pt x="54" y="36"/>
                    </a:cubicBezTo>
                    <a:cubicBezTo>
                      <a:pt x="56" y="35"/>
                      <a:pt x="55" y="38"/>
                      <a:pt x="58" y="35"/>
                    </a:cubicBezTo>
                    <a:cubicBezTo>
                      <a:pt x="57" y="36"/>
                      <a:pt x="57" y="37"/>
                      <a:pt x="57" y="37"/>
                    </a:cubicBezTo>
                    <a:cubicBezTo>
                      <a:pt x="58" y="36"/>
                      <a:pt x="58" y="36"/>
                      <a:pt x="60" y="35"/>
                    </a:cubicBezTo>
                    <a:cubicBezTo>
                      <a:pt x="60" y="35"/>
                      <a:pt x="59" y="36"/>
                      <a:pt x="59" y="36"/>
                    </a:cubicBezTo>
                    <a:cubicBezTo>
                      <a:pt x="59" y="37"/>
                      <a:pt x="58" y="39"/>
                      <a:pt x="60" y="37"/>
                    </a:cubicBezTo>
                    <a:cubicBezTo>
                      <a:pt x="59" y="38"/>
                      <a:pt x="59" y="38"/>
                      <a:pt x="59" y="38"/>
                    </a:cubicBezTo>
                    <a:cubicBezTo>
                      <a:pt x="60" y="37"/>
                      <a:pt x="62" y="36"/>
                      <a:pt x="61" y="38"/>
                    </a:cubicBezTo>
                    <a:cubicBezTo>
                      <a:pt x="62" y="37"/>
                      <a:pt x="62" y="36"/>
                      <a:pt x="63" y="35"/>
                    </a:cubicBezTo>
                    <a:cubicBezTo>
                      <a:pt x="64" y="35"/>
                      <a:pt x="62" y="37"/>
                      <a:pt x="63" y="36"/>
                    </a:cubicBezTo>
                    <a:cubicBezTo>
                      <a:pt x="62" y="37"/>
                      <a:pt x="62" y="37"/>
                      <a:pt x="62" y="37"/>
                    </a:cubicBezTo>
                    <a:cubicBezTo>
                      <a:pt x="62" y="38"/>
                      <a:pt x="63" y="38"/>
                      <a:pt x="64" y="38"/>
                    </a:cubicBezTo>
                    <a:cubicBezTo>
                      <a:pt x="63" y="40"/>
                      <a:pt x="65" y="38"/>
                      <a:pt x="65" y="39"/>
                    </a:cubicBezTo>
                    <a:cubicBezTo>
                      <a:pt x="66" y="38"/>
                      <a:pt x="65" y="40"/>
                      <a:pt x="67" y="38"/>
                    </a:cubicBezTo>
                    <a:cubicBezTo>
                      <a:pt x="66" y="39"/>
                      <a:pt x="66" y="39"/>
                      <a:pt x="66" y="39"/>
                    </a:cubicBezTo>
                    <a:cubicBezTo>
                      <a:pt x="66" y="39"/>
                      <a:pt x="67" y="40"/>
                      <a:pt x="67" y="40"/>
                    </a:cubicBezTo>
                    <a:cubicBezTo>
                      <a:pt x="67" y="41"/>
                      <a:pt x="68" y="39"/>
                      <a:pt x="69" y="39"/>
                    </a:cubicBezTo>
                    <a:cubicBezTo>
                      <a:pt x="68" y="40"/>
                      <a:pt x="68" y="40"/>
                      <a:pt x="68" y="40"/>
                    </a:cubicBezTo>
                    <a:cubicBezTo>
                      <a:pt x="68" y="39"/>
                      <a:pt x="70" y="38"/>
                      <a:pt x="71" y="37"/>
                    </a:cubicBezTo>
                    <a:cubicBezTo>
                      <a:pt x="71" y="38"/>
                      <a:pt x="71" y="37"/>
                      <a:pt x="71" y="38"/>
                    </a:cubicBezTo>
                    <a:cubicBezTo>
                      <a:pt x="70" y="38"/>
                      <a:pt x="69" y="39"/>
                      <a:pt x="68" y="41"/>
                    </a:cubicBezTo>
                    <a:cubicBezTo>
                      <a:pt x="67" y="41"/>
                      <a:pt x="70" y="39"/>
                      <a:pt x="69" y="40"/>
                    </a:cubicBezTo>
                    <a:cubicBezTo>
                      <a:pt x="69" y="41"/>
                      <a:pt x="69" y="41"/>
                      <a:pt x="70" y="39"/>
                    </a:cubicBezTo>
                    <a:cubicBezTo>
                      <a:pt x="69" y="41"/>
                      <a:pt x="69" y="41"/>
                      <a:pt x="69" y="41"/>
                    </a:cubicBezTo>
                    <a:cubicBezTo>
                      <a:pt x="69" y="41"/>
                      <a:pt x="69" y="41"/>
                      <a:pt x="70" y="40"/>
                    </a:cubicBezTo>
                    <a:cubicBezTo>
                      <a:pt x="70" y="41"/>
                      <a:pt x="70" y="40"/>
                      <a:pt x="70" y="40"/>
                    </a:cubicBezTo>
                    <a:cubicBezTo>
                      <a:pt x="71" y="39"/>
                      <a:pt x="71" y="39"/>
                      <a:pt x="73" y="38"/>
                    </a:cubicBezTo>
                    <a:cubicBezTo>
                      <a:pt x="72" y="38"/>
                      <a:pt x="72" y="38"/>
                      <a:pt x="72" y="38"/>
                    </a:cubicBezTo>
                    <a:cubicBezTo>
                      <a:pt x="73" y="37"/>
                      <a:pt x="74" y="37"/>
                      <a:pt x="73" y="38"/>
                    </a:cubicBezTo>
                    <a:cubicBezTo>
                      <a:pt x="72" y="39"/>
                      <a:pt x="71" y="40"/>
                      <a:pt x="70" y="40"/>
                    </a:cubicBezTo>
                    <a:cubicBezTo>
                      <a:pt x="74" y="38"/>
                      <a:pt x="74" y="38"/>
                      <a:pt x="74" y="38"/>
                    </a:cubicBezTo>
                    <a:cubicBezTo>
                      <a:pt x="73" y="39"/>
                      <a:pt x="73" y="38"/>
                      <a:pt x="74" y="37"/>
                    </a:cubicBezTo>
                    <a:cubicBezTo>
                      <a:pt x="73" y="38"/>
                      <a:pt x="73" y="38"/>
                      <a:pt x="73" y="38"/>
                    </a:cubicBezTo>
                    <a:cubicBezTo>
                      <a:pt x="74" y="36"/>
                      <a:pt x="74" y="36"/>
                      <a:pt x="74" y="36"/>
                    </a:cubicBezTo>
                    <a:cubicBezTo>
                      <a:pt x="74" y="37"/>
                      <a:pt x="75" y="35"/>
                      <a:pt x="73" y="36"/>
                    </a:cubicBezTo>
                    <a:cubicBezTo>
                      <a:pt x="72" y="37"/>
                      <a:pt x="72" y="37"/>
                      <a:pt x="72" y="37"/>
                    </a:cubicBezTo>
                    <a:cubicBezTo>
                      <a:pt x="72" y="37"/>
                      <a:pt x="71" y="39"/>
                      <a:pt x="72" y="37"/>
                    </a:cubicBezTo>
                    <a:cubicBezTo>
                      <a:pt x="73" y="36"/>
                      <a:pt x="73" y="36"/>
                      <a:pt x="73" y="36"/>
                    </a:cubicBezTo>
                    <a:cubicBezTo>
                      <a:pt x="73" y="36"/>
                      <a:pt x="73" y="36"/>
                      <a:pt x="73" y="36"/>
                    </a:cubicBezTo>
                    <a:cubicBezTo>
                      <a:pt x="75" y="34"/>
                      <a:pt x="75" y="34"/>
                      <a:pt x="75" y="34"/>
                    </a:cubicBezTo>
                    <a:cubicBezTo>
                      <a:pt x="72" y="37"/>
                      <a:pt x="73" y="35"/>
                      <a:pt x="73" y="35"/>
                    </a:cubicBezTo>
                    <a:cubicBezTo>
                      <a:pt x="73" y="35"/>
                      <a:pt x="73" y="35"/>
                      <a:pt x="73" y="35"/>
                    </a:cubicBezTo>
                    <a:cubicBezTo>
                      <a:pt x="74" y="34"/>
                      <a:pt x="72" y="36"/>
                      <a:pt x="72" y="36"/>
                    </a:cubicBezTo>
                    <a:cubicBezTo>
                      <a:pt x="72" y="35"/>
                      <a:pt x="74" y="33"/>
                      <a:pt x="75" y="33"/>
                    </a:cubicBezTo>
                    <a:cubicBezTo>
                      <a:pt x="74" y="32"/>
                      <a:pt x="72" y="33"/>
                      <a:pt x="73" y="32"/>
                    </a:cubicBezTo>
                    <a:cubicBezTo>
                      <a:pt x="73" y="32"/>
                      <a:pt x="72" y="32"/>
                      <a:pt x="71" y="33"/>
                    </a:cubicBezTo>
                    <a:cubicBezTo>
                      <a:pt x="71" y="33"/>
                      <a:pt x="73" y="31"/>
                      <a:pt x="72" y="32"/>
                    </a:cubicBezTo>
                    <a:cubicBezTo>
                      <a:pt x="73" y="30"/>
                      <a:pt x="74" y="29"/>
                      <a:pt x="75" y="28"/>
                    </a:cubicBezTo>
                    <a:cubicBezTo>
                      <a:pt x="75" y="28"/>
                      <a:pt x="76" y="27"/>
                      <a:pt x="75" y="27"/>
                    </a:cubicBezTo>
                    <a:cubicBezTo>
                      <a:pt x="76" y="27"/>
                      <a:pt x="76" y="26"/>
                      <a:pt x="76" y="26"/>
                    </a:cubicBezTo>
                    <a:cubicBezTo>
                      <a:pt x="75" y="27"/>
                      <a:pt x="74" y="28"/>
                      <a:pt x="74" y="29"/>
                    </a:cubicBezTo>
                    <a:cubicBezTo>
                      <a:pt x="73" y="31"/>
                      <a:pt x="74" y="29"/>
                      <a:pt x="72" y="31"/>
                    </a:cubicBezTo>
                    <a:cubicBezTo>
                      <a:pt x="72" y="30"/>
                      <a:pt x="72" y="30"/>
                      <a:pt x="71" y="30"/>
                    </a:cubicBezTo>
                    <a:cubicBezTo>
                      <a:pt x="71" y="30"/>
                      <a:pt x="72" y="29"/>
                      <a:pt x="73" y="28"/>
                    </a:cubicBezTo>
                    <a:cubicBezTo>
                      <a:pt x="72" y="29"/>
                      <a:pt x="71" y="30"/>
                      <a:pt x="71" y="29"/>
                    </a:cubicBezTo>
                    <a:cubicBezTo>
                      <a:pt x="70" y="31"/>
                      <a:pt x="70" y="31"/>
                      <a:pt x="69" y="32"/>
                    </a:cubicBezTo>
                    <a:cubicBezTo>
                      <a:pt x="68" y="32"/>
                      <a:pt x="68" y="33"/>
                      <a:pt x="68" y="33"/>
                    </a:cubicBezTo>
                    <a:cubicBezTo>
                      <a:pt x="69" y="31"/>
                      <a:pt x="71" y="29"/>
                      <a:pt x="71" y="29"/>
                    </a:cubicBezTo>
                    <a:cubicBezTo>
                      <a:pt x="72" y="27"/>
                      <a:pt x="71" y="29"/>
                      <a:pt x="72" y="27"/>
                    </a:cubicBezTo>
                    <a:cubicBezTo>
                      <a:pt x="74" y="25"/>
                      <a:pt x="75" y="26"/>
                      <a:pt x="74" y="27"/>
                    </a:cubicBezTo>
                    <a:cubicBezTo>
                      <a:pt x="76" y="25"/>
                      <a:pt x="74" y="26"/>
                      <a:pt x="75" y="25"/>
                    </a:cubicBezTo>
                    <a:cubicBezTo>
                      <a:pt x="75" y="25"/>
                      <a:pt x="74" y="25"/>
                      <a:pt x="73" y="26"/>
                    </a:cubicBezTo>
                    <a:cubicBezTo>
                      <a:pt x="73" y="26"/>
                      <a:pt x="73" y="27"/>
                      <a:pt x="72" y="27"/>
                    </a:cubicBezTo>
                    <a:cubicBezTo>
                      <a:pt x="70" y="29"/>
                      <a:pt x="73" y="26"/>
                      <a:pt x="73" y="25"/>
                    </a:cubicBezTo>
                    <a:cubicBezTo>
                      <a:pt x="73" y="25"/>
                      <a:pt x="73" y="25"/>
                      <a:pt x="73" y="25"/>
                    </a:cubicBezTo>
                    <a:cubicBezTo>
                      <a:pt x="74" y="24"/>
                      <a:pt x="72" y="26"/>
                      <a:pt x="72" y="25"/>
                    </a:cubicBezTo>
                    <a:cubicBezTo>
                      <a:pt x="74" y="23"/>
                      <a:pt x="73" y="25"/>
                      <a:pt x="74" y="24"/>
                    </a:cubicBezTo>
                    <a:cubicBezTo>
                      <a:pt x="76" y="22"/>
                      <a:pt x="76" y="22"/>
                      <a:pt x="76" y="22"/>
                    </a:cubicBezTo>
                    <a:cubicBezTo>
                      <a:pt x="75" y="21"/>
                      <a:pt x="74" y="24"/>
                      <a:pt x="74" y="23"/>
                    </a:cubicBezTo>
                    <a:cubicBezTo>
                      <a:pt x="75" y="22"/>
                      <a:pt x="75" y="22"/>
                      <a:pt x="75" y="22"/>
                    </a:cubicBezTo>
                    <a:cubicBezTo>
                      <a:pt x="74" y="22"/>
                      <a:pt x="74" y="22"/>
                      <a:pt x="74" y="22"/>
                    </a:cubicBezTo>
                    <a:cubicBezTo>
                      <a:pt x="73" y="23"/>
                      <a:pt x="72" y="25"/>
                      <a:pt x="73" y="25"/>
                    </a:cubicBezTo>
                    <a:cubicBezTo>
                      <a:pt x="70" y="27"/>
                      <a:pt x="72" y="25"/>
                      <a:pt x="71" y="25"/>
                    </a:cubicBezTo>
                    <a:cubicBezTo>
                      <a:pt x="70" y="27"/>
                      <a:pt x="72" y="25"/>
                      <a:pt x="71" y="27"/>
                    </a:cubicBezTo>
                    <a:cubicBezTo>
                      <a:pt x="70" y="28"/>
                      <a:pt x="69" y="28"/>
                      <a:pt x="69" y="28"/>
                    </a:cubicBezTo>
                    <a:cubicBezTo>
                      <a:pt x="69" y="28"/>
                      <a:pt x="70" y="26"/>
                      <a:pt x="71" y="25"/>
                    </a:cubicBezTo>
                    <a:cubicBezTo>
                      <a:pt x="71" y="25"/>
                      <a:pt x="71" y="25"/>
                      <a:pt x="71" y="26"/>
                    </a:cubicBezTo>
                    <a:cubicBezTo>
                      <a:pt x="72" y="25"/>
                      <a:pt x="73" y="23"/>
                      <a:pt x="74" y="22"/>
                    </a:cubicBezTo>
                    <a:cubicBezTo>
                      <a:pt x="74" y="21"/>
                      <a:pt x="72" y="24"/>
                      <a:pt x="72" y="23"/>
                    </a:cubicBezTo>
                    <a:cubicBezTo>
                      <a:pt x="73" y="23"/>
                      <a:pt x="71" y="24"/>
                      <a:pt x="71" y="25"/>
                    </a:cubicBezTo>
                    <a:cubicBezTo>
                      <a:pt x="68" y="29"/>
                      <a:pt x="73" y="22"/>
                      <a:pt x="72" y="22"/>
                    </a:cubicBezTo>
                    <a:cubicBezTo>
                      <a:pt x="70" y="25"/>
                      <a:pt x="69" y="25"/>
                      <a:pt x="67" y="28"/>
                    </a:cubicBezTo>
                    <a:cubicBezTo>
                      <a:pt x="67" y="29"/>
                      <a:pt x="66" y="29"/>
                      <a:pt x="66" y="29"/>
                    </a:cubicBezTo>
                    <a:cubicBezTo>
                      <a:pt x="68" y="27"/>
                      <a:pt x="67" y="27"/>
                      <a:pt x="69" y="26"/>
                    </a:cubicBezTo>
                    <a:cubicBezTo>
                      <a:pt x="68" y="26"/>
                      <a:pt x="68" y="26"/>
                      <a:pt x="68" y="26"/>
                    </a:cubicBezTo>
                    <a:cubicBezTo>
                      <a:pt x="70" y="24"/>
                      <a:pt x="70" y="24"/>
                      <a:pt x="70" y="24"/>
                    </a:cubicBezTo>
                    <a:cubicBezTo>
                      <a:pt x="71" y="23"/>
                      <a:pt x="71" y="21"/>
                      <a:pt x="72" y="21"/>
                    </a:cubicBezTo>
                    <a:cubicBezTo>
                      <a:pt x="71" y="21"/>
                      <a:pt x="71" y="22"/>
                      <a:pt x="70" y="22"/>
                    </a:cubicBezTo>
                    <a:cubicBezTo>
                      <a:pt x="71" y="22"/>
                      <a:pt x="71" y="21"/>
                      <a:pt x="71" y="21"/>
                    </a:cubicBezTo>
                    <a:cubicBezTo>
                      <a:pt x="71" y="22"/>
                      <a:pt x="69" y="23"/>
                      <a:pt x="69" y="23"/>
                    </a:cubicBezTo>
                    <a:cubicBezTo>
                      <a:pt x="69" y="23"/>
                      <a:pt x="70" y="22"/>
                      <a:pt x="70" y="21"/>
                    </a:cubicBezTo>
                    <a:cubicBezTo>
                      <a:pt x="71" y="20"/>
                      <a:pt x="71" y="20"/>
                      <a:pt x="71" y="20"/>
                    </a:cubicBezTo>
                    <a:cubicBezTo>
                      <a:pt x="70" y="21"/>
                      <a:pt x="72" y="19"/>
                      <a:pt x="71" y="20"/>
                    </a:cubicBezTo>
                    <a:cubicBezTo>
                      <a:pt x="69" y="23"/>
                      <a:pt x="69" y="23"/>
                      <a:pt x="69" y="23"/>
                    </a:cubicBezTo>
                    <a:cubicBezTo>
                      <a:pt x="68" y="23"/>
                      <a:pt x="69" y="22"/>
                      <a:pt x="69" y="22"/>
                    </a:cubicBezTo>
                    <a:cubicBezTo>
                      <a:pt x="70" y="21"/>
                      <a:pt x="70" y="21"/>
                      <a:pt x="70" y="21"/>
                    </a:cubicBezTo>
                    <a:cubicBezTo>
                      <a:pt x="69" y="22"/>
                      <a:pt x="71" y="19"/>
                      <a:pt x="71" y="19"/>
                    </a:cubicBezTo>
                    <a:cubicBezTo>
                      <a:pt x="70" y="21"/>
                      <a:pt x="70" y="21"/>
                      <a:pt x="70" y="21"/>
                    </a:cubicBezTo>
                    <a:cubicBezTo>
                      <a:pt x="71" y="19"/>
                      <a:pt x="71" y="19"/>
                      <a:pt x="71" y="19"/>
                    </a:cubicBezTo>
                    <a:cubicBezTo>
                      <a:pt x="70" y="20"/>
                      <a:pt x="70" y="20"/>
                      <a:pt x="70" y="20"/>
                    </a:cubicBezTo>
                    <a:cubicBezTo>
                      <a:pt x="70" y="19"/>
                      <a:pt x="70" y="19"/>
                      <a:pt x="70" y="19"/>
                    </a:cubicBezTo>
                    <a:cubicBezTo>
                      <a:pt x="70" y="20"/>
                      <a:pt x="68" y="22"/>
                      <a:pt x="69" y="20"/>
                    </a:cubicBezTo>
                    <a:cubicBezTo>
                      <a:pt x="68" y="22"/>
                      <a:pt x="69" y="20"/>
                      <a:pt x="69" y="21"/>
                    </a:cubicBezTo>
                    <a:cubicBezTo>
                      <a:pt x="68" y="23"/>
                      <a:pt x="68" y="22"/>
                      <a:pt x="67" y="22"/>
                    </a:cubicBezTo>
                    <a:cubicBezTo>
                      <a:pt x="69" y="20"/>
                      <a:pt x="67" y="22"/>
                      <a:pt x="67" y="22"/>
                    </a:cubicBezTo>
                    <a:cubicBezTo>
                      <a:pt x="68" y="20"/>
                      <a:pt x="68" y="20"/>
                      <a:pt x="68" y="20"/>
                    </a:cubicBezTo>
                    <a:cubicBezTo>
                      <a:pt x="67" y="22"/>
                      <a:pt x="67" y="22"/>
                      <a:pt x="67" y="22"/>
                    </a:cubicBezTo>
                    <a:cubicBezTo>
                      <a:pt x="69" y="19"/>
                      <a:pt x="66" y="22"/>
                      <a:pt x="67" y="21"/>
                    </a:cubicBezTo>
                    <a:cubicBezTo>
                      <a:pt x="67" y="20"/>
                      <a:pt x="68" y="19"/>
                      <a:pt x="68" y="18"/>
                    </a:cubicBezTo>
                    <a:cubicBezTo>
                      <a:pt x="67" y="21"/>
                      <a:pt x="66" y="21"/>
                      <a:pt x="65" y="23"/>
                    </a:cubicBezTo>
                    <a:cubicBezTo>
                      <a:pt x="66" y="22"/>
                      <a:pt x="67" y="20"/>
                      <a:pt x="68" y="18"/>
                    </a:cubicBezTo>
                    <a:cubicBezTo>
                      <a:pt x="67" y="20"/>
                      <a:pt x="69" y="17"/>
                      <a:pt x="67" y="19"/>
                    </a:cubicBezTo>
                    <a:cubicBezTo>
                      <a:pt x="67" y="20"/>
                      <a:pt x="66" y="20"/>
                      <a:pt x="65" y="21"/>
                    </a:cubicBezTo>
                    <a:cubicBezTo>
                      <a:pt x="65" y="21"/>
                      <a:pt x="66" y="20"/>
                      <a:pt x="66" y="19"/>
                    </a:cubicBezTo>
                    <a:cubicBezTo>
                      <a:pt x="66" y="20"/>
                      <a:pt x="65" y="21"/>
                      <a:pt x="65" y="22"/>
                    </a:cubicBezTo>
                    <a:cubicBezTo>
                      <a:pt x="65" y="21"/>
                      <a:pt x="63" y="23"/>
                      <a:pt x="64" y="22"/>
                    </a:cubicBezTo>
                    <a:cubicBezTo>
                      <a:pt x="65" y="21"/>
                      <a:pt x="65" y="22"/>
                      <a:pt x="65" y="20"/>
                    </a:cubicBezTo>
                    <a:cubicBezTo>
                      <a:pt x="65" y="20"/>
                      <a:pt x="63" y="24"/>
                      <a:pt x="62" y="24"/>
                    </a:cubicBezTo>
                    <a:cubicBezTo>
                      <a:pt x="62" y="25"/>
                      <a:pt x="60" y="27"/>
                      <a:pt x="60" y="28"/>
                    </a:cubicBezTo>
                    <a:cubicBezTo>
                      <a:pt x="60" y="27"/>
                      <a:pt x="60" y="27"/>
                      <a:pt x="61" y="25"/>
                    </a:cubicBezTo>
                    <a:cubicBezTo>
                      <a:pt x="61" y="26"/>
                      <a:pt x="61" y="26"/>
                      <a:pt x="61" y="26"/>
                    </a:cubicBezTo>
                    <a:cubicBezTo>
                      <a:pt x="62" y="23"/>
                      <a:pt x="64" y="22"/>
                      <a:pt x="65" y="20"/>
                    </a:cubicBezTo>
                    <a:cubicBezTo>
                      <a:pt x="64" y="20"/>
                      <a:pt x="64" y="20"/>
                      <a:pt x="64" y="20"/>
                    </a:cubicBezTo>
                    <a:cubicBezTo>
                      <a:pt x="66" y="18"/>
                      <a:pt x="66" y="18"/>
                      <a:pt x="66" y="18"/>
                    </a:cubicBezTo>
                    <a:cubicBezTo>
                      <a:pt x="65" y="19"/>
                      <a:pt x="65" y="18"/>
                      <a:pt x="65" y="18"/>
                    </a:cubicBezTo>
                    <a:cubicBezTo>
                      <a:pt x="64" y="20"/>
                      <a:pt x="65" y="18"/>
                      <a:pt x="65" y="19"/>
                    </a:cubicBezTo>
                    <a:cubicBezTo>
                      <a:pt x="64" y="19"/>
                      <a:pt x="63" y="22"/>
                      <a:pt x="63" y="21"/>
                    </a:cubicBezTo>
                    <a:cubicBezTo>
                      <a:pt x="65" y="18"/>
                      <a:pt x="65" y="18"/>
                      <a:pt x="65" y="18"/>
                    </a:cubicBezTo>
                    <a:cubicBezTo>
                      <a:pt x="65" y="17"/>
                      <a:pt x="64" y="20"/>
                      <a:pt x="64" y="19"/>
                    </a:cubicBezTo>
                    <a:cubicBezTo>
                      <a:pt x="65" y="18"/>
                      <a:pt x="65" y="18"/>
                      <a:pt x="65" y="18"/>
                    </a:cubicBezTo>
                    <a:cubicBezTo>
                      <a:pt x="64" y="17"/>
                      <a:pt x="63" y="17"/>
                      <a:pt x="60" y="20"/>
                    </a:cubicBezTo>
                    <a:cubicBezTo>
                      <a:pt x="61" y="19"/>
                      <a:pt x="61" y="18"/>
                      <a:pt x="61" y="17"/>
                    </a:cubicBezTo>
                    <a:cubicBezTo>
                      <a:pt x="61" y="18"/>
                      <a:pt x="60" y="19"/>
                      <a:pt x="60" y="19"/>
                    </a:cubicBezTo>
                    <a:cubicBezTo>
                      <a:pt x="61" y="17"/>
                      <a:pt x="61" y="17"/>
                      <a:pt x="61" y="17"/>
                    </a:cubicBezTo>
                    <a:cubicBezTo>
                      <a:pt x="61" y="16"/>
                      <a:pt x="60" y="17"/>
                      <a:pt x="59" y="18"/>
                    </a:cubicBezTo>
                    <a:cubicBezTo>
                      <a:pt x="60" y="17"/>
                      <a:pt x="60" y="17"/>
                      <a:pt x="60" y="17"/>
                    </a:cubicBezTo>
                    <a:cubicBezTo>
                      <a:pt x="61" y="16"/>
                      <a:pt x="59" y="18"/>
                      <a:pt x="59" y="18"/>
                    </a:cubicBezTo>
                    <a:cubicBezTo>
                      <a:pt x="60" y="17"/>
                      <a:pt x="60" y="17"/>
                      <a:pt x="60" y="17"/>
                    </a:cubicBezTo>
                    <a:cubicBezTo>
                      <a:pt x="59" y="18"/>
                      <a:pt x="59" y="18"/>
                      <a:pt x="59" y="18"/>
                    </a:cubicBezTo>
                    <a:cubicBezTo>
                      <a:pt x="58" y="19"/>
                      <a:pt x="58" y="18"/>
                      <a:pt x="60" y="16"/>
                    </a:cubicBezTo>
                    <a:cubicBezTo>
                      <a:pt x="59" y="18"/>
                      <a:pt x="59" y="18"/>
                      <a:pt x="59" y="18"/>
                    </a:cubicBezTo>
                    <a:cubicBezTo>
                      <a:pt x="59" y="16"/>
                      <a:pt x="59" y="16"/>
                      <a:pt x="58" y="17"/>
                    </a:cubicBezTo>
                    <a:cubicBezTo>
                      <a:pt x="58" y="17"/>
                      <a:pt x="58" y="18"/>
                      <a:pt x="57" y="19"/>
                    </a:cubicBezTo>
                    <a:cubicBezTo>
                      <a:pt x="56" y="21"/>
                      <a:pt x="57" y="19"/>
                      <a:pt x="56" y="20"/>
                    </a:cubicBezTo>
                    <a:cubicBezTo>
                      <a:pt x="57" y="18"/>
                      <a:pt x="57" y="18"/>
                      <a:pt x="57" y="18"/>
                    </a:cubicBezTo>
                    <a:cubicBezTo>
                      <a:pt x="59" y="15"/>
                      <a:pt x="57" y="17"/>
                      <a:pt x="56" y="16"/>
                    </a:cubicBezTo>
                    <a:cubicBezTo>
                      <a:pt x="56" y="17"/>
                      <a:pt x="56" y="17"/>
                      <a:pt x="56" y="17"/>
                    </a:cubicBezTo>
                    <a:cubicBezTo>
                      <a:pt x="57" y="15"/>
                      <a:pt x="55" y="17"/>
                      <a:pt x="55" y="15"/>
                    </a:cubicBezTo>
                    <a:cubicBezTo>
                      <a:pt x="55" y="16"/>
                      <a:pt x="53" y="19"/>
                      <a:pt x="53" y="19"/>
                    </a:cubicBezTo>
                    <a:cubicBezTo>
                      <a:pt x="52" y="20"/>
                      <a:pt x="54" y="16"/>
                      <a:pt x="55" y="15"/>
                    </a:cubicBezTo>
                    <a:cubicBezTo>
                      <a:pt x="54" y="16"/>
                      <a:pt x="54" y="16"/>
                      <a:pt x="54" y="16"/>
                    </a:cubicBezTo>
                    <a:cubicBezTo>
                      <a:pt x="54" y="16"/>
                      <a:pt x="54" y="16"/>
                      <a:pt x="54" y="16"/>
                    </a:cubicBezTo>
                    <a:cubicBezTo>
                      <a:pt x="53" y="16"/>
                      <a:pt x="53" y="17"/>
                      <a:pt x="53" y="16"/>
                    </a:cubicBezTo>
                    <a:cubicBezTo>
                      <a:pt x="53" y="16"/>
                      <a:pt x="53" y="16"/>
                      <a:pt x="53" y="16"/>
                    </a:cubicBezTo>
                    <a:cubicBezTo>
                      <a:pt x="53" y="16"/>
                      <a:pt x="54" y="14"/>
                      <a:pt x="53" y="15"/>
                    </a:cubicBezTo>
                    <a:cubicBezTo>
                      <a:pt x="52" y="16"/>
                      <a:pt x="53" y="15"/>
                      <a:pt x="52" y="16"/>
                    </a:cubicBezTo>
                    <a:cubicBezTo>
                      <a:pt x="52" y="16"/>
                      <a:pt x="52" y="16"/>
                      <a:pt x="52" y="16"/>
                    </a:cubicBezTo>
                    <a:cubicBezTo>
                      <a:pt x="51" y="17"/>
                      <a:pt x="51" y="17"/>
                      <a:pt x="51" y="17"/>
                    </a:cubicBezTo>
                    <a:cubicBezTo>
                      <a:pt x="52" y="16"/>
                      <a:pt x="52" y="16"/>
                      <a:pt x="52" y="16"/>
                    </a:cubicBezTo>
                    <a:cubicBezTo>
                      <a:pt x="53" y="15"/>
                      <a:pt x="53" y="15"/>
                      <a:pt x="53" y="15"/>
                    </a:cubicBezTo>
                    <a:cubicBezTo>
                      <a:pt x="53" y="14"/>
                      <a:pt x="52" y="16"/>
                      <a:pt x="51" y="17"/>
                    </a:cubicBezTo>
                    <a:cubicBezTo>
                      <a:pt x="51" y="18"/>
                      <a:pt x="51" y="16"/>
                      <a:pt x="51" y="16"/>
                    </a:cubicBezTo>
                    <a:cubicBezTo>
                      <a:pt x="52" y="15"/>
                      <a:pt x="51" y="16"/>
                      <a:pt x="52" y="16"/>
                    </a:cubicBezTo>
                    <a:cubicBezTo>
                      <a:pt x="52" y="15"/>
                      <a:pt x="52" y="15"/>
                      <a:pt x="52" y="14"/>
                    </a:cubicBezTo>
                    <a:cubicBezTo>
                      <a:pt x="52" y="14"/>
                      <a:pt x="51" y="16"/>
                      <a:pt x="51" y="16"/>
                    </a:cubicBezTo>
                    <a:cubicBezTo>
                      <a:pt x="51" y="15"/>
                      <a:pt x="51" y="16"/>
                      <a:pt x="52" y="14"/>
                    </a:cubicBezTo>
                    <a:cubicBezTo>
                      <a:pt x="51" y="15"/>
                      <a:pt x="51" y="15"/>
                      <a:pt x="51" y="15"/>
                    </a:cubicBezTo>
                    <a:cubicBezTo>
                      <a:pt x="51" y="16"/>
                      <a:pt x="51" y="16"/>
                      <a:pt x="50" y="17"/>
                    </a:cubicBezTo>
                    <a:cubicBezTo>
                      <a:pt x="50" y="17"/>
                      <a:pt x="49" y="18"/>
                      <a:pt x="50" y="17"/>
                    </a:cubicBezTo>
                    <a:cubicBezTo>
                      <a:pt x="50" y="17"/>
                      <a:pt x="50" y="17"/>
                      <a:pt x="50" y="17"/>
                    </a:cubicBezTo>
                    <a:cubicBezTo>
                      <a:pt x="50" y="17"/>
                      <a:pt x="50" y="16"/>
                      <a:pt x="49" y="18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49" y="17"/>
                      <a:pt x="49" y="17"/>
                      <a:pt x="49" y="17"/>
                    </a:cubicBezTo>
                    <a:cubicBezTo>
                      <a:pt x="50" y="15"/>
                      <a:pt x="51" y="14"/>
                      <a:pt x="51" y="13"/>
                    </a:cubicBezTo>
                    <a:cubicBezTo>
                      <a:pt x="50" y="15"/>
                      <a:pt x="50" y="15"/>
                      <a:pt x="50" y="15"/>
                    </a:cubicBezTo>
                    <a:cubicBezTo>
                      <a:pt x="49" y="15"/>
                      <a:pt x="50" y="14"/>
                      <a:pt x="50" y="14"/>
                    </a:cubicBezTo>
                    <a:cubicBezTo>
                      <a:pt x="50" y="12"/>
                      <a:pt x="47" y="18"/>
                      <a:pt x="48" y="16"/>
                    </a:cubicBezTo>
                    <a:cubicBezTo>
                      <a:pt x="49" y="14"/>
                      <a:pt x="49" y="14"/>
                      <a:pt x="49" y="13"/>
                    </a:cubicBezTo>
                    <a:cubicBezTo>
                      <a:pt x="49" y="14"/>
                      <a:pt x="48" y="14"/>
                      <a:pt x="48" y="14"/>
                    </a:cubicBezTo>
                    <a:cubicBezTo>
                      <a:pt x="48" y="15"/>
                      <a:pt x="49" y="13"/>
                      <a:pt x="49" y="14"/>
                    </a:cubicBezTo>
                    <a:cubicBezTo>
                      <a:pt x="48" y="16"/>
                      <a:pt x="48" y="15"/>
                      <a:pt x="48" y="15"/>
                    </a:cubicBezTo>
                    <a:cubicBezTo>
                      <a:pt x="50" y="11"/>
                      <a:pt x="47" y="14"/>
                      <a:pt x="48" y="12"/>
                    </a:cubicBezTo>
                    <a:cubicBezTo>
                      <a:pt x="47" y="14"/>
                      <a:pt x="47" y="12"/>
                      <a:pt x="47" y="13"/>
                    </a:cubicBezTo>
                    <a:cubicBezTo>
                      <a:pt x="48" y="11"/>
                      <a:pt x="46" y="13"/>
                      <a:pt x="47" y="12"/>
                    </a:cubicBezTo>
                    <a:cubicBezTo>
                      <a:pt x="46" y="14"/>
                      <a:pt x="46" y="14"/>
                      <a:pt x="46" y="14"/>
                    </a:cubicBezTo>
                    <a:cubicBezTo>
                      <a:pt x="46" y="13"/>
                      <a:pt x="44" y="18"/>
                      <a:pt x="45" y="15"/>
                    </a:cubicBezTo>
                    <a:cubicBezTo>
                      <a:pt x="45" y="14"/>
                      <a:pt x="46" y="13"/>
                      <a:pt x="46" y="13"/>
                    </a:cubicBezTo>
                    <a:cubicBezTo>
                      <a:pt x="47" y="10"/>
                      <a:pt x="44" y="14"/>
                      <a:pt x="46" y="12"/>
                    </a:cubicBezTo>
                    <a:cubicBezTo>
                      <a:pt x="45" y="12"/>
                      <a:pt x="44" y="14"/>
                      <a:pt x="44" y="15"/>
                    </a:cubicBezTo>
                    <a:cubicBezTo>
                      <a:pt x="44" y="14"/>
                      <a:pt x="44" y="12"/>
                      <a:pt x="45" y="12"/>
                    </a:cubicBezTo>
                    <a:cubicBezTo>
                      <a:pt x="44" y="12"/>
                      <a:pt x="44" y="13"/>
                      <a:pt x="44" y="12"/>
                    </a:cubicBezTo>
                    <a:cubicBezTo>
                      <a:pt x="44" y="11"/>
                      <a:pt x="45" y="11"/>
                      <a:pt x="45" y="11"/>
                    </a:cubicBezTo>
                    <a:cubicBezTo>
                      <a:pt x="45" y="10"/>
                      <a:pt x="44" y="11"/>
                      <a:pt x="44" y="12"/>
                    </a:cubicBezTo>
                    <a:cubicBezTo>
                      <a:pt x="44" y="10"/>
                      <a:pt x="43" y="11"/>
                      <a:pt x="44" y="10"/>
                    </a:cubicBezTo>
                    <a:cubicBezTo>
                      <a:pt x="42" y="12"/>
                      <a:pt x="44" y="9"/>
                      <a:pt x="42" y="12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2" y="12"/>
                      <a:pt x="41" y="13"/>
                      <a:pt x="41" y="13"/>
                    </a:cubicBezTo>
                    <a:cubicBezTo>
                      <a:pt x="42" y="12"/>
                      <a:pt x="42" y="12"/>
                      <a:pt x="42" y="12"/>
                    </a:cubicBezTo>
                    <a:cubicBezTo>
                      <a:pt x="43" y="9"/>
                      <a:pt x="42" y="11"/>
                      <a:pt x="42" y="10"/>
                    </a:cubicBezTo>
                    <a:cubicBezTo>
                      <a:pt x="42" y="11"/>
                      <a:pt x="42" y="10"/>
                      <a:pt x="42" y="11"/>
                    </a:cubicBezTo>
                    <a:cubicBezTo>
                      <a:pt x="41" y="12"/>
                      <a:pt x="41" y="12"/>
                      <a:pt x="41" y="12"/>
                    </a:cubicBezTo>
                    <a:cubicBezTo>
                      <a:pt x="40" y="13"/>
                      <a:pt x="40" y="13"/>
                      <a:pt x="40" y="13"/>
                    </a:cubicBezTo>
                    <a:cubicBezTo>
                      <a:pt x="40" y="13"/>
                      <a:pt x="41" y="11"/>
                      <a:pt x="41" y="11"/>
                    </a:cubicBezTo>
                    <a:cubicBezTo>
                      <a:pt x="41" y="10"/>
                      <a:pt x="41" y="10"/>
                      <a:pt x="41" y="11"/>
                    </a:cubicBezTo>
                    <a:cubicBezTo>
                      <a:pt x="41" y="11"/>
                      <a:pt x="41" y="11"/>
                      <a:pt x="41" y="11"/>
                    </a:cubicBezTo>
                    <a:cubicBezTo>
                      <a:pt x="41" y="11"/>
                      <a:pt x="41" y="11"/>
                      <a:pt x="41" y="11"/>
                    </a:cubicBezTo>
                    <a:cubicBezTo>
                      <a:pt x="41" y="11"/>
                      <a:pt x="40" y="11"/>
                      <a:pt x="40" y="11"/>
                    </a:cubicBezTo>
                    <a:cubicBezTo>
                      <a:pt x="40" y="11"/>
                      <a:pt x="40" y="11"/>
                      <a:pt x="40" y="11"/>
                    </a:cubicBezTo>
                    <a:cubicBezTo>
                      <a:pt x="41" y="11"/>
                      <a:pt x="41" y="11"/>
                      <a:pt x="41" y="11"/>
                    </a:cubicBezTo>
                    <a:cubicBezTo>
                      <a:pt x="41" y="10"/>
                      <a:pt x="41" y="10"/>
                      <a:pt x="41" y="10"/>
                    </a:cubicBezTo>
                    <a:cubicBezTo>
                      <a:pt x="41" y="10"/>
                      <a:pt x="41" y="10"/>
                      <a:pt x="41" y="10"/>
                    </a:cubicBezTo>
                    <a:cubicBezTo>
                      <a:pt x="41" y="10"/>
                      <a:pt x="41" y="10"/>
                      <a:pt x="41" y="10"/>
                    </a:cubicBezTo>
                    <a:cubicBezTo>
                      <a:pt x="41" y="8"/>
                      <a:pt x="41" y="8"/>
                      <a:pt x="41" y="8"/>
                    </a:cubicBezTo>
                    <a:cubicBezTo>
                      <a:pt x="41" y="8"/>
                      <a:pt x="40" y="10"/>
                      <a:pt x="40" y="11"/>
                    </a:cubicBezTo>
                    <a:cubicBezTo>
                      <a:pt x="40" y="9"/>
                      <a:pt x="39" y="10"/>
                      <a:pt x="38" y="11"/>
                    </a:cubicBezTo>
                    <a:cubicBezTo>
                      <a:pt x="38" y="11"/>
                      <a:pt x="39" y="10"/>
                      <a:pt x="39" y="10"/>
                    </a:cubicBezTo>
                    <a:cubicBezTo>
                      <a:pt x="38" y="10"/>
                      <a:pt x="38" y="12"/>
                      <a:pt x="38" y="11"/>
                    </a:cubicBezTo>
                    <a:cubicBezTo>
                      <a:pt x="38" y="11"/>
                      <a:pt x="38" y="10"/>
                      <a:pt x="38" y="9"/>
                    </a:cubicBezTo>
                    <a:cubicBezTo>
                      <a:pt x="38" y="9"/>
                      <a:pt x="38" y="11"/>
                      <a:pt x="38" y="11"/>
                    </a:cubicBezTo>
                    <a:cubicBezTo>
                      <a:pt x="38" y="8"/>
                      <a:pt x="36" y="12"/>
                      <a:pt x="37" y="10"/>
                    </a:cubicBezTo>
                    <a:cubicBezTo>
                      <a:pt x="36" y="10"/>
                      <a:pt x="37" y="9"/>
                      <a:pt x="37" y="9"/>
                    </a:cubicBezTo>
                    <a:cubicBezTo>
                      <a:pt x="37" y="9"/>
                      <a:pt x="36" y="10"/>
                      <a:pt x="35" y="11"/>
                    </a:cubicBezTo>
                    <a:cubicBezTo>
                      <a:pt x="36" y="10"/>
                      <a:pt x="36" y="10"/>
                      <a:pt x="36" y="10"/>
                    </a:cubicBezTo>
                    <a:cubicBezTo>
                      <a:pt x="36" y="10"/>
                      <a:pt x="35" y="10"/>
                      <a:pt x="35" y="11"/>
                    </a:cubicBezTo>
                    <a:cubicBezTo>
                      <a:pt x="34" y="12"/>
                      <a:pt x="34" y="13"/>
                      <a:pt x="34" y="13"/>
                    </a:cubicBezTo>
                    <a:cubicBezTo>
                      <a:pt x="34" y="13"/>
                      <a:pt x="34" y="13"/>
                      <a:pt x="34" y="13"/>
                    </a:cubicBezTo>
                    <a:cubicBezTo>
                      <a:pt x="33" y="12"/>
                      <a:pt x="33" y="13"/>
                      <a:pt x="33" y="13"/>
                    </a:cubicBezTo>
                    <a:cubicBezTo>
                      <a:pt x="33" y="12"/>
                      <a:pt x="33" y="13"/>
                      <a:pt x="34" y="12"/>
                    </a:cubicBezTo>
                    <a:cubicBezTo>
                      <a:pt x="35" y="10"/>
                      <a:pt x="34" y="10"/>
                      <a:pt x="34" y="10"/>
                    </a:cubicBezTo>
                    <a:cubicBezTo>
                      <a:pt x="33" y="11"/>
                      <a:pt x="33" y="11"/>
                      <a:pt x="33" y="11"/>
                    </a:cubicBezTo>
                    <a:cubicBezTo>
                      <a:pt x="33" y="12"/>
                      <a:pt x="34" y="10"/>
                      <a:pt x="33" y="10"/>
                    </a:cubicBezTo>
                    <a:cubicBezTo>
                      <a:pt x="31" y="14"/>
                      <a:pt x="31" y="14"/>
                      <a:pt x="31" y="14"/>
                    </a:cubicBezTo>
                    <a:cubicBezTo>
                      <a:pt x="31" y="14"/>
                      <a:pt x="32" y="12"/>
                      <a:pt x="32" y="11"/>
                    </a:cubicBezTo>
                    <a:cubicBezTo>
                      <a:pt x="32" y="12"/>
                      <a:pt x="30" y="14"/>
                      <a:pt x="29" y="15"/>
                    </a:cubicBezTo>
                    <a:cubicBezTo>
                      <a:pt x="30" y="15"/>
                      <a:pt x="29" y="16"/>
                      <a:pt x="29" y="16"/>
                    </a:cubicBezTo>
                    <a:cubicBezTo>
                      <a:pt x="29" y="15"/>
                      <a:pt x="29" y="16"/>
                      <a:pt x="29" y="15"/>
                    </a:cubicBezTo>
                    <a:cubicBezTo>
                      <a:pt x="30" y="14"/>
                      <a:pt x="30" y="14"/>
                      <a:pt x="30" y="14"/>
                    </a:cubicBezTo>
                    <a:cubicBezTo>
                      <a:pt x="30" y="13"/>
                      <a:pt x="31" y="11"/>
                      <a:pt x="31" y="10"/>
                    </a:cubicBezTo>
                    <a:cubicBezTo>
                      <a:pt x="31" y="11"/>
                      <a:pt x="31" y="10"/>
                      <a:pt x="30" y="10"/>
                    </a:cubicBezTo>
                    <a:cubicBezTo>
                      <a:pt x="29" y="12"/>
                      <a:pt x="29" y="11"/>
                      <a:pt x="28" y="13"/>
                    </a:cubicBezTo>
                    <a:cubicBezTo>
                      <a:pt x="28" y="13"/>
                      <a:pt x="29" y="11"/>
                      <a:pt x="29" y="11"/>
                    </a:cubicBezTo>
                    <a:cubicBezTo>
                      <a:pt x="28" y="11"/>
                      <a:pt x="28" y="10"/>
                      <a:pt x="28" y="11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8" y="11"/>
                      <a:pt x="27" y="10"/>
                      <a:pt x="26" y="12"/>
                    </a:cubicBezTo>
                    <a:cubicBezTo>
                      <a:pt x="27" y="11"/>
                      <a:pt x="27" y="11"/>
                      <a:pt x="27" y="11"/>
                    </a:cubicBezTo>
                    <a:cubicBezTo>
                      <a:pt x="27" y="10"/>
                      <a:pt x="25" y="14"/>
                      <a:pt x="26" y="12"/>
                    </a:cubicBezTo>
                    <a:cubicBezTo>
                      <a:pt x="26" y="11"/>
                      <a:pt x="26" y="11"/>
                      <a:pt x="26" y="11"/>
                    </a:cubicBezTo>
                    <a:cubicBezTo>
                      <a:pt x="26" y="12"/>
                      <a:pt x="26" y="10"/>
                      <a:pt x="25" y="11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6" y="11"/>
                      <a:pt x="25" y="10"/>
                      <a:pt x="24" y="12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26" y="9"/>
                      <a:pt x="24" y="12"/>
                      <a:pt x="24" y="11"/>
                    </a:cubicBezTo>
                    <a:cubicBezTo>
                      <a:pt x="24" y="11"/>
                      <a:pt x="25" y="10"/>
                      <a:pt x="25" y="10"/>
                    </a:cubicBezTo>
                    <a:cubicBezTo>
                      <a:pt x="24" y="11"/>
                      <a:pt x="24" y="11"/>
                      <a:pt x="24" y="11"/>
                    </a:cubicBezTo>
                    <a:cubicBezTo>
                      <a:pt x="24" y="9"/>
                      <a:pt x="24" y="9"/>
                      <a:pt x="24" y="9"/>
                    </a:cubicBezTo>
                    <a:cubicBezTo>
                      <a:pt x="23" y="8"/>
                      <a:pt x="22" y="8"/>
                      <a:pt x="20" y="9"/>
                    </a:cubicBezTo>
                    <a:cubicBezTo>
                      <a:pt x="21" y="7"/>
                      <a:pt x="21" y="8"/>
                      <a:pt x="22" y="6"/>
                    </a:cubicBezTo>
                    <a:cubicBezTo>
                      <a:pt x="21" y="8"/>
                      <a:pt x="21" y="7"/>
                      <a:pt x="21" y="7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20" y="7"/>
                      <a:pt x="21" y="6"/>
                      <a:pt x="20" y="6"/>
                    </a:cubicBezTo>
                    <a:cubicBezTo>
                      <a:pt x="20" y="7"/>
                      <a:pt x="20" y="7"/>
                      <a:pt x="20" y="7"/>
                    </a:cubicBezTo>
                    <a:cubicBezTo>
                      <a:pt x="19" y="8"/>
                      <a:pt x="21" y="4"/>
                      <a:pt x="20" y="7"/>
                    </a:cubicBezTo>
                    <a:cubicBezTo>
                      <a:pt x="20" y="5"/>
                      <a:pt x="20" y="5"/>
                      <a:pt x="20" y="5"/>
                    </a:cubicBezTo>
                    <a:cubicBezTo>
                      <a:pt x="19" y="7"/>
                      <a:pt x="20" y="4"/>
                      <a:pt x="19" y="6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20" y="5"/>
                      <a:pt x="18" y="8"/>
                      <a:pt x="18" y="6"/>
                    </a:cubicBezTo>
                    <a:cubicBezTo>
                      <a:pt x="18" y="6"/>
                      <a:pt x="18" y="7"/>
                      <a:pt x="17" y="8"/>
                    </a:cubicBezTo>
                    <a:cubicBezTo>
                      <a:pt x="18" y="6"/>
                      <a:pt x="18" y="6"/>
                      <a:pt x="18" y="6"/>
                    </a:cubicBezTo>
                    <a:cubicBezTo>
                      <a:pt x="17" y="7"/>
                      <a:pt x="16" y="6"/>
                      <a:pt x="14" y="8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3" y="8"/>
                      <a:pt x="15" y="4"/>
                      <a:pt x="12" y="8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8"/>
                      <a:pt x="12" y="7"/>
                      <a:pt x="11" y="8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0" y="9"/>
                      <a:pt x="10" y="8"/>
                    </a:cubicBezTo>
                    <a:cubicBezTo>
                      <a:pt x="11" y="8"/>
                      <a:pt x="11" y="8"/>
                      <a:pt x="11" y="8"/>
                    </a:cubicBezTo>
                    <a:cubicBezTo>
                      <a:pt x="11" y="4"/>
                      <a:pt x="11" y="1"/>
                      <a:pt x="8" y="5"/>
                    </a:cubicBezTo>
                    <a:cubicBezTo>
                      <a:pt x="7" y="5"/>
                      <a:pt x="9" y="2"/>
                      <a:pt x="9" y="3"/>
                    </a:cubicBezTo>
                    <a:cubicBezTo>
                      <a:pt x="6" y="5"/>
                      <a:pt x="8" y="0"/>
                      <a:pt x="4" y="4"/>
                    </a:cubicBezTo>
                    <a:cubicBezTo>
                      <a:pt x="3" y="5"/>
                      <a:pt x="0" y="10"/>
                      <a:pt x="0" y="10"/>
                    </a:cubicBezTo>
                    <a:cubicBezTo>
                      <a:pt x="3" y="9"/>
                      <a:pt x="3" y="12"/>
                      <a:pt x="3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3" name="Freeform 211"/>
              <p:cNvSpPr/>
              <p:nvPr>
                <p:custDataLst>
                  <p:tags r:id="rId57"/>
                </p:custDataLst>
              </p:nvPr>
            </p:nvSpPr>
            <p:spPr bwMode="auto">
              <a:xfrm>
                <a:off x="3266" y="1867"/>
                <a:ext cx="5" cy="3"/>
              </a:xfrm>
              <a:custGeom>
                <a:avLst/>
                <a:gdLst>
                  <a:gd name="T0" fmla="*/ 2 w 2"/>
                  <a:gd name="T1" fmla="*/ 0 h 1"/>
                  <a:gd name="T2" fmla="*/ 0 w 2"/>
                  <a:gd name="T3" fmla="*/ 1 h 1"/>
                  <a:gd name="T4" fmla="*/ 2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2" y="0"/>
                      <a:pt x="1" y="0"/>
                      <a:pt x="0" y="1"/>
                    </a:cubicBez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4" name="Freeform 212"/>
              <p:cNvSpPr/>
              <p:nvPr>
                <p:custDataLst>
                  <p:tags r:id="rId58"/>
                </p:custDataLst>
              </p:nvPr>
            </p:nvSpPr>
            <p:spPr bwMode="auto">
              <a:xfrm>
                <a:off x="3266" y="1861"/>
                <a:ext cx="3" cy="4"/>
              </a:xfrm>
              <a:custGeom>
                <a:avLst/>
                <a:gdLst>
                  <a:gd name="T0" fmla="*/ 0 w 1"/>
                  <a:gd name="T1" fmla="*/ 2 h 2"/>
                  <a:gd name="T2" fmla="*/ 1 w 1"/>
                  <a:gd name="T3" fmla="*/ 1 h 2"/>
                  <a:gd name="T4" fmla="*/ 0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2"/>
                    </a:moveTo>
                    <a:cubicBezTo>
                      <a:pt x="1" y="0"/>
                      <a:pt x="0" y="1"/>
                      <a:pt x="1" y="1"/>
                    </a:cubicBezTo>
                    <a:cubicBezTo>
                      <a:pt x="0" y="1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5" name="Freeform 213"/>
              <p:cNvSpPr/>
              <p:nvPr>
                <p:custDataLst>
                  <p:tags r:id="rId59"/>
                </p:custDataLst>
              </p:nvPr>
            </p:nvSpPr>
            <p:spPr bwMode="auto">
              <a:xfrm>
                <a:off x="3260" y="1855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0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6" name="Freeform 214"/>
              <p:cNvSpPr/>
              <p:nvPr>
                <p:custDataLst>
                  <p:tags r:id="rId60"/>
                </p:custDataLst>
              </p:nvPr>
            </p:nvSpPr>
            <p:spPr bwMode="auto">
              <a:xfrm>
                <a:off x="3260" y="1893"/>
                <a:ext cx="4" cy="6"/>
              </a:xfrm>
              <a:custGeom>
                <a:avLst/>
                <a:gdLst>
                  <a:gd name="T0" fmla="*/ 0 w 2"/>
                  <a:gd name="T1" fmla="*/ 3 h 3"/>
                  <a:gd name="T2" fmla="*/ 2 w 2"/>
                  <a:gd name="T3" fmla="*/ 0 h 3"/>
                  <a:gd name="T4" fmla="*/ 0 w 2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3">
                    <a:moveTo>
                      <a:pt x="0" y="3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1"/>
                      <a:pt x="1" y="2"/>
                      <a:pt x="0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7" name="Freeform 215"/>
              <p:cNvSpPr/>
              <p:nvPr>
                <p:custDataLst>
                  <p:tags r:id="rId61"/>
                </p:custDataLst>
              </p:nvPr>
            </p:nvSpPr>
            <p:spPr bwMode="auto">
              <a:xfrm>
                <a:off x="3269" y="1870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1 h 2"/>
                  <a:gd name="T4" fmla="*/ 0 w 1"/>
                  <a:gd name="T5" fmla="*/ 2 h 2"/>
                  <a:gd name="T6" fmla="*/ 1 w 1"/>
                  <a:gd name="T7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1" y="0"/>
                      <a:pt x="0" y="1"/>
                      <a:pt x="0" y="1"/>
                    </a:cubicBezTo>
                    <a:cubicBezTo>
                      <a:pt x="0" y="1"/>
                      <a:pt x="0" y="2"/>
                      <a:pt x="0" y="2"/>
                    </a:cubicBez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8" name="Freeform 216"/>
              <p:cNvSpPr/>
              <p:nvPr>
                <p:custDataLst>
                  <p:tags r:id="rId62"/>
                </p:custDataLst>
              </p:nvPr>
            </p:nvSpPr>
            <p:spPr bwMode="auto">
              <a:xfrm>
                <a:off x="3260" y="1895"/>
                <a:ext cx="4" cy="4"/>
              </a:xfrm>
              <a:custGeom>
                <a:avLst/>
                <a:gdLst>
                  <a:gd name="T0" fmla="*/ 1 w 2"/>
                  <a:gd name="T1" fmla="*/ 1 h 2"/>
                  <a:gd name="T2" fmla="*/ 1 w 2"/>
                  <a:gd name="T3" fmla="*/ 2 h 2"/>
                  <a:gd name="T4" fmla="*/ 1 w 2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1"/>
                    </a:moveTo>
                    <a:cubicBezTo>
                      <a:pt x="2" y="0"/>
                      <a:pt x="1" y="2"/>
                      <a:pt x="1" y="2"/>
                    </a:cubicBezTo>
                    <a:cubicBezTo>
                      <a:pt x="0" y="2"/>
                      <a:pt x="1" y="2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9" name="Freeform 217"/>
              <p:cNvSpPr/>
              <p:nvPr>
                <p:custDataLst>
                  <p:tags r:id="rId63"/>
                </p:custDataLst>
              </p:nvPr>
            </p:nvSpPr>
            <p:spPr bwMode="auto">
              <a:xfrm>
                <a:off x="4538" y="18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1" name="Freeform 218"/>
              <p:cNvSpPr/>
              <p:nvPr>
                <p:custDataLst>
                  <p:tags r:id="rId64"/>
                </p:custDataLst>
              </p:nvPr>
            </p:nvSpPr>
            <p:spPr bwMode="auto">
              <a:xfrm>
                <a:off x="3213" y="1882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" name="Freeform 219"/>
              <p:cNvSpPr/>
              <p:nvPr>
                <p:custDataLst>
                  <p:tags r:id="rId65"/>
                </p:custDataLst>
              </p:nvPr>
            </p:nvSpPr>
            <p:spPr bwMode="auto">
              <a:xfrm>
                <a:off x="3190" y="1827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1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3" name="Freeform 220"/>
              <p:cNvSpPr/>
              <p:nvPr>
                <p:custDataLst>
                  <p:tags r:id="rId66"/>
                </p:custDataLst>
              </p:nvPr>
            </p:nvSpPr>
            <p:spPr bwMode="auto">
              <a:xfrm>
                <a:off x="3271" y="1870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" name="Freeform 221"/>
              <p:cNvSpPr/>
              <p:nvPr>
                <p:custDataLst>
                  <p:tags r:id="rId67"/>
                </p:custDataLst>
              </p:nvPr>
            </p:nvSpPr>
            <p:spPr bwMode="auto">
              <a:xfrm>
                <a:off x="3190" y="1872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" name="Freeform 222"/>
              <p:cNvSpPr/>
              <p:nvPr>
                <p:custDataLst>
                  <p:tags r:id="rId68"/>
                </p:custDataLst>
              </p:nvPr>
            </p:nvSpPr>
            <p:spPr bwMode="auto">
              <a:xfrm>
                <a:off x="4574" y="1855"/>
                <a:ext cx="0" cy="2"/>
              </a:xfrm>
              <a:custGeom>
                <a:avLst/>
                <a:gdLst>
                  <a:gd name="T0" fmla="*/ 1 h 1"/>
                  <a:gd name="T1" fmla="*/ 1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" name="Freeform 223"/>
              <p:cNvSpPr/>
              <p:nvPr>
                <p:custDataLst>
                  <p:tags r:id="rId69"/>
                </p:custDataLst>
              </p:nvPr>
            </p:nvSpPr>
            <p:spPr bwMode="auto">
              <a:xfrm>
                <a:off x="3199" y="183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36" name="Freeform 224"/>
              <p:cNvSpPr/>
              <p:nvPr>
                <p:custDataLst>
                  <p:tags r:id="rId70"/>
                </p:custDataLst>
              </p:nvPr>
            </p:nvSpPr>
            <p:spPr bwMode="auto">
              <a:xfrm>
                <a:off x="3271" y="1859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0"/>
                      <a:pt x="0" y="0"/>
                      <a:pt x="0" y="1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37" name="Freeform 225"/>
              <p:cNvSpPr/>
              <p:nvPr>
                <p:custDataLst>
                  <p:tags r:id="rId71"/>
                </p:custDataLst>
              </p:nvPr>
            </p:nvSpPr>
            <p:spPr bwMode="auto">
              <a:xfrm>
                <a:off x="3742" y="3006"/>
                <a:ext cx="6" cy="9"/>
              </a:xfrm>
              <a:custGeom>
                <a:avLst/>
                <a:gdLst>
                  <a:gd name="T0" fmla="*/ 3 w 3"/>
                  <a:gd name="T1" fmla="*/ 0 h 4"/>
                  <a:gd name="T2" fmla="*/ 1 w 3"/>
                  <a:gd name="T3" fmla="*/ 1 h 4"/>
                  <a:gd name="T4" fmla="*/ 1 w 3"/>
                  <a:gd name="T5" fmla="*/ 3 h 4"/>
                  <a:gd name="T6" fmla="*/ 0 w 3"/>
                  <a:gd name="T7" fmla="*/ 4 h 4"/>
                  <a:gd name="T8" fmla="*/ 2 w 3"/>
                  <a:gd name="T9" fmla="*/ 1 h 4"/>
                  <a:gd name="T10" fmla="*/ 3 w 3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" h="4">
                    <a:moveTo>
                      <a:pt x="3" y="0"/>
                    </a:moveTo>
                    <a:cubicBezTo>
                      <a:pt x="2" y="1"/>
                      <a:pt x="2" y="1"/>
                      <a:pt x="1" y="1"/>
                    </a:cubicBezTo>
                    <a:cubicBezTo>
                      <a:pt x="1" y="2"/>
                      <a:pt x="0" y="3"/>
                      <a:pt x="1" y="3"/>
                    </a:cubicBezTo>
                    <a:cubicBezTo>
                      <a:pt x="1" y="3"/>
                      <a:pt x="0" y="4"/>
                      <a:pt x="0" y="4"/>
                    </a:cubicBezTo>
                    <a:cubicBezTo>
                      <a:pt x="1" y="4"/>
                      <a:pt x="2" y="2"/>
                      <a:pt x="2" y="1"/>
                    </a:cubicBezTo>
                    <a:cubicBezTo>
                      <a:pt x="3" y="1"/>
                      <a:pt x="3" y="0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38" name="Freeform 226"/>
              <p:cNvSpPr/>
              <p:nvPr>
                <p:custDataLst>
                  <p:tags r:id="rId72"/>
                </p:custDataLst>
              </p:nvPr>
            </p:nvSpPr>
            <p:spPr bwMode="auto">
              <a:xfrm>
                <a:off x="3988" y="3019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39" name="Freeform 227"/>
              <p:cNvSpPr/>
              <p:nvPr>
                <p:custDataLst>
                  <p:tags r:id="rId73"/>
                </p:custDataLst>
              </p:nvPr>
            </p:nvSpPr>
            <p:spPr bwMode="auto">
              <a:xfrm>
                <a:off x="3742" y="3008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0" name="Rectangle 228"/>
              <p:cNvSpPr>
                <a:spLocks noChangeArrowheads="1"/>
              </p:cNvSpPr>
              <p:nvPr>
                <p:custDataLst>
                  <p:tags r:id="rId74"/>
                </p:custDataLst>
              </p:nvPr>
            </p:nvSpPr>
            <p:spPr bwMode="auto">
              <a:xfrm>
                <a:off x="3748" y="3015"/>
                <a:ext cx="4" cy="1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1" name="Freeform 229"/>
              <p:cNvSpPr/>
              <p:nvPr>
                <p:custDataLst>
                  <p:tags r:id="rId75"/>
                </p:custDataLst>
              </p:nvPr>
            </p:nvSpPr>
            <p:spPr bwMode="auto">
              <a:xfrm>
                <a:off x="3744" y="2894"/>
                <a:ext cx="2" cy="10"/>
              </a:xfrm>
              <a:custGeom>
                <a:avLst/>
                <a:gdLst>
                  <a:gd name="T0" fmla="*/ 0 w 1"/>
                  <a:gd name="T1" fmla="*/ 2 h 5"/>
                  <a:gd name="T2" fmla="*/ 1 w 1"/>
                  <a:gd name="T3" fmla="*/ 3 h 5"/>
                  <a:gd name="T4" fmla="*/ 0 w 1"/>
                  <a:gd name="T5" fmla="*/ 5 h 5"/>
                  <a:gd name="T6" fmla="*/ 1 w 1"/>
                  <a:gd name="T7" fmla="*/ 1 h 5"/>
                  <a:gd name="T8" fmla="*/ 1 w 1"/>
                  <a:gd name="T9" fmla="*/ 0 h 5"/>
                  <a:gd name="T10" fmla="*/ 0 w 1"/>
                  <a:gd name="T11" fmla="*/ 2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" h="5">
                    <a:moveTo>
                      <a:pt x="0" y="2"/>
                    </a:moveTo>
                    <a:cubicBezTo>
                      <a:pt x="0" y="2"/>
                      <a:pt x="0" y="4"/>
                      <a:pt x="1" y="3"/>
                    </a:cubicBezTo>
                    <a:cubicBezTo>
                      <a:pt x="1" y="3"/>
                      <a:pt x="0" y="4"/>
                      <a:pt x="0" y="5"/>
                    </a:cubicBezTo>
                    <a:cubicBezTo>
                      <a:pt x="1" y="4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1"/>
                      <a:pt x="0" y="1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2" name="Freeform 230"/>
              <p:cNvSpPr/>
              <p:nvPr>
                <p:custDataLst>
                  <p:tags r:id="rId76"/>
                </p:custDataLst>
              </p:nvPr>
            </p:nvSpPr>
            <p:spPr bwMode="auto">
              <a:xfrm>
                <a:off x="3744" y="3004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1 w 1"/>
                  <a:gd name="T3" fmla="*/ 0 h 1"/>
                  <a:gd name="T4" fmla="*/ 0 w 1"/>
                  <a:gd name="T5" fmla="*/ 1 h 1"/>
                  <a:gd name="T6" fmla="*/ 1 w 1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1" y="0"/>
                      <a:pt x="1" y="0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3" name="Freeform 231"/>
              <p:cNvSpPr/>
              <p:nvPr>
                <p:custDataLst>
                  <p:tags r:id="rId77"/>
                </p:custDataLst>
              </p:nvPr>
            </p:nvSpPr>
            <p:spPr bwMode="auto">
              <a:xfrm>
                <a:off x="3742" y="2892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2 h 2"/>
                  <a:gd name="T4" fmla="*/ 1 w 1"/>
                  <a:gd name="T5" fmla="*/ 1 h 2"/>
                  <a:gd name="T6" fmla="*/ 1 w 1"/>
                  <a:gd name="T7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1" y="1"/>
                      <a:pt x="1" y="2"/>
                      <a:pt x="0" y="2"/>
                    </a:cubicBezTo>
                    <a:cubicBezTo>
                      <a:pt x="0" y="2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4" name="Freeform 232"/>
              <p:cNvSpPr/>
              <p:nvPr>
                <p:custDataLst>
                  <p:tags r:id="rId78"/>
                </p:custDataLst>
              </p:nvPr>
            </p:nvSpPr>
            <p:spPr bwMode="auto">
              <a:xfrm>
                <a:off x="3772" y="3038"/>
                <a:ext cx="4" cy="4"/>
              </a:xfrm>
              <a:custGeom>
                <a:avLst/>
                <a:gdLst>
                  <a:gd name="T0" fmla="*/ 1 w 2"/>
                  <a:gd name="T1" fmla="*/ 0 h 2"/>
                  <a:gd name="T2" fmla="*/ 2 w 2"/>
                  <a:gd name="T3" fmla="*/ 1 h 2"/>
                  <a:gd name="T4" fmla="*/ 1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0" y="2"/>
                      <a:pt x="2" y="0"/>
                      <a:pt x="2" y="1"/>
                    </a:cubicBezTo>
                    <a:cubicBezTo>
                      <a:pt x="2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5" name="Freeform 233"/>
              <p:cNvSpPr/>
              <p:nvPr>
                <p:custDataLst>
                  <p:tags r:id="rId79"/>
                </p:custDataLst>
              </p:nvPr>
            </p:nvSpPr>
            <p:spPr bwMode="auto">
              <a:xfrm>
                <a:off x="3895" y="3083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6" name="Freeform 234"/>
              <p:cNvSpPr/>
              <p:nvPr>
                <p:custDataLst>
                  <p:tags r:id="rId80"/>
                </p:custDataLst>
              </p:nvPr>
            </p:nvSpPr>
            <p:spPr bwMode="auto">
              <a:xfrm>
                <a:off x="3602" y="182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7" name="Freeform 235"/>
              <p:cNvSpPr/>
              <p:nvPr>
                <p:custDataLst>
                  <p:tags r:id="rId81"/>
                </p:custDataLst>
              </p:nvPr>
            </p:nvSpPr>
            <p:spPr bwMode="auto">
              <a:xfrm>
                <a:off x="3742" y="2898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8" name="Freeform 236"/>
              <p:cNvSpPr/>
              <p:nvPr>
                <p:custDataLst>
                  <p:tags r:id="rId82"/>
                </p:custDataLst>
              </p:nvPr>
            </p:nvSpPr>
            <p:spPr bwMode="auto">
              <a:xfrm>
                <a:off x="3602" y="182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9" name="Freeform 237"/>
              <p:cNvSpPr/>
              <p:nvPr>
                <p:custDataLst>
                  <p:tags r:id="rId83"/>
                </p:custDataLst>
              </p:nvPr>
            </p:nvSpPr>
            <p:spPr bwMode="auto">
              <a:xfrm>
                <a:off x="3755" y="3027"/>
                <a:ext cx="2" cy="3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0" name="Oval 238"/>
              <p:cNvSpPr>
                <a:spLocks noChangeArrowheads="1"/>
              </p:cNvSpPr>
              <p:nvPr>
                <p:custDataLst>
                  <p:tags r:id="rId84"/>
                </p:custDataLst>
              </p:nvPr>
            </p:nvSpPr>
            <p:spPr bwMode="auto">
              <a:xfrm>
                <a:off x="3602" y="1823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1" name="Freeform 239"/>
              <p:cNvSpPr/>
              <p:nvPr>
                <p:custDataLst>
                  <p:tags r:id="rId85"/>
                </p:custDataLst>
              </p:nvPr>
            </p:nvSpPr>
            <p:spPr bwMode="auto">
              <a:xfrm>
                <a:off x="3922" y="2890"/>
                <a:ext cx="0" cy="2"/>
              </a:xfrm>
              <a:custGeom>
                <a:avLst/>
                <a:gdLst>
                  <a:gd name="T0" fmla="*/ 2 h 2"/>
                  <a:gd name="T1" fmla="*/ 0 h 2"/>
                  <a:gd name="T2" fmla="*/ 2 h 2"/>
                  <a:gd name="T3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2" name="Freeform 240"/>
              <p:cNvSpPr/>
              <p:nvPr>
                <p:custDataLst>
                  <p:tags r:id="rId86"/>
                </p:custDataLst>
              </p:nvPr>
            </p:nvSpPr>
            <p:spPr bwMode="auto">
              <a:xfrm>
                <a:off x="3975" y="287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3" name="Freeform 241"/>
              <p:cNvSpPr/>
              <p:nvPr>
                <p:custDataLst>
                  <p:tags r:id="rId87"/>
                </p:custDataLst>
              </p:nvPr>
            </p:nvSpPr>
            <p:spPr bwMode="auto">
              <a:xfrm>
                <a:off x="3954" y="288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4" name="Freeform 242"/>
              <p:cNvSpPr/>
              <p:nvPr>
                <p:custDataLst>
                  <p:tags r:id="rId88"/>
                </p:custDataLst>
              </p:nvPr>
            </p:nvSpPr>
            <p:spPr bwMode="auto">
              <a:xfrm>
                <a:off x="3725" y="2760"/>
                <a:ext cx="399" cy="159"/>
              </a:xfrm>
              <a:custGeom>
                <a:avLst/>
                <a:gdLst>
                  <a:gd name="T0" fmla="*/ 11 w 188"/>
                  <a:gd name="T1" fmla="*/ 59 h 75"/>
                  <a:gd name="T2" fmla="*/ 17 w 188"/>
                  <a:gd name="T3" fmla="*/ 64 h 75"/>
                  <a:gd name="T4" fmla="*/ 14 w 188"/>
                  <a:gd name="T5" fmla="*/ 70 h 75"/>
                  <a:gd name="T6" fmla="*/ 17 w 188"/>
                  <a:gd name="T7" fmla="*/ 71 h 75"/>
                  <a:gd name="T8" fmla="*/ 21 w 188"/>
                  <a:gd name="T9" fmla="*/ 69 h 75"/>
                  <a:gd name="T10" fmla="*/ 22 w 188"/>
                  <a:gd name="T11" fmla="*/ 71 h 75"/>
                  <a:gd name="T12" fmla="*/ 27 w 188"/>
                  <a:gd name="T13" fmla="*/ 67 h 75"/>
                  <a:gd name="T14" fmla="*/ 30 w 188"/>
                  <a:gd name="T15" fmla="*/ 72 h 75"/>
                  <a:gd name="T16" fmla="*/ 31 w 188"/>
                  <a:gd name="T17" fmla="*/ 74 h 75"/>
                  <a:gd name="T18" fmla="*/ 33 w 188"/>
                  <a:gd name="T19" fmla="*/ 72 h 75"/>
                  <a:gd name="T20" fmla="*/ 37 w 188"/>
                  <a:gd name="T21" fmla="*/ 74 h 75"/>
                  <a:gd name="T22" fmla="*/ 40 w 188"/>
                  <a:gd name="T23" fmla="*/ 69 h 75"/>
                  <a:gd name="T24" fmla="*/ 43 w 188"/>
                  <a:gd name="T25" fmla="*/ 64 h 75"/>
                  <a:gd name="T26" fmla="*/ 45 w 188"/>
                  <a:gd name="T27" fmla="*/ 69 h 75"/>
                  <a:gd name="T28" fmla="*/ 54 w 188"/>
                  <a:gd name="T29" fmla="*/ 69 h 75"/>
                  <a:gd name="T30" fmla="*/ 58 w 188"/>
                  <a:gd name="T31" fmla="*/ 69 h 75"/>
                  <a:gd name="T32" fmla="*/ 62 w 188"/>
                  <a:gd name="T33" fmla="*/ 68 h 75"/>
                  <a:gd name="T34" fmla="*/ 73 w 188"/>
                  <a:gd name="T35" fmla="*/ 66 h 75"/>
                  <a:gd name="T36" fmla="*/ 76 w 188"/>
                  <a:gd name="T37" fmla="*/ 65 h 75"/>
                  <a:gd name="T38" fmla="*/ 77 w 188"/>
                  <a:gd name="T39" fmla="*/ 64 h 75"/>
                  <a:gd name="T40" fmla="*/ 80 w 188"/>
                  <a:gd name="T41" fmla="*/ 62 h 75"/>
                  <a:gd name="T42" fmla="*/ 83 w 188"/>
                  <a:gd name="T43" fmla="*/ 63 h 75"/>
                  <a:gd name="T44" fmla="*/ 86 w 188"/>
                  <a:gd name="T45" fmla="*/ 61 h 75"/>
                  <a:gd name="T46" fmla="*/ 94 w 188"/>
                  <a:gd name="T47" fmla="*/ 61 h 75"/>
                  <a:gd name="T48" fmla="*/ 100 w 188"/>
                  <a:gd name="T49" fmla="*/ 59 h 75"/>
                  <a:gd name="T50" fmla="*/ 105 w 188"/>
                  <a:gd name="T51" fmla="*/ 59 h 75"/>
                  <a:gd name="T52" fmla="*/ 108 w 188"/>
                  <a:gd name="T53" fmla="*/ 57 h 75"/>
                  <a:gd name="T54" fmla="*/ 109 w 188"/>
                  <a:gd name="T55" fmla="*/ 57 h 75"/>
                  <a:gd name="T56" fmla="*/ 114 w 188"/>
                  <a:gd name="T57" fmla="*/ 54 h 75"/>
                  <a:gd name="T58" fmla="*/ 120 w 188"/>
                  <a:gd name="T59" fmla="*/ 53 h 75"/>
                  <a:gd name="T60" fmla="*/ 124 w 188"/>
                  <a:gd name="T61" fmla="*/ 50 h 75"/>
                  <a:gd name="T62" fmla="*/ 127 w 188"/>
                  <a:gd name="T63" fmla="*/ 41 h 75"/>
                  <a:gd name="T64" fmla="*/ 133 w 188"/>
                  <a:gd name="T65" fmla="*/ 44 h 75"/>
                  <a:gd name="T66" fmla="*/ 139 w 188"/>
                  <a:gd name="T67" fmla="*/ 41 h 75"/>
                  <a:gd name="T68" fmla="*/ 144 w 188"/>
                  <a:gd name="T69" fmla="*/ 39 h 75"/>
                  <a:gd name="T70" fmla="*/ 156 w 188"/>
                  <a:gd name="T71" fmla="*/ 34 h 75"/>
                  <a:gd name="T72" fmla="*/ 160 w 188"/>
                  <a:gd name="T73" fmla="*/ 33 h 75"/>
                  <a:gd name="T74" fmla="*/ 170 w 188"/>
                  <a:gd name="T75" fmla="*/ 21 h 75"/>
                  <a:gd name="T76" fmla="*/ 173 w 188"/>
                  <a:gd name="T77" fmla="*/ 18 h 75"/>
                  <a:gd name="T78" fmla="*/ 169 w 188"/>
                  <a:gd name="T79" fmla="*/ 9 h 75"/>
                  <a:gd name="T80" fmla="*/ 149 w 188"/>
                  <a:gd name="T81" fmla="*/ 20 h 75"/>
                  <a:gd name="T82" fmla="*/ 110 w 188"/>
                  <a:gd name="T83" fmla="*/ 42 h 75"/>
                  <a:gd name="T84" fmla="*/ 103 w 188"/>
                  <a:gd name="T85" fmla="*/ 39 h 75"/>
                  <a:gd name="T86" fmla="*/ 88 w 188"/>
                  <a:gd name="T87" fmla="*/ 44 h 75"/>
                  <a:gd name="T88" fmla="*/ 69 w 188"/>
                  <a:gd name="T89" fmla="*/ 48 h 75"/>
                  <a:gd name="T90" fmla="*/ 59 w 188"/>
                  <a:gd name="T91" fmla="*/ 49 h 75"/>
                  <a:gd name="T92" fmla="*/ 44 w 188"/>
                  <a:gd name="T93" fmla="*/ 52 h 75"/>
                  <a:gd name="T94" fmla="*/ 29 w 188"/>
                  <a:gd name="T95" fmla="*/ 53 h 75"/>
                  <a:gd name="T96" fmla="*/ 19 w 188"/>
                  <a:gd name="T97" fmla="*/ 53 h 75"/>
                  <a:gd name="T98" fmla="*/ 10 w 188"/>
                  <a:gd name="T99" fmla="*/ 49 h 75"/>
                  <a:gd name="T100" fmla="*/ 7 w 188"/>
                  <a:gd name="T101" fmla="*/ 47 h 75"/>
                  <a:gd name="T102" fmla="*/ 5 w 188"/>
                  <a:gd name="T103" fmla="*/ 47 h 75"/>
                  <a:gd name="T104" fmla="*/ 3 w 188"/>
                  <a:gd name="T105" fmla="*/ 51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88" h="75">
                    <a:moveTo>
                      <a:pt x="5" y="55"/>
                    </a:moveTo>
                    <a:cubicBezTo>
                      <a:pt x="5" y="55"/>
                      <a:pt x="5" y="55"/>
                      <a:pt x="5" y="55"/>
                    </a:cubicBezTo>
                    <a:cubicBezTo>
                      <a:pt x="5" y="57"/>
                      <a:pt x="5" y="54"/>
                      <a:pt x="6" y="54"/>
                    </a:cubicBezTo>
                    <a:cubicBezTo>
                      <a:pt x="6" y="55"/>
                      <a:pt x="4" y="57"/>
                      <a:pt x="4" y="58"/>
                    </a:cubicBezTo>
                    <a:cubicBezTo>
                      <a:pt x="5" y="58"/>
                      <a:pt x="7" y="58"/>
                      <a:pt x="7" y="60"/>
                    </a:cubicBezTo>
                    <a:cubicBezTo>
                      <a:pt x="8" y="60"/>
                      <a:pt x="10" y="59"/>
                      <a:pt x="11" y="59"/>
                    </a:cubicBezTo>
                    <a:cubicBezTo>
                      <a:pt x="12" y="59"/>
                      <a:pt x="10" y="61"/>
                      <a:pt x="11" y="60"/>
                    </a:cubicBezTo>
                    <a:cubicBezTo>
                      <a:pt x="11" y="61"/>
                      <a:pt x="10" y="62"/>
                      <a:pt x="10" y="63"/>
                    </a:cubicBezTo>
                    <a:cubicBezTo>
                      <a:pt x="10" y="62"/>
                      <a:pt x="11" y="64"/>
                      <a:pt x="12" y="61"/>
                    </a:cubicBezTo>
                    <a:cubicBezTo>
                      <a:pt x="12" y="62"/>
                      <a:pt x="14" y="63"/>
                      <a:pt x="15" y="63"/>
                    </a:cubicBezTo>
                    <a:cubicBezTo>
                      <a:pt x="14" y="63"/>
                      <a:pt x="14" y="64"/>
                      <a:pt x="14" y="65"/>
                    </a:cubicBezTo>
                    <a:cubicBezTo>
                      <a:pt x="15" y="64"/>
                      <a:pt x="16" y="63"/>
                      <a:pt x="17" y="64"/>
                    </a:cubicBezTo>
                    <a:cubicBezTo>
                      <a:pt x="17" y="62"/>
                      <a:pt x="17" y="62"/>
                      <a:pt x="18" y="60"/>
                    </a:cubicBezTo>
                    <a:cubicBezTo>
                      <a:pt x="18" y="60"/>
                      <a:pt x="18" y="59"/>
                      <a:pt x="18" y="60"/>
                    </a:cubicBezTo>
                    <a:cubicBezTo>
                      <a:pt x="18" y="61"/>
                      <a:pt x="17" y="64"/>
                      <a:pt x="18" y="64"/>
                    </a:cubicBezTo>
                    <a:cubicBezTo>
                      <a:pt x="17" y="67"/>
                      <a:pt x="17" y="64"/>
                      <a:pt x="16" y="67"/>
                    </a:cubicBezTo>
                    <a:cubicBezTo>
                      <a:pt x="15" y="69"/>
                      <a:pt x="14" y="68"/>
                      <a:pt x="14" y="67"/>
                    </a:cubicBezTo>
                    <a:cubicBezTo>
                      <a:pt x="12" y="69"/>
                      <a:pt x="14" y="67"/>
                      <a:pt x="14" y="70"/>
                    </a:cubicBezTo>
                    <a:cubicBezTo>
                      <a:pt x="14" y="70"/>
                      <a:pt x="15" y="68"/>
                      <a:pt x="16" y="68"/>
                    </a:cubicBezTo>
                    <a:cubicBezTo>
                      <a:pt x="17" y="67"/>
                      <a:pt x="16" y="67"/>
                      <a:pt x="17" y="66"/>
                    </a:cubicBezTo>
                    <a:cubicBezTo>
                      <a:pt x="19" y="64"/>
                      <a:pt x="18" y="68"/>
                      <a:pt x="18" y="68"/>
                    </a:cubicBezTo>
                    <a:cubicBezTo>
                      <a:pt x="17" y="69"/>
                      <a:pt x="17" y="69"/>
                      <a:pt x="17" y="69"/>
                    </a:cubicBezTo>
                    <a:cubicBezTo>
                      <a:pt x="18" y="70"/>
                      <a:pt x="18" y="68"/>
                      <a:pt x="19" y="69"/>
                    </a:cubicBezTo>
                    <a:cubicBezTo>
                      <a:pt x="19" y="72"/>
                      <a:pt x="18" y="69"/>
                      <a:pt x="17" y="71"/>
                    </a:cubicBezTo>
                    <a:cubicBezTo>
                      <a:pt x="17" y="73"/>
                      <a:pt x="17" y="73"/>
                      <a:pt x="17" y="73"/>
                    </a:cubicBezTo>
                    <a:cubicBezTo>
                      <a:pt x="18" y="74"/>
                      <a:pt x="18" y="70"/>
                      <a:pt x="19" y="72"/>
                    </a:cubicBezTo>
                    <a:cubicBezTo>
                      <a:pt x="19" y="73"/>
                      <a:pt x="19" y="73"/>
                      <a:pt x="19" y="73"/>
                    </a:cubicBezTo>
                    <a:cubicBezTo>
                      <a:pt x="20" y="72"/>
                      <a:pt x="20" y="72"/>
                      <a:pt x="20" y="72"/>
                    </a:cubicBezTo>
                    <a:cubicBezTo>
                      <a:pt x="20" y="71"/>
                      <a:pt x="20" y="69"/>
                      <a:pt x="19" y="69"/>
                    </a:cubicBezTo>
                    <a:cubicBezTo>
                      <a:pt x="20" y="66"/>
                      <a:pt x="20" y="69"/>
                      <a:pt x="21" y="69"/>
                    </a:cubicBezTo>
                    <a:cubicBezTo>
                      <a:pt x="22" y="67"/>
                      <a:pt x="21" y="69"/>
                      <a:pt x="21" y="67"/>
                    </a:cubicBezTo>
                    <a:cubicBezTo>
                      <a:pt x="21" y="65"/>
                      <a:pt x="22" y="65"/>
                      <a:pt x="22" y="65"/>
                    </a:cubicBezTo>
                    <a:cubicBezTo>
                      <a:pt x="23" y="65"/>
                      <a:pt x="22" y="67"/>
                      <a:pt x="22" y="68"/>
                    </a:cubicBezTo>
                    <a:cubicBezTo>
                      <a:pt x="22" y="69"/>
                      <a:pt x="22" y="69"/>
                      <a:pt x="22" y="68"/>
                    </a:cubicBezTo>
                    <a:cubicBezTo>
                      <a:pt x="21" y="69"/>
                      <a:pt x="22" y="71"/>
                      <a:pt x="21" y="73"/>
                    </a:cubicBezTo>
                    <a:cubicBezTo>
                      <a:pt x="21" y="74"/>
                      <a:pt x="22" y="72"/>
                      <a:pt x="22" y="71"/>
                    </a:cubicBezTo>
                    <a:cubicBezTo>
                      <a:pt x="22" y="71"/>
                      <a:pt x="23" y="69"/>
                      <a:pt x="22" y="69"/>
                    </a:cubicBezTo>
                    <a:cubicBezTo>
                      <a:pt x="25" y="64"/>
                      <a:pt x="23" y="72"/>
                      <a:pt x="24" y="72"/>
                    </a:cubicBezTo>
                    <a:cubicBezTo>
                      <a:pt x="24" y="69"/>
                      <a:pt x="26" y="68"/>
                      <a:pt x="26" y="64"/>
                    </a:cubicBezTo>
                    <a:cubicBezTo>
                      <a:pt x="26" y="64"/>
                      <a:pt x="27" y="63"/>
                      <a:pt x="27" y="63"/>
                    </a:cubicBezTo>
                    <a:cubicBezTo>
                      <a:pt x="26" y="65"/>
                      <a:pt x="27" y="65"/>
                      <a:pt x="26" y="67"/>
                    </a:cubicBezTo>
                    <a:cubicBezTo>
                      <a:pt x="27" y="67"/>
                      <a:pt x="27" y="67"/>
                      <a:pt x="27" y="67"/>
                    </a:cubicBezTo>
                    <a:cubicBezTo>
                      <a:pt x="26" y="69"/>
                      <a:pt x="26" y="69"/>
                      <a:pt x="26" y="69"/>
                    </a:cubicBezTo>
                    <a:cubicBezTo>
                      <a:pt x="26" y="71"/>
                      <a:pt x="27" y="72"/>
                      <a:pt x="27" y="73"/>
                    </a:cubicBezTo>
                    <a:cubicBezTo>
                      <a:pt x="28" y="73"/>
                      <a:pt x="27" y="71"/>
                      <a:pt x="28" y="71"/>
                    </a:cubicBezTo>
                    <a:cubicBezTo>
                      <a:pt x="27" y="72"/>
                      <a:pt x="28" y="73"/>
                      <a:pt x="28" y="73"/>
                    </a:cubicBezTo>
                    <a:cubicBezTo>
                      <a:pt x="27" y="72"/>
                      <a:pt x="28" y="70"/>
                      <a:pt x="29" y="70"/>
                    </a:cubicBezTo>
                    <a:cubicBezTo>
                      <a:pt x="29" y="70"/>
                      <a:pt x="30" y="72"/>
                      <a:pt x="30" y="72"/>
                    </a:cubicBezTo>
                    <a:cubicBezTo>
                      <a:pt x="29" y="74"/>
                      <a:pt x="29" y="74"/>
                      <a:pt x="29" y="74"/>
                    </a:cubicBezTo>
                    <a:cubicBezTo>
                      <a:pt x="29" y="72"/>
                      <a:pt x="29" y="75"/>
                      <a:pt x="29" y="74"/>
                    </a:cubicBezTo>
                    <a:cubicBezTo>
                      <a:pt x="30" y="73"/>
                      <a:pt x="30" y="71"/>
                      <a:pt x="30" y="70"/>
                    </a:cubicBezTo>
                    <a:cubicBezTo>
                      <a:pt x="31" y="69"/>
                      <a:pt x="31" y="71"/>
                      <a:pt x="31" y="70"/>
                    </a:cubicBezTo>
                    <a:cubicBezTo>
                      <a:pt x="30" y="72"/>
                      <a:pt x="30" y="72"/>
                      <a:pt x="30" y="72"/>
                    </a:cubicBezTo>
                    <a:cubicBezTo>
                      <a:pt x="31" y="71"/>
                      <a:pt x="30" y="75"/>
                      <a:pt x="31" y="74"/>
                    </a:cubicBezTo>
                    <a:cubicBezTo>
                      <a:pt x="32" y="73"/>
                      <a:pt x="32" y="73"/>
                      <a:pt x="32" y="73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32" y="73"/>
                      <a:pt x="32" y="73"/>
                      <a:pt x="33" y="73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3" y="73"/>
                      <a:pt x="34" y="71"/>
                      <a:pt x="34" y="73"/>
                    </a:cubicBezTo>
                    <a:cubicBezTo>
                      <a:pt x="34" y="70"/>
                      <a:pt x="33" y="73"/>
                      <a:pt x="33" y="72"/>
                    </a:cubicBezTo>
                    <a:cubicBezTo>
                      <a:pt x="33" y="70"/>
                      <a:pt x="34" y="70"/>
                      <a:pt x="34" y="70"/>
                    </a:cubicBezTo>
                    <a:cubicBezTo>
                      <a:pt x="34" y="72"/>
                      <a:pt x="35" y="70"/>
                      <a:pt x="35" y="70"/>
                    </a:cubicBezTo>
                    <a:cubicBezTo>
                      <a:pt x="35" y="71"/>
                      <a:pt x="35" y="72"/>
                      <a:pt x="36" y="72"/>
                    </a:cubicBezTo>
                    <a:cubicBezTo>
                      <a:pt x="36" y="70"/>
                      <a:pt x="36" y="70"/>
                      <a:pt x="36" y="70"/>
                    </a:cubicBezTo>
                    <a:cubicBezTo>
                      <a:pt x="36" y="74"/>
                      <a:pt x="37" y="70"/>
                      <a:pt x="37" y="71"/>
                    </a:cubicBezTo>
                    <a:cubicBezTo>
                      <a:pt x="37" y="72"/>
                      <a:pt x="37" y="73"/>
                      <a:pt x="37" y="74"/>
                    </a:cubicBezTo>
                    <a:cubicBezTo>
                      <a:pt x="37" y="71"/>
                      <a:pt x="38" y="70"/>
                      <a:pt x="38" y="69"/>
                    </a:cubicBezTo>
                    <a:cubicBezTo>
                      <a:pt x="39" y="70"/>
                      <a:pt x="38" y="72"/>
                      <a:pt x="38" y="74"/>
                    </a:cubicBezTo>
                    <a:cubicBezTo>
                      <a:pt x="38" y="72"/>
                      <a:pt x="39" y="75"/>
                      <a:pt x="39" y="73"/>
                    </a:cubicBezTo>
                    <a:cubicBezTo>
                      <a:pt x="39" y="72"/>
                      <a:pt x="39" y="71"/>
                      <a:pt x="39" y="70"/>
                    </a:cubicBezTo>
                    <a:cubicBezTo>
                      <a:pt x="40" y="70"/>
                      <a:pt x="39" y="71"/>
                      <a:pt x="40" y="72"/>
                    </a:cubicBezTo>
                    <a:cubicBezTo>
                      <a:pt x="40" y="72"/>
                      <a:pt x="41" y="69"/>
                      <a:pt x="40" y="69"/>
                    </a:cubicBezTo>
                    <a:cubicBezTo>
                      <a:pt x="41" y="69"/>
                      <a:pt x="41" y="67"/>
                      <a:pt x="42" y="68"/>
                    </a:cubicBezTo>
                    <a:cubicBezTo>
                      <a:pt x="42" y="70"/>
                      <a:pt x="41" y="69"/>
                      <a:pt x="41" y="70"/>
                    </a:cubicBezTo>
                    <a:cubicBezTo>
                      <a:pt x="42" y="70"/>
                      <a:pt x="41" y="66"/>
                      <a:pt x="42" y="66"/>
                    </a:cubicBezTo>
                    <a:cubicBezTo>
                      <a:pt x="42" y="65"/>
                      <a:pt x="42" y="62"/>
                      <a:pt x="43" y="61"/>
                    </a:cubicBezTo>
                    <a:cubicBezTo>
                      <a:pt x="44" y="62"/>
                      <a:pt x="42" y="62"/>
                      <a:pt x="43" y="64"/>
                    </a:cubicBezTo>
                    <a:cubicBezTo>
                      <a:pt x="43" y="64"/>
                      <a:pt x="43" y="64"/>
                      <a:pt x="43" y="64"/>
                    </a:cubicBezTo>
                    <a:cubicBezTo>
                      <a:pt x="44" y="67"/>
                      <a:pt x="42" y="68"/>
                      <a:pt x="43" y="71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3" y="71"/>
                      <a:pt x="44" y="72"/>
                      <a:pt x="44" y="72"/>
                    </a:cubicBezTo>
                    <a:cubicBezTo>
                      <a:pt x="44" y="70"/>
                      <a:pt x="44" y="72"/>
                      <a:pt x="44" y="71"/>
                    </a:cubicBezTo>
                    <a:cubicBezTo>
                      <a:pt x="44" y="71"/>
                      <a:pt x="45" y="68"/>
                      <a:pt x="45" y="69"/>
                    </a:cubicBezTo>
                    <a:cubicBezTo>
                      <a:pt x="45" y="70"/>
                      <a:pt x="46" y="71"/>
                      <a:pt x="45" y="72"/>
                    </a:cubicBezTo>
                    <a:cubicBezTo>
                      <a:pt x="46" y="73"/>
                      <a:pt x="45" y="70"/>
                      <a:pt x="46" y="71"/>
                    </a:cubicBezTo>
                    <a:cubicBezTo>
                      <a:pt x="46" y="72"/>
                      <a:pt x="46" y="72"/>
                      <a:pt x="46" y="72"/>
                    </a:cubicBezTo>
                    <a:cubicBezTo>
                      <a:pt x="48" y="72"/>
                      <a:pt x="50" y="72"/>
                      <a:pt x="52" y="68"/>
                    </a:cubicBezTo>
                    <a:cubicBezTo>
                      <a:pt x="52" y="70"/>
                      <a:pt x="53" y="70"/>
                      <a:pt x="54" y="71"/>
                    </a:cubicBezTo>
                    <a:cubicBezTo>
                      <a:pt x="53" y="70"/>
                      <a:pt x="54" y="69"/>
                      <a:pt x="54" y="69"/>
                    </a:cubicBezTo>
                    <a:cubicBezTo>
                      <a:pt x="55" y="71"/>
                      <a:pt x="55" y="71"/>
                      <a:pt x="55" y="71"/>
                    </a:cubicBezTo>
                    <a:cubicBezTo>
                      <a:pt x="56" y="72"/>
                      <a:pt x="56" y="70"/>
                      <a:pt x="57" y="69"/>
                    </a:cubicBezTo>
                    <a:cubicBezTo>
                      <a:pt x="57" y="70"/>
                      <a:pt x="57" y="70"/>
                      <a:pt x="57" y="70"/>
                    </a:cubicBezTo>
                    <a:cubicBezTo>
                      <a:pt x="58" y="71"/>
                      <a:pt x="57" y="69"/>
                      <a:pt x="58" y="69"/>
                    </a:cubicBezTo>
                    <a:cubicBezTo>
                      <a:pt x="58" y="70"/>
                      <a:pt x="58" y="70"/>
                      <a:pt x="58" y="70"/>
                    </a:cubicBezTo>
                    <a:cubicBezTo>
                      <a:pt x="58" y="69"/>
                      <a:pt x="58" y="69"/>
                      <a:pt x="58" y="69"/>
                    </a:cubicBezTo>
                    <a:cubicBezTo>
                      <a:pt x="59" y="68"/>
                      <a:pt x="59" y="68"/>
                      <a:pt x="59" y="70"/>
                    </a:cubicBezTo>
                    <a:cubicBezTo>
                      <a:pt x="60" y="70"/>
                      <a:pt x="60" y="69"/>
                      <a:pt x="59" y="69"/>
                    </a:cubicBezTo>
                    <a:cubicBezTo>
                      <a:pt x="60" y="70"/>
                      <a:pt x="61" y="70"/>
                      <a:pt x="62" y="69"/>
                    </a:cubicBezTo>
                    <a:cubicBezTo>
                      <a:pt x="62" y="68"/>
                      <a:pt x="62" y="68"/>
                      <a:pt x="62" y="66"/>
                    </a:cubicBezTo>
                    <a:cubicBezTo>
                      <a:pt x="61" y="64"/>
                      <a:pt x="62" y="67"/>
                      <a:pt x="62" y="65"/>
                    </a:cubicBezTo>
                    <a:cubicBezTo>
                      <a:pt x="62" y="66"/>
                      <a:pt x="63" y="67"/>
                      <a:pt x="62" y="68"/>
                    </a:cubicBezTo>
                    <a:cubicBezTo>
                      <a:pt x="64" y="71"/>
                      <a:pt x="65" y="68"/>
                      <a:pt x="67" y="68"/>
                    </a:cubicBezTo>
                    <a:cubicBezTo>
                      <a:pt x="67" y="67"/>
                      <a:pt x="67" y="67"/>
                      <a:pt x="67" y="67"/>
                    </a:cubicBezTo>
                    <a:cubicBezTo>
                      <a:pt x="68" y="69"/>
                      <a:pt x="69" y="67"/>
                      <a:pt x="70" y="67"/>
                    </a:cubicBezTo>
                    <a:cubicBezTo>
                      <a:pt x="70" y="66"/>
                      <a:pt x="70" y="64"/>
                      <a:pt x="71" y="64"/>
                    </a:cubicBezTo>
                    <a:cubicBezTo>
                      <a:pt x="71" y="61"/>
                      <a:pt x="71" y="66"/>
                      <a:pt x="72" y="67"/>
                    </a:cubicBezTo>
                    <a:cubicBezTo>
                      <a:pt x="72" y="66"/>
                      <a:pt x="73" y="66"/>
                      <a:pt x="73" y="66"/>
                    </a:cubicBezTo>
                    <a:cubicBezTo>
                      <a:pt x="73" y="66"/>
                      <a:pt x="73" y="66"/>
                      <a:pt x="73" y="66"/>
                    </a:cubicBezTo>
                    <a:cubicBezTo>
                      <a:pt x="73" y="65"/>
                      <a:pt x="73" y="65"/>
                      <a:pt x="74" y="65"/>
                    </a:cubicBezTo>
                    <a:cubicBezTo>
                      <a:pt x="74" y="66"/>
                      <a:pt x="74" y="66"/>
                      <a:pt x="74" y="66"/>
                    </a:cubicBezTo>
                    <a:cubicBezTo>
                      <a:pt x="74" y="66"/>
                      <a:pt x="75" y="67"/>
                      <a:pt x="75" y="67"/>
                    </a:cubicBezTo>
                    <a:cubicBezTo>
                      <a:pt x="75" y="65"/>
                      <a:pt x="76" y="66"/>
                      <a:pt x="76" y="64"/>
                    </a:cubicBezTo>
                    <a:cubicBezTo>
                      <a:pt x="76" y="65"/>
                      <a:pt x="76" y="65"/>
                      <a:pt x="76" y="65"/>
                    </a:cubicBezTo>
                    <a:cubicBezTo>
                      <a:pt x="76" y="63"/>
                      <a:pt x="76" y="63"/>
                      <a:pt x="76" y="63"/>
                    </a:cubicBezTo>
                    <a:cubicBezTo>
                      <a:pt x="77" y="64"/>
                      <a:pt x="77" y="64"/>
                      <a:pt x="77" y="64"/>
                    </a:cubicBezTo>
                    <a:cubicBezTo>
                      <a:pt x="77" y="66"/>
                      <a:pt x="77" y="66"/>
                      <a:pt x="77" y="66"/>
                    </a:cubicBezTo>
                    <a:cubicBezTo>
                      <a:pt x="78" y="67"/>
                      <a:pt x="77" y="64"/>
                      <a:pt x="77" y="63"/>
                    </a:cubicBezTo>
                    <a:cubicBezTo>
                      <a:pt x="77" y="62"/>
                      <a:pt x="78" y="64"/>
                      <a:pt x="78" y="64"/>
                    </a:cubicBezTo>
                    <a:cubicBezTo>
                      <a:pt x="78" y="65"/>
                      <a:pt x="78" y="64"/>
                      <a:pt x="77" y="64"/>
                    </a:cubicBezTo>
                    <a:cubicBezTo>
                      <a:pt x="77" y="66"/>
                      <a:pt x="78" y="65"/>
                      <a:pt x="78" y="66"/>
                    </a:cubicBezTo>
                    <a:cubicBezTo>
                      <a:pt x="78" y="66"/>
                      <a:pt x="78" y="64"/>
                      <a:pt x="78" y="64"/>
                    </a:cubicBezTo>
                    <a:cubicBezTo>
                      <a:pt x="79" y="64"/>
                      <a:pt x="79" y="64"/>
                      <a:pt x="80" y="65"/>
                    </a:cubicBezTo>
                    <a:cubicBezTo>
                      <a:pt x="80" y="64"/>
                      <a:pt x="80" y="65"/>
                      <a:pt x="80" y="64"/>
                    </a:cubicBezTo>
                    <a:cubicBezTo>
                      <a:pt x="80" y="64"/>
                      <a:pt x="79" y="63"/>
                      <a:pt x="79" y="62"/>
                    </a:cubicBezTo>
                    <a:cubicBezTo>
                      <a:pt x="79" y="62"/>
                      <a:pt x="80" y="61"/>
                      <a:pt x="80" y="62"/>
                    </a:cubicBezTo>
                    <a:cubicBezTo>
                      <a:pt x="80" y="63"/>
                      <a:pt x="80" y="63"/>
                      <a:pt x="80" y="63"/>
                    </a:cubicBezTo>
                    <a:cubicBezTo>
                      <a:pt x="80" y="62"/>
                      <a:pt x="81" y="62"/>
                      <a:pt x="80" y="61"/>
                    </a:cubicBezTo>
                    <a:cubicBezTo>
                      <a:pt x="81" y="63"/>
                      <a:pt x="81" y="63"/>
                      <a:pt x="81" y="63"/>
                    </a:cubicBezTo>
                    <a:cubicBezTo>
                      <a:pt x="81" y="62"/>
                      <a:pt x="81" y="62"/>
                      <a:pt x="82" y="61"/>
                    </a:cubicBezTo>
                    <a:cubicBezTo>
                      <a:pt x="82" y="63"/>
                      <a:pt x="82" y="65"/>
                      <a:pt x="83" y="65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4" y="63"/>
                      <a:pt x="84" y="64"/>
                      <a:pt x="84" y="65"/>
                    </a:cubicBezTo>
                    <a:cubicBezTo>
                      <a:pt x="85" y="65"/>
                      <a:pt x="84" y="60"/>
                      <a:pt x="85" y="61"/>
                    </a:cubicBezTo>
                    <a:cubicBezTo>
                      <a:pt x="85" y="63"/>
                      <a:pt x="86" y="63"/>
                      <a:pt x="86" y="64"/>
                    </a:cubicBezTo>
                    <a:cubicBezTo>
                      <a:pt x="86" y="63"/>
                      <a:pt x="86" y="63"/>
                      <a:pt x="86" y="62"/>
                    </a:cubicBezTo>
                    <a:cubicBezTo>
                      <a:pt x="86" y="62"/>
                      <a:pt x="86" y="64"/>
                      <a:pt x="86" y="63"/>
                    </a:cubicBezTo>
                    <a:cubicBezTo>
                      <a:pt x="85" y="61"/>
                      <a:pt x="86" y="62"/>
                      <a:pt x="86" y="61"/>
                    </a:cubicBezTo>
                    <a:cubicBezTo>
                      <a:pt x="88" y="65"/>
                      <a:pt x="89" y="62"/>
                      <a:pt x="91" y="64"/>
                    </a:cubicBezTo>
                    <a:cubicBezTo>
                      <a:pt x="90" y="61"/>
                      <a:pt x="91" y="63"/>
                      <a:pt x="91" y="62"/>
                    </a:cubicBezTo>
                    <a:cubicBezTo>
                      <a:pt x="92" y="64"/>
                      <a:pt x="92" y="61"/>
                      <a:pt x="93" y="63"/>
                    </a:cubicBezTo>
                    <a:cubicBezTo>
                      <a:pt x="92" y="60"/>
                      <a:pt x="92" y="60"/>
                      <a:pt x="92" y="60"/>
                    </a:cubicBezTo>
                    <a:cubicBezTo>
                      <a:pt x="93" y="61"/>
                      <a:pt x="92" y="56"/>
                      <a:pt x="94" y="59"/>
                    </a:cubicBezTo>
                    <a:cubicBezTo>
                      <a:pt x="94" y="60"/>
                      <a:pt x="94" y="61"/>
                      <a:pt x="94" y="61"/>
                    </a:cubicBezTo>
                    <a:cubicBezTo>
                      <a:pt x="95" y="64"/>
                      <a:pt x="95" y="59"/>
                      <a:pt x="96" y="62"/>
                    </a:cubicBezTo>
                    <a:cubicBezTo>
                      <a:pt x="96" y="61"/>
                      <a:pt x="95" y="59"/>
                      <a:pt x="96" y="58"/>
                    </a:cubicBezTo>
                    <a:cubicBezTo>
                      <a:pt x="96" y="59"/>
                      <a:pt x="98" y="60"/>
                      <a:pt x="98" y="60"/>
                    </a:cubicBezTo>
                    <a:cubicBezTo>
                      <a:pt x="98" y="60"/>
                      <a:pt x="98" y="59"/>
                      <a:pt x="98" y="60"/>
                    </a:cubicBezTo>
                    <a:cubicBezTo>
                      <a:pt x="99" y="61"/>
                      <a:pt x="98" y="61"/>
                      <a:pt x="98" y="61"/>
                    </a:cubicBezTo>
                    <a:cubicBezTo>
                      <a:pt x="99" y="62"/>
                      <a:pt x="99" y="60"/>
                      <a:pt x="100" y="59"/>
                    </a:cubicBezTo>
                    <a:cubicBezTo>
                      <a:pt x="101" y="61"/>
                      <a:pt x="101" y="60"/>
                      <a:pt x="102" y="61"/>
                    </a:cubicBezTo>
                    <a:cubicBezTo>
                      <a:pt x="102" y="58"/>
                      <a:pt x="104" y="61"/>
                      <a:pt x="103" y="58"/>
                    </a:cubicBezTo>
                    <a:cubicBezTo>
                      <a:pt x="103" y="59"/>
                      <a:pt x="103" y="59"/>
                      <a:pt x="103" y="59"/>
                    </a:cubicBezTo>
                    <a:cubicBezTo>
                      <a:pt x="104" y="58"/>
                      <a:pt x="103" y="56"/>
                      <a:pt x="104" y="56"/>
                    </a:cubicBezTo>
                    <a:cubicBezTo>
                      <a:pt x="104" y="58"/>
                      <a:pt x="104" y="58"/>
                      <a:pt x="104" y="58"/>
                    </a:cubicBezTo>
                    <a:cubicBezTo>
                      <a:pt x="105" y="61"/>
                      <a:pt x="105" y="58"/>
                      <a:pt x="105" y="59"/>
                    </a:cubicBezTo>
                    <a:cubicBezTo>
                      <a:pt x="105" y="58"/>
                      <a:pt x="106" y="59"/>
                      <a:pt x="106" y="58"/>
                    </a:cubicBezTo>
                    <a:cubicBezTo>
                      <a:pt x="106" y="57"/>
                      <a:pt x="106" y="57"/>
                      <a:pt x="106" y="57"/>
                    </a:cubicBezTo>
                    <a:cubicBezTo>
                      <a:pt x="106" y="56"/>
                      <a:pt x="106" y="56"/>
                      <a:pt x="106" y="56"/>
                    </a:cubicBezTo>
                    <a:cubicBezTo>
                      <a:pt x="107" y="55"/>
                      <a:pt x="107" y="58"/>
                      <a:pt x="107" y="58"/>
                    </a:cubicBezTo>
                    <a:cubicBezTo>
                      <a:pt x="107" y="59"/>
                      <a:pt x="108" y="58"/>
                      <a:pt x="108" y="57"/>
                    </a:cubicBezTo>
                    <a:cubicBezTo>
                      <a:pt x="108" y="57"/>
                      <a:pt x="108" y="57"/>
                      <a:pt x="108" y="57"/>
                    </a:cubicBezTo>
                    <a:cubicBezTo>
                      <a:pt x="108" y="57"/>
                      <a:pt x="108" y="57"/>
                      <a:pt x="108" y="57"/>
                    </a:cubicBezTo>
                    <a:cubicBezTo>
                      <a:pt x="108" y="57"/>
                      <a:pt x="108" y="57"/>
                      <a:pt x="108" y="57"/>
                    </a:cubicBezTo>
                    <a:cubicBezTo>
                      <a:pt x="108" y="57"/>
                      <a:pt x="108" y="57"/>
                      <a:pt x="108" y="57"/>
                    </a:cubicBezTo>
                    <a:cubicBezTo>
                      <a:pt x="108" y="57"/>
                      <a:pt x="108" y="57"/>
                      <a:pt x="108" y="57"/>
                    </a:cubicBezTo>
                    <a:cubicBezTo>
                      <a:pt x="108" y="57"/>
                      <a:pt x="108" y="57"/>
                      <a:pt x="109" y="57"/>
                    </a:cubicBezTo>
                    <a:cubicBezTo>
                      <a:pt x="109" y="57"/>
                      <a:pt x="109" y="57"/>
                      <a:pt x="109" y="57"/>
                    </a:cubicBezTo>
                    <a:cubicBezTo>
                      <a:pt x="109" y="57"/>
                      <a:pt x="109" y="57"/>
                      <a:pt x="109" y="58"/>
                    </a:cubicBezTo>
                    <a:cubicBezTo>
                      <a:pt x="109" y="59"/>
                      <a:pt x="109" y="59"/>
                      <a:pt x="109" y="59"/>
                    </a:cubicBezTo>
                    <a:cubicBezTo>
                      <a:pt x="110" y="59"/>
                      <a:pt x="110" y="57"/>
                      <a:pt x="110" y="57"/>
                    </a:cubicBezTo>
                    <a:cubicBezTo>
                      <a:pt x="111" y="58"/>
                      <a:pt x="113" y="56"/>
                      <a:pt x="113" y="55"/>
                    </a:cubicBezTo>
                    <a:cubicBezTo>
                      <a:pt x="113" y="55"/>
                      <a:pt x="113" y="56"/>
                      <a:pt x="113" y="55"/>
                    </a:cubicBezTo>
                    <a:cubicBezTo>
                      <a:pt x="114" y="55"/>
                      <a:pt x="114" y="53"/>
                      <a:pt x="114" y="54"/>
                    </a:cubicBezTo>
                    <a:cubicBezTo>
                      <a:pt x="114" y="54"/>
                      <a:pt x="115" y="55"/>
                      <a:pt x="115" y="55"/>
                    </a:cubicBezTo>
                    <a:cubicBezTo>
                      <a:pt x="115" y="56"/>
                      <a:pt x="115" y="54"/>
                      <a:pt x="115" y="54"/>
                    </a:cubicBezTo>
                    <a:cubicBezTo>
                      <a:pt x="116" y="56"/>
                      <a:pt x="116" y="52"/>
                      <a:pt x="118" y="53"/>
                    </a:cubicBezTo>
                    <a:cubicBezTo>
                      <a:pt x="118" y="53"/>
                      <a:pt x="118" y="54"/>
                      <a:pt x="118" y="55"/>
                    </a:cubicBezTo>
                    <a:cubicBezTo>
                      <a:pt x="119" y="54"/>
                      <a:pt x="119" y="53"/>
                      <a:pt x="120" y="51"/>
                    </a:cubicBezTo>
                    <a:cubicBezTo>
                      <a:pt x="120" y="53"/>
                      <a:pt x="120" y="53"/>
                      <a:pt x="120" y="53"/>
                    </a:cubicBezTo>
                    <a:cubicBezTo>
                      <a:pt x="120" y="52"/>
                      <a:pt x="121" y="52"/>
                      <a:pt x="121" y="51"/>
                    </a:cubicBezTo>
                    <a:cubicBezTo>
                      <a:pt x="120" y="50"/>
                      <a:pt x="120" y="48"/>
                      <a:pt x="121" y="49"/>
                    </a:cubicBezTo>
                    <a:cubicBezTo>
                      <a:pt x="121" y="49"/>
                      <a:pt x="121" y="49"/>
                      <a:pt x="121" y="49"/>
                    </a:cubicBezTo>
                    <a:cubicBezTo>
                      <a:pt x="122" y="48"/>
                      <a:pt x="122" y="48"/>
                      <a:pt x="122" y="48"/>
                    </a:cubicBezTo>
                    <a:cubicBezTo>
                      <a:pt x="122" y="48"/>
                      <a:pt x="122" y="48"/>
                      <a:pt x="122" y="49"/>
                    </a:cubicBezTo>
                    <a:cubicBezTo>
                      <a:pt x="123" y="51"/>
                      <a:pt x="124" y="50"/>
                      <a:pt x="124" y="50"/>
                    </a:cubicBezTo>
                    <a:cubicBezTo>
                      <a:pt x="124" y="49"/>
                      <a:pt x="124" y="49"/>
                      <a:pt x="124" y="49"/>
                    </a:cubicBezTo>
                    <a:cubicBezTo>
                      <a:pt x="124" y="48"/>
                      <a:pt x="125" y="50"/>
                      <a:pt x="125" y="50"/>
                    </a:cubicBezTo>
                    <a:cubicBezTo>
                      <a:pt x="125" y="45"/>
                      <a:pt x="125" y="45"/>
                      <a:pt x="125" y="45"/>
                    </a:cubicBezTo>
                    <a:cubicBezTo>
                      <a:pt x="125" y="45"/>
                      <a:pt x="126" y="47"/>
                      <a:pt x="126" y="48"/>
                    </a:cubicBezTo>
                    <a:cubicBezTo>
                      <a:pt x="127" y="47"/>
                      <a:pt x="126" y="44"/>
                      <a:pt x="126" y="42"/>
                    </a:cubicBezTo>
                    <a:cubicBezTo>
                      <a:pt x="127" y="43"/>
                      <a:pt x="127" y="41"/>
                      <a:pt x="127" y="41"/>
                    </a:cubicBezTo>
                    <a:cubicBezTo>
                      <a:pt x="128" y="42"/>
                      <a:pt x="127" y="41"/>
                      <a:pt x="127" y="42"/>
                    </a:cubicBezTo>
                    <a:cubicBezTo>
                      <a:pt x="128" y="43"/>
                      <a:pt x="128" y="43"/>
                      <a:pt x="128" y="43"/>
                    </a:cubicBezTo>
                    <a:cubicBezTo>
                      <a:pt x="128" y="44"/>
                      <a:pt x="129" y="46"/>
                      <a:pt x="129" y="47"/>
                    </a:cubicBezTo>
                    <a:cubicBezTo>
                      <a:pt x="129" y="46"/>
                      <a:pt x="131" y="46"/>
                      <a:pt x="132" y="46"/>
                    </a:cubicBezTo>
                    <a:cubicBezTo>
                      <a:pt x="130" y="44"/>
                      <a:pt x="132" y="45"/>
                      <a:pt x="132" y="42"/>
                    </a:cubicBezTo>
                    <a:cubicBezTo>
                      <a:pt x="132" y="41"/>
                      <a:pt x="133" y="44"/>
                      <a:pt x="133" y="44"/>
                    </a:cubicBezTo>
                    <a:cubicBezTo>
                      <a:pt x="134" y="43"/>
                      <a:pt x="135" y="44"/>
                      <a:pt x="136" y="43"/>
                    </a:cubicBezTo>
                    <a:cubicBezTo>
                      <a:pt x="136" y="43"/>
                      <a:pt x="136" y="43"/>
                      <a:pt x="136" y="43"/>
                    </a:cubicBezTo>
                    <a:cubicBezTo>
                      <a:pt x="136" y="42"/>
                      <a:pt x="138" y="43"/>
                      <a:pt x="138" y="40"/>
                    </a:cubicBezTo>
                    <a:cubicBezTo>
                      <a:pt x="138" y="42"/>
                      <a:pt x="138" y="42"/>
                      <a:pt x="138" y="42"/>
                    </a:cubicBezTo>
                    <a:cubicBezTo>
                      <a:pt x="139" y="42"/>
                      <a:pt x="137" y="39"/>
                      <a:pt x="139" y="40"/>
                    </a:cubicBezTo>
                    <a:cubicBezTo>
                      <a:pt x="139" y="41"/>
                      <a:pt x="139" y="41"/>
                      <a:pt x="139" y="41"/>
                    </a:cubicBezTo>
                    <a:cubicBezTo>
                      <a:pt x="139" y="40"/>
                      <a:pt x="140" y="42"/>
                      <a:pt x="140" y="39"/>
                    </a:cubicBezTo>
                    <a:cubicBezTo>
                      <a:pt x="141" y="41"/>
                      <a:pt x="141" y="41"/>
                      <a:pt x="141" y="41"/>
                    </a:cubicBezTo>
                    <a:cubicBezTo>
                      <a:pt x="141" y="40"/>
                      <a:pt x="142" y="40"/>
                      <a:pt x="142" y="38"/>
                    </a:cubicBezTo>
                    <a:cubicBezTo>
                      <a:pt x="142" y="40"/>
                      <a:pt x="142" y="40"/>
                      <a:pt x="142" y="40"/>
                    </a:cubicBezTo>
                    <a:cubicBezTo>
                      <a:pt x="143" y="41"/>
                      <a:pt x="142" y="38"/>
                      <a:pt x="143" y="38"/>
                    </a:cubicBezTo>
                    <a:cubicBezTo>
                      <a:pt x="143" y="38"/>
                      <a:pt x="144" y="39"/>
                      <a:pt x="144" y="39"/>
                    </a:cubicBezTo>
                    <a:cubicBezTo>
                      <a:pt x="143" y="38"/>
                      <a:pt x="144" y="38"/>
                      <a:pt x="144" y="37"/>
                    </a:cubicBezTo>
                    <a:cubicBezTo>
                      <a:pt x="146" y="39"/>
                      <a:pt x="146" y="39"/>
                      <a:pt x="146" y="39"/>
                    </a:cubicBezTo>
                    <a:cubicBezTo>
                      <a:pt x="149" y="37"/>
                      <a:pt x="152" y="36"/>
                      <a:pt x="154" y="33"/>
                    </a:cubicBezTo>
                    <a:cubicBezTo>
                      <a:pt x="156" y="35"/>
                      <a:pt x="154" y="35"/>
                      <a:pt x="155" y="36"/>
                    </a:cubicBezTo>
                    <a:cubicBezTo>
                      <a:pt x="154" y="34"/>
                      <a:pt x="155" y="35"/>
                      <a:pt x="156" y="34"/>
                    </a:cubicBezTo>
                    <a:cubicBezTo>
                      <a:pt x="156" y="34"/>
                      <a:pt x="156" y="34"/>
                      <a:pt x="156" y="34"/>
                    </a:cubicBezTo>
                    <a:cubicBezTo>
                      <a:pt x="156" y="34"/>
                      <a:pt x="157" y="35"/>
                      <a:pt x="157" y="34"/>
                    </a:cubicBezTo>
                    <a:cubicBezTo>
                      <a:pt x="157" y="34"/>
                      <a:pt x="157" y="34"/>
                      <a:pt x="157" y="34"/>
                    </a:cubicBezTo>
                    <a:cubicBezTo>
                      <a:pt x="157" y="32"/>
                      <a:pt x="159" y="36"/>
                      <a:pt x="158" y="33"/>
                    </a:cubicBezTo>
                    <a:cubicBezTo>
                      <a:pt x="159" y="34"/>
                      <a:pt x="159" y="34"/>
                      <a:pt x="159" y="34"/>
                    </a:cubicBezTo>
                    <a:cubicBezTo>
                      <a:pt x="158" y="32"/>
                      <a:pt x="160" y="35"/>
                      <a:pt x="160" y="33"/>
                    </a:cubicBezTo>
                    <a:cubicBezTo>
                      <a:pt x="160" y="33"/>
                      <a:pt x="160" y="33"/>
                      <a:pt x="160" y="33"/>
                    </a:cubicBezTo>
                    <a:cubicBezTo>
                      <a:pt x="161" y="34"/>
                      <a:pt x="160" y="30"/>
                      <a:pt x="161" y="32"/>
                    </a:cubicBezTo>
                    <a:cubicBezTo>
                      <a:pt x="162" y="31"/>
                      <a:pt x="162" y="30"/>
                      <a:pt x="161" y="28"/>
                    </a:cubicBezTo>
                    <a:cubicBezTo>
                      <a:pt x="162" y="30"/>
                      <a:pt x="162" y="30"/>
                      <a:pt x="162" y="30"/>
                    </a:cubicBezTo>
                    <a:cubicBezTo>
                      <a:pt x="164" y="28"/>
                      <a:pt x="167" y="27"/>
                      <a:pt x="167" y="24"/>
                    </a:cubicBezTo>
                    <a:cubicBezTo>
                      <a:pt x="168" y="25"/>
                      <a:pt x="168" y="25"/>
                      <a:pt x="168" y="25"/>
                    </a:cubicBezTo>
                    <a:cubicBezTo>
                      <a:pt x="167" y="22"/>
                      <a:pt x="171" y="25"/>
                      <a:pt x="170" y="21"/>
                    </a:cubicBezTo>
                    <a:cubicBezTo>
                      <a:pt x="169" y="19"/>
                      <a:pt x="169" y="19"/>
                      <a:pt x="169" y="19"/>
                    </a:cubicBezTo>
                    <a:cubicBezTo>
                      <a:pt x="171" y="21"/>
                      <a:pt x="171" y="21"/>
                      <a:pt x="171" y="21"/>
                    </a:cubicBezTo>
                    <a:cubicBezTo>
                      <a:pt x="170" y="20"/>
                      <a:pt x="172" y="20"/>
                      <a:pt x="171" y="19"/>
                    </a:cubicBezTo>
                    <a:cubicBezTo>
                      <a:pt x="171" y="19"/>
                      <a:pt x="171" y="19"/>
                      <a:pt x="172" y="20"/>
                    </a:cubicBezTo>
                    <a:cubicBezTo>
                      <a:pt x="172" y="20"/>
                      <a:pt x="171" y="17"/>
                      <a:pt x="172" y="17"/>
                    </a:cubicBezTo>
                    <a:cubicBezTo>
                      <a:pt x="173" y="18"/>
                      <a:pt x="173" y="18"/>
                      <a:pt x="173" y="18"/>
                    </a:cubicBezTo>
                    <a:cubicBezTo>
                      <a:pt x="177" y="19"/>
                      <a:pt x="182" y="18"/>
                      <a:pt x="181" y="13"/>
                    </a:cubicBezTo>
                    <a:cubicBezTo>
                      <a:pt x="181" y="12"/>
                      <a:pt x="183" y="14"/>
                      <a:pt x="183" y="14"/>
                    </a:cubicBezTo>
                    <a:cubicBezTo>
                      <a:pt x="182" y="10"/>
                      <a:pt x="188" y="11"/>
                      <a:pt x="186" y="6"/>
                    </a:cubicBezTo>
                    <a:cubicBezTo>
                      <a:pt x="186" y="4"/>
                      <a:pt x="182" y="0"/>
                      <a:pt x="182" y="0"/>
                    </a:cubicBezTo>
                    <a:cubicBezTo>
                      <a:pt x="180" y="4"/>
                      <a:pt x="176" y="5"/>
                      <a:pt x="171" y="6"/>
                    </a:cubicBezTo>
                    <a:cubicBezTo>
                      <a:pt x="171" y="7"/>
                      <a:pt x="170" y="9"/>
                      <a:pt x="169" y="9"/>
                    </a:cubicBezTo>
                    <a:cubicBezTo>
                      <a:pt x="165" y="12"/>
                      <a:pt x="158" y="11"/>
                      <a:pt x="154" y="16"/>
                    </a:cubicBezTo>
                    <a:cubicBezTo>
                      <a:pt x="155" y="16"/>
                      <a:pt x="155" y="18"/>
                      <a:pt x="155" y="18"/>
                    </a:cubicBezTo>
                    <a:cubicBezTo>
                      <a:pt x="155" y="18"/>
                      <a:pt x="155" y="18"/>
                      <a:pt x="155" y="18"/>
                    </a:cubicBezTo>
                    <a:cubicBezTo>
                      <a:pt x="155" y="19"/>
                      <a:pt x="155" y="19"/>
                      <a:pt x="155" y="19"/>
                    </a:cubicBezTo>
                    <a:cubicBezTo>
                      <a:pt x="155" y="19"/>
                      <a:pt x="154" y="18"/>
                      <a:pt x="154" y="17"/>
                    </a:cubicBezTo>
                    <a:cubicBezTo>
                      <a:pt x="153" y="19"/>
                      <a:pt x="151" y="20"/>
                      <a:pt x="149" y="20"/>
                    </a:cubicBezTo>
                    <a:cubicBezTo>
                      <a:pt x="150" y="22"/>
                      <a:pt x="148" y="21"/>
                      <a:pt x="149" y="23"/>
                    </a:cubicBezTo>
                    <a:cubicBezTo>
                      <a:pt x="148" y="22"/>
                      <a:pt x="148" y="22"/>
                      <a:pt x="148" y="22"/>
                    </a:cubicBezTo>
                    <a:cubicBezTo>
                      <a:pt x="147" y="24"/>
                      <a:pt x="147" y="24"/>
                      <a:pt x="145" y="22"/>
                    </a:cubicBezTo>
                    <a:cubicBezTo>
                      <a:pt x="139" y="23"/>
                      <a:pt x="134" y="27"/>
                      <a:pt x="128" y="28"/>
                    </a:cubicBezTo>
                    <a:cubicBezTo>
                      <a:pt x="123" y="30"/>
                      <a:pt x="118" y="35"/>
                      <a:pt x="112" y="37"/>
                    </a:cubicBezTo>
                    <a:cubicBezTo>
                      <a:pt x="112" y="40"/>
                      <a:pt x="110" y="39"/>
                      <a:pt x="110" y="42"/>
                    </a:cubicBezTo>
                    <a:cubicBezTo>
                      <a:pt x="110" y="41"/>
                      <a:pt x="110" y="41"/>
                      <a:pt x="110" y="41"/>
                    </a:cubicBezTo>
                    <a:cubicBezTo>
                      <a:pt x="109" y="43"/>
                      <a:pt x="109" y="41"/>
                      <a:pt x="107" y="40"/>
                    </a:cubicBezTo>
                    <a:cubicBezTo>
                      <a:pt x="107" y="42"/>
                      <a:pt x="107" y="41"/>
                      <a:pt x="107" y="43"/>
                    </a:cubicBezTo>
                    <a:cubicBezTo>
                      <a:pt x="107" y="45"/>
                      <a:pt x="106" y="40"/>
                      <a:pt x="106" y="41"/>
                    </a:cubicBezTo>
                    <a:cubicBezTo>
                      <a:pt x="105" y="41"/>
                      <a:pt x="106" y="42"/>
                      <a:pt x="106" y="42"/>
                    </a:cubicBezTo>
                    <a:cubicBezTo>
                      <a:pt x="105" y="45"/>
                      <a:pt x="106" y="41"/>
                      <a:pt x="103" y="39"/>
                    </a:cubicBezTo>
                    <a:cubicBezTo>
                      <a:pt x="101" y="41"/>
                      <a:pt x="98" y="44"/>
                      <a:pt x="95" y="43"/>
                    </a:cubicBezTo>
                    <a:cubicBezTo>
                      <a:pt x="95" y="43"/>
                      <a:pt x="96" y="44"/>
                      <a:pt x="96" y="44"/>
                    </a:cubicBezTo>
                    <a:cubicBezTo>
                      <a:pt x="95" y="41"/>
                      <a:pt x="95" y="46"/>
                      <a:pt x="94" y="44"/>
                    </a:cubicBezTo>
                    <a:cubicBezTo>
                      <a:pt x="94" y="44"/>
                      <a:pt x="94" y="43"/>
                      <a:pt x="94" y="43"/>
                    </a:cubicBezTo>
                    <a:cubicBezTo>
                      <a:pt x="93" y="42"/>
                      <a:pt x="92" y="44"/>
                      <a:pt x="91" y="43"/>
                    </a:cubicBezTo>
                    <a:cubicBezTo>
                      <a:pt x="90" y="45"/>
                      <a:pt x="88" y="42"/>
                      <a:pt x="88" y="44"/>
                    </a:cubicBezTo>
                    <a:cubicBezTo>
                      <a:pt x="88" y="43"/>
                      <a:pt x="87" y="43"/>
                      <a:pt x="87" y="43"/>
                    </a:cubicBezTo>
                    <a:cubicBezTo>
                      <a:pt x="87" y="47"/>
                      <a:pt x="84" y="42"/>
                      <a:pt x="84" y="44"/>
                    </a:cubicBezTo>
                    <a:cubicBezTo>
                      <a:pt x="84" y="44"/>
                      <a:pt x="84" y="44"/>
                      <a:pt x="84" y="44"/>
                    </a:cubicBezTo>
                    <a:cubicBezTo>
                      <a:pt x="81" y="45"/>
                      <a:pt x="77" y="45"/>
                      <a:pt x="75" y="47"/>
                    </a:cubicBezTo>
                    <a:cubicBezTo>
                      <a:pt x="73" y="47"/>
                      <a:pt x="70" y="44"/>
                      <a:pt x="69" y="46"/>
                    </a:cubicBezTo>
                    <a:cubicBezTo>
                      <a:pt x="69" y="48"/>
                      <a:pt x="69" y="48"/>
                      <a:pt x="69" y="48"/>
                    </a:cubicBezTo>
                    <a:cubicBezTo>
                      <a:pt x="68" y="48"/>
                      <a:pt x="69" y="47"/>
                      <a:pt x="68" y="46"/>
                    </a:cubicBezTo>
                    <a:cubicBezTo>
                      <a:pt x="68" y="48"/>
                      <a:pt x="66" y="47"/>
                      <a:pt x="65" y="47"/>
                    </a:cubicBezTo>
                    <a:cubicBezTo>
                      <a:pt x="65" y="47"/>
                      <a:pt x="65" y="48"/>
                      <a:pt x="65" y="49"/>
                    </a:cubicBezTo>
                    <a:cubicBezTo>
                      <a:pt x="63" y="46"/>
                      <a:pt x="62" y="50"/>
                      <a:pt x="60" y="48"/>
                    </a:cubicBezTo>
                    <a:cubicBezTo>
                      <a:pt x="61" y="51"/>
                      <a:pt x="60" y="50"/>
                      <a:pt x="59" y="51"/>
                    </a:cubicBezTo>
                    <a:cubicBezTo>
                      <a:pt x="59" y="51"/>
                      <a:pt x="59" y="50"/>
                      <a:pt x="59" y="49"/>
                    </a:cubicBezTo>
                    <a:cubicBezTo>
                      <a:pt x="58" y="50"/>
                      <a:pt x="57" y="50"/>
                      <a:pt x="56" y="49"/>
                    </a:cubicBezTo>
                    <a:cubicBezTo>
                      <a:pt x="56" y="49"/>
                      <a:pt x="56" y="51"/>
                      <a:pt x="55" y="51"/>
                    </a:cubicBezTo>
                    <a:cubicBezTo>
                      <a:pt x="54" y="49"/>
                      <a:pt x="54" y="51"/>
                      <a:pt x="53" y="50"/>
                    </a:cubicBezTo>
                    <a:cubicBezTo>
                      <a:pt x="54" y="52"/>
                      <a:pt x="52" y="54"/>
                      <a:pt x="52" y="53"/>
                    </a:cubicBezTo>
                    <a:cubicBezTo>
                      <a:pt x="52" y="50"/>
                      <a:pt x="52" y="50"/>
                      <a:pt x="52" y="50"/>
                    </a:cubicBezTo>
                    <a:cubicBezTo>
                      <a:pt x="50" y="52"/>
                      <a:pt x="47" y="49"/>
                      <a:pt x="44" y="52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2" y="53"/>
                      <a:pt x="39" y="51"/>
                      <a:pt x="37" y="54"/>
                    </a:cubicBezTo>
                    <a:cubicBezTo>
                      <a:pt x="36" y="53"/>
                      <a:pt x="35" y="52"/>
                      <a:pt x="35" y="52"/>
                    </a:cubicBezTo>
                    <a:cubicBezTo>
                      <a:pt x="34" y="53"/>
                      <a:pt x="33" y="53"/>
                      <a:pt x="32" y="55"/>
                    </a:cubicBezTo>
                    <a:cubicBezTo>
                      <a:pt x="32" y="56"/>
                      <a:pt x="32" y="54"/>
                      <a:pt x="32" y="54"/>
                    </a:cubicBezTo>
                    <a:cubicBezTo>
                      <a:pt x="31" y="53"/>
                      <a:pt x="30" y="51"/>
                      <a:pt x="29" y="53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8" y="53"/>
                      <a:pt x="27" y="55"/>
                      <a:pt x="26" y="53"/>
                    </a:cubicBezTo>
                    <a:cubicBezTo>
                      <a:pt x="25" y="54"/>
                      <a:pt x="24" y="55"/>
                      <a:pt x="25" y="56"/>
                    </a:cubicBezTo>
                    <a:cubicBezTo>
                      <a:pt x="24" y="56"/>
                      <a:pt x="25" y="54"/>
                      <a:pt x="24" y="55"/>
                    </a:cubicBezTo>
                    <a:cubicBezTo>
                      <a:pt x="25" y="53"/>
                      <a:pt x="25" y="53"/>
                      <a:pt x="25" y="53"/>
                    </a:cubicBezTo>
                    <a:cubicBezTo>
                      <a:pt x="23" y="52"/>
                      <a:pt x="21" y="53"/>
                      <a:pt x="19" y="53"/>
                    </a:cubicBezTo>
                    <a:cubicBezTo>
                      <a:pt x="19" y="51"/>
                      <a:pt x="17" y="53"/>
                      <a:pt x="16" y="51"/>
                    </a:cubicBezTo>
                    <a:cubicBezTo>
                      <a:pt x="15" y="52"/>
                      <a:pt x="15" y="50"/>
                      <a:pt x="13" y="53"/>
                    </a:cubicBezTo>
                    <a:cubicBezTo>
                      <a:pt x="14" y="51"/>
                      <a:pt x="14" y="51"/>
                      <a:pt x="14" y="51"/>
                    </a:cubicBezTo>
                    <a:cubicBezTo>
                      <a:pt x="13" y="51"/>
                      <a:pt x="12" y="51"/>
                      <a:pt x="11" y="49"/>
                    </a:cubicBezTo>
                    <a:cubicBezTo>
                      <a:pt x="11" y="49"/>
                      <a:pt x="10" y="50"/>
                      <a:pt x="9" y="51"/>
                    </a:cubicBezTo>
                    <a:cubicBezTo>
                      <a:pt x="10" y="49"/>
                      <a:pt x="10" y="49"/>
                      <a:pt x="10" y="49"/>
                    </a:cubicBezTo>
                    <a:cubicBezTo>
                      <a:pt x="9" y="50"/>
                      <a:pt x="7" y="51"/>
                      <a:pt x="6" y="52"/>
                    </a:cubicBezTo>
                    <a:cubicBezTo>
                      <a:pt x="6" y="51"/>
                      <a:pt x="6" y="52"/>
                      <a:pt x="6" y="51"/>
                    </a:cubicBezTo>
                    <a:cubicBezTo>
                      <a:pt x="7" y="51"/>
                      <a:pt x="8" y="50"/>
                      <a:pt x="9" y="48"/>
                    </a:cubicBezTo>
                    <a:cubicBezTo>
                      <a:pt x="9" y="48"/>
                      <a:pt x="6" y="50"/>
                      <a:pt x="7" y="48"/>
                    </a:cubicBezTo>
                    <a:cubicBezTo>
                      <a:pt x="7" y="47"/>
                      <a:pt x="7" y="47"/>
                      <a:pt x="5" y="49"/>
                    </a:cubicBezTo>
                    <a:cubicBezTo>
                      <a:pt x="6" y="48"/>
                      <a:pt x="6" y="48"/>
                      <a:pt x="7" y="47"/>
                    </a:cubicBezTo>
                    <a:cubicBezTo>
                      <a:pt x="6" y="47"/>
                      <a:pt x="6" y="47"/>
                      <a:pt x="5" y="47"/>
                    </a:cubicBezTo>
                    <a:cubicBezTo>
                      <a:pt x="6" y="47"/>
                      <a:pt x="5" y="47"/>
                      <a:pt x="5" y="48"/>
                    </a:cubicBezTo>
                    <a:cubicBezTo>
                      <a:pt x="4" y="48"/>
                      <a:pt x="4" y="48"/>
                      <a:pt x="2" y="49"/>
                    </a:cubicBezTo>
                    <a:cubicBezTo>
                      <a:pt x="3" y="49"/>
                      <a:pt x="3" y="49"/>
                      <a:pt x="3" y="49"/>
                    </a:cubicBezTo>
                    <a:cubicBezTo>
                      <a:pt x="2" y="50"/>
                      <a:pt x="1" y="50"/>
                      <a:pt x="2" y="49"/>
                    </a:cubicBezTo>
                    <a:cubicBezTo>
                      <a:pt x="3" y="48"/>
                      <a:pt x="4" y="48"/>
                      <a:pt x="5" y="47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48"/>
                      <a:pt x="2" y="49"/>
                      <a:pt x="1" y="49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1" y="51"/>
                      <a:pt x="1" y="52"/>
                      <a:pt x="2" y="52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4" y="51"/>
                      <a:pt x="5" y="50"/>
                      <a:pt x="5" y="52"/>
                    </a:cubicBezTo>
                    <a:cubicBezTo>
                      <a:pt x="4" y="52"/>
                      <a:pt x="4" y="53"/>
                      <a:pt x="3" y="53"/>
                    </a:cubicBezTo>
                    <a:cubicBezTo>
                      <a:pt x="4" y="53"/>
                      <a:pt x="4" y="53"/>
                      <a:pt x="4" y="53"/>
                    </a:cubicBezTo>
                    <a:cubicBezTo>
                      <a:pt x="2" y="55"/>
                      <a:pt x="2" y="55"/>
                      <a:pt x="2" y="55"/>
                    </a:cubicBezTo>
                    <a:cubicBezTo>
                      <a:pt x="5" y="52"/>
                      <a:pt x="4" y="55"/>
                      <a:pt x="5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5" name="Freeform 243"/>
              <p:cNvSpPr/>
              <p:nvPr>
                <p:custDataLst>
                  <p:tags r:id="rId89"/>
                </p:custDataLst>
              </p:nvPr>
            </p:nvSpPr>
            <p:spPr bwMode="auto">
              <a:xfrm>
                <a:off x="4005" y="2851"/>
                <a:ext cx="2" cy="5"/>
              </a:xfrm>
              <a:custGeom>
                <a:avLst/>
                <a:gdLst>
                  <a:gd name="T0" fmla="*/ 2 w 2"/>
                  <a:gd name="T1" fmla="*/ 5 h 5"/>
                  <a:gd name="T2" fmla="*/ 2 w 2"/>
                  <a:gd name="T3" fmla="*/ 5 h 5"/>
                  <a:gd name="T4" fmla="*/ 0 w 2"/>
                  <a:gd name="T5" fmla="*/ 0 h 5"/>
                  <a:gd name="T6" fmla="*/ 2 w 2"/>
                  <a:gd name="T7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5">
                    <a:moveTo>
                      <a:pt x="2" y="5"/>
                    </a:moveTo>
                    <a:lnTo>
                      <a:pt x="2" y="5"/>
                    </a:lnTo>
                    <a:lnTo>
                      <a:pt x="0" y="0"/>
                    </a:lnTo>
                    <a:lnTo>
                      <a:pt x="2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6" name="Freeform 244"/>
              <p:cNvSpPr/>
              <p:nvPr>
                <p:custDataLst>
                  <p:tags r:id="rId90"/>
                </p:custDataLst>
              </p:nvPr>
            </p:nvSpPr>
            <p:spPr bwMode="auto">
              <a:xfrm>
                <a:off x="3980" y="2866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1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1" y="1"/>
                      <a:pt x="1" y="0"/>
                    </a:cubicBezTo>
                    <a:cubicBezTo>
                      <a:pt x="0" y="0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7" name="Freeform 245"/>
              <p:cNvSpPr/>
              <p:nvPr>
                <p:custDataLst>
                  <p:tags r:id="rId91"/>
                </p:custDataLst>
              </p:nvPr>
            </p:nvSpPr>
            <p:spPr bwMode="auto">
              <a:xfrm>
                <a:off x="3982" y="286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8" name="Freeform 246"/>
              <p:cNvSpPr/>
              <p:nvPr>
                <p:custDataLst>
                  <p:tags r:id="rId92"/>
                </p:custDataLst>
              </p:nvPr>
            </p:nvSpPr>
            <p:spPr bwMode="auto">
              <a:xfrm>
                <a:off x="3748" y="2898"/>
                <a:ext cx="4" cy="2"/>
              </a:xfrm>
              <a:custGeom>
                <a:avLst/>
                <a:gdLst>
                  <a:gd name="T0" fmla="*/ 2 w 2"/>
                  <a:gd name="T1" fmla="*/ 0 h 1"/>
                  <a:gd name="T2" fmla="*/ 0 w 2"/>
                  <a:gd name="T3" fmla="*/ 1 h 1"/>
                  <a:gd name="T4" fmla="*/ 2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2" y="1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9" name="Freeform 247"/>
              <p:cNvSpPr/>
              <p:nvPr>
                <p:custDataLst>
                  <p:tags r:id="rId93"/>
                </p:custDataLst>
              </p:nvPr>
            </p:nvSpPr>
            <p:spPr bwMode="auto">
              <a:xfrm>
                <a:off x="3980" y="2875"/>
                <a:ext cx="2" cy="4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1" y="0"/>
                      <a:pt x="0" y="2"/>
                      <a:pt x="1" y="2"/>
                    </a:cubicBezTo>
                    <a:cubicBezTo>
                      <a:pt x="1" y="2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0" name="Freeform 248"/>
              <p:cNvSpPr/>
              <p:nvPr>
                <p:custDataLst>
                  <p:tags r:id="rId94"/>
                </p:custDataLst>
              </p:nvPr>
            </p:nvSpPr>
            <p:spPr bwMode="auto">
              <a:xfrm>
                <a:off x="3757" y="2909"/>
                <a:ext cx="2" cy="4"/>
              </a:xfrm>
              <a:custGeom>
                <a:avLst/>
                <a:gdLst>
                  <a:gd name="T0" fmla="*/ 1 w 1"/>
                  <a:gd name="T1" fmla="*/ 0 h 2"/>
                  <a:gd name="T2" fmla="*/ 0 w 1"/>
                  <a:gd name="T3" fmla="*/ 1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2"/>
                      <a:pt x="1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1" name="Freeform 249"/>
              <p:cNvSpPr/>
              <p:nvPr>
                <p:custDataLst>
                  <p:tags r:id="rId95"/>
                </p:custDataLst>
              </p:nvPr>
            </p:nvSpPr>
            <p:spPr bwMode="auto">
              <a:xfrm>
                <a:off x="3776" y="2913"/>
                <a:ext cx="2" cy="4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1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2"/>
                      <a:pt x="1" y="0"/>
                      <a:pt x="1" y="1"/>
                    </a:cubicBezTo>
                    <a:cubicBezTo>
                      <a:pt x="1" y="0"/>
                      <a:pt x="1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2" name="Freeform 250"/>
              <p:cNvSpPr/>
              <p:nvPr>
                <p:custDataLst>
                  <p:tags r:id="rId96"/>
                </p:custDataLst>
              </p:nvPr>
            </p:nvSpPr>
            <p:spPr bwMode="auto">
              <a:xfrm>
                <a:off x="3759" y="2904"/>
                <a:ext cx="2" cy="5"/>
              </a:xfrm>
              <a:custGeom>
                <a:avLst/>
                <a:gdLst>
                  <a:gd name="T0" fmla="*/ 1 w 1"/>
                  <a:gd name="T1" fmla="*/ 0 h 2"/>
                  <a:gd name="T2" fmla="*/ 1 w 1"/>
                  <a:gd name="T3" fmla="*/ 1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0" y="2"/>
                      <a:pt x="1" y="0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3" name="Freeform 251"/>
              <p:cNvSpPr/>
              <p:nvPr>
                <p:custDataLst>
                  <p:tags r:id="rId97"/>
                </p:custDataLst>
              </p:nvPr>
            </p:nvSpPr>
            <p:spPr bwMode="auto">
              <a:xfrm>
                <a:off x="3893" y="3080"/>
                <a:ext cx="4" cy="9"/>
              </a:xfrm>
              <a:custGeom>
                <a:avLst/>
                <a:gdLst>
                  <a:gd name="T0" fmla="*/ 2 w 2"/>
                  <a:gd name="T1" fmla="*/ 0 h 4"/>
                  <a:gd name="T2" fmla="*/ 1 w 2"/>
                  <a:gd name="T3" fmla="*/ 1 h 4"/>
                  <a:gd name="T4" fmla="*/ 1 w 2"/>
                  <a:gd name="T5" fmla="*/ 2 h 4"/>
                  <a:gd name="T6" fmla="*/ 0 w 2"/>
                  <a:gd name="T7" fmla="*/ 4 h 4"/>
                  <a:gd name="T8" fmla="*/ 2 w 2"/>
                  <a:gd name="T9" fmla="*/ 1 h 4"/>
                  <a:gd name="T10" fmla="*/ 2 w 2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4">
                    <a:moveTo>
                      <a:pt x="2" y="0"/>
                    </a:moveTo>
                    <a:cubicBezTo>
                      <a:pt x="2" y="1"/>
                      <a:pt x="2" y="1"/>
                      <a:pt x="1" y="1"/>
                    </a:cubicBezTo>
                    <a:cubicBezTo>
                      <a:pt x="1" y="2"/>
                      <a:pt x="0" y="3"/>
                      <a:pt x="1" y="2"/>
                    </a:cubicBezTo>
                    <a:cubicBezTo>
                      <a:pt x="1" y="3"/>
                      <a:pt x="0" y="3"/>
                      <a:pt x="0" y="4"/>
                    </a:cubicBezTo>
                    <a:cubicBezTo>
                      <a:pt x="1" y="3"/>
                      <a:pt x="2" y="1"/>
                      <a:pt x="2" y="1"/>
                    </a:cubicBezTo>
                    <a:cubicBezTo>
                      <a:pt x="2" y="0"/>
                      <a:pt x="2" y="0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4" name="Freeform 252"/>
              <p:cNvSpPr/>
              <p:nvPr>
                <p:custDataLst>
                  <p:tags r:id="rId98"/>
                </p:custDataLst>
              </p:nvPr>
            </p:nvSpPr>
            <p:spPr bwMode="auto">
              <a:xfrm>
                <a:off x="3786" y="2913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5" name="Freeform 253"/>
              <p:cNvSpPr/>
              <p:nvPr>
                <p:custDataLst>
                  <p:tags r:id="rId99"/>
                </p:custDataLst>
              </p:nvPr>
            </p:nvSpPr>
            <p:spPr bwMode="auto">
              <a:xfrm>
                <a:off x="3952" y="306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6" name="Freeform 254"/>
              <p:cNvSpPr>
                <a:spLocks noEditPoints="1"/>
              </p:cNvSpPr>
              <p:nvPr>
                <p:custDataLst>
                  <p:tags r:id="rId100"/>
                </p:custDataLst>
              </p:nvPr>
            </p:nvSpPr>
            <p:spPr bwMode="auto">
              <a:xfrm>
                <a:off x="3895" y="3015"/>
                <a:ext cx="152" cy="95"/>
              </a:xfrm>
              <a:custGeom>
                <a:avLst/>
                <a:gdLst>
                  <a:gd name="T0" fmla="*/ 54 w 72"/>
                  <a:gd name="T1" fmla="*/ 4 h 45"/>
                  <a:gd name="T2" fmla="*/ 55 w 72"/>
                  <a:gd name="T3" fmla="*/ 8 h 45"/>
                  <a:gd name="T4" fmla="*/ 44 w 72"/>
                  <a:gd name="T5" fmla="*/ 20 h 45"/>
                  <a:gd name="T6" fmla="*/ 38 w 72"/>
                  <a:gd name="T7" fmla="*/ 21 h 45"/>
                  <a:gd name="T8" fmla="*/ 35 w 72"/>
                  <a:gd name="T9" fmla="*/ 21 h 45"/>
                  <a:gd name="T10" fmla="*/ 30 w 72"/>
                  <a:gd name="T11" fmla="*/ 22 h 45"/>
                  <a:gd name="T12" fmla="*/ 27 w 72"/>
                  <a:gd name="T13" fmla="*/ 22 h 45"/>
                  <a:gd name="T14" fmla="*/ 21 w 72"/>
                  <a:gd name="T15" fmla="*/ 23 h 45"/>
                  <a:gd name="T16" fmla="*/ 16 w 72"/>
                  <a:gd name="T17" fmla="*/ 23 h 45"/>
                  <a:gd name="T18" fmla="*/ 11 w 72"/>
                  <a:gd name="T19" fmla="*/ 23 h 45"/>
                  <a:gd name="T20" fmla="*/ 9 w 72"/>
                  <a:gd name="T21" fmla="*/ 21 h 45"/>
                  <a:gd name="T22" fmla="*/ 8 w 72"/>
                  <a:gd name="T23" fmla="*/ 20 h 45"/>
                  <a:gd name="T24" fmla="*/ 7 w 72"/>
                  <a:gd name="T25" fmla="*/ 20 h 45"/>
                  <a:gd name="T26" fmla="*/ 4 w 72"/>
                  <a:gd name="T27" fmla="*/ 22 h 45"/>
                  <a:gd name="T28" fmla="*/ 2 w 72"/>
                  <a:gd name="T29" fmla="*/ 25 h 45"/>
                  <a:gd name="T30" fmla="*/ 2 w 72"/>
                  <a:gd name="T31" fmla="*/ 31 h 45"/>
                  <a:gd name="T32" fmla="*/ 8 w 72"/>
                  <a:gd name="T33" fmla="*/ 29 h 45"/>
                  <a:gd name="T34" fmla="*/ 4 w 72"/>
                  <a:gd name="T35" fmla="*/ 34 h 45"/>
                  <a:gd name="T36" fmla="*/ 3 w 72"/>
                  <a:gd name="T37" fmla="*/ 39 h 45"/>
                  <a:gd name="T38" fmla="*/ 8 w 72"/>
                  <a:gd name="T39" fmla="*/ 33 h 45"/>
                  <a:gd name="T40" fmla="*/ 6 w 72"/>
                  <a:gd name="T41" fmla="*/ 39 h 45"/>
                  <a:gd name="T42" fmla="*/ 7 w 72"/>
                  <a:gd name="T43" fmla="*/ 41 h 45"/>
                  <a:gd name="T44" fmla="*/ 8 w 72"/>
                  <a:gd name="T45" fmla="*/ 42 h 45"/>
                  <a:gd name="T46" fmla="*/ 9 w 72"/>
                  <a:gd name="T47" fmla="*/ 43 h 45"/>
                  <a:gd name="T48" fmla="*/ 12 w 72"/>
                  <a:gd name="T49" fmla="*/ 40 h 45"/>
                  <a:gd name="T50" fmla="*/ 13 w 72"/>
                  <a:gd name="T51" fmla="*/ 44 h 45"/>
                  <a:gd name="T52" fmla="*/ 15 w 72"/>
                  <a:gd name="T53" fmla="*/ 40 h 45"/>
                  <a:gd name="T54" fmla="*/ 16 w 72"/>
                  <a:gd name="T55" fmla="*/ 40 h 45"/>
                  <a:gd name="T56" fmla="*/ 17 w 72"/>
                  <a:gd name="T57" fmla="*/ 42 h 45"/>
                  <a:gd name="T58" fmla="*/ 23 w 72"/>
                  <a:gd name="T59" fmla="*/ 41 h 45"/>
                  <a:gd name="T60" fmla="*/ 24 w 72"/>
                  <a:gd name="T61" fmla="*/ 41 h 45"/>
                  <a:gd name="T62" fmla="*/ 28 w 72"/>
                  <a:gd name="T63" fmla="*/ 41 h 45"/>
                  <a:gd name="T64" fmla="*/ 31 w 72"/>
                  <a:gd name="T65" fmla="*/ 40 h 45"/>
                  <a:gd name="T66" fmla="*/ 33 w 72"/>
                  <a:gd name="T67" fmla="*/ 39 h 45"/>
                  <a:gd name="T68" fmla="*/ 34 w 72"/>
                  <a:gd name="T69" fmla="*/ 40 h 45"/>
                  <a:gd name="T70" fmla="*/ 34 w 72"/>
                  <a:gd name="T71" fmla="*/ 37 h 45"/>
                  <a:gd name="T72" fmla="*/ 37 w 72"/>
                  <a:gd name="T73" fmla="*/ 38 h 45"/>
                  <a:gd name="T74" fmla="*/ 41 w 72"/>
                  <a:gd name="T75" fmla="*/ 39 h 45"/>
                  <a:gd name="T76" fmla="*/ 43 w 72"/>
                  <a:gd name="T77" fmla="*/ 35 h 45"/>
                  <a:gd name="T78" fmla="*/ 46 w 72"/>
                  <a:gd name="T79" fmla="*/ 35 h 45"/>
                  <a:gd name="T80" fmla="*/ 47 w 72"/>
                  <a:gd name="T81" fmla="*/ 34 h 45"/>
                  <a:gd name="T82" fmla="*/ 49 w 72"/>
                  <a:gd name="T83" fmla="*/ 34 h 45"/>
                  <a:gd name="T84" fmla="*/ 50 w 72"/>
                  <a:gd name="T85" fmla="*/ 36 h 45"/>
                  <a:gd name="T86" fmla="*/ 51 w 72"/>
                  <a:gd name="T87" fmla="*/ 32 h 45"/>
                  <a:gd name="T88" fmla="*/ 52 w 72"/>
                  <a:gd name="T89" fmla="*/ 27 h 45"/>
                  <a:gd name="T90" fmla="*/ 54 w 72"/>
                  <a:gd name="T91" fmla="*/ 28 h 45"/>
                  <a:gd name="T92" fmla="*/ 54 w 72"/>
                  <a:gd name="T93" fmla="*/ 23 h 45"/>
                  <a:gd name="T94" fmla="*/ 58 w 72"/>
                  <a:gd name="T95" fmla="*/ 23 h 45"/>
                  <a:gd name="T96" fmla="*/ 59 w 72"/>
                  <a:gd name="T97" fmla="*/ 21 h 45"/>
                  <a:gd name="T98" fmla="*/ 61 w 72"/>
                  <a:gd name="T99" fmla="*/ 20 h 45"/>
                  <a:gd name="T100" fmla="*/ 65 w 72"/>
                  <a:gd name="T101" fmla="*/ 17 h 45"/>
                  <a:gd name="T102" fmla="*/ 65 w 72"/>
                  <a:gd name="T103" fmla="*/ 13 h 45"/>
                  <a:gd name="T104" fmla="*/ 67 w 72"/>
                  <a:gd name="T105" fmla="*/ 8 h 45"/>
                  <a:gd name="T106" fmla="*/ 61 w 72"/>
                  <a:gd name="T107" fmla="*/ 9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72" h="45">
                    <a:moveTo>
                      <a:pt x="68" y="4"/>
                    </a:moveTo>
                    <a:cubicBezTo>
                      <a:pt x="67" y="4"/>
                      <a:pt x="70" y="3"/>
                      <a:pt x="70" y="3"/>
                    </a:cubicBezTo>
                    <a:cubicBezTo>
                      <a:pt x="66" y="4"/>
                      <a:pt x="69" y="0"/>
                      <a:pt x="65" y="3"/>
                    </a:cubicBezTo>
                    <a:cubicBezTo>
                      <a:pt x="64" y="3"/>
                      <a:pt x="63" y="5"/>
                      <a:pt x="63" y="6"/>
                    </a:cubicBezTo>
                    <a:cubicBezTo>
                      <a:pt x="62" y="6"/>
                      <a:pt x="61" y="6"/>
                      <a:pt x="61" y="6"/>
                    </a:cubicBezTo>
                    <a:cubicBezTo>
                      <a:pt x="59" y="4"/>
                      <a:pt x="51" y="2"/>
                      <a:pt x="54" y="4"/>
                    </a:cubicBezTo>
                    <a:cubicBezTo>
                      <a:pt x="55" y="4"/>
                      <a:pt x="56" y="5"/>
                      <a:pt x="56" y="5"/>
                    </a:cubicBezTo>
                    <a:cubicBezTo>
                      <a:pt x="56" y="5"/>
                      <a:pt x="56" y="5"/>
                      <a:pt x="56" y="5"/>
                    </a:cubicBezTo>
                    <a:cubicBezTo>
                      <a:pt x="57" y="6"/>
                      <a:pt x="57" y="6"/>
                      <a:pt x="57" y="6"/>
                    </a:cubicBezTo>
                    <a:cubicBezTo>
                      <a:pt x="57" y="6"/>
                      <a:pt x="55" y="5"/>
                      <a:pt x="55" y="4"/>
                    </a:cubicBezTo>
                    <a:cubicBezTo>
                      <a:pt x="55" y="5"/>
                      <a:pt x="55" y="6"/>
                      <a:pt x="54" y="6"/>
                    </a:cubicBezTo>
                    <a:cubicBezTo>
                      <a:pt x="55" y="7"/>
                      <a:pt x="54" y="6"/>
                      <a:pt x="55" y="8"/>
                    </a:cubicBezTo>
                    <a:cubicBezTo>
                      <a:pt x="55" y="7"/>
                      <a:pt x="55" y="7"/>
                      <a:pt x="55" y="7"/>
                    </a:cubicBezTo>
                    <a:cubicBezTo>
                      <a:pt x="55" y="8"/>
                      <a:pt x="55" y="8"/>
                      <a:pt x="53" y="7"/>
                    </a:cubicBezTo>
                    <a:cubicBezTo>
                      <a:pt x="50" y="7"/>
                      <a:pt x="49" y="9"/>
                      <a:pt x="47" y="10"/>
                    </a:cubicBezTo>
                    <a:cubicBezTo>
                      <a:pt x="46" y="12"/>
                      <a:pt x="45" y="14"/>
                      <a:pt x="43" y="16"/>
                    </a:cubicBezTo>
                    <a:cubicBezTo>
                      <a:pt x="44" y="19"/>
                      <a:pt x="43" y="18"/>
                      <a:pt x="44" y="21"/>
                    </a:cubicBezTo>
                    <a:cubicBezTo>
                      <a:pt x="44" y="20"/>
                      <a:pt x="44" y="20"/>
                      <a:pt x="44" y="20"/>
                    </a:cubicBezTo>
                    <a:cubicBezTo>
                      <a:pt x="44" y="22"/>
                      <a:pt x="43" y="20"/>
                      <a:pt x="42" y="19"/>
                    </a:cubicBezTo>
                    <a:cubicBezTo>
                      <a:pt x="43" y="21"/>
                      <a:pt x="42" y="20"/>
                      <a:pt x="43" y="22"/>
                    </a:cubicBezTo>
                    <a:cubicBezTo>
                      <a:pt x="44" y="23"/>
                      <a:pt x="41" y="19"/>
                      <a:pt x="42" y="20"/>
                    </a:cubicBezTo>
                    <a:cubicBezTo>
                      <a:pt x="41" y="20"/>
                      <a:pt x="42" y="21"/>
                      <a:pt x="42" y="21"/>
                    </a:cubicBezTo>
                    <a:cubicBezTo>
                      <a:pt x="42" y="23"/>
                      <a:pt x="41" y="20"/>
                      <a:pt x="40" y="18"/>
                    </a:cubicBezTo>
                    <a:cubicBezTo>
                      <a:pt x="39" y="19"/>
                      <a:pt x="39" y="22"/>
                      <a:pt x="38" y="21"/>
                    </a:cubicBezTo>
                    <a:cubicBezTo>
                      <a:pt x="38" y="21"/>
                      <a:pt x="38" y="22"/>
                      <a:pt x="38" y="22"/>
                    </a:cubicBezTo>
                    <a:cubicBezTo>
                      <a:pt x="37" y="19"/>
                      <a:pt x="38" y="23"/>
                      <a:pt x="38" y="22"/>
                    </a:cubicBezTo>
                    <a:cubicBezTo>
                      <a:pt x="37" y="21"/>
                      <a:pt x="37" y="21"/>
                      <a:pt x="37" y="21"/>
                    </a:cubicBezTo>
                    <a:cubicBezTo>
                      <a:pt x="36" y="20"/>
                      <a:pt x="37" y="22"/>
                      <a:pt x="36" y="21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36" y="23"/>
                      <a:pt x="35" y="20"/>
                      <a:pt x="35" y="21"/>
                    </a:cubicBezTo>
                    <a:cubicBezTo>
                      <a:pt x="35" y="20"/>
                      <a:pt x="35" y="21"/>
                      <a:pt x="35" y="20"/>
                    </a:cubicBezTo>
                    <a:cubicBezTo>
                      <a:pt x="36" y="24"/>
                      <a:pt x="34" y="19"/>
                      <a:pt x="34" y="21"/>
                    </a:cubicBezTo>
                    <a:cubicBezTo>
                      <a:pt x="34" y="21"/>
                      <a:pt x="34" y="21"/>
                      <a:pt x="34" y="21"/>
                    </a:cubicBezTo>
                    <a:cubicBezTo>
                      <a:pt x="34" y="21"/>
                      <a:pt x="34" y="20"/>
                      <a:pt x="32" y="22"/>
                    </a:cubicBezTo>
                    <a:cubicBezTo>
                      <a:pt x="32" y="22"/>
                      <a:pt x="31" y="19"/>
                      <a:pt x="30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0" y="22"/>
                      <a:pt x="30" y="21"/>
                      <a:pt x="30" y="21"/>
                    </a:cubicBezTo>
                    <a:cubicBezTo>
                      <a:pt x="30" y="22"/>
                      <a:pt x="30" y="20"/>
                      <a:pt x="29" y="20"/>
                    </a:cubicBezTo>
                    <a:cubicBezTo>
                      <a:pt x="29" y="21"/>
                      <a:pt x="29" y="21"/>
                      <a:pt x="29" y="22"/>
                    </a:cubicBezTo>
                    <a:cubicBezTo>
                      <a:pt x="29" y="20"/>
                      <a:pt x="28" y="23"/>
                      <a:pt x="27" y="21"/>
                    </a:cubicBezTo>
                    <a:cubicBezTo>
                      <a:pt x="27" y="25"/>
                      <a:pt x="27" y="23"/>
                      <a:pt x="27" y="24"/>
                    </a:cubicBezTo>
                    <a:cubicBezTo>
                      <a:pt x="27" y="24"/>
                      <a:pt x="27" y="23"/>
                      <a:pt x="27" y="22"/>
                    </a:cubicBezTo>
                    <a:cubicBezTo>
                      <a:pt x="26" y="22"/>
                      <a:pt x="26" y="22"/>
                      <a:pt x="26" y="21"/>
                    </a:cubicBezTo>
                    <a:cubicBezTo>
                      <a:pt x="26" y="22"/>
                      <a:pt x="25" y="24"/>
                      <a:pt x="25" y="23"/>
                    </a:cubicBezTo>
                    <a:cubicBezTo>
                      <a:pt x="25" y="21"/>
                      <a:pt x="25" y="23"/>
                      <a:pt x="25" y="22"/>
                    </a:cubicBezTo>
                    <a:cubicBezTo>
                      <a:pt x="24" y="24"/>
                      <a:pt x="24" y="25"/>
                      <a:pt x="24" y="25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3" y="23"/>
                      <a:pt x="23" y="20"/>
                      <a:pt x="21" y="23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0" y="23"/>
                      <a:pt x="20" y="21"/>
                      <a:pt x="18" y="24"/>
                    </a:cubicBezTo>
                    <a:cubicBezTo>
                      <a:pt x="18" y="23"/>
                      <a:pt x="18" y="22"/>
                      <a:pt x="18" y="22"/>
                    </a:cubicBezTo>
                    <a:cubicBezTo>
                      <a:pt x="17" y="24"/>
                      <a:pt x="17" y="23"/>
                      <a:pt x="16" y="25"/>
                    </a:cubicBezTo>
                    <a:cubicBezTo>
                      <a:pt x="16" y="25"/>
                      <a:pt x="16" y="24"/>
                      <a:pt x="16" y="24"/>
                    </a:cubicBezTo>
                    <a:cubicBezTo>
                      <a:pt x="16" y="23"/>
                      <a:pt x="17" y="21"/>
                      <a:pt x="16" y="23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5" y="23"/>
                      <a:pt x="14" y="24"/>
                      <a:pt x="15" y="23"/>
                    </a:cubicBezTo>
                    <a:cubicBezTo>
                      <a:pt x="14" y="24"/>
                      <a:pt x="13" y="24"/>
                      <a:pt x="13" y="26"/>
                    </a:cubicBezTo>
                    <a:cubicBezTo>
                      <a:pt x="12" y="26"/>
                      <a:pt x="14" y="23"/>
                      <a:pt x="13" y="25"/>
                    </a:cubicBezTo>
                    <a:cubicBezTo>
                      <a:pt x="14" y="23"/>
                      <a:pt x="14" y="23"/>
                      <a:pt x="14" y="23"/>
                    </a:cubicBezTo>
                    <a:cubicBezTo>
                      <a:pt x="14" y="22"/>
                      <a:pt x="12" y="23"/>
                      <a:pt x="11" y="23"/>
                    </a:cubicBezTo>
                    <a:cubicBezTo>
                      <a:pt x="12" y="21"/>
                      <a:pt x="10" y="23"/>
                      <a:pt x="11" y="22"/>
                    </a:cubicBezTo>
                    <a:cubicBezTo>
                      <a:pt x="10" y="23"/>
                      <a:pt x="11" y="21"/>
                      <a:pt x="9" y="23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10" y="22"/>
                      <a:pt x="10" y="21"/>
                      <a:pt x="10" y="21"/>
                    </a:cubicBezTo>
                    <a:cubicBezTo>
                      <a:pt x="10" y="20"/>
                      <a:pt x="8" y="21"/>
                      <a:pt x="8" y="22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8" y="21"/>
                      <a:pt x="6" y="22"/>
                      <a:pt x="5" y="23"/>
                    </a:cubicBezTo>
                    <a:cubicBezTo>
                      <a:pt x="6" y="22"/>
                      <a:pt x="5" y="23"/>
                      <a:pt x="5" y="22"/>
                    </a:cubicBezTo>
                    <a:cubicBezTo>
                      <a:pt x="6" y="22"/>
                      <a:pt x="8" y="21"/>
                      <a:pt x="9" y="20"/>
                    </a:cubicBezTo>
                    <a:cubicBezTo>
                      <a:pt x="10" y="20"/>
                      <a:pt x="6" y="21"/>
                      <a:pt x="8" y="20"/>
                    </a:cubicBezTo>
                    <a:cubicBezTo>
                      <a:pt x="9" y="20"/>
                      <a:pt x="8" y="20"/>
                      <a:pt x="6" y="21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8" y="20"/>
                      <a:pt x="8" y="20"/>
                      <a:pt x="7" y="20"/>
                    </a:cubicBezTo>
                    <a:cubicBezTo>
                      <a:pt x="7" y="20"/>
                      <a:pt x="7" y="20"/>
                      <a:pt x="7" y="20"/>
                    </a:cubicBezTo>
                    <a:cubicBezTo>
                      <a:pt x="5" y="21"/>
                      <a:pt x="5" y="20"/>
                      <a:pt x="3" y="21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3" y="22"/>
                      <a:pt x="2" y="22"/>
                      <a:pt x="3" y="21"/>
                    </a:cubicBezTo>
                    <a:cubicBezTo>
                      <a:pt x="5" y="20"/>
                      <a:pt x="6" y="20"/>
                      <a:pt x="7" y="20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4" y="20"/>
                      <a:pt x="3" y="21"/>
                      <a:pt x="2" y="21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2" y="22"/>
                      <a:pt x="1" y="23"/>
                      <a:pt x="2" y="23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4" y="22"/>
                      <a:pt x="6" y="21"/>
                      <a:pt x="4" y="22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4" y="23"/>
                      <a:pt x="2" y="25"/>
                      <a:pt x="3" y="2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2" y="26"/>
                      <a:pt x="4" y="24"/>
                      <a:pt x="4" y="24"/>
                    </a:cubicBezTo>
                    <a:cubicBezTo>
                      <a:pt x="4" y="24"/>
                      <a:pt x="1" y="26"/>
                      <a:pt x="1" y="27"/>
                    </a:cubicBezTo>
                    <a:cubicBezTo>
                      <a:pt x="1" y="27"/>
                      <a:pt x="3" y="26"/>
                      <a:pt x="2" y="28"/>
                    </a:cubicBezTo>
                    <a:cubicBezTo>
                      <a:pt x="2" y="28"/>
                      <a:pt x="4" y="28"/>
                      <a:pt x="5" y="27"/>
                    </a:cubicBezTo>
                    <a:cubicBezTo>
                      <a:pt x="5" y="28"/>
                      <a:pt x="3" y="29"/>
                      <a:pt x="4" y="29"/>
                    </a:cubicBezTo>
                    <a:cubicBezTo>
                      <a:pt x="3" y="29"/>
                      <a:pt x="2" y="30"/>
                      <a:pt x="2" y="31"/>
                    </a:cubicBezTo>
                    <a:cubicBezTo>
                      <a:pt x="3" y="30"/>
                      <a:pt x="2" y="32"/>
                      <a:pt x="4" y="30"/>
                    </a:cubicBezTo>
                    <a:cubicBezTo>
                      <a:pt x="4" y="30"/>
                      <a:pt x="4" y="31"/>
                      <a:pt x="5" y="31"/>
                    </a:cubicBezTo>
                    <a:cubicBezTo>
                      <a:pt x="4" y="31"/>
                      <a:pt x="3" y="33"/>
                      <a:pt x="3" y="33"/>
                    </a:cubicBezTo>
                    <a:cubicBezTo>
                      <a:pt x="4" y="32"/>
                      <a:pt x="5" y="32"/>
                      <a:pt x="5" y="32"/>
                    </a:cubicBezTo>
                    <a:cubicBezTo>
                      <a:pt x="6" y="31"/>
                      <a:pt x="6" y="31"/>
                      <a:pt x="7" y="29"/>
                    </a:cubicBezTo>
                    <a:cubicBezTo>
                      <a:pt x="7" y="29"/>
                      <a:pt x="8" y="28"/>
                      <a:pt x="8" y="29"/>
                    </a:cubicBezTo>
                    <a:cubicBezTo>
                      <a:pt x="7" y="30"/>
                      <a:pt x="5" y="32"/>
                      <a:pt x="6" y="33"/>
                    </a:cubicBezTo>
                    <a:cubicBezTo>
                      <a:pt x="4" y="35"/>
                      <a:pt x="5" y="32"/>
                      <a:pt x="4" y="34"/>
                    </a:cubicBezTo>
                    <a:cubicBezTo>
                      <a:pt x="2" y="36"/>
                      <a:pt x="2" y="36"/>
                      <a:pt x="2" y="35"/>
                    </a:cubicBezTo>
                    <a:cubicBezTo>
                      <a:pt x="0" y="36"/>
                      <a:pt x="2" y="35"/>
                      <a:pt x="1" y="37"/>
                    </a:cubicBezTo>
                    <a:cubicBezTo>
                      <a:pt x="1" y="37"/>
                      <a:pt x="2" y="36"/>
                      <a:pt x="3" y="36"/>
                    </a:cubicBezTo>
                    <a:cubicBezTo>
                      <a:pt x="4" y="35"/>
                      <a:pt x="4" y="35"/>
                      <a:pt x="4" y="34"/>
                    </a:cubicBezTo>
                    <a:cubicBezTo>
                      <a:pt x="6" y="32"/>
                      <a:pt x="4" y="36"/>
                      <a:pt x="4" y="36"/>
                    </a:cubicBezTo>
                    <a:cubicBezTo>
                      <a:pt x="3" y="36"/>
                      <a:pt x="3" y="36"/>
                      <a:pt x="3" y="36"/>
                    </a:cubicBezTo>
                    <a:cubicBezTo>
                      <a:pt x="3" y="37"/>
                      <a:pt x="4" y="36"/>
                      <a:pt x="4" y="36"/>
                    </a:cubicBezTo>
                    <a:cubicBezTo>
                      <a:pt x="3" y="39"/>
                      <a:pt x="4" y="36"/>
                      <a:pt x="3" y="38"/>
                    </a:cubicBezTo>
                    <a:cubicBezTo>
                      <a:pt x="1" y="40"/>
                      <a:pt x="1" y="40"/>
                      <a:pt x="1" y="40"/>
                    </a:cubicBezTo>
                    <a:cubicBezTo>
                      <a:pt x="2" y="41"/>
                      <a:pt x="3" y="38"/>
                      <a:pt x="3" y="39"/>
                    </a:cubicBezTo>
                    <a:cubicBezTo>
                      <a:pt x="2" y="40"/>
                      <a:pt x="2" y="40"/>
                      <a:pt x="2" y="40"/>
                    </a:cubicBezTo>
                    <a:cubicBezTo>
                      <a:pt x="3" y="39"/>
                      <a:pt x="3" y="39"/>
                      <a:pt x="3" y="39"/>
                    </a:cubicBezTo>
                    <a:cubicBezTo>
                      <a:pt x="4" y="38"/>
                      <a:pt x="5" y="37"/>
                      <a:pt x="4" y="37"/>
                    </a:cubicBezTo>
                    <a:cubicBezTo>
                      <a:pt x="6" y="34"/>
                      <a:pt x="5" y="37"/>
                      <a:pt x="6" y="36"/>
                    </a:cubicBezTo>
                    <a:cubicBezTo>
                      <a:pt x="7" y="35"/>
                      <a:pt x="5" y="36"/>
                      <a:pt x="6" y="35"/>
                    </a:cubicBezTo>
                    <a:cubicBezTo>
                      <a:pt x="7" y="33"/>
                      <a:pt x="7" y="34"/>
                      <a:pt x="8" y="33"/>
                    </a:cubicBezTo>
                    <a:cubicBezTo>
                      <a:pt x="8" y="34"/>
                      <a:pt x="7" y="35"/>
                      <a:pt x="6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5" y="37"/>
                      <a:pt x="5" y="39"/>
                      <a:pt x="4" y="40"/>
                    </a:cubicBezTo>
                    <a:cubicBezTo>
                      <a:pt x="4" y="41"/>
                      <a:pt x="5" y="38"/>
                      <a:pt x="5" y="39"/>
                    </a:cubicBezTo>
                    <a:cubicBezTo>
                      <a:pt x="5" y="39"/>
                      <a:pt x="6" y="37"/>
                      <a:pt x="6" y="37"/>
                    </a:cubicBezTo>
                    <a:cubicBezTo>
                      <a:pt x="9" y="33"/>
                      <a:pt x="5" y="40"/>
                      <a:pt x="6" y="39"/>
                    </a:cubicBezTo>
                    <a:cubicBezTo>
                      <a:pt x="7" y="37"/>
                      <a:pt x="9" y="36"/>
                      <a:pt x="10" y="33"/>
                    </a:cubicBezTo>
                    <a:cubicBezTo>
                      <a:pt x="10" y="32"/>
                      <a:pt x="11" y="32"/>
                      <a:pt x="11" y="32"/>
                    </a:cubicBezTo>
                    <a:cubicBezTo>
                      <a:pt x="10" y="34"/>
                      <a:pt x="10" y="34"/>
                      <a:pt x="9" y="35"/>
                    </a:cubicBezTo>
                    <a:cubicBezTo>
                      <a:pt x="9" y="35"/>
                      <a:pt x="9" y="35"/>
                      <a:pt x="9" y="35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7" y="39"/>
                      <a:pt x="7" y="40"/>
                      <a:pt x="7" y="41"/>
                    </a:cubicBezTo>
                    <a:cubicBezTo>
                      <a:pt x="8" y="41"/>
                      <a:pt x="8" y="40"/>
                      <a:pt x="8" y="39"/>
                    </a:cubicBezTo>
                    <a:cubicBezTo>
                      <a:pt x="8" y="40"/>
                      <a:pt x="7" y="41"/>
                      <a:pt x="8" y="41"/>
                    </a:cubicBezTo>
                    <a:cubicBezTo>
                      <a:pt x="8" y="40"/>
                      <a:pt x="9" y="38"/>
                      <a:pt x="9" y="38"/>
                    </a:cubicBezTo>
                    <a:cubicBezTo>
                      <a:pt x="10" y="38"/>
                      <a:pt x="9" y="40"/>
                      <a:pt x="9" y="41"/>
                    </a:cubicBezTo>
                    <a:cubicBezTo>
                      <a:pt x="8" y="42"/>
                      <a:pt x="8" y="42"/>
                      <a:pt x="8" y="42"/>
                    </a:cubicBezTo>
                    <a:cubicBezTo>
                      <a:pt x="9" y="41"/>
                      <a:pt x="8" y="43"/>
                      <a:pt x="8" y="42"/>
                    </a:cubicBezTo>
                    <a:cubicBezTo>
                      <a:pt x="9" y="41"/>
                      <a:pt x="9" y="40"/>
                      <a:pt x="10" y="38"/>
                    </a:cubicBezTo>
                    <a:cubicBezTo>
                      <a:pt x="11" y="38"/>
                      <a:pt x="10" y="40"/>
                      <a:pt x="10" y="39"/>
                    </a:cubicBezTo>
                    <a:cubicBezTo>
                      <a:pt x="9" y="40"/>
                      <a:pt x="9" y="40"/>
                      <a:pt x="9" y="40"/>
                    </a:cubicBezTo>
                    <a:cubicBezTo>
                      <a:pt x="10" y="40"/>
                      <a:pt x="8" y="43"/>
                      <a:pt x="9" y="43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9" y="43"/>
                      <a:pt x="9" y="43"/>
                      <a:pt x="9" y="43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2"/>
                      <a:pt x="11" y="40"/>
                      <a:pt x="11" y="42"/>
                    </a:cubicBezTo>
                    <a:cubicBezTo>
                      <a:pt x="12" y="40"/>
                      <a:pt x="11" y="42"/>
                      <a:pt x="11" y="41"/>
                    </a:cubicBezTo>
                    <a:cubicBezTo>
                      <a:pt x="11" y="39"/>
                      <a:pt x="12" y="39"/>
                      <a:pt x="12" y="39"/>
                    </a:cubicBezTo>
                    <a:cubicBezTo>
                      <a:pt x="11" y="42"/>
                      <a:pt x="12" y="39"/>
                      <a:pt x="12" y="40"/>
                    </a:cubicBezTo>
                    <a:cubicBezTo>
                      <a:pt x="12" y="41"/>
                      <a:pt x="12" y="41"/>
                      <a:pt x="12" y="42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2" y="43"/>
                      <a:pt x="13" y="39"/>
                      <a:pt x="13" y="41"/>
                    </a:cubicBezTo>
                    <a:cubicBezTo>
                      <a:pt x="13" y="42"/>
                      <a:pt x="12" y="43"/>
                      <a:pt x="12" y="43"/>
                    </a:cubicBezTo>
                    <a:cubicBezTo>
                      <a:pt x="13" y="41"/>
                      <a:pt x="14" y="40"/>
                      <a:pt x="14" y="39"/>
                    </a:cubicBezTo>
                    <a:cubicBezTo>
                      <a:pt x="14" y="40"/>
                      <a:pt x="13" y="42"/>
                      <a:pt x="13" y="44"/>
                    </a:cubicBezTo>
                    <a:cubicBezTo>
                      <a:pt x="14" y="42"/>
                      <a:pt x="13" y="45"/>
                      <a:pt x="14" y="43"/>
                    </a:cubicBezTo>
                    <a:cubicBezTo>
                      <a:pt x="14" y="42"/>
                      <a:pt x="14" y="41"/>
                      <a:pt x="15" y="40"/>
                    </a:cubicBezTo>
                    <a:cubicBezTo>
                      <a:pt x="15" y="40"/>
                      <a:pt x="14" y="41"/>
                      <a:pt x="14" y="42"/>
                    </a:cubicBezTo>
                    <a:cubicBezTo>
                      <a:pt x="14" y="42"/>
                      <a:pt x="15" y="40"/>
                      <a:pt x="15" y="39"/>
                    </a:cubicBezTo>
                    <a:cubicBezTo>
                      <a:pt x="15" y="39"/>
                      <a:pt x="16" y="37"/>
                      <a:pt x="16" y="39"/>
                    </a:cubicBezTo>
                    <a:cubicBezTo>
                      <a:pt x="16" y="40"/>
                      <a:pt x="15" y="39"/>
                      <a:pt x="15" y="40"/>
                    </a:cubicBezTo>
                    <a:cubicBezTo>
                      <a:pt x="16" y="41"/>
                      <a:pt x="17" y="37"/>
                      <a:pt x="17" y="36"/>
                    </a:cubicBezTo>
                    <a:cubicBezTo>
                      <a:pt x="17" y="35"/>
                      <a:pt x="18" y="32"/>
                      <a:pt x="19" y="31"/>
                    </a:cubicBezTo>
                    <a:cubicBezTo>
                      <a:pt x="19" y="32"/>
                      <a:pt x="18" y="32"/>
                      <a:pt x="18" y="34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8" y="37"/>
                      <a:pt x="16" y="39"/>
                      <a:pt x="16" y="41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3"/>
                      <a:pt x="16" y="43"/>
                      <a:pt x="16" y="43"/>
                    </a:cubicBezTo>
                    <a:cubicBezTo>
                      <a:pt x="16" y="41"/>
                      <a:pt x="16" y="43"/>
                      <a:pt x="16" y="42"/>
                    </a:cubicBezTo>
                    <a:cubicBezTo>
                      <a:pt x="17" y="41"/>
                      <a:pt x="16" y="43"/>
                      <a:pt x="16" y="41"/>
                    </a:cubicBezTo>
                    <a:cubicBezTo>
                      <a:pt x="17" y="41"/>
                      <a:pt x="18" y="38"/>
                      <a:pt x="18" y="39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1"/>
                      <a:pt x="17" y="42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8" y="43"/>
                      <a:pt x="19" y="43"/>
                      <a:pt x="21" y="39"/>
                    </a:cubicBezTo>
                    <a:cubicBezTo>
                      <a:pt x="21" y="41"/>
                      <a:pt x="21" y="41"/>
                      <a:pt x="21" y="42"/>
                    </a:cubicBezTo>
                    <a:cubicBezTo>
                      <a:pt x="21" y="42"/>
                      <a:pt x="22" y="41"/>
                      <a:pt x="22" y="41"/>
                    </a:cubicBezTo>
                    <a:cubicBezTo>
                      <a:pt x="22" y="43"/>
                      <a:pt x="22" y="43"/>
                      <a:pt x="22" y="43"/>
                    </a:cubicBezTo>
                    <a:cubicBezTo>
                      <a:pt x="22" y="44"/>
                      <a:pt x="23" y="42"/>
                      <a:pt x="23" y="41"/>
                    </a:cubicBezTo>
                    <a:cubicBezTo>
                      <a:pt x="23" y="42"/>
                      <a:pt x="23" y="42"/>
                      <a:pt x="23" y="42"/>
                    </a:cubicBezTo>
                    <a:cubicBezTo>
                      <a:pt x="23" y="44"/>
                      <a:pt x="23" y="41"/>
                      <a:pt x="23" y="41"/>
                    </a:cubicBezTo>
                    <a:cubicBezTo>
                      <a:pt x="23" y="42"/>
                      <a:pt x="23" y="42"/>
                      <a:pt x="23" y="42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4" y="40"/>
                      <a:pt x="24" y="41"/>
                      <a:pt x="24" y="43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4" y="43"/>
                      <a:pt x="25" y="43"/>
                      <a:pt x="26" y="42"/>
                    </a:cubicBezTo>
                    <a:cubicBezTo>
                      <a:pt x="25" y="42"/>
                      <a:pt x="25" y="41"/>
                      <a:pt x="26" y="39"/>
                    </a:cubicBezTo>
                    <a:cubicBezTo>
                      <a:pt x="26" y="37"/>
                      <a:pt x="26" y="40"/>
                      <a:pt x="26" y="39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4"/>
                      <a:pt x="27" y="42"/>
                      <a:pt x="28" y="42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8" y="43"/>
                      <a:pt x="29" y="41"/>
                      <a:pt x="30" y="42"/>
                    </a:cubicBezTo>
                    <a:cubicBezTo>
                      <a:pt x="30" y="41"/>
                      <a:pt x="30" y="38"/>
                      <a:pt x="30" y="38"/>
                    </a:cubicBezTo>
                    <a:cubicBezTo>
                      <a:pt x="30" y="36"/>
                      <a:pt x="30" y="41"/>
                      <a:pt x="30" y="42"/>
                    </a:cubicBezTo>
                    <a:cubicBezTo>
                      <a:pt x="31" y="41"/>
                      <a:pt x="31" y="41"/>
                      <a:pt x="31" y="41"/>
                    </a:cubicBezTo>
                    <a:cubicBezTo>
                      <a:pt x="31" y="41"/>
                      <a:pt x="31" y="41"/>
                      <a:pt x="31" y="41"/>
                    </a:cubicBezTo>
                    <a:cubicBezTo>
                      <a:pt x="31" y="40"/>
                      <a:pt x="31" y="39"/>
                      <a:pt x="31" y="40"/>
                    </a:cubicBezTo>
                    <a:cubicBezTo>
                      <a:pt x="31" y="41"/>
                      <a:pt x="31" y="41"/>
                      <a:pt x="31" y="41"/>
                    </a:cubicBezTo>
                    <a:cubicBezTo>
                      <a:pt x="32" y="41"/>
                      <a:pt x="32" y="42"/>
                      <a:pt x="32" y="42"/>
                    </a:cubicBezTo>
                    <a:cubicBezTo>
                      <a:pt x="32" y="40"/>
                      <a:pt x="33" y="41"/>
                      <a:pt x="33" y="39"/>
                    </a:cubicBezTo>
                    <a:cubicBezTo>
                      <a:pt x="33" y="40"/>
                      <a:pt x="33" y="40"/>
                      <a:pt x="33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41"/>
                      <a:pt x="33" y="41"/>
                      <a:pt x="33" y="41"/>
                    </a:cubicBezTo>
                    <a:cubicBezTo>
                      <a:pt x="33" y="42"/>
                      <a:pt x="33" y="40"/>
                      <a:pt x="33" y="39"/>
                    </a:cubicBezTo>
                    <a:cubicBezTo>
                      <a:pt x="33" y="38"/>
                      <a:pt x="33" y="39"/>
                      <a:pt x="33" y="40"/>
                    </a:cubicBezTo>
                    <a:cubicBezTo>
                      <a:pt x="33" y="41"/>
                      <a:pt x="33" y="40"/>
                      <a:pt x="33" y="40"/>
                    </a:cubicBezTo>
                    <a:cubicBezTo>
                      <a:pt x="33" y="41"/>
                      <a:pt x="33" y="40"/>
                      <a:pt x="33" y="41"/>
                    </a:cubicBezTo>
                    <a:cubicBezTo>
                      <a:pt x="33" y="41"/>
                      <a:pt x="33" y="39"/>
                      <a:pt x="34" y="40"/>
                    </a:cubicBezTo>
                    <a:cubicBezTo>
                      <a:pt x="34" y="40"/>
                      <a:pt x="34" y="40"/>
                      <a:pt x="34" y="41"/>
                    </a:cubicBezTo>
                    <a:cubicBezTo>
                      <a:pt x="34" y="40"/>
                      <a:pt x="34" y="40"/>
                      <a:pt x="35" y="40"/>
                    </a:cubicBezTo>
                    <a:cubicBezTo>
                      <a:pt x="34" y="39"/>
                      <a:pt x="34" y="39"/>
                      <a:pt x="34" y="38"/>
                    </a:cubicBezTo>
                    <a:cubicBezTo>
                      <a:pt x="34" y="38"/>
                      <a:pt x="34" y="37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5" y="39"/>
                      <a:pt x="34" y="37"/>
                    </a:cubicBezTo>
                    <a:cubicBezTo>
                      <a:pt x="35" y="39"/>
                      <a:pt x="35" y="39"/>
                      <a:pt x="35" y="39"/>
                    </a:cubicBezTo>
                    <a:cubicBezTo>
                      <a:pt x="35" y="38"/>
                      <a:pt x="35" y="38"/>
                      <a:pt x="35" y="38"/>
                    </a:cubicBezTo>
                    <a:cubicBezTo>
                      <a:pt x="35" y="39"/>
                      <a:pt x="35" y="41"/>
                      <a:pt x="36" y="42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0"/>
                      <a:pt x="37" y="40"/>
                      <a:pt x="37" y="41"/>
                    </a:cubicBezTo>
                    <a:cubicBezTo>
                      <a:pt x="38" y="42"/>
                      <a:pt x="37" y="36"/>
                      <a:pt x="37" y="38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39"/>
                      <a:pt x="38" y="39"/>
                    </a:cubicBezTo>
                    <a:cubicBezTo>
                      <a:pt x="38" y="38"/>
                      <a:pt x="38" y="41"/>
                      <a:pt x="38" y="39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9" y="42"/>
                      <a:pt x="40" y="38"/>
                      <a:pt x="41" y="40"/>
                    </a:cubicBezTo>
                    <a:cubicBezTo>
                      <a:pt x="40" y="38"/>
                      <a:pt x="41" y="39"/>
                      <a:pt x="41" y="39"/>
                    </a:cubicBezTo>
                    <a:cubicBezTo>
                      <a:pt x="42" y="41"/>
                      <a:pt x="41" y="38"/>
                      <a:pt x="42" y="39"/>
                    </a:cubicBezTo>
                    <a:cubicBezTo>
                      <a:pt x="41" y="37"/>
                      <a:pt x="41" y="37"/>
                      <a:pt x="41" y="37"/>
                    </a:cubicBezTo>
                    <a:cubicBezTo>
                      <a:pt x="42" y="38"/>
                      <a:pt x="40" y="33"/>
                      <a:pt x="42" y="36"/>
                    </a:cubicBezTo>
                    <a:cubicBezTo>
                      <a:pt x="42" y="37"/>
                      <a:pt x="42" y="38"/>
                      <a:pt x="42" y="38"/>
                    </a:cubicBezTo>
                    <a:cubicBezTo>
                      <a:pt x="44" y="41"/>
                      <a:pt x="42" y="36"/>
                      <a:pt x="44" y="38"/>
                    </a:cubicBezTo>
                    <a:cubicBezTo>
                      <a:pt x="43" y="37"/>
                      <a:pt x="43" y="36"/>
                      <a:pt x="43" y="35"/>
                    </a:cubicBezTo>
                    <a:cubicBezTo>
                      <a:pt x="43" y="36"/>
                      <a:pt x="44" y="37"/>
                      <a:pt x="44" y="37"/>
                    </a:cubicBezTo>
                    <a:cubicBezTo>
                      <a:pt x="44" y="37"/>
                      <a:pt x="44" y="36"/>
                      <a:pt x="44" y="37"/>
                    </a:cubicBezTo>
                    <a:cubicBezTo>
                      <a:pt x="45" y="37"/>
                      <a:pt x="45" y="38"/>
                      <a:pt x="45" y="38"/>
                    </a:cubicBezTo>
                    <a:cubicBezTo>
                      <a:pt x="45" y="38"/>
                      <a:pt x="45" y="37"/>
                      <a:pt x="45" y="36"/>
                    </a:cubicBezTo>
                    <a:cubicBezTo>
                      <a:pt x="46" y="38"/>
                      <a:pt x="46" y="37"/>
                      <a:pt x="47" y="38"/>
                    </a:cubicBezTo>
                    <a:cubicBezTo>
                      <a:pt x="46" y="35"/>
                      <a:pt x="48" y="38"/>
                      <a:pt x="46" y="35"/>
                    </a:cubicBezTo>
                    <a:cubicBezTo>
                      <a:pt x="47" y="36"/>
                      <a:pt x="47" y="36"/>
                      <a:pt x="47" y="36"/>
                    </a:cubicBezTo>
                    <a:cubicBezTo>
                      <a:pt x="46" y="35"/>
                      <a:pt x="46" y="34"/>
                      <a:pt x="46" y="33"/>
                    </a:cubicBezTo>
                    <a:cubicBezTo>
                      <a:pt x="47" y="35"/>
                      <a:pt x="47" y="35"/>
                      <a:pt x="47" y="35"/>
                    </a:cubicBezTo>
                    <a:cubicBezTo>
                      <a:pt x="48" y="37"/>
                      <a:pt x="47" y="35"/>
                      <a:pt x="48" y="37"/>
                    </a:cubicBezTo>
                    <a:cubicBezTo>
                      <a:pt x="47" y="35"/>
                      <a:pt x="48" y="36"/>
                      <a:pt x="47" y="35"/>
                    </a:cubicBezTo>
                    <a:cubicBezTo>
                      <a:pt x="47" y="34"/>
                      <a:pt x="47" y="34"/>
                      <a:pt x="47" y="34"/>
                    </a:cubicBezTo>
                    <a:cubicBezTo>
                      <a:pt x="47" y="34"/>
                      <a:pt x="47" y="33"/>
                      <a:pt x="47" y="33"/>
                    </a:cubicBezTo>
                    <a:cubicBezTo>
                      <a:pt x="47" y="33"/>
                      <a:pt x="48" y="35"/>
                      <a:pt x="48" y="35"/>
                    </a:cubicBezTo>
                    <a:cubicBezTo>
                      <a:pt x="49" y="36"/>
                      <a:pt x="49" y="35"/>
                      <a:pt x="48" y="35"/>
                    </a:cubicBezTo>
                    <a:cubicBezTo>
                      <a:pt x="48" y="35"/>
                      <a:pt x="48" y="35"/>
                      <a:pt x="48" y="34"/>
                    </a:cubicBezTo>
                    <a:cubicBezTo>
                      <a:pt x="48" y="34"/>
                      <a:pt x="48" y="35"/>
                      <a:pt x="48" y="35"/>
                    </a:cubicBezTo>
                    <a:cubicBezTo>
                      <a:pt x="48" y="34"/>
                      <a:pt x="48" y="34"/>
                      <a:pt x="49" y="34"/>
                    </a:cubicBezTo>
                    <a:cubicBezTo>
                      <a:pt x="49" y="34"/>
                      <a:pt x="49" y="34"/>
                      <a:pt x="49" y="34"/>
                    </a:cubicBezTo>
                    <a:cubicBezTo>
                      <a:pt x="49" y="34"/>
                      <a:pt x="49" y="35"/>
                      <a:pt x="49" y="35"/>
                    </a:cubicBezTo>
                    <a:cubicBezTo>
                      <a:pt x="49" y="35"/>
                      <a:pt x="49" y="35"/>
                      <a:pt x="49" y="35"/>
                    </a:cubicBezTo>
                    <a:cubicBezTo>
                      <a:pt x="49" y="35"/>
                      <a:pt x="49" y="35"/>
                      <a:pt x="49" y="35"/>
                    </a:cubicBezTo>
                    <a:cubicBezTo>
                      <a:pt x="49" y="35"/>
                      <a:pt x="49" y="35"/>
                      <a:pt x="49" y="35"/>
                    </a:cubicBezTo>
                    <a:cubicBezTo>
                      <a:pt x="50" y="36"/>
                      <a:pt x="50" y="36"/>
                      <a:pt x="50" y="36"/>
                    </a:cubicBezTo>
                    <a:cubicBezTo>
                      <a:pt x="50" y="36"/>
                      <a:pt x="50" y="35"/>
                      <a:pt x="49" y="34"/>
                    </a:cubicBezTo>
                    <a:cubicBezTo>
                      <a:pt x="50" y="35"/>
                      <a:pt x="50" y="33"/>
                      <a:pt x="50" y="32"/>
                    </a:cubicBezTo>
                    <a:cubicBezTo>
                      <a:pt x="50" y="33"/>
                      <a:pt x="51" y="34"/>
                      <a:pt x="50" y="33"/>
                    </a:cubicBezTo>
                    <a:cubicBezTo>
                      <a:pt x="50" y="33"/>
                      <a:pt x="50" y="31"/>
                      <a:pt x="50" y="32"/>
                    </a:cubicBezTo>
                    <a:cubicBezTo>
                      <a:pt x="50" y="32"/>
                      <a:pt x="51" y="33"/>
                      <a:pt x="51" y="33"/>
                    </a:cubicBezTo>
                    <a:cubicBezTo>
                      <a:pt x="52" y="33"/>
                      <a:pt x="51" y="32"/>
                      <a:pt x="51" y="32"/>
                    </a:cubicBezTo>
                    <a:cubicBezTo>
                      <a:pt x="52" y="34"/>
                      <a:pt x="51" y="30"/>
                      <a:pt x="52" y="31"/>
                    </a:cubicBezTo>
                    <a:cubicBezTo>
                      <a:pt x="52" y="31"/>
                      <a:pt x="53" y="32"/>
                      <a:pt x="53" y="33"/>
                    </a:cubicBezTo>
                    <a:cubicBezTo>
                      <a:pt x="53" y="32"/>
                      <a:pt x="53" y="31"/>
                      <a:pt x="52" y="29"/>
                    </a:cubicBezTo>
                    <a:cubicBezTo>
                      <a:pt x="53" y="31"/>
                      <a:pt x="53" y="31"/>
                      <a:pt x="53" y="31"/>
                    </a:cubicBezTo>
                    <a:cubicBezTo>
                      <a:pt x="53" y="31"/>
                      <a:pt x="53" y="30"/>
                      <a:pt x="53" y="29"/>
                    </a:cubicBezTo>
                    <a:cubicBezTo>
                      <a:pt x="52" y="28"/>
                      <a:pt x="51" y="27"/>
                      <a:pt x="52" y="27"/>
                    </a:cubicBezTo>
                    <a:cubicBezTo>
                      <a:pt x="52" y="27"/>
                      <a:pt x="52" y="27"/>
                      <a:pt x="52" y="27"/>
                    </a:cubicBezTo>
                    <a:cubicBezTo>
                      <a:pt x="52" y="26"/>
                      <a:pt x="52" y="26"/>
                      <a:pt x="52" y="26"/>
                    </a:cubicBezTo>
                    <a:cubicBezTo>
                      <a:pt x="52" y="27"/>
                      <a:pt x="52" y="27"/>
                      <a:pt x="53" y="28"/>
                    </a:cubicBezTo>
                    <a:cubicBezTo>
                      <a:pt x="54" y="30"/>
                      <a:pt x="54" y="29"/>
                      <a:pt x="54" y="29"/>
                    </a:cubicBezTo>
                    <a:cubicBezTo>
                      <a:pt x="53" y="27"/>
                      <a:pt x="53" y="27"/>
                      <a:pt x="53" y="27"/>
                    </a:cubicBezTo>
                    <a:cubicBezTo>
                      <a:pt x="53" y="27"/>
                      <a:pt x="54" y="29"/>
                      <a:pt x="54" y="28"/>
                    </a:cubicBezTo>
                    <a:cubicBezTo>
                      <a:pt x="52" y="24"/>
                      <a:pt x="52" y="24"/>
                      <a:pt x="52" y="24"/>
                    </a:cubicBezTo>
                    <a:cubicBezTo>
                      <a:pt x="52" y="24"/>
                      <a:pt x="54" y="26"/>
                      <a:pt x="54" y="27"/>
                    </a:cubicBezTo>
                    <a:cubicBezTo>
                      <a:pt x="54" y="26"/>
                      <a:pt x="53" y="24"/>
                      <a:pt x="52" y="22"/>
                    </a:cubicBezTo>
                    <a:cubicBezTo>
                      <a:pt x="52" y="22"/>
                      <a:pt x="52" y="21"/>
                      <a:pt x="52" y="21"/>
                    </a:cubicBezTo>
                    <a:cubicBezTo>
                      <a:pt x="53" y="22"/>
                      <a:pt x="52" y="21"/>
                      <a:pt x="53" y="22"/>
                    </a:cubicBezTo>
                    <a:cubicBezTo>
                      <a:pt x="54" y="23"/>
                      <a:pt x="54" y="23"/>
                      <a:pt x="54" y="23"/>
                    </a:cubicBezTo>
                    <a:cubicBezTo>
                      <a:pt x="54" y="23"/>
                      <a:pt x="55" y="25"/>
                      <a:pt x="55" y="26"/>
                    </a:cubicBezTo>
                    <a:cubicBezTo>
                      <a:pt x="55" y="25"/>
                      <a:pt x="56" y="26"/>
                      <a:pt x="57" y="26"/>
                    </a:cubicBezTo>
                    <a:cubicBezTo>
                      <a:pt x="55" y="23"/>
                      <a:pt x="56" y="24"/>
                      <a:pt x="55" y="22"/>
                    </a:cubicBezTo>
                    <a:cubicBezTo>
                      <a:pt x="55" y="22"/>
                      <a:pt x="56" y="24"/>
                      <a:pt x="57" y="24"/>
                    </a:cubicBezTo>
                    <a:cubicBezTo>
                      <a:pt x="56" y="23"/>
                      <a:pt x="57" y="23"/>
                      <a:pt x="57" y="23"/>
                    </a:cubicBezTo>
                    <a:cubicBezTo>
                      <a:pt x="58" y="23"/>
                      <a:pt x="58" y="23"/>
                      <a:pt x="58" y="23"/>
                    </a:cubicBezTo>
                    <a:cubicBezTo>
                      <a:pt x="57" y="23"/>
                      <a:pt x="58" y="23"/>
                      <a:pt x="57" y="21"/>
                    </a:cubicBezTo>
                    <a:cubicBezTo>
                      <a:pt x="58" y="22"/>
                      <a:pt x="58" y="22"/>
                      <a:pt x="58" y="22"/>
                    </a:cubicBezTo>
                    <a:cubicBezTo>
                      <a:pt x="59" y="22"/>
                      <a:pt x="56" y="19"/>
                      <a:pt x="57" y="20"/>
                    </a:cubicBezTo>
                    <a:cubicBezTo>
                      <a:pt x="58" y="21"/>
                      <a:pt x="58" y="21"/>
                      <a:pt x="58" y="21"/>
                    </a:cubicBezTo>
                    <a:cubicBezTo>
                      <a:pt x="57" y="20"/>
                      <a:pt x="59" y="22"/>
                      <a:pt x="58" y="20"/>
                    </a:cubicBezTo>
                    <a:cubicBezTo>
                      <a:pt x="59" y="21"/>
                      <a:pt x="59" y="21"/>
                      <a:pt x="59" y="21"/>
                    </a:cubicBezTo>
                    <a:cubicBezTo>
                      <a:pt x="59" y="21"/>
                      <a:pt x="59" y="21"/>
                      <a:pt x="58" y="19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0" y="22"/>
                      <a:pt x="58" y="19"/>
                      <a:pt x="59" y="19"/>
                    </a:cubicBezTo>
                    <a:cubicBezTo>
                      <a:pt x="59" y="19"/>
                      <a:pt x="60" y="20"/>
                      <a:pt x="60" y="20"/>
                    </a:cubicBezTo>
                    <a:cubicBezTo>
                      <a:pt x="59" y="19"/>
                      <a:pt x="60" y="19"/>
                      <a:pt x="60" y="19"/>
                    </a:cubicBezTo>
                    <a:cubicBezTo>
                      <a:pt x="61" y="20"/>
                      <a:pt x="61" y="20"/>
                      <a:pt x="61" y="20"/>
                    </a:cubicBezTo>
                    <a:cubicBezTo>
                      <a:pt x="62" y="19"/>
                      <a:pt x="64" y="18"/>
                      <a:pt x="63" y="16"/>
                    </a:cubicBezTo>
                    <a:cubicBezTo>
                      <a:pt x="65" y="17"/>
                      <a:pt x="64" y="17"/>
                      <a:pt x="65" y="18"/>
                    </a:cubicBezTo>
                    <a:cubicBezTo>
                      <a:pt x="64" y="17"/>
                      <a:pt x="65" y="18"/>
                      <a:pt x="65" y="17"/>
                    </a:cubicBezTo>
                    <a:cubicBezTo>
                      <a:pt x="65" y="17"/>
                      <a:pt x="65" y="17"/>
                      <a:pt x="65" y="17"/>
                    </a:cubicBezTo>
                    <a:cubicBezTo>
                      <a:pt x="65" y="17"/>
                      <a:pt x="66" y="18"/>
                      <a:pt x="66" y="17"/>
                    </a:cubicBezTo>
                    <a:cubicBezTo>
                      <a:pt x="65" y="17"/>
                      <a:pt x="65" y="17"/>
                      <a:pt x="65" y="17"/>
                    </a:cubicBezTo>
                    <a:cubicBezTo>
                      <a:pt x="64" y="15"/>
                      <a:pt x="68" y="18"/>
                      <a:pt x="66" y="16"/>
                    </a:cubicBezTo>
                    <a:cubicBezTo>
                      <a:pt x="67" y="17"/>
                      <a:pt x="67" y="17"/>
                      <a:pt x="67" y="17"/>
                    </a:cubicBezTo>
                    <a:cubicBezTo>
                      <a:pt x="65" y="15"/>
                      <a:pt x="68" y="17"/>
                      <a:pt x="66" y="16"/>
                    </a:cubicBezTo>
                    <a:cubicBezTo>
                      <a:pt x="67" y="16"/>
                      <a:pt x="67" y="16"/>
                      <a:pt x="67" y="16"/>
                    </a:cubicBezTo>
                    <a:cubicBezTo>
                      <a:pt x="68" y="17"/>
                      <a:pt x="65" y="14"/>
                      <a:pt x="67" y="15"/>
                    </a:cubicBezTo>
                    <a:cubicBezTo>
                      <a:pt x="67" y="15"/>
                      <a:pt x="66" y="14"/>
                      <a:pt x="65" y="13"/>
                    </a:cubicBezTo>
                    <a:cubicBezTo>
                      <a:pt x="67" y="14"/>
                      <a:pt x="67" y="14"/>
                      <a:pt x="67" y="14"/>
                    </a:cubicBezTo>
                    <a:cubicBezTo>
                      <a:pt x="67" y="13"/>
                      <a:pt x="68" y="12"/>
                      <a:pt x="66" y="10"/>
                    </a:cubicBezTo>
                    <a:cubicBezTo>
                      <a:pt x="67" y="10"/>
                      <a:pt x="67" y="10"/>
                      <a:pt x="67" y="10"/>
                    </a:cubicBezTo>
                    <a:cubicBezTo>
                      <a:pt x="65" y="9"/>
                      <a:pt x="70" y="11"/>
                      <a:pt x="66" y="8"/>
                    </a:cubicBezTo>
                    <a:cubicBezTo>
                      <a:pt x="65" y="7"/>
                      <a:pt x="65" y="7"/>
                      <a:pt x="65" y="7"/>
                    </a:cubicBezTo>
                    <a:cubicBezTo>
                      <a:pt x="67" y="8"/>
                      <a:pt x="67" y="8"/>
                      <a:pt x="67" y="8"/>
                    </a:cubicBezTo>
                    <a:cubicBezTo>
                      <a:pt x="66" y="8"/>
                      <a:pt x="67" y="8"/>
                      <a:pt x="66" y="7"/>
                    </a:cubicBezTo>
                    <a:cubicBezTo>
                      <a:pt x="67" y="8"/>
                      <a:pt x="67" y="8"/>
                      <a:pt x="67" y="8"/>
                    </a:cubicBezTo>
                    <a:cubicBezTo>
                      <a:pt x="67" y="8"/>
                      <a:pt x="65" y="6"/>
                      <a:pt x="65" y="7"/>
                    </a:cubicBezTo>
                    <a:cubicBezTo>
                      <a:pt x="66" y="7"/>
                      <a:pt x="66" y="7"/>
                      <a:pt x="66" y="7"/>
                    </a:cubicBezTo>
                    <a:cubicBezTo>
                      <a:pt x="69" y="7"/>
                      <a:pt x="72" y="3"/>
                      <a:pt x="68" y="4"/>
                    </a:cubicBezTo>
                    <a:close/>
                    <a:moveTo>
                      <a:pt x="61" y="9"/>
                    </a:moveTo>
                    <a:cubicBezTo>
                      <a:pt x="60" y="9"/>
                      <a:pt x="61" y="7"/>
                      <a:pt x="62" y="6"/>
                    </a:cubicBezTo>
                    <a:cubicBezTo>
                      <a:pt x="62" y="8"/>
                      <a:pt x="61" y="9"/>
                      <a:pt x="61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7" name="Freeform 255"/>
              <p:cNvSpPr/>
              <p:nvPr>
                <p:custDataLst>
                  <p:tags r:id="rId101"/>
                </p:custDataLst>
              </p:nvPr>
            </p:nvSpPr>
            <p:spPr bwMode="auto">
              <a:xfrm>
                <a:off x="4011" y="3063"/>
                <a:ext cx="5" cy="5"/>
              </a:xfrm>
              <a:custGeom>
                <a:avLst/>
                <a:gdLst>
                  <a:gd name="T0" fmla="*/ 5 w 5"/>
                  <a:gd name="T1" fmla="*/ 5 h 5"/>
                  <a:gd name="T2" fmla="*/ 0 w 5"/>
                  <a:gd name="T3" fmla="*/ 0 h 5"/>
                  <a:gd name="T4" fmla="*/ 2 w 5"/>
                  <a:gd name="T5" fmla="*/ 5 h 5"/>
                  <a:gd name="T6" fmla="*/ 5 w 5"/>
                  <a:gd name="T7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" h="5">
                    <a:moveTo>
                      <a:pt x="5" y="5"/>
                    </a:moveTo>
                    <a:lnTo>
                      <a:pt x="0" y="0"/>
                    </a:lnTo>
                    <a:lnTo>
                      <a:pt x="2" y="5"/>
                    </a:lnTo>
                    <a:lnTo>
                      <a:pt x="5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8" name="Freeform 256"/>
              <p:cNvSpPr/>
              <p:nvPr>
                <p:custDataLst>
                  <p:tags r:id="rId102"/>
                </p:custDataLst>
              </p:nvPr>
            </p:nvSpPr>
            <p:spPr bwMode="auto">
              <a:xfrm>
                <a:off x="3912" y="3100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  <a:gd name="T6" fmla="*/ 0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9" name="Freeform 257"/>
              <p:cNvSpPr/>
              <p:nvPr>
                <p:custDataLst>
                  <p:tags r:id="rId103"/>
                </p:custDataLst>
              </p:nvPr>
            </p:nvSpPr>
            <p:spPr bwMode="auto">
              <a:xfrm>
                <a:off x="3996" y="3089"/>
                <a:ext cx="3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0" name="Oval 258"/>
              <p:cNvSpPr>
                <a:spLocks noChangeArrowheads="1"/>
              </p:cNvSpPr>
              <p:nvPr>
                <p:custDataLst>
                  <p:tags r:id="rId104"/>
                </p:custDataLst>
              </p:nvPr>
            </p:nvSpPr>
            <p:spPr bwMode="auto">
              <a:xfrm>
                <a:off x="3595" y="1825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1" name="Freeform 259"/>
              <p:cNvSpPr/>
              <p:nvPr>
                <p:custDataLst>
                  <p:tags r:id="rId105"/>
                </p:custDataLst>
              </p:nvPr>
            </p:nvSpPr>
            <p:spPr bwMode="auto">
              <a:xfrm>
                <a:off x="3598" y="1825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0 w 1"/>
                  <a:gd name="T4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2" name="Freeform 260"/>
              <p:cNvSpPr/>
              <p:nvPr>
                <p:custDataLst>
                  <p:tags r:id="rId106"/>
                </p:custDataLst>
              </p:nvPr>
            </p:nvSpPr>
            <p:spPr bwMode="auto">
              <a:xfrm>
                <a:off x="3918" y="285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3" name="Freeform 261"/>
              <p:cNvSpPr/>
              <p:nvPr>
                <p:custDataLst>
                  <p:tags r:id="rId107"/>
                </p:custDataLst>
              </p:nvPr>
            </p:nvSpPr>
            <p:spPr bwMode="auto">
              <a:xfrm>
                <a:off x="3924" y="3038"/>
                <a:ext cx="2" cy="2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2 w 2"/>
                  <a:gd name="T5" fmla="*/ 0 h 2"/>
                  <a:gd name="T6" fmla="*/ 0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4" name="Freeform 262"/>
              <p:cNvSpPr/>
              <p:nvPr>
                <p:custDataLst>
                  <p:tags r:id="rId108"/>
                </p:custDataLst>
              </p:nvPr>
            </p:nvSpPr>
            <p:spPr bwMode="auto">
              <a:xfrm>
                <a:off x="3986" y="3027"/>
                <a:ext cx="2" cy="3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5" name="Freeform 263"/>
              <p:cNvSpPr/>
              <p:nvPr>
                <p:custDataLst>
                  <p:tags r:id="rId109"/>
                </p:custDataLst>
              </p:nvPr>
            </p:nvSpPr>
            <p:spPr bwMode="auto">
              <a:xfrm>
                <a:off x="3899" y="3091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1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1"/>
                      <a:pt x="1" y="0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6" name="Rectangle 264"/>
              <p:cNvSpPr>
                <a:spLocks noChangeArrowheads="1"/>
              </p:cNvSpPr>
              <p:nvPr>
                <p:custDataLst>
                  <p:tags r:id="rId110"/>
                </p:custDataLst>
              </p:nvPr>
            </p:nvSpPr>
            <p:spPr bwMode="auto">
              <a:xfrm>
                <a:off x="4013" y="3004"/>
                <a:ext cx="1" cy="4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7" name="Freeform 265"/>
              <p:cNvSpPr/>
              <p:nvPr>
                <p:custDataLst>
                  <p:tags r:id="rId111"/>
                </p:custDataLst>
              </p:nvPr>
            </p:nvSpPr>
            <p:spPr bwMode="auto">
              <a:xfrm>
                <a:off x="3903" y="3055"/>
                <a:ext cx="6" cy="2"/>
              </a:xfrm>
              <a:custGeom>
                <a:avLst/>
                <a:gdLst>
                  <a:gd name="T0" fmla="*/ 3 w 3"/>
                  <a:gd name="T1" fmla="*/ 0 h 1"/>
                  <a:gd name="T2" fmla="*/ 0 w 3"/>
                  <a:gd name="T3" fmla="*/ 1 h 1"/>
                  <a:gd name="T4" fmla="*/ 3 w 3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1">
                    <a:moveTo>
                      <a:pt x="3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2" y="1"/>
                      <a:pt x="2" y="0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8" name="Freeform 266"/>
              <p:cNvSpPr/>
              <p:nvPr>
                <p:custDataLst>
                  <p:tags r:id="rId112"/>
                </p:custDataLst>
              </p:nvPr>
            </p:nvSpPr>
            <p:spPr bwMode="auto">
              <a:xfrm>
                <a:off x="3905" y="3055"/>
                <a:ext cx="4" cy="0"/>
              </a:xfrm>
              <a:custGeom>
                <a:avLst/>
                <a:gdLst>
                  <a:gd name="T0" fmla="*/ 1 w 2"/>
                  <a:gd name="T1" fmla="*/ 2 w 2"/>
                  <a:gd name="T2" fmla="*/ 1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1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2" y="0"/>
                      <a:pt x="2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9" name="Freeform 267"/>
              <p:cNvSpPr/>
              <p:nvPr>
                <p:custDataLst>
                  <p:tags r:id="rId113"/>
                </p:custDataLst>
              </p:nvPr>
            </p:nvSpPr>
            <p:spPr bwMode="auto">
              <a:xfrm>
                <a:off x="3897" y="3085"/>
                <a:ext cx="4" cy="2"/>
              </a:xfrm>
              <a:custGeom>
                <a:avLst/>
                <a:gdLst>
                  <a:gd name="T0" fmla="*/ 2 w 2"/>
                  <a:gd name="T1" fmla="*/ 0 h 1"/>
                  <a:gd name="T2" fmla="*/ 0 w 2"/>
                  <a:gd name="T3" fmla="*/ 1 h 1"/>
                  <a:gd name="T4" fmla="*/ 2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80" name="Freeform 268"/>
              <p:cNvSpPr/>
              <p:nvPr>
                <p:custDataLst>
                  <p:tags r:id="rId114"/>
                </p:custDataLst>
              </p:nvPr>
            </p:nvSpPr>
            <p:spPr bwMode="auto">
              <a:xfrm>
                <a:off x="3897" y="3095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0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0"/>
                      <a:pt x="1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81" name="Freeform 269"/>
              <p:cNvSpPr/>
              <p:nvPr>
                <p:custDataLst>
                  <p:tags r:id="rId115"/>
                </p:custDataLst>
              </p:nvPr>
            </p:nvSpPr>
            <p:spPr bwMode="auto">
              <a:xfrm>
                <a:off x="3984" y="3095"/>
                <a:ext cx="0" cy="2"/>
              </a:xfrm>
              <a:custGeom>
                <a:avLst/>
                <a:gdLst>
                  <a:gd name="T0" fmla="*/ 2 h 2"/>
                  <a:gd name="T1" fmla="*/ 2 h 2"/>
                  <a:gd name="T2" fmla="*/ 0 h 2"/>
                  <a:gd name="T3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82" name="Freeform 270"/>
              <p:cNvSpPr/>
              <p:nvPr>
                <p:custDataLst>
                  <p:tags r:id="rId116"/>
                </p:custDataLst>
              </p:nvPr>
            </p:nvSpPr>
            <p:spPr bwMode="auto">
              <a:xfrm>
                <a:off x="3600" y="182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0" name="Freeform 271"/>
              <p:cNvSpPr/>
              <p:nvPr>
                <p:custDataLst>
                  <p:tags r:id="rId117"/>
                </p:custDataLst>
              </p:nvPr>
            </p:nvSpPr>
            <p:spPr bwMode="auto">
              <a:xfrm>
                <a:off x="3905" y="3100"/>
                <a:ext cx="4" cy="4"/>
              </a:xfrm>
              <a:custGeom>
                <a:avLst/>
                <a:gdLst>
                  <a:gd name="T0" fmla="*/ 1 w 2"/>
                  <a:gd name="T1" fmla="*/ 0 h 2"/>
                  <a:gd name="T2" fmla="*/ 1 w 2"/>
                  <a:gd name="T3" fmla="*/ 1 h 2"/>
                  <a:gd name="T4" fmla="*/ 1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0" y="2"/>
                      <a:pt x="1" y="0"/>
                      <a:pt x="1" y="1"/>
                    </a:cubicBezTo>
                    <a:cubicBezTo>
                      <a:pt x="2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1" name="Freeform 272"/>
              <p:cNvSpPr/>
              <p:nvPr>
                <p:custDataLst>
                  <p:tags r:id="rId118"/>
                </p:custDataLst>
              </p:nvPr>
            </p:nvSpPr>
            <p:spPr bwMode="auto">
              <a:xfrm>
                <a:off x="4230" y="2480"/>
                <a:ext cx="4" cy="2"/>
              </a:xfrm>
              <a:custGeom>
                <a:avLst/>
                <a:gdLst>
                  <a:gd name="T0" fmla="*/ 1 w 2"/>
                  <a:gd name="T1" fmla="*/ 1 h 1"/>
                  <a:gd name="T2" fmla="*/ 2 w 2"/>
                  <a:gd name="T3" fmla="*/ 1 h 1"/>
                  <a:gd name="T4" fmla="*/ 1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1" y="1"/>
                    </a:moveTo>
                    <a:cubicBezTo>
                      <a:pt x="0" y="1"/>
                      <a:pt x="1" y="1"/>
                      <a:pt x="2" y="1"/>
                    </a:cubicBezTo>
                    <a:cubicBezTo>
                      <a:pt x="2" y="0"/>
                      <a:pt x="2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2" name="Freeform 273"/>
              <p:cNvSpPr/>
              <p:nvPr>
                <p:custDataLst>
                  <p:tags r:id="rId119"/>
                </p:custDataLst>
              </p:nvPr>
            </p:nvSpPr>
            <p:spPr bwMode="auto">
              <a:xfrm>
                <a:off x="3895" y="3080"/>
                <a:ext cx="4" cy="3"/>
              </a:xfrm>
              <a:custGeom>
                <a:avLst/>
                <a:gdLst>
                  <a:gd name="T0" fmla="*/ 0 w 2"/>
                  <a:gd name="T1" fmla="*/ 0 h 1"/>
                  <a:gd name="T2" fmla="*/ 1 w 2"/>
                  <a:gd name="T3" fmla="*/ 0 h 1"/>
                  <a:gd name="T4" fmla="*/ 1 w 2"/>
                  <a:gd name="T5" fmla="*/ 0 h 1"/>
                  <a:gd name="T6" fmla="*/ 0 w 2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0" y="0"/>
                    </a:moveTo>
                    <a:cubicBezTo>
                      <a:pt x="0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3" name="Freeform 274"/>
              <p:cNvSpPr/>
              <p:nvPr>
                <p:custDataLst>
                  <p:tags r:id="rId120"/>
                </p:custDataLst>
              </p:nvPr>
            </p:nvSpPr>
            <p:spPr bwMode="auto">
              <a:xfrm>
                <a:off x="4007" y="3076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4" name="Freeform 275"/>
              <p:cNvSpPr/>
              <p:nvPr>
                <p:custDataLst>
                  <p:tags r:id="rId121"/>
                </p:custDataLst>
              </p:nvPr>
            </p:nvSpPr>
            <p:spPr bwMode="auto">
              <a:xfrm>
                <a:off x="3598" y="182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5" name="Freeform 276"/>
              <p:cNvSpPr/>
              <p:nvPr>
                <p:custDataLst>
                  <p:tags r:id="rId122"/>
                </p:custDataLst>
              </p:nvPr>
            </p:nvSpPr>
            <p:spPr bwMode="auto">
              <a:xfrm>
                <a:off x="4005" y="3074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1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1" y="1"/>
                      <a:pt x="0" y="1"/>
                    </a:cubicBezTo>
                    <a:cubicBezTo>
                      <a:pt x="0" y="0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6" name="Freeform 277"/>
              <p:cNvSpPr/>
              <p:nvPr>
                <p:custDataLst>
                  <p:tags r:id="rId123"/>
                </p:custDataLst>
              </p:nvPr>
            </p:nvSpPr>
            <p:spPr bwMode="auto">
              <a:xfrm>
                <a:off x="4007" y="308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7" name="Freeform 278"/>
              <p:cNvSpPr/>
              <p:nvPr>
                <p:custDataLst>
                  <p:tags r:id="rId124"/>
                </p:custDataLst>
              </p:nvPr>
            </p:nvSpPr>
            <p:spPr bwMode="auto">
              <a:xfrm>
                <a:off x="3598" y="1823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8" name="Freeform 279"/>
              <p:cNvSpPr/>
              <p:nvPr>
                <p:custDataLst>
                  <p:tags r:id="rId125"/>
                </p:custDataLst>
              </p:nvPr>
            </p:nvSpPr>
            <p:spPr bwMode="auto">
              <a:xfrm>
                <a:off x="3598" y="1823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0 w 1"/>
                  <a:gd name="T4" fmla="*/ 0 w 1"/>
                  <a:gd name="T5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  <a:cxn ang="0">
                    <a:pos x="T5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9" name="Freeform 280"/>
              <p:cNvSpPr/>
              <p:nvPr>
                <p:custDataLst>
                  <p:tags r:id="rId126"/>
                </p:custDataLst>
              </p:nvPr>
            </p:nvSpPr>
            <p:spPr bwMode="auto">
              <a:xfrm>
                <a:off x="4009" y="3083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0" name="Freeform 281"/>
              <p:cNvSpPr/>
              <p:nvPr>
                <p:custDataLst>
                  <p:tags r:id="rId127"/>
                </p:custDataLst>
              </p:nvPr>
            </p:nvSpPr>
            <p:spPr bwMode="auto">
              <a:xfrm>
                <a:off x="3602" y="182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1" name="Freeform 282"/>
              <p:cNvSpPr/>
              <p:nvPr>
                <p:custDataLst>
                  <p:tags r:id="rId128"/>
                </p:custDataLst>
              </p:nvPr>
            </p:nvSpPr>
            <p:spPr bwMode="auto">
              <a:xfrm>
                <a:off x="3929" y="1870"/>
                <a:ext cx="4" cy="8"/>
              </a:xfrm>
              <a:custGeom>
                <a:avLst/>
                <a:gdLst>
                  <a:gd name="T0" fmla="*/ 2 w 2"/>
                  <a:gd name="T1" fmla="*/ 1 h 4"/>
                  <a:gd name="T2" fmla="*/ 1 w 2"/>
                  <a:gd name="T3" fmla="*/ 4 h 4"/>
                  <a:gd name="T4" fmla="*/ 2 w 2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">
                    <a:moveTo>
                      <a:pt x="2" y="1"/>
                    </a:moveTo>
                    <a:cubicBezTo>
                      <a:pt x="2" y="1"/>
                      <a:pt x="0" y="1"/>
                      <a:pt x="1" y="4"/>
                    </a:cubicBezTo>
                    <a:cubicBezTo>
                      <a:pt x="1" y="0"/>
                      <a:pt x="2" y="4"/>
                      <a:pt x="2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2" name="Freeform 283"/>
              <p:cNvSpPr/>
              <p:nvPr>
                <p:custDataLst>
                  <p:tags r:id="rId129"/>
                </p:custDataLst>
              </p:nvPr>
            </p:nvSpPr>
            <p:spPr bwMode="auto">
              <a:xfrm>
                <a:off x="3687" y="1579"/>
                <a:ext cx="4" cy="4"/>
              </a:xfrm>
              <a:custGeom>
                <a:avLst/>
                <a:gdLst>
                  <a:gd name="T0" fmla="*/ 0 w 4"/>
                  <a:gd name="T1" fmla="*/ 4 h 4"/>
                  <a:gd name="T2" fmla="*/ 4 w 4"/>
                  <a:gd name="T3" fmla="*/ 0 h 4"/>
                  <a:gd name="T4" fmla="*/ 0 w 4"/>
                  <a:gd name="T5" fmla="*/ 2 h 4"/>
                  <a:gd name="T6" fmla="*/ 0 w 4"/>
                  <a:gd name="T7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0" y="4"/>
                    </a:moveTo>
                    <a:lnTo>
                      <a:pt x="4" y="0"/>
                    </a:lnTo>
                    <a:lnTo>
                      <a:pt x="0" y="2"/>
                    </a:lnTo>
                    <a:lnTo>
                      <a:pt x="0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3" name="Freeform 284"/>
              <p:cNvSpPr/>
              <p:nvPr>
                <p:custDataLst>
                  <p:tags r:id="rId130"/>
                </p:custDataLst>
              </p:nvPr>
            </p:nvSpPr>
            <p:spPr bwMode="auto">
              <a:xfrm>
                <a:off x="4086" y="1583"/>
                <a:ext cx="8" cy="4"/>
              </a:xfrm>
              <a:custGeom>
                <a:avLst/>
                <a:gdLst>
                  <a:gd name="T0" fmla="*/ 2 w 4"/>
                  <a:gd name="T1" fmla="*/ 2 h 2"/>
                  <a:gd name="T2" fmla="*/ 1 w 4"/>
                  <a:gd name="T3" fmla="*/ 0 h 2"/>
                  <a:gd name="T4" fmla="*/ 2 w 4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2">
                    <a:moveTo>
                      <a:pt x="2" y="2"/>
                    </a:moveTo>
                    <a:cubicBezTo>
                      <a:pt x="2" y="2"/>
                      <a:pt x="3" y="1"/>
                      <a:pt x="1" y="0"/>
                    </a:cubicBezTo>
                    <a:cubicBezTo>
                      <a:pt x="4" y="2"/>
                      <a:pt x="0" y="1"/>
                      <a:pt x="2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4" name="Freeform 285"/>
              <p:cNvSpPr/>
              <p:nvPr>
                <p:custDataLst>
                  <p:tags r:id="rId131"/>
                </p:custDataLst>
              </p:nvPr>
            </p:nvSpPr>
            <p:spPr bwMode="auto">
              <a:xfrm>
                <a:off x="3574" y="1912"/>
                <a:ext cx="2" cy="21"/>
              </a:xfrm>
              <a:custGeom>
                <a:avLst/>
                <a:gdLst>
                  <a:gd name="T0" fmla="*/ 0 w 1"/>
                  <a:gd name="T1" fmla="*/ 0 h 10"/>
                  <a:gd name="T2" fmla="*/ 1 w 1"/>
                  <a:gd name="T3" fmla="*/ 10 h 10"/>
                  <a:gd name="T4" fmla="*/ 0 w 1"/>
                  <a:gd name="T5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0">
                    <a:moveTo>
                      <a:pt x="0" y="0"/>
                    </a:moveTo>
                    <a:cubicBezTo>
                      <a:pt x="0" y="4"/>
                      <a:pt x="0" y="10"/>
                      <a:pt x="1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5" name="Freeform 286"/>
              <p:cNvSpPr>
                <a:spLocks noEditPoints="1"/>
              </p:cNvSpPr>
              <p:nvPr>
                <p:custDataLst>
                  <p:tags r:id="rId132"/>
                </p:custDataLst>
              </p:nvPr>
            </p:nvSpPr>
            <p:spPr bwMode="auto">
              <a:xfrm>
                <a:off x="3559" y="1774"/>
                <a:ext cx="77" cy="91"/>
              </a:xfrm>
              <a:custGeom>
                <a:avLst/>
                <a:gdLst>
                  <a:gd name="T0" fmla="*/ 32 w 36"/>
                  <a:gd name="T1" fmla="*/ 19 h 43"/>
                  <a:gd name="T2" fmla="*/ 27 w 36"/>
                  <a:gd name="T3" fmla="*/ 2 h 43"/>
                  <a:gd name="T4" fmla="*/ 8 w 36"/>
                  <a:gd name="T5" fmla="*/ 14 h 43"/>
                  <a:gd name="T6" fmla="*/ 16 w 36"/>
                  <a:gd name="T7" fmla="*/ 25 h 43"/>
                  <a:gd name="T8" fmla="*/ 16 w 36"/>
                  <a:gd name="T9" fmla="*/ 24 h 43"/>
                  <a:gd name="T10" fmla="*/ 17 w 36"/>
                  <a:gd name="T11" fmla="*/ 24 h 43"/>
                  <a:gd name="T12" fmla="*/ 17 w 36"/>
                  <a:gd name="T13" fmla="*/ 23 h 43"/>
                  <a:gd name="T14" fmla="*/ 17 w 36"/>
                  <a:gd name="T15" fmla="*/ 24 h 43"/>
                  <a:gd name="T16" fmla="*/ 19 w 36"/>
                  <a:gd name="T17" fmla="*/ 23 h 43"/>
                  <a:gd name="T18" fmla="*/ 18 w 36"/>
                  <a:gd name="T19" fmla="*/ 24 h 43"/>
                  <a:gd name="T20" fmla="*/ 17 w 36"/>
                  <a:gd name="T21" fmla="*/ 24 h 43"/>
                  <a:gd name="T22" fmla="*/ 19 w 36"/>
                  <a:gd name="T23" fmla="*/ 23 h 43"/>
                  <a:gd name="T24" fmla="*/ 20 w 36"/>
                  <a:gd name="T25" fmla="*/ 23 h 43"/>
                  <a:gd name="T26" fmla="*/ 21 w 36"/>
                  <a:gd name="T27" fmla="*/ 24 h 43"/>
                  <a:gd name="T28" fmla="*/ 21 w 36"/>
                  <a:gd name="T29" fmla="*/ 23 h 43"/>
                  <a:gd name="T30" fmla="*/ 21 w 36"/>
                  <a:gd name="T31" fmla="*/ 23 h 43"/>
                  <a:gd name="T32" fmla="*/ 21 w 36"/>
                  <a:gd name="T33" fmla="*/ 23 h 43"/>
                  <a:gd name="T34" fmla="*/ 21 w 36"/>
                  <a:gd name="T35" fmla="*/ 24 h 43"/>
                  <a:gd name="T36" fmla="*/ 22 w 36"/>
                  <a:gd name="T37" fmla="*/ 24 h 43"/>
                  <a:gd name="T38" fmla="*/ 22 w 36"/>
                  <a:gd name="T39" fmla="*/ 24 h 43"/>
                  <a:gd name="T40" fmla="*/ 22 w 36"/>
                  <a:gd name="T41" fmla="*/ 19 h 43"/>
                  <a:gd name="T42" fmla="*/ 22 w 36"/>
                  <a:gd name="T43" fmla="*/ 19 h 43"/>
                  <a:gd name="T44" fmla="*/ 23 w 36"/>
                  <a:gd name="T45" fmla="*/ 23 h 43"/>
                  <a:gd name="T46" fmla="*/ 27 w 36"/>
                  <a:gd name="T47" fmla="*/ 24 h 43"/>
                  <a:gd name="T48" fmla="*/ 25 w 36"/>
                  <a:gd name="T49" fmla="*/ 24 h 43"/>
                  <a:gd name="T50" fmla="*/ 25 w 36"/>
                  <a:gd name="T51" fmla="*/ 24 h 43"/>
                  <a:gd name="T52" fmla="*/ 26 w 36"/>
                  <a:gd name="T53" fmla="*/ 23 h 43"/>
                  <a:gd name="T54" fmla="*/ 25 w 36"/>
                  <a:gd name="T55" fmla="*/ 24 h 43"/>
                  <a:gd name="T56" fmla="*/ 24 w 36"/>
                  <a:gd name="T57" fmla="*/ 24 h 43"/>
                  <a:gd name="T58" fmla="*/ 24 w 36"/>
                  <a:gd name="T59" fmla="*/ 22 h 43"/>
                  <a:gd name="T60" fmla="*/ 24 w 36"/>
                  <a:gd name="T61" fmla="*/ 24 h 43"/>
                  <a:gd name="T62" fmla="*/ 23 w 36"/>
                  <a:gd name="T63" fmla="*/ 24 h 43"/>
                  <a:gd name="T64" fmla="*/ 23 w 36"/>
                  <a:gd name="T65" fmla="*/ 24 h 43"/>
                  <a:gd name="T66" fmla="*/ 24 w 36"/>
                  <a:gd name="T67" fmla="*/ 24 h 43"/>
                  <a:gd name="T68" fmla="*/ 24 w 36"/>
                  <a:gd name="T69" fmla="*/ 24 h 43"/>
                  <a:gd name="T70" fmla="*/ 25 w 36"/>
                  <a:gd name="T71" fmla="*/ 24 h 43"/>
                  <a:gd name="T72" fmla="*/ 29 w 36"/>
                  <a:gd name="T73" fmla="*/ 24 h 43"/>
                  <a:gd name="T74" fmla="*/ 26 w 36"/>
                  <a:gd name="T75" fmla="*/ 24 h 43"/>
                  <a:gd name="T76" fmla="*/ 24 w 36"/>
                  <a:gd name="T77" fmla="*/ 22 h 43"/>
                  <a:gd name="T78" fmla="*/ 23 w 36"/>
                  <a:gd name="T79" fmla="*/ 21 h 43"/>
                  <a:gd name="T80" fmla="*/ 24 w 36"/>
                  <a:gd name="T81" fmla="*/ 21 h 43"/>
                  <a:gd name="T82" fmla="*/ 24 w 36"/>
                  <a:gd name="T83" fmla="*/ 21 h 43"/>
                  <a:gd name="T84" fmla="*/ 23 w 36"/>
                  <a:gd name="T85" fmla="*/ 20 h 43"/>
                  <a:gd name="T86" fmla="*/ 22 w 36"/>
                  <a:gd name="T87" fmla="*/ 19 h 43"/>
                  <a:gd name="T88" fmla="*/ 22 w 36"/>
                  <a:gd name="T89" fmla="*/ 20 h 43"/>
                  <a:gd name="T90" fmla="*/ 21 w 36"/>
                  <a:gd name="T91" fmla="*/ 19 h 43"/>
                  <a:gd name="T92" fmla="*/ 22 w 36"/>
                  <a:gd name="T93" fmla="*/ 21 h 43"/>
                  <a:gd name="T94" fmla="*/ 20 w 36"/>
                  <a:gd name="T95" fmla="*/ 21 h 43"/>
                  <a:gd name="T96" fmla="*/ 17 w 36"/>
                  <a:gd name="T97" fmla="*/ 20 h 43"/>
                  <a:gd name="T98" fmla="*/ 20 w 36"/>
                  <a:gd name="T99" fmla="*/ 19 h 43"/>
                  <a:gd name="T100" fmla="*/ 18 w 36"/>
                  <a:gd name="T101" fmla="*/ 18 h 43"/>
                  <a:gd name="T102" fmla="*/ 19 w 36"/>
                  <a:gd name="T103" fmla="*/ 18 h 43"/>
                  <a:gd name="T104" fmla="*/ 20 w 36"/>
                  <a:gd name="T105" fmla="*/ 18 h 43"/>
                  <a:gd name="T106" fmla="*/ 21 w 36"/>
                  <a:gd name="T107" fmla="*/ 19 h 43"/>
                  <a:gd name="T108" fmla="*/ 20 w 36"/>
                  <a:gd name="T109" fmla="*/ 18 h 43"/>
                  <a:gd name="T110" fmla="*/ 18 w 36"/>
                  <a:gd name="T111" fmla="*/ 18 h 43"/>
                  <a:gd name="T112" fmla="*/ 18 w 36"/>
                  <a:gd name="T113" fmla="*/ 18 h 43"/>
                  <a:gd name="T114" fmla="*/ 15 w 36"/>
                  <a:gd name="T115" fmla="*/ 18 h 43"/>
                  <a:gd name="T116" fmla="*/ 18 w 36"/>
                  <a:gd name="T117" fmla="*/ 18 h 43"/>
                  <a:gd name="T118" fmla="*/ 18 w 36"/>
                  <a:gd name="T119" fmla="*/ 18 h 43"/>
                  <a:gd name="T120" fmla="*/ 17 w 36"/>
                  <a:gd name="T121" fmla="*/ 19 h 43"/>
                  <a:gd name="T122" fmla="*/ 16 w 36"/>
                  <a:gd name="T123" fmla="*/ 25 h 43"/>
                  <a:gd name="T124" fmla="*/ 14 w 36"/>
                  <a:gd name="T125" fmla="*/ 29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6" h="43">
                    <a:moveTo>
                      <a:pt x="5" y="16"/>
                    </a:moveTo>
                    <a:cubicBezTo>
                      <a:pt x="6" y="19"/>
                      <a:pt x="3" y="20"/>
                      <a:pt x="0" y="23"/>
                    </a:cubicBezTo>
                    <a:cubicBezTo>
                      <a:pt x="0" y="23"/>
                      <a:pt x="1" y="25"/>
                      <a:pt x="1" y="28"/>
                    </a:cubicBezTo>
                    <a:cubicBezTo>
                      <a:pt x="5" y="39"/>
                      <a:pt x="13" y="43"/>
                      <a:pt x="19" y="41"/>
                    </a:cubicBezTo>
                    <a:cubicBezTo>
                      <a:pt x="18" y="40"/>
                      <a:pt x="18" y="39"/>
                      <a:pt x="19" y="39"/>
                    </a:cubicBezTo>
                    <a:cubicBezTo>
                      <a:pt x="19" y="39"/>
                      <a:pt x="19" y="39"/>
                      <a:pt x="19" y="39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8"/>
                      <a:pt x="19" y="39"/>
                      <a:pt x="19" y="40"/>
                    </a:cubicBezTo>
                    <a:cubicBezTo>
                      <a:pt x="20" y="39"/>
                      <a:pt x="21" y="39"/>
                      <a:pt x="23" y="39"/>
                    </a:cubicBezTo>
                    <a:cubicBezTo>
                      <a:pt x="22" y="36"/>
                      <a:pt x="23" y="38"/>
                      <a:pt x="23" y="36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6"/>
                      <a:pt x="23" y="36"/>
                      <a:pt x="25" y="38"/>
                    </a:cubicBezTo>
                    <a:cubicBezTo>
                      <a:pt x="29" y="38"/>
                      <a:pt x="31" y="35"/>
                      <a:pt x="33" y="33"/>
                    </a:cubicBezTo>
                    <a:cubicBezTo>
                      <a:pt x="36" y="30"/>
                      <a:pt x="36" y="26"/>
                      <a:pt x="36" y="21"/>
                    </a:cubicBezTo>
                    <a:cubicBezTo>
                      <a:pt x="33" y="20"/>
                      <a:pt x="35" y="19"/>
                      <a:pt x="32" y="19"/>
                    </a:cubicBezTo>
                    <a:cubicBezTo>
                      <a:pt x="33" y="19"/>
                      <a:pt x="33" y="19"/>
                      <a:pt x="33" y="19"/>
                    </a:cubicBezTo>
                    <a:cubicBezTo>
                      <a:pt x="31" y="18"/>
                      <a:pt x="33" y="18"/>
                      <a:pt x="34" y="17"/>
                    </a:cubicBezTo>
                    <a:cubicBezTo>
                      <a:pt x="33" y="17"/>
                      <a:pt x="34" y="17"/>
                      <a:pt x="32" y="17"/>
                    </a:cubicBezTo>
                    <a:cubicBezTo>
                      <a:pt x="30" y="17"/>
                      <a:pt x="35" y="17"/>
                      <a:pt x="34" y="16"/>
                    </a:cubicBezTo>
                    <a:cubicBezTo>
                      <a:pt x="34" y="16"/>
                      <a:pt x="33" y="17"/>
                      <a:pt x="33" y="16"/>
                    </a:cubicBezTo>
                    <a:cubicBezTo>
                      <a:pt x="31" y="16"/>
                      <a:pt x="34" y="17"/>
                      <a:pt x="36" y="15"/>
                    </a:cubicBezTo>
                    <a:cubicBezTo>
                      <a:pt x="35" y="13"/>
                      <a:pt x="32" y="12"/>
                      <a:pt x="33" y="10"/>
                    </a:cubicBezTo>
                    <a:cubicBezTo>
                      <a:pt x="33" y="11"/>
                      <a:pt x="32" y="11"/>
                      <a:pt x="32" y="11"/>
                    </a:cubicBezTo>
                    <a:cubicBezTo>
                      <a:pt x="35" y="9"/>
                      <a:pt x="31" y="11"/>
                      <a:pt x="32" y="10"/>
                    </a:cubicBezTo>
                    <a:cubicBezTo>
                      <a:pt x="33" y="10"/>
                      <a:pt x="33" y="10"/>
                      <a:pt x="33" y="10"/>
                    </a:cubicBezTo>
                    <a:cubicBezTo>
                      <a:pt x="34" y="9"/>
                      <a:pt x="32" y="9"/>
                      <a:pt x="32" y="7"/>
                    </a:cubicBezTo>
                    <a:cubicBezTo>
                      <a:pt x="30" y="7"/>
                      <a:pt x="32" y="5"/>
                      <a:pt x="30" y="5"/>
                    </a:cubicBezTo>
                    <a:cubicBezTo>
                      <a:pt x="31" y="5"/>
                      <a:pt x="30" y="4"/>
                      <a:pt x="30" y="4"/>
                    </a:cubicBezTo>
                    <a:cubicBezTo>
                      <a:pt x="27" y="6"/>
                      <a:pt x="29" y="1"/>
                      <a:pt x="27" y="3"/>
                    </a:cubicBezTo>
                    <a:cubicBezTo>
                      <a:pt x="27" y="2"/>
                      <a:pt x="27" y="2"/>
                      <a:pt x="27" y="2"/>
                    </a:cubicBezTo>
                    <a:cubicBezTo>
                      <a:pt x="25" y="1"/>
                      <a:pt x="21" y="0"/>
                      <a:pt x="18" y="3"/>
                    </a:cubicBezTo>
                    <a:cubicBezTo>
                      <a:pt x="16" y="3"/>
                      <a:pt x="12" y="1"/>
                      <a:pt x="13" y="3"/>
                    </a:cubicBezTo>
                    <a:cubicBezTo>
                      <a:pt x="13" y="5"/>
                      <a:pt x="13" y="5"/>
                      <a:pt x="13" y="5"/>
                    </a:cubicBezTo>
                    <a:cubicBezTo>
                      <a:pt x="13" y="5"/>
                      <a:pt x="13" y="4"/>
                      <a:pt x="12" y="3"/>
                    </a:cubicBezTo>
                    <a:cubicBezTo>
                      <a:pt x="13" y="5"/>
                      <a:pt x="11" y="4"/>
                      <a:pt x="11" y="4"/>
                    </a:cubicBezTo>
                    <a:cubicBezTo>
                      <a:pt x="11" y="5"/>
                      <a:pt x="11" y="5"/>
                      <a:pt x="11" y="6"/>
                    </a:cubicBezTo>
                    <a:cubicBezTo>
                      <a:pt x="9" y="4"/>
                      <a:pt x="11" y="8"/>
                      <a:pt x="9" y="7"/>
                    </a:cubicBezTo>
                    <a:cubicBezTo>
                      <a:pt x="12" y="9"/>
                      <a:pt x="10" y="8"/>
                      <a:pt x="10" y="9"/>
                    </a:cubicBezTo>
                    <a:cubicBezTo>
                      <a:pt x="10" y="9"/>
                      <a:pt x="10" y="9"/>
                      <a:pt x="9" y="8"/>
                    </a:cubicBezTo>
                    <a:cubicBezTo>
                      <a:pt x="9" y="9"/>
                      <a:pt x="9" y="9"/>
                      <a:pt x="8" y="9"/>
                    </a:cubicBezTo>
                    <a:cubicBezTo>
                      <a:pt x="8" y="9"/>
                      <a:pt x="10" y="10"/>
                      <a:pt x="9" y="10"/>
                    </a:cubicBezTo>
                    <a:cubicBezTo>
                      <a:pt x="7" y="9"/>
                      <a:pt x="9" y="11"/>
                      <a:pt x="8" y="10"/>
                    </a:cubicBezTo>
                    <a:cubicBezTo>
                      <a:pt x="10" y="11"/>
                      <a:pt x="11" y="13"/>
                      <a:pt x="10" y="12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9" y="12"/>
                      <a:pt x="5" y="12"/>
                      <a:pt x="8" y="14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8" y="15"/>
                      <a:pt x="6" y="15"/>
                      <a:pt x="8" y="17"/>
                    </a:cubicBezTo>
                    <a:cubicBezTo>
                      <a:pt x="8" y="17"/>
                      <a:pt x="7" y="17"/>
                      <a:pt x="7" y="17"/>
                    </a:cubicBezTo>
                    <a:cubicBezTo>
                      <a:pt x="6" y="17"/>
                      <a:pt x="5" y="16"/>
                      <a:pt x="5" y="16"/>
                    </a:cubicBezTo>
                    <a:close/>
                    <a:moveTo>
                      <a:pt x="16" y="26"/>
                    </a:moveTo>
                    <a:cubicBezTo>
                      <a:pt x="16" y="26"/>
                      <a:pt x="16" y="26"/>
                      <a:pt x="16" y="26"/>
                    </a:cubicBezTo>
                    <a:cubicBezTo>
                      <a:pt x="16" y="27"/>
                      <a:pt x="16" y="27"/>
                      <a:pt x="16" y="26"/>
                    </a:cubicBezTo>
                    <a:close/>
                    <a:moveTo>
                      <a:pt x="17" y="24"/>
                    </a:moveTo>
                    <a:cubicBezTo>
                      <a:pt x="17" y="25"/>
                      <a:pt x="16" y="25"/>
                      <a:pt x="17" y="27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4"/>
                      <a:pt x="16" y="24"/>
                      <a:pt x="17" y="24"/>
                    </a:cubicBezTo>
                    <a:cubicBezTo>
                      <a:pt x="17" y="25"/>
                      <a:pt x="17" y="25"/>
                      <a:pt x="17" y="24"/>
                    </a:cubicBezTo>
                    <a:close/>
                    <a:moveTo>
                      <a:pt x="16" y="25"/>
                    </a:move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16" y="25"/>
                      <a:pt x="17" y="23"/>
                      <a:pt x="16" y="24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6" y="25"/>
                      <a:pt x="17" y="24"/>
                      <a:pt x="16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6" y="24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lose/>
                    <a:moveTo>
                      <a:pt x="17" y="24"/>
                    </a:move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lose/>
                    <a:moveTo>
                      <a:pt x="17" y="23"/>
                    </a:moveTo>
                    <a:cubicBezTo>
                      <a:pt x="17" y="23"/>
                      <a:pt x="17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lose/>
                    <a:moveTo>
                      <a:pt x="17" y="24"/>
                    </a:move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lose/>
                    <a:moveTo>
                      <a:pt x="17" y="23"/>
                    </a:moveTo>
                    <a:cubicBezTo>
                      <a:pt x="17" y="23"/>
                      <a:pt x="17" y="23"/>
                      <a:pt x="17" y="23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8" y="23"/>
                      <a:pt x="17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lose/>
                    <a:moveTo>
                      <a:pt x="17" y="24"/>
                    </a:move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lose/>
                    <a:moveTo>
                      <a:pt x="17" y="24"/>
                    </a:move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lose/>
                    <a:moveTo>
                      <a:pt x="17" y="24"/>
                    </a:move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8" y="25"/>
                      <a:pt x="17" y="24"/>
                      <a:pt x="17" y="24"/>
                    </a:cubicBezTo>
                    <a:close/>
                    <a:moveTo>
                      <a:pt x="18" y="24"/>
                    </a:move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lose/>
                    <a:moveTo>
                      <a:pt x="20" y="23"/>
                    </a:move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19" y="23"/>
                      <a:pt x="19" y="23"/>
                    </a:cubicBezTo>
                    <a:cubicBezTo>
                      <a:pt x="19" y="23"/>
                      <a:pt x="18" y="23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9" y="23"/>
                      <a:pt x="19" y="23"/>
                      <a:pt x="18" y="24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3"/>
                      <a:pt x="19" y="23"/>
                      <a:pt x="19" y="24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9" y="24"/>
                      <a:pt x="18" y="25"/>
                      <a:pt x="19" y="26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3"/>
                      <a:pt x="17" y="23"/>
                    </a:cubicBezTo>
                    <a:cubicBezTo>
                      <a:pt x="17" y="23"/>
                      <a:pt x="18" y="23"/>
                      <a:pt x="18" y="23"/>
                    </a:cubicBezTo>
                    <a:cubicBezTo>
                      <a:pt x="18" y="23"/>
                      <a:pt x="18" y="23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8" y="22"/>
                      <a:pt x="17" y="22"/>
                      <a:pt x="17" y="22"/>
                    </a:cubicBezTo>
                    <a:cubicBezTo>
                      <a:pt x="18" y="22"/>
                      <a:pt x="18" y="23"/>
                      <a:pt x="18" y="23"/>
                    </a:cubicBezTo>
                    <a:cubicBezTo>
                      <a:pt x="19" y="22"/>
                      <a:pt x="19" y="22"/>
                      <a:pt x="19" y="22"/>
                    </a:cubicBezTo>
                    <a:cubicBezTo>
                      <a:pt x="19" y="22"/>
                      <a:pt x="19" y="23"/>
                      <a:pt x="19" y="23"/>
                    </a:cubicBezTo>
                    <a:cubicBezTo>
                      <a:pt x="19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1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3"/>
                    </a:move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lose/>
                    <a:moveTo>
                      <a:pt x="21" y="23"/>
                    </a:move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lose/>
                    <a:moveTo>
                      <a:pt x="21" y="23"/>
                    </a:move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lose/>
                    <a:moveTo>
                      <a:pt x="21" y="23"/>
                    </a:move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3"/>
                    </a:move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lose/>
                    <a:moveTo>
                      <a:pt x="20" y="24"/>
                    </a:move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lose/>
                    <a:moveTo>
                      <a:pt x="20" y="24"/>
                    </a:moveTo>
                    <a:cubicBezTo>
                      <a:pt x="20" y="24"/>
                      <a:pt x="20" y="24"/>
                      <a:pt x="20" y="24"/>
                    </a:cubicBezTo>
                    <a:cubicBezTo>
                      <a:pt x="21" y="24"/>
                      <a:pt x="21" y="24"/>
                      <a:pt x="21" y="25"/>
                    </a:cubicBezTo>
                    <a:lnTo>
                      <a:pt x="20" y="24"/>
                    </a:ln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2" y="25"/>
                    </a:cubicBezTo>
                    <a:lnTo>
                      <a:pt x="21" y="24"/>
                    </a:lnTo>
                    <a:close/>
                    <a:moveTo>
                      <a:pt x="22" y="23"/>
                    </a:moveTo>
                    <a:cubicBezTo>
                      <a:pt x="21" y="23"/>
                      <a:pt x="21" y="23"/>
                      <a:pt x="21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lose/>
                    <a:moveTo>
                      <a:pt x="22" y="23"/>
                    </a:move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lnTo>
                      <a:pt x="22" y="23"/>
                    </a:lnTo>
                    <a:close/>
                    <a:moveTo>
                      <a:pt x="22" y="23"/>
                    </a:move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lose/>
                    <a:moveTo>
                      <a:pt x="22" y="24"/>
                    </a:move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lose/>
                    <a:moveTo>
                      <a:pt x="22" y="24"/>
                    </a:move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lose/>
                    <a:moveTo>
                      <a:pt x="22" y="24"/>
                    </a:move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3" y="24"/>
                      <a:pt x="22" y="24"/>
                    </a:cubicBezTo>
                    <a:close/>
                    <a:moveTo>
                      <a:pt x="22" y="22"/>
                    </a:moveTo>
                    <a:cubicBezTo>
                      <a:pt x="22" y="22"/>
                      <a:pt x="22" y="22"/>
                      <a:pt x="22" y="22"/>
                    </a:cubicBezTo>
                    <a:cubicBezTo>
                      <a:pt x="23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2" y="22"/>
                    </a:cubicBezTo>
                    <a:close/>
                    <a:moveTo>
                      <a:pt x="22" y="19"/>
                    </a:move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lose/>
                    <a:moveTo>
                      <a:pt x="22" y="19"/>
                    </a:move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lose/>
                    <a:moveTo>
                      <a:pt x="22" y="19"/>
                    </a:move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lose/>
                    <a:moveTo>
                      <a:pt x="22" y="19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2" y="20"/>
                      <a:pt x="22" y="20"/>
                    </a:cubicBezTo>
                    <a:cubicBezTo>
                      <a:pt x="22" y="20"/>
                      <a:pt x="22" y="19"/>
                      <a:pt x="22" y="19"/>
                    </a:cubicBezTo>
                    <a:close/>
                    <a:moveTo>
                      <a:pt x="22" y="19"/>
                    </a:move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2" y="19"/>
                    </a:cubicBezTo>
                    <a:close/>
                    <a:moveTo>
                      <a:pt x="22" y="20"/>
                    </a:move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lose/>
                    <a:moveTo>
                      <a:pt x="23" y="23"/>
                    </a:moveTo>
                    <a:cubicBezTo>
                      <a:pt x="23" y="23"/>
                      <a:pt x="23" y="22"/>
                      <a:pt x="22" y="22"/>
                    </a:cubicBezTo>
                    <a:cubicBezTo>
                      <a:pt x="22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3" y="23"/>
                    </a:cubicBezTo>
                    <a:cubicBezTo>
                      <a:pt x="23" y="23"/>
                      <a:pt x="23" y="23"/>
                      <a:pt x="23" y="23"/>
                    </a:cubicBezTo>
                    <a:close/>
                    <a:moveTo>
                      <a:pt x="23" y="22"/>
                    </a:move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3" y="23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23" y="23"/>
                      <a:pt x="23" y="22"/>
                      <a:pt x="23" y="22"/>
                    </a:cubicBezTo>
                    <a:close/>
                    <a:moveTo>
                      <a:pt x="27" y="24"/>
                    </a:moveTo>
                    <a:cubicBezTo>
                      <a:pt x="26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7" y="24"/>
                    </a:cubicBezTo>
                    <a:close/>
                    <a:moveTo>
                      <a:pt x="27" y="24"/>
                    </a:move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7" y="24"/>
                    </a:cubicBezTo>
                    <a:close/>
                    <a:moveTo>
                      <a:pt x="27" y="24"/>
                    </a:move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7" y="24"/>
                    </a:cubicBezTo>
                    <a:close/>
                    <a:moveTo>
                      <a:pt x="26" y="24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lose/>
                    <a:moveTo>
                      <a:pt x="26" y="24"/>
                    </a:moveTo>
                    <a:cubicBezTo>
                      <a:pt x="26" y="24"/>
                      <a:pt x="26" y="24"/>
                      <a:pt x="25" y="24"/>
                    </a:cubicBezTo>
                    <a:cubicBezTo>
                      <a:pt x="26" y="24"/>
                      <a:pt x="25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lose/>
                    <a:moveTo>
                      <a:pt x="26" y="24"/>
                    </a:move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6" y="24"/>
                    </a:cubicBezTo>
                    <a:close/>
                    <a:moveTo>
                      <a:pt x="25" y="24"/>
                    </a:move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6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lose/>
                    <a:moveTo>
                      <a:pt x="25" y="24"/>
                    </a:move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5" y="24"/>
                      <a:pt x="25" y="24"/>
                    </a:cubicBezTo>
                    <a:close/>
                    <a:moveTo>
                      <a:pt x="26" y="24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lose/>
                    <a:moveTo>
                      <a:pt x="26" y="23"/>
                    </a:moveTo>
                    <a:cubicBezTo>
                      <a:pt x="26" y="23"/>
                      <a:pt x="26" y="23"/>
                      <a:pt x="26" y="23"/>
                    </a:cubicBezTo>
                    <a:cubicBezTo>
                      <a:pt x="26" y="23"/>
                      <a:pt x="26" y="23"/>
                      <a:pt x="26" y="23"/>
                    </a:cubicBezTo>
                    <a:cubicBezTo>
                      <a:pt x="26" y="23"/>
                      <a:pt x="26" y="23"/>
                      <a:pt x="26" y="23"/>
                    </a:cubicBezTo>
                    <a:close/>
                    <a:moveTo>
                      <a:pt x="26" y="23"/>
                    </a:move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3"/>
                      <a:pt x="26" y="23"/>
                      <a:pt x="25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6" y="23"/>
                      <a:pt x="26" y="23"/>
                      <a:pt x="26" y="23"/>
                    </a:cubicBezTo>
                    <a:cubicBezTo>
                      <a:pt x="26" y="23"/>
                      <a:pt x="26" y="23"/>
                      <a:pt x="26" y="23"/>
                    </a:cubicBezTo>
                    <a:cubicBezTo>
                      <a:pt x="26" y="23"/>
                      <a:pt x="26" y="23"/>
                      <a:pt x="26" y="23"/>
                    </a:cubicBezTo>
                    <a:close/>
                    <a:moveTo>
                      <a:pt x="25" y="23"/>
                    </a:move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3"/>
                      <a:pt x="25" y="23"/>
                      <a:pt x="26" y="23"/>
                    </a:cubicBezTo>
                    <a:cubicBezTo>
                      <a:pt x="25" y="23"/>
                      <a:pt x="25" y="23"/>
                      <a:pt x="25" y="23"/>
                    </a:cubicBezTo>
                    <a:close/>
                    <a:moveTo>
                      <a:pt x="25" y="24"/>
                    </a:move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lose/>
                    <a:moveTo>
                      <a:pt x="25" y="24"/>
                    </a:move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2"/>
                    </a:move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lose/>
                    <a:moveTo>
                      <a:pt x="24" y="22"/>
                    </a:move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lose/>
                    <a:moveTo>
                      <a:pt x="24" y="22"/>
                    </a:moveTo>
                    <a:cubicBezTo>
                      <a:pt x="24" y="22"/>
                      <a:pt x="24" y="22"/>
                      <a:pt x="24" y="22"/>
                    </a:cubicBezTo>
                    <a:cubicBezTo>
                      <a:pt x="23" y="22"/>
                      <a:pt x="23" y="22"/>
                      <a:pt x="23" y="22"/>
                    </a:cubicBezTo>
                    <a:lnTo>
                      <a:pt x="24" y="22"/>
                    </a:lnTo>
                    <a:close/>
                    <a:moveTo>
                      <a:pt x="24" y="22"/>
                    </a:moveTo>
                    <a:cubicBezTo>
                      <a:pt x="24" y="22"/>
                      <a:pt x="24" y="22"/>
                      <a:pt x="24" y="22"/>
                    </a:cubicBez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22"/>
                      <a:pt x="24" y="22"/>
                      <a:pt x="24" y="22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3" y="22"/>
                    </a:moveTo>
                    <a:cubicBezTo>
                      <a:pt x="23" y="22"/>
                      <a:pt x="23" y="23"/>
                      <a:pt x="23" y="23"/>
                    </a:cubicBez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3" y="22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3" y="24"/>
                    </a:move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3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3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5" y="24"/>
                      <a:pt x="25" y="24"/>
                      <a:pt x="26" y="24"/>
                    </a:cubicBezTo>
                    <a:cubicBezTo>
                      <a:pt x="26" y="25"/>
                      <a:pt x="26" y="25"/>
                      <a:pt x="26" y="25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5"/>
                      <a:pt x="27" y="25"/>
                      <a:pt x="27" y="25"/>
                    </a:cubicBezTo>
                    <a:cubicBezTo>
                      <a:pt x="26" y="24"/>
                      <a:pt x="25" y="24"/>
                      <a:pt x="24" y="24"/>
                    </a:cubicBezTo>
                    <a:close/>
                    <a:moveTo>
                      <a:pt x="27" y="25"/>
                    </a:moveTo>
                    <a:cubicBezTo>
                      <a:pt x="27" y="25"/>
                      <a:pt x="27" y="25"/>
                      <a:pt x="27" y="25"/>
                    </a:cubicBezTo>
                    <a:cubicBezTo>
                      <a:pt x="27" y="25"/>
                      <a:pt x="27" y="25"/>
                      <a:pt x="27" y="25"/>
                    </a:cubicBezTo>
                    <a:cubicBezTo>
                      <a:pt x="27" y="25"/>
                      <a:pt x="27" y="25"/>
                      <a:pt x="27" y="25"/>
                    </a:cubicBezTo>
                    <a:close/>
                    <a:moveTo>
                      <a:pt x="27" y="24"/>
                    </a:move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7" y="24"/>
                    </a:cubicBezTo>
                    <a:cubicBezTo>
                      <a:pt x="28" y="24"/>
                      <a:pt x="28" y="24"/>
                      <a:pt x="27" y="24"/>
                    </a:cubicBezTo>
                    <a:close/>
                    <a:moveTo>
                      <a:pt x="29" y="24"/>
                    </a:moveTo>
                    <a:cubicBezTo>
                      <a:pt x="29" y="24"/>
                      <a:pt x="26" y="24"/>
                      <a:pt x="27" y="24"/>
                    </a:cubicBezTo>
                    <a:cubicBezTo>
                      <a:pt x="28" y="24"/>
                      <a:pt x="28" y="24"/>
                      <a:pt x="28" y="24"/>
                    </a:cubicBez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6" y="24"/>
                    </a:cubicBezTo>
                    <a:lnTo>
                      <a:pt x="29" y="24"/>
                    </a:lnTo>
                    <a:close/>
                    <a:moveTo>
                      <a:pt x="27" y="24"/>
                    </a:moveTo>
                    <a:cubicBezTo>
                      <a:pt x="27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7" y="24"/>
                    </a:cubicBezTo>
                    <a:close/>
                    <a:moveTo>
                      <a:pt x="26" y="24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lose/>
                    <a:moveTo>
                      <a:pt x="26" y="22"/>
                    </a:moveTo>
                    <a:cubicBezTo>
                      <a:pt x="26" y="22"/>
                      <a:pt x="25" y="22"/>
                      <a:pt x="25" y="22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22"/>
                      <a:pt x="26" y="22"/>
                      <a:pt x="26" y="22"/>
                    </a:cubicBezTo>
                    <a:close/>
                    <a:moveTo>
                      <a:pt x="25" y="22"/>
                    </a:move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22"/>
                      <a:pt x="25" y="22"/>
                      <a:pt x="25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3"/>
                      <a:pt x="25" y="22"/>
                      <a:pt x="25" y="22"/>
                    </a:cubicBezTo>
                    <a:cubicBezTo>
                      <a:pt x="25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5" y="22"/>
                    </a:cubicBezTo>
                    <a:cubicBezTo>
                      <a:pt x="24" y="22"/>
                      <a:pt x="24" y="21"/>
                      <a:pt x="23" y="21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23" y="21"/>
                      <a:pt x="22" y="21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23" y="21"/>
                      <a:pt x="23" y="21"/>
                      <a:pt x="24" y="21"/>
                    </a:cubicBezTo>
                    <a:cubicBezTo>
                      <a:pt x="24" y="22"/>
                      <a:pt x="24" y="22"/>
                      <a:pt x="25" y="22"/>
                    </a:cubicBezTo>
                    <a:cubicBezTo>
                      <a:pt x="25" y="22"/>
                      <a:pt x="25" y="22"/>
                      <a:pt x="25" y="22"/>
                    </a:cubicBezTo>
                    <a:close/>
                    <a:moveTo>
                      <a:pt x="23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3" y="21"/>
                      <a:pt x="23" y="21"/>
                      <a:pt x="23" y="21"/>
                    </a:cubicBezTo>
                    <a:close/>
                    <a:moveTo>
                      <a:pt x="24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5" y="21"/>
                    </a:cubicBezTo>
                    <a:cubicBezTo>
                      <a:pt x="25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5" y="21"/>
                      <a:pt x="25" y="21"/>
                      <a:pt x="25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3" y="21"/>
                      <a:pt x="23" y="21"/>
                      <a:pt x="23" y="21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3" y="20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lose/>
                    <a:moveTo>
                      <a:pt x="23" y="20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lose/>
                    <a:moveTo>
                      <a:pt x="23" y="20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19"/>
                      <a:pt x="23" y="19"/>
                      <a:pt x="23" y="20"/>
                    </a:cubicBezTo>
                    <a:close/>
                    <a:moveTo>
                      <a:pt x="23" y="20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2" y="19"/>
                      <a:pt x="22" y="18"/>
                      <a:pt x="22" y="18"/>
                    </a:cubicBezTo>
                    <a:cubicBezTo>
                      <a:pt x="21" y="17"/>
                      <a:pt x="22" y="18"/>
                      <a:pt x="23" y="20"/>
                    </a:cubicBezTo>
                    <a:close/>
                    <a:moveTo>
                      <a:pt x="22" y="19"/>
                    </a:move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lose/>
                    <a:moveTo>
                      <a:pt x="22" y="20"/>
                    </a:move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lose/>
                    <a:moveTo>
                      <a:pt x="22" y="19"/>
                    </a:move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lose/>
                    <a:moveTo>
                      <a:pt x="22" y="19"/>
                    </a:move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lose/>
                    <a:moveTo>
                      <a:pt x="22" y="20"/>
                    </a:move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1"/>
                      <a:pt x="22" y="21"/>
                      <a:pt x="22" y="21"/>
                    </a:cubicBezTo>
                    <a:cubicBezTo>
                      <a:pt x="22" y="21"/>
                      <a:pt x="22" y="21"/>
                      <a:pt x="22" y="21"/>
                    </a:cubicBezTo>
                    <a:cubicBezTo>
                      <a:pt x="22" y="21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lose/>
                    <a:moveTo>
                      <a:pt x="21" y="19"/>
                    </a:moveTo>
                    <a:cubicBezTo>
                      <a:pt x="21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lose/>
                    <a:moveTo>
                      <a:pt x="21" y="19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lose/>
                    <a:moveTo>
                      <a:pt x="21" y="19"/>
                    </a:move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19"/>
                    </a:cubicBezTo>
                    <a:close/>
                    <a:moveTo>
                      <a:pt x="22" y="21"/>
                    </a:moveTo>
                    <a:cubicBezTo>
                      <a:pt x="22" y="21"/>
                      <a:pt x="22" y="21"/>
                      <a:pt x="22" y="21"/>
                    </a:cubicBezTo>
                    <a:cubicBezTo>
                      <a:pt x="22" y="21"/>
                      <a:pt x="22" y="21"/>
                      <a:pt x="22" y="21"/>
                    </a:cubicBezTo>
                    <a:cubicBezTo>
                      <a:pt x="22" y="21"/>
                      <a:pt x="21" y="21"/>
                      <a:pt x="21" y="21"/>
                    </a:cubicBezTo>
                    <a:cubicBezTo>
                      <a:pt x="21" y="21"/>
                      <a:pt x="21" y="21"/>
                      <a:pt x="22" y="21"/>
                    </a:cubicBezTo>
                    <a:close/>
                    <a:moveTo>
                      <a:pt x="22" y="21"/>
                    </a:move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1"/>
                      <a:pt x="22" y="21"/>
                      <a:pt x="22" y="21"/>
                    </a:cubicBezTo>
                    <a:cubicBezTo>
                      <a:pt x="22" y="21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1"/>
                      <a:pt x="21" y="21"/>
                      <a:pt x="21" y="21"/>
                    </a:cubicBezTo>
                    <a:cubicBezTo>
                      <a:pt x="21" y="21"/>
                      <a:pt x="22" y="21"/>
                      <a:pt x="22" y="21"/>
                    </a:cubicBezTo>
                    <a:close/>
                    <a:moveTo>
                      <a:pt x="20" y="21"/>
                    </a:moveTo>
                    <a:cubicBezTo>
                      <a:pt x="20" y="21"/>
                      <a:pt x="20" y="22"/>
                      <a:pt x="20" y="22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1"/>
                      <a:pt x="20" y="21"/>
                      <a:pt x="20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8" y="21"/>
                      <a:pt x="18" y="20"/>
                      <a:pt x="17" y="21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7" y="20"/>
                      <a:pt x="18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0"/>
                      <a:pt x="18" y="19"/>
                      <a:pt x="18" y="19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0"/>
                      <a:pt x="17" y="20"/>
                      <a:pt x="17" y="20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8" y="19"/>
                      <a:pt x="17" y="19"/>
                      <a:pt x="17" y="19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20" y="18"/>
                    </a:cubicBezTo>
                    <a:cubicBezTo>
                      <a:pt x="20" y="18"/>
                      <a:pt x="20" y="18"/>
                      <a:pt x="20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20" y="18"/>
                    </a:cubicBezTo>
                    <a:cubicBezTo>
                      <a:pt x="19" y="19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19"/>
                      <a:pt x="19" y="19"/>
                      <a:pt x="19" y="19"/>
                    </a:cubicBezTo>
                    <a:cubicBezTo>
                      <a:pt x="20" y="18"/>
                      <a:pt x="19" y="21"/>
                      <a:pt x="20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0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20" y="20"/>
                    </a:cubicBezTo>
                    <a:cubicBezTo>
                      <a:pt x="20" y="20"/>
                      <a:pt x="20" y="19"/>
                      <a:pt x="20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0" y="20"/>
                      <a:pt x="20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0"/>
                      <a:pt x="20" y="21"/>
                      <a:pt x="20" y="21"/>
                    </a:cubicBezTo>
                    <a:cubicBezTo>
                      <a:pt x="21" y="21"/>
                      <a:pt x="21" y="21"/>
                      <a:pt x="21" y="21"/>
                    </a:cubicBezTo>
                    <a:cubicBezTo>
                      <a:pt x="21" y="21"/>
                      <a:pt x="21" y="21"/>
                      <a:pt x="21" y="21"/>
                    </a:cubicBezTo>
                    <a:cubicBezTo>
                      <a:pt x="21" y="21"/>
                      <a:pt x="21" y="21"/>
                      <a:pt x="20" y="21"/>
                    </a:cubicBezTo>
                    <a:close/>
                    <a:moveTo>
                      <a:pt x="18" y="18"/>
                    </a:moveTo>
                    <a:cubicBezTo>
                      <a:pt x="19" y="18"/>
                      <a:pt x="19" y="18"/>
                      <a:pt x="18" y="18"/>
                    </a:cubicBezTo>
                    <a:cubicBezTo>
                      <a:pt x="19" y="18"/>
                      <a:pt x="19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lose/>
                    <a:moveTo>
                      <a:pt x="18" y="18"/>
                    </a:move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lose/>
                    <a:moveTo>
                      <a:pt x="19" y="18"/>
                    </a:move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lose/>
                    <a:moveTo>
                      <a:pt x="19" y="18"/>
                    </a:move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8" y="18"/>
                      <a:pt x="18" y="18"/>
                    </a:cubicBezTo>
                    <a:cubicBezTo>
                      <a:pt x="18" y="18"/>
                      <a:pt x="19" y="18"/>
                      <a:pt x="19" y="18"/>
                    </a:cubicBezTo>
                    <a:close/>
                    <a:moveTo>
                      <a:pt x="19" y="18"/>
                    </a:move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20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lose/>
                    <a:moveTo>
                      <a:pt x="19" y="18"/>
                    </a:move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20" y="18"/>
                      <a:pt x="19" y="18"/>
                    </a:cubicBezTo>
                    <a:close/>
                    <a:moveTo>
                      <a:pt x="20" y="18"/>
                    </a:moveTo>
                    <a:cubicBezTo>
                      <a:pt x="20" y="18"/>
                      <a:pt x="20" y="19"/>
                      <a:pt x="20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18"/>
                      <a:pt x="20" y="18"/>
                      <a:pt x="20" y="18"/>
                    </a:cubicBezTo>
                    <a:close/>
                    <a:moveTo>
                      <a:pt x="20" y="18"/>
                    </a:move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18"/>
                      <a:pt x="20" y="18"/>
                      <a:pt x="20" y="18"/>
                    </a:cubicBezTo>
                    <a:close/>
                    <a:moveTo>
                      <a:pt x="21" y="19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0" y="19"/>
                      <a:pt x="20" y="19"/>
                      <a:pt x="20" y="18"/>
                    </a:cubicBezTo>
                    <a:cubicBezTo>
                      <a:pt x="20" y="19"/>
                      <a:pt x="20" y="19"/>
                      <a:pt x="21" y="19"/>
                    </a:cubicBezTo>
                    <a:close/>
                    <a:moveTo>
                      <a:pt x="20" y="18"/>
                    </a:moveTo>
                    <a:cubicBezTo>
                      <a:pt x="20" y="19"/>
                      <a:pt x="20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9"/>
                      <a:pt x="20" y="18"/>
                      <a:pt x="20" y="18"/>
                    </a:cubicBezTo>
                    <a:close/>
                    <a:moveTo>
                      <a:pt x="21" y="19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lose/>
                    <a:moveTo>
                      <a:pt x="21" y="19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lose/>
                    <a:moveTo>
                      <a:pt x="21" y="19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lose/>
                    <a:moveTo>
                      <a:pt x="20" y="18"/>
                    </a:move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18"/>
                      <a:pt x="20" y="18"/>
                      <a:pt x="21" y="19"/>
                    </a:cubicBezTo>
                    <a:lnTo>
                      <a:pt x="20" y="18"/>
                    </a:lnTo>
                    <a:close/>
                    <a:moveTo>
                      <a:pt x="19" y="18"/>
                    </a:moveTo>
                    <a:cubicBezTo>
                      <a:pt x="20" y="17"/>
                      <a:pt x="20" y="17"/>
                      <a:pt x="20" y="17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lose/>
                    <a:moveTo>
                      <a:pt x="19" y="18"/>
                    </a:move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lose/>
                    <a:moveTo>
                      <a:pt x="18" y="18"/>
                    </a:move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8" y="18"/>
                      <a:pt x="18" y="18"/>
                      <a:pt x="18" y="18"/>
                    </a:cubicBezTo>
                    <a:close/>
                    <a:moveTo>
                      <a:pt x="18" y="18"/>
                    </a:moveTo>
                    <a:cubicBezTo>
                      <a:pt x="18" y="18"/>
                      <a:pt x="18" y="18"/>
                      <a:pt x="18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8" y="18"/>
                      <a:pt x="18" y="18"/>
                    </a:cubicBezTo>
                    <a:close/>
                    <a:moveTo>
                      <a:pt x="18" y="18"/>
                    </a:move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lose/>
                    <a:moveTo>
                      <a:pt x="18" y="18"/>
                    </a:move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lose/>
                    <a:moveTo>
                      <a:pt x="18" y="18"/>
                    </a:move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lose/>
                    <a:moveTo>
                      <a:pt x="18" y="18"/>
                    </a:moveTo>
                    <a:cubicBezTo>
                      <a:pt x="17" y="18"/>
                      <a:pt x="17" y="18"/>
                      <a:pt x="17" y="18"/>
                    </a:cubicBezTo>
                    <a:cubicBezTo>
                      <a:pt x="17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6" y="19"/>
                      <a:pt x="18" y="18"/>
                      <a:pt x="16" y="18"/>
                    </a:cubicBezTo>
                    <a:cubicBezTo>
                      <a:pt x="18" y="18"/>
                      <a:pt x="16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6" y="18"/>
                      <a:pt x="17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7" y="18"/>
                      <a:pt x="18" y="18"/>
                      <a:pt x="17" y="18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5" y="18"/>
                      <a:pt x="15" y="18"/>
                      <a:pt x="15" y="18"/>
                    </a:cubicBezTo>
                    <a:cubicBezTo>
                      <a:pt x="15" y="18"/>
                      <a:pt x="17" y="18"/>
                      <a:pt x="18" y="18"/>
                    </a:cubicBezTo>
                    <a:cubicBezTo>
                      <a:pt x="17" y="18"/>
                      <a:pt x="17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7" y="18"/>
                      <a:pt x="17" y="18"/>
                      <a:pt x="17" y="19"/>
                    </a:cubicBezTo>
                    <a:cubicBezTo>
                      <a:pt x="16" y="19"/>
                      <a:pt x="17" y="18"/>
                      <a:pt x="18" y="18"/>
                    </a:cubicBezTo>
                    <a:cubicBezTo>
                      <a:pt x="16" y="19"/>
                      <a:pt x="17" y="18"/>
                      <a:pt x="16" y="19"/>
                    </a:cubicBezTo>
                    <a:cubicBezTo>
                      <a:pt x="16" y="19"/>
                      <a:pt x="17" y="19"/>
                      <a:pt x="17" y="19"/>
                    </a:cubicBezTo>
                    <a:cubicBezTo>
                      <a:pt x="17" y="19"/>
                      <a:pt x="19" y="18"/>
                      <a:pt x="17" y="19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9" y="18"/>
                    </a:cubicBezTo>
                    <a:cubicBezTo>
                      <a:pt x="18" y="18"/>
                      <a:pt x="18" y="19"/>
                      <a:pt x="18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6" y="19"/>
                      <a:pt x="16" y="19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5" y="18"/>
                      <a:pt x="15" y="18"/>
                    </a:cubicBezTo>
                    <a:cubicBezTo>
                      <a:pt x="16" y="18"/>
                      <a:pt x="16" y="18"/>
                      <a:pt x="16" y="19"/>
                    </a:cubicBezTo>
                    <a:cubicBezTo>
                      <a:pt x="18" y="18"/>
                      <a:pt x="15" y="19"/>
                      <a:pt x="18" y="18"/>
                    </a:cubicBezTo>
                    <a:close/>
                    <a:moveTo>
                      <a:pt x="17" y="24"/>
                    </a:move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6" y="24"/>
                      <a:pt x="16" y="24"/>
                    </a:cubicBezTo>
                    <a:cubicBezTo>
                      <a:pt x="16" y="24"/>
                      <a:pt x="15" y="24"/>
                      <a:pt x="15" y="23"/>
                    </a:cubicBezTo>
                    <a:cubicBezTo>
                      <a:pt x="16" y="23"/>
                      <a:pt x="16" y="24"/>
                      <a:pt x="17" y="24"/>
                    </a:cubicBezTo>
                    <a:close/>
                    <a:moveTo>
                      <a:pt x="15" y="26"/>
                    </a:moveTo>
                    <a:cubicBezTo>
                      <a:pt x="15" y="26"/>
                      <a:pt x="15" y="26"/>
                      <a:pt x="15" y="26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6"/>
                      <a:pt x="16" y="26"/>
                      <a:pt x="16" y="26"/>
                    </a:cubicBezTo>
                    <a:cubicBezTo>
                      <a:pt x="15" y="26"/>
                      <a:pt x="15" y="26"/>
                      <a:pt x="15" y="27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5" y="26"/>
                      <a:pt x="15" y="26"/>
                      <a:pt x="15" y="26"/>
                    </a:cubicBezTo>
                    <a:close/>
                    <a:moveTo>
                      <a:pt x="15" y="26"/>
                    </a:moveTo>
                    <a:cubicBezTo>
                      <a:pt x="14" y="27"/>
                      <a:pt x="15" y="26"/>
                      <a:pt x="14" y="27"/>
                    </a:cubicBezTo>
                    <a:cubicBezTo>
                      <a:pt x="14" y="27"/>
                      <a:pt x="14" y="27"/>
                      <a:pt x="14" y="26"/>
                    </a:cubicBezTo>
                    <a:cubicBezTo>
                      <a:pt x="14" y="26"/>
                      <a:pt x="15" y="26"/>
                      <a:pt x="15" y="26"/>
                    </a:cubicBezTo>
                    <a:close/>
                    <a:moveTo>
                      <a:pt x="15" y="29"/>
                    </a:moveTo>
                    <a:cubicBezTo>
                      <a:pt x="14" y="30"/>
                      <a:pt x="14" y="30"/>
                      <a:pt x="14" y="29"/>
                    </a:cubicBezTo>
                    <a:cubicBezTo>
                      <a:pt x="14" y="29"/>
                      <a:pt x="14" y="29"/>
                      <a:pt x="15" y="29"/>
                    </a:cubicBezTo>
                    <a:close/>
                    <a:moveTo>
                      <a:pt x="13" y="28"/>
                    </a:moveTo>
                    <a:cubicBezTo>
                      <a:pt x="13" y="28"/>
                      <a:pt x="13" y="27"/>
                      <a:pt x="13" y="27"/>
                    </a:cubicBezTo>
                    <a:cubicBezTo>
                      <a:pt x="13" y="27"/>
                      <a:pt x="13" y="28"/>
                      <a:pt x="13" y="28"/>
                    </a:cubicBezTo>
                    <a:cubicBezTo>
                      <a:pt x="13" y="28"/>
                      <a:pt x="13" y="28"/>
                      <a:pt x="13" y="28"/>
                    </a:cubicBezTo>
                    <a:cubicBezTo>
                      <a:pt x="13" y="28"/>
                      <a:pt x="12" y="28"/>
                      <a:pt x="12" y="29"/>
                    </a:cubicBezTo>
                    <a:lnTo>
                      <a:pt x="13" y="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6" name="Freeform 287"/>
              <p:cNvSpPr/>
              <p:nvPr>
                <p:custDataLst>
                  <p:tags r:id="rId133"/>
                </p:custDataLst>
              </p:nvPr>
            </p:nvSpPr>
            <p:spPr bwMode="auto">
              <a:xfrm>
                <a:off x="3608" y="1908"/>
                <a:ext cx="4" cy="6"/>
              </a:xfrm>
              <a:custGeom>
                <a:avLst/>
                <a:gdLst>
                  <a:gd name="T0" fmla="*/ 1 w 2"/>
                  <a:gd name="T1" fmla="*/ 0 h 3"/>
                  <a:gd name="T2" fmla="*/ 0 w 2"/>
                  <a:gd name="T3" fmla="*/ 2 h 3"/>
                  <a:gd name="T4" fmla="*/ 1 w 2"/>
                  <a:gd name="T5" fmla="*/ 3 h 3"/>
                  <a:gd name="T6" fmla="*/ 1 w 2"/>
                  <a:gd name="T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3">
                    <a:moveTo>
                      <a:pt x="1" y="0"/>
                    </a:moveTo>
                    <a:cubicBezTo>
                      <a:pt x="1" y="0"/>
                      <a:pt x="0" y="1"/>
                      <a:pt x="0" y="2"/>
                    </a:cubicBezTo>
                    <a:cubicBezTo>
                      <a:pt x="1" y="2"/>
                      <a:pt x="1" y="2"/>
                      <a:pt x="1" y="3"/>
                    </a:cubicBezTo>
                    <a:cubicBezTo>
                      <a:pt x="2" y="2"/>
                      <a:pt x="1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7" name="Freeform 288"/>
              <p:cNvSpPr/>
              <p:nvPr>
                <p:custDataLst>
                  <p:tags r:id="rId134"/>
                </p:custDataLst>
              </p:nvPr>
            </p:nvSpPr>
            <p:spPr bwMode="auto">
              <a:xfrm>
                <a:off x="4113" y="1587"/>
                <a:ext cx="4" cy="5"/>
              </a:xfrm>
              <a:custGeom>
                <a:avLst/>
                <a:gdLst>
                  <a:gd name="T0" fmla="*/ 0 w 2"/>
                  <a:gd name="T1" fmla="*/ 2 h 2"/>
                  <a:gd name="T2" fmla="*/ 2 w 2"/>
                  <a:gd name="T3" fmla="*/ 2 h 2"/>
                  <a:gd name="T4" fmla="*/ 0 w 2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cubicBezTo>
                      <a:pt x="1" y="2"/>
                      <a:pt x="1" y="2"/>
                      <a:pt x="2" y="2"/>
                    </a:cubicBezTo>
                    <a:cubicBezTo>
                      <a:pt x="0" y="0"/>
                      <a:pt x="1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8" name="Freeform 289"/>
              <p:cNvSpPr/>
              <p:nvPr>
                <p:custDataLst>
                  <p:tags r:id="rId135"/>
                </p:custDataLst>
              </p:nvPr>
            </p:nvSpPr>
            <p:spPr bwMode="auto">
              <a:xfrm>
                <a:off x="3593" y="182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9" name="Freeform 290"/>
              <p:cNvSpPr/>
              <p:nvPr>
                <p:custDataLst>
                  <p:tags r:id="rId136"/>
                </p:custDataLst>
              </p:nvPr>
            </p:nvSpPr>
            <p:spPr bwMode="auto">
              <a:xfrm>
                <a:off x="4251" y="1730"/>
                <a:ext cx="4" cy="4"/>
              </a:xfrm>
              <a:custGeom>
                <a:avLst/>
                <a:gdLst>
                  <a:gd name="T0" fmla="*/ 0 w 4"/>
                  <a:gd name="T1" fmla="*/ 2 h 4"/>
                  <a:gd name="T2" fmla="*/ 2 w 4"/>
                  <a:gd name="T3" fmla="*/ 4 h 4"/>
                  <a:gd name="T4" fmla="*/ 4 w 4"/>
                  <a:gd name="T5" fmla="*/ 0 h 4"/>
                  <a:gd name="T6" fmla="*/ 0 w 4"/>
                  <a:gd name="T7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0" y="2"/>
                    </a:moveTo>
                    <a:lnTo>
                      <a:pt x="2" y="4"/>
                    </a:lnTo>
                    <a:lnTo>
                      <a:pt x="4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0" name="Freeform 291"/>
              <p:cNvSpPr/>
              <p:nvPr>
                <p:custDataLst>
                  <p:tags r:id="rId137"/>
                </p:custDataLst>
              </p:nvPr>
            </p:nvSpPr>
            <p:spPr bwMode="auto">
              <a:xfrm>
                <a:off x="3980" y="2436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1" name="Freeform 292"/>
              <p:cNvSpPr/>
              <p:nvPr>
                <p:custDataLst>
                  <p:tags r:id="rId138"/>
                </p:custDataLst>
              </p:nvPr>
            </p:nvSpPr>
            <p:spPr bwMode="auto">
              <a:xfrm>
                <a:off x="3980" y="2446"/>
                <a:ext cx="4" cy="5"/>
              </a:xfrm>
              <a:custGeom>
                <a:avLst/>
                <a:gdLst>
                  <a:gd name="T0" fmla="*/ 1 w 2"/>
                  <a:gd name="T1" fmla="*/ 1 h 2"/>
                  <a:gd name="T2" fmla="*/ 1 w 2"/>
                  <a:gd name="T3" fmla="*/ 0 h 2"/>
                  <a:gd name="T4" fmla="*/ 1 w 2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1"/>
                    </a:moveTo>
                    <a:cubicBezTo>
                      <a:pt x="2" y="2"/>
                      <a:pt x="0" y="0"/>
                      <a:pt x="1" y="0"/>
                    </a:cubicBezTo>
                    <a:cubicBezTo>
                      <a:pt x="0" y="0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2" name="Freeform 293"/>
              <p:cNvSpPr/>
              <p:nvPr>
                <p:custDataLst>
                  <p:tags r:id="rId139"/>
                </p:custDataLst>
              </p:nvPr>
            </p:nvSpPr>
            <p:spPr bwMode="auto">
              <a:xfrm>
                <a:off x="4062" y="2253"/>
                <a:ext cx="0" cy="2"/>
              </a:xfrm>
              <a:custGeom>
                <a:avLst/>
                <a:gdLst>
                  <a:gd name="T0" fmla="*/ 0 h 2"/>
                  <a:gd name="T1" fmla="*/ 0 h 2"/>
                  <a:gd name="T2" fmla="*/ 2 h 2"/>
                  <a:gd name="T3" fmla="*/ 0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0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3" name="Freeform 294"/>
              <p:cNvSpPr/>
              <p:nvPr>
                <p:custDataLst>
                  <p:tags r:id="rId140"/>
                </p:custDataLst>
              </p:nvPr>
            </p:nvSpPr>
            <p:spPr bwMode="auto">
              <a:xfrm>
                <a:off x="4162" y="2200"/>
                <a:ext cx="2" cy="5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1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0"/>
                      <a:pt x="1" y="2"/>
                      <a:pt x="1" y="1"/>
                    </a:cubicBezTo>
                    <a:cubicBezTo>
                      <a:pt x="1" y="1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4" name="Freeform 295"/>
              <p:cNvSpPr/>
              <p:nvPr>
                <p:custDataLst>
                  <p:tags r:id="rId141"/>
                </p:custDataLst>
              </p:nvPr>
            </p:nvSpPr>
            <p:spPr bwMode="auto">
              <a:xfrm>
                <a:off x="4164" y="2139"/>
                <a:ext cx="4" cy="2"/>
              </a:xfrm>
              <a:custGeom>
                <a:avLst/>
                <a:gdLst>
                  <a:gd name="T0" fmla="*/ 4 w 4"/>
                  <a:gd name="T1" fmla="*/ 2 h 2"/>
                  <a:gd name="T2" fmla="*/ 4 w 4"/>
                  <a:gd name="T3" fmla="*/ 0 h 2"/>
                  <a:gd name="T4" fmla="*/ 0 w 4"/>
                  <a:gd name="T5" fmla="*/ 2 h 2"/>
                  <a:gd name="T6" fmla="*/ 4 w 4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2">
                    <a:moveTo>
                      <a:pt x="4" y="2"/>
                    </a:moveTo>
                    <a:lnTo>
                      <a:pt x="4" y="0"/>
                    </a:lnTo>
                    <a:lnTo>
                      <a:pt x="0" y="2"/>
                    </a:lnTo>
                    <a:lnTo>
                      <a:pt x="4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5" name="Freeform 296"/>
              <p:cNvSpPr/>
              <p:nvPr>
                <p:custDataLst>
                  <p:tags r:id="rId142"/>
                </p:custDataLst>
              </p:nvPr>
            </p:nvSpPr>
            <p:spPr bwMode="auto">
              <a:xfrm>
                <a:off x="3606" y="1819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6" name="Oval 297"/>
              <p:cNvSpPr>
                <a:spLocks noChangeArrowheads="1"/>
              </p:cNvSpPr>
              <p:nvPr>
                <p:custDataLst>
                  <p:tags r:id="rId143"/>
                </p:custDataLst>
              </p:nvPr>
            </p:nvSpPr>
            <p:spPr bwMode="auto">
              <a:xfrm>
                <a:off x="3598" y="1817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7" name="Oval 298"/>
              <p:cNvSpPr>
                <a:spLocks noChangeArrowheads="1"/>
              </p:cNvSpPr>
              <p:nvPr>
                <p:custDataLst>
                  <p:tags r:id="rId144"/>
                </p:custDataLst>
              </p:nvPr>
            </p:nvSpPr>
            <p:spPr bwMode="auto">
              <a:xfrm>
                <a:off x="3600" y="1817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8" name="Freeform 299"/>
              <p:cNvSpPr/>
              <p:nvPr>
                <p:custDataLst>
                  <p:tags r:id="rId145"/>
                </p:custDataLst>
              </p:nvPr>
            </p:nvSpPr>
            <p:spPr bwMode="auto">
              <a:xfrm>
                <a:off x="3598" y="1817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0 w 1"/>
                  <a:gd name="T3" fmla="*/ 0 w 1"/>
                  <a:gd name="T4" fmla="*/ 0 w 1"/>
                  <a:gd name="T5" fmla="*/ 1 w 1"/>
                  <a:gd name="T6" fmla="*/ 1 w 1"/>
                  <a:gd name="T7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  <a:cxn ang="0">
                    <a:pos x="T5" y="0"/>
                  </a:cxn>
                  <a:cxn ang="0">
                    <a:pos x="T6" y="0"/>
                  </a:cxn>
                  <a:cxn ang="0">
                    <a:pos x="T7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9" name="Oval 300"/>
              <p:cNvSpPr>
                <a:spLocks noChangeArrowheads="1"/>
              </p:cNvSpPr>
              <p:nvPr>
                <p:custDataLst>
                  <p:tags r:id="rId146"/>
                </p:custDataLst>
              </p:nvPr>
            </p:nvSpPr>
            <p:spPr bwMode="auto">
              <a:xfrm>
                <a:off x="3602" y="1819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0" name="Freeform 301"/>
              <p:cNvSpPr/>
              <p:nvPr>
                <p:custDataLst>
                  <p:tags r:id="rId147"/>
                </p:custDataLst>
              </p:nvPr>
            </p:nvSpPr>
            <p:spPr bwMode="auto">
              <a:xfrm>
                <a:off x="3602" y="1817"/>
                <a:ext cx="0" cy="2"/>
              </a:xfrm>
              <a:custGeom>
                <a:avLst/>
                <a:gdLst>
                  <a:gd name="T0" fmla="*/ 0 h 1"/>
                  <a:gd name="T1" fmla="*/ 0 h 1"/>
                  <a:gd name="T2" fmla="*/ 1 h 1"/>
                  <a:gd name="T3" fmla="*/ 1 h 1"/>
                  <a:gd name="T4" fmla="*/ 0 h 1"/>
                  <a:gd name="T5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1" name="Freeform 302"/>
              <p:cNvSpPr/>
              <p:nvPr>
                <p:custDataLst>
                  <p:tags r:id="rId148"/>
                </p:custDataLst>
              </p:nvPr>
            </p:nvSpPr>
            <p:spPr bwMode="auto">
              <a:xfrm>
                <a:off x="3602" y="1817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2" name="Oval 303"/>
              <p:cNvSpPr>
                <a:spLocks noChangeArrowheads="1"/>
              </p:cNvSpPr>
              <p:nvPr>
                <p:custDataLst>
                  <p:tags r:id="rId149"/>
                </p:custDataLst>
              </p:nvPr>
            </p:nvSpPr>
            <p:spPr bwMode="auto">
              <a:xfrm>
                <a:off x="3593" y="1814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3" name="Freeform 304"/>
              <p:cNvSpPr/>
              <p:nvPr>
                <p:custDataLst>
                  <p:tags r:id="rId150"/>
                </p:custDataLst>
              </p:nvPr>
            </p:nvSpPr>
            <p:spPr bwMode="auto">
              <a:xfrm>
                <a:off x="3598" y="1814"/>
                <a:ext cx="0" cy="3"/>
              </a:xfrm>
              <a:custGeom>
                <a:avLst/>
                <a:gdLst>
                  <a:gd name="T0" fmla="*/ 0 h 1"/>
                  <a:gd name="T1" fmla="*/ 0 h 1"/>
                  <a:gd name="T2" fmla="*/ 1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4" name="Freeform 305"/>
              <p:cNvSpPr/>
              <p:nvPr>
                <p:custDataLst>
                  <p:tags r:id="rId151"/>
                </p:custDataLst>
              </p:nvPr>
            </p:nvSpPr>
            <p:spPr bwMode="auto">
              <a:xfrm>
                <a:off x="3598" y="181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5" name="Oval 306"/>
              <p:cNvSpPr>
                <a:spLocks noChangeArrowheads="1"/>
              </p:cNvSpPr>
              <p:nvPr>
                <p:custDataLst>
                  <p:tags r:id="rId152"/>
                </p:custDataLst>
              </p:nvPr>
            </p:nvSpPr>
            <p:spPr bwMode="auto">
              <a:xfrm>
                <a:off x="3612" y="1821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6" name="Freeform 307"/>
              <p:cNvSpPr/>
              <p:nvPr>
                <p:custDataLst>
                  <p:tags r:id="rId153"/>
                </p:custDataLst>
              </p:nvPr>
            </p:nvSpPr>
            <p:spPr bwMode="auto">
              <a:xfrm>
                <a:off x="3977" y="2478"/>
                <a:ext cx="3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7" name="Freeform 308"/>
              <p:cNvSpPr/>
              <p:nvPr>
                <p:custDataLst>
                  <p:tags r:id="rId154"/>
                </p:custDataLst>
              </p:nvPr>
            </p:nvSpPr>
            <p:spPr bwMode="auto">
              <a:xfrm>
                <a:off x="3595" y="1812"/>
                <a:ext cx="3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8" name="Freeform 309"/>
              <p:cNvSpPr/>
              <p:nvPr>
                <p:custDataLst>
                  <p:tags r:id="rId155"/>
                </p:custDataLst>
              </p:nvPr>
            </p:nvSpPr>
            <p:spPr bwMode="auto">
              <a:xfrm>
                <a:off x="3598" y="1814"/>
                <a:ext cx="0" cy="3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9" name="Freeform 310"/>
              <p:cNvSpPr/>
              <p:nvPr>
                <p:custDataLst>
                  <p:tags r:id="rId156"/>
                </p:custDataLst>
              </p:nvPr>
            </p:nvSpPr>
            <p:spPr bwMode="auto">
              <a:xfrm>
                <a:off x="3967" y="2491"/>
                <a:ext cx="4" cy="4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0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cubicBezTo>
                      <a:pt x="2" y="2"/>
                      <a:pt x="2" y="2"/>
                      <a:pt x="2" y="2"/>
                    </a:cubicBezTo>
                    <a:cubicBezTo>
                      <a:pt x="2" y="1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0" name="Freeform 311"/>
              <p:cNvSpPr/>
              <p:nvPr>
                <p:custDataLst>
                  <p:tags r:id="rId157"/>
                </p:custDataLst>
              </p:nvPr>
            </p:nvSpPr>
            <p:spPr bwMode="auto">
              <a:xfrm>
                <a:off x="3825" y="2268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0 h 1"/>
                  <a:gd name="T4" fmla="*/ 1 w 1"/>
                  <a:gd name="T5" fmla="*/ 1 h 1"/>
                  <a:gd name="T6" fmla="*/ 1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1" name="Freeform 312"/>
              <p:cNvSpPr/>
              <p:nvPr>
                <p:custDataLst>
                  <p:tags r:id="rId158"/>
                </p:custDataLst>
              </p:nvPr>
            </p:nvSpPr>
            <p:spPr bwMode="auto">
              <a:xfrm>
                <a:off x="3810" y="2268"/>
                <a:ext cx="8" cy="2"/>
              </a:xfrm>
              <a:custGeom>
                <a:avLst/>
                <a:gdLst>
                  <a:gd name="T0" fmla="*/ 4 w 4"/>
                  <a:gd name="T1" fmla="*/ 0 h 1"/>
                  <a:gd name="T2" fmla="*/ 0 w 4"/>
                  <a:gd name="T3" fmla="*/ 0 h 1"/>
                  <a:gd name="T4" fmla="*/ 4 w 4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1">
                    <a:moveTo>
                      <a:pt x="4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1"/>
                      <a:pt x="2" y="0"/>
                      <a:pt x="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2" name="Freeform 313"/>
              <p:cNvSpPr/>
              <p:nvPr>
                <p:custDataLst>
                  <p:tags r:id="rId159"/>
                </p:custDataLst>
              </p:nvPr>
            </p:nvSpPr>
            <p:spPr bwMode="auto">
              <a:xfrm>
                <a:off x="3835" y="2275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1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3" name="Freeform 314"/>
              <p:cNvSpPr/>
              <p:nvPr>
                <p:custDataLst>
                  <p:tags r:id="rId160"/>
                </p:custDataLst>
              </p:nvPr>
            </p:nvSpPr>
            <p:spPr bwMode="auto">
              <a:xfrm>
                <a:off x="3833" y="2268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1 h 2"/>
                  <a:gd name="T4" fmla="*/ 1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0" y="1"/>
                      <a:pt x="0" y="0"/>
                      <a:pt x="0" y="1"/>
                    </a:cubicBezTo>
                    <a:cubicBezTo>
                      <a:pt x="1" y="2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4" name="Freeform 315"/>
              <p:cNvSpPr/>
              <p:nvPr>
                <p:custDataLst>
                  <p:tags r:id="rId161"/>
                </p:custDataLst>
              </p:nvPr>
            </p:nvSpPr>
            <p:spPr bwMode="auto">
              <a:xfrm>
                <a:off x="3833" y="2328"/>
                <a:ext cx="9" cy="2"/>
              </a:xfrm>
              <a:custGeom>
                <a:avLst/>
                <a:gdLst>
                  <a:gd name="T0" fmla="*/ 0 w 4"/>
                  <a:gd name="T1" fmla="*/ 1 h 1"/>
                  <a:gd name="T2" fmla="*/ 4 w 4"/>
                  <a:gd name="T3" fmla="*/ 0 h 1"/>
                  <a:gd name="T4" fmla="*/ 4 w 4"/>
                  <a:gd name="T5" fmla="*/ 0 h 1"/>
                  <a:gd name="T6" fmla="*/ 3 w 4"/>
                  <a:gd name="T7" fmla="*/ 0 h 1"/>
                  <a:gd name="T8" fmla="*/ 2 w 4"/>
                  <a:gd name="T9" fmla="*/ 0 h 1"/>
                  <a:gd name="T10" fmla="*/ 0 w 4"/>
                  <a:gd name="T11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1">
                    <a:moveTo>
                      <a:pt x="0" y="1"/>
                    </a:moveTo>
                    <a:cubicBezTo>
                      <a:pt x="1" y="1"/>
                      <a:pt x="3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2" y="0"/>
                      <a:pt x="1" y="0"/>
                      <a:pt x="2" y="0"/>
                    </a:cubicBezTo>
                    <a:cubicBezTo>
                      <a:pt x="1" y="1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5" name="Freeform 316"/>
              <p:cNvSpPr/>
              <p:nvPr>
                <p:custDataLst>
                  <p:tags r:id="rId162"/>
                </p:custDataLst>
              </p:nvPr>
            </p:nvSpPr>
            <p:spPr bwMode="auto">
              <a:xfrm>
                <a:off x="3837" y="2330"/>
                <a:ext cx="5" cy="2"/>
              </a:xfrm>
              <a:custGeom>
                <a:avLst/>
                <a:gdLst>
                  <a:gd name="T0" fmla="*/ 0 w 2"/>
                  <a:gd name="T1" fmla="*/ 0 h 1"/>
                  <a:gd name="T2" fmla="*/ 2 w 2"/>
                  <a:gd name="T3" fmla="*/ 1 h 1"/>
                  <a:gd name="T4" fmla="*/ 0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0" y="0"/>
                    </a:moveTo>
                    <a:cubicBezTo>
                      <a:pt x="0" y="0"/>
                      <a:pt x="1" y="1"/>
                      <a:pt x="2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6" name="Freeform 317"/>
              <p:cNvSpPr/>
              <p:nvPr>
                <p:custDataLst>
                  <p:tags r:id="rId163"/>
                </p:custDataLst>
              </p:nvPr>
            </p:nvSpPr>
            <p:spPr bwMode="auto">
              <a:xfrm>
                <a:off x="3839" y="2328"/>
                <a:ext cx="5" cy="0"/>
              </a:xfrm>
              <a:custGeom>
                <a:avLst/>
                <a:gdLst>
                  <a:gd name="T0" fmla="*/ 1 w 2"/>
                  <a:gd name="T1" fmla="*/ 0 w 2"/>
                  <a:gd name="T2" fmla="*/ 1 w 2"/>
                  <a:gd name="T3" fmla="*/ 1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2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7" name="Freeform 318"/>
              <p:cNvSpPr/>
              <p:nvPr>
                <p:custDataLst>
                  <p:tags r:id="rId164"/>
                </p:custDataLst>
              </p:nvPr>
            </p:nvSpPr>
            <p:spPr bwMode="auto">
              <a:xfrm>
                <a:off x="3827" y="2268"/>
                <a:ext cx="2" cy="4"/>
              </a:xfrm>
              <a:custGeom>
                <a:avLst/>
                <a:gdLst>
                  <a:gd name="T0" fmla="*/ 1 w 1"/>
                  <a:gd name="T1" fmla="*/ 2 h 2"/>
                  <a:gd name="T2" fmla="*/ 0 w 1"/>
                  <a:gd name="T3" fmla="*/ 0 h 2"/>
                  <a:gd name="T4" fmla="*/ 1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2"/>
                    </a:moveTo>
                    <a:cubicBezTo>
                      <a:pt x="1" y="1"/>
                      <a:pt x="1" y="1"/>
                      <a:pt x="0" y="0"/>
                    </a:cubicBezTo>
                    <a:lnTo>
                      <a:pt x="1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8" name="Freeform 319"/>
              <p:cNvSpPr/>
              <p:nvPr>
                <p:custDataLst>
                  <p:tags r:id="rId165"/>
                </p:custDataLst>
              </p:nvPr>
            </p:nvSpPr>
            <p:spPr bwMode="auto">
              <a:xfrm>
                <a:off x="3729" y="2856"/>
                <a:ext cx="6" cy="4"/>
              </a:xfrm>
              <a:custGeom>
                <a:avLst/>
                <a:gdLst>
                  <a:gd name="T0" fmla="*/ 3 w 3"/>
                  <a:gd name="T1" fmla="*/ 0 h 2"/>
                  <a:gd name="T2" fmla="*/ 0 w 3"/>
                  <a:gd name="T3" fmla="*/ 2 h 2"/>
                  <a:gd name="T4" fmla="*/ 3 w 3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3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2" y="1"/>
                      <a:pt x="2" y="1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9" name="Freeform 320"/>
              <p:cNvSpPr/>
              <p:nvPr>
                <p:custDataLst>
                  <p:tags r:id="rId166"/>
                </p:custDataLst>
              </p:nvPr>
            </p:nvSpPr>
            <p:spPr bwMode="auto">
              <a:xfrm>
                <a:off x="3731" y="2854"/>
                <a:ext cx="2" cy="4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0 h 2"/>
                  <a:gd name="T4" fmla="*/ 0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2"/>
                      <a:pt x="0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40" name="Freeform 321"/>
              <p:cNvSpPr/>
              <p:nvPr>
                <p:custDataLst>
                  <p:tags r:id="rId167"/>
                </p:custDataLst>
              </p:nvPr>
            </p:nvSpPr>
            <p:spPr bwMode="auto">
              <a:xfrm>
                <a:off x="3897" y="2822"/>
                <a:ext cx="0" cy="2"/>
              </a:xfrm>
              <a:custGeom>
                <a:avLst/>
                <a:gdLst>
                  <a:gd name="T0" fmla="*/ 2 h 2"/>
                  <a:gd name="T1" fmla="*/ 2 h 2"/>
                  <a:gd name="T2" fmla="*/ 0 h 2"/>
                  <a:gd name="T3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41" name="Freeform 322"/>
              <p:cNvSpPr/>
              <p:nvPr>
                <p:custDataLst>
                  <p:tags r:id="rId168"/>
                </p:custDataLst>
              </p:nvPr>
            </p:nvSpPr>
            <p:spPr bwMode="auto">
              <a:xfrm>
                <a:off x="4007" y="2790"/>
                <a:ext cx="2" cy="4"/>
              </a:xfrm>
              <a:custGeom>
                <a:avLst/>
                <a:gdLst>
                  <a:gd name="T0" fmla="*/ 2 w 2"/>
                  <a:gd name="T1" fmla="*/ 4 h 4"/>
                  <a:gd name="T2" fmla="*/ 2 w 2"/>
                  <a:gd name="T3" fmla="*/ 4 h 4"/>
                  <a:gd name="T4" fmla="*/ 0 w 2"/>
                  <a:gd name="T5" fmla="*/ 0 h 4"/>
                  <a:gd name="T6" fmla="*/ 2 w 2"/>
                  <a:gd name="T7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4">
                    <a:moveTo>
                      <a:pt x="2" y="4"/>
                    </a:moveTo>
                    <a:lnTo>
                      <a:pt x="2" y="4"/>
                    </a:lnTo>
                    <a:lnTo>
                      <a:pt x="0" y="0"/>
                    </a:lnTo>
                    <a:lnTo>
                      <a:pt x="2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42" name="Freeform 323"/>
              <p:cNvSpPr/>
              <p:nvPr>
                <p:custDataLst>
                  <p:tags r:id="rId169"/>
                </p:custDataLst>
              </p:nvPr>
            </p:nvSpPr>
            <p:spPr bwMode="auto">
              <a:xfrm>
                <a:off x="3971" y="2813"/>
                <a:ext cx="2" cy="4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1 h 2"/>
                  <a:gd name="T4" fmla="*/ 0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1" y="0"/>
                      <a:pt x="0" y="2"/>
                      <a:pt x="1" y="1"/>
                    </a:cubicBezTo>
                    <a:cubicBezTo>
                      <a:pt x="1" y="1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43" name="Freeform 324"/>
              <p:cNvSpPr/>
              <p:nvPr>
                <p:custDataLst>
                  <p:tags r:id="rId170"/>
                </p:custDataLst>
              </p:nvPr>
            </p:nvSpPr>
            <p:spPr bwMode="auto">
              <a:xfrm>
                <a:off x="3969" y="2501"/>
                <a:ext cx="2" cy="3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0" y="0"/>
                      <a:pt x="0" y="0"/>
                    </a:cubicBezTo>
                    <a:cubicBezTo>
                      <a:pt x="0" y="0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44" name="Freeform 325"/>
              <p:cNvSpPr/>
              <p:nvPr>
                <p:custDataLst>
                  <p:tags r:id="rId171"/>
                </p:custDataLst>
              </p:nvPr>
            </p:nvSpPr>
            <p:spPr bwMode="auto">
              <a:xfrm>
                <a:off x="3850" y="2864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45" name="Freeform 326"/>
              <p:cNvSpPr/>
              <p:nvPr>
                <p:custDataLst>
                  <p:tags r:id="rId172"/>
                </p:custDataLst>
              </p:nvPr>
            </p:nvSpPr>
            <p:spPr bwMode="auto">
              <a:xfrm>
                <a:off x="3668" y="2060"/>
                <a:ext cx="8" cy="17"/>
              </a:xfrm>
              <a:custGeom>
                <a:avLst/>
                <a:gdLst>
                  <a:gd name="T0" fmla="*/ 4 w 4"/>
                  <a:gd name="T1" fmla="*/ 0 h 8"/>
                  <a:gd name="T2" fmla="*/ 0 w 4"/>
                  <a:gd name="T3" fmla="*/ 6 h 8"/>
                  <a:gd name="T4" fmla="*/ 4 w 4"/>
                  <a:gd name="T5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8">
                    <a:moveTo>
                      <a:pt x="4" y="0"/>
                    </a:moveTo>
                    <a:cubicBezTo>
                      <a:pt x="2" y="1"/>
                      <a:pt x="1" y="5"/>
                      <a:pt x="0" y="6"/>
                    </a:cubicBezTo>
                    <a:cubicBezTo>
                      <a:pt x="1" y="8"/>
                      <a:pt x="3" y="1"/>
                      <a:pt x="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1" name="Freeform 327"/>
              <p:cNvSpPr/>
              <p:nvPr>
                <p:custDataLst>
                  <p:tags r:id="rId173"/>
                </p:custDataLst>
              </p:nvPr>
            </p:nvSpPr>
            <p:spPr bwMode="auto">
              <a:xfrm>
                <a:off x="3837" y="2328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2" name="Freeform 328"/>
              <p:cNvSpPr/>
              <p:nvPr>
                <p:custDataLst>
                  <p:tags r:id="rId174"/>
                </p:custDataLst>
              </p:nvPr>
            </p:nvSpPr>
            <p:spPr bwMode="auto">
              <a:xfrm>
                <a:off x="3965" y="2504"/>
                <a:ext cx="4" cy="2"/>
              </a:xfrm>
              <a:custGeom>
                <a:avLst/>
                <a:gdLst>
                  <a:gd name="T0" fmla="*/ 1 w 2"/>
                  <a:gd name="T1" fmla="*/ 0 h 1"/>
                  <a:gd name="T2" fmla="*/ 0 w 2"/>
                  <a:gd name="T3" fmla="*/ 0 h 1"/>
                  <a:gd name="T4" fmla="*/ 1 w 2"/>
                  <a:gd name="T5" fmla="*/ 1 h 1"/>
                  <a:gd name="T6" fmla="*/ 1 w 2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1"/>
                    </a:cubicBezTo>
                    <a:cubicBezTo>
                      <a:pt x="2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3" name="Freeform 329"/>
              <p:cNvSpPr/>
              <p:nvPr>
                <p:custDataLst>
                  <p:tags r:id="rId175"/>
                </p:custDataLst>
              </p:nvPr>
            </p:nvSpPr>
            <p:spPr bwMode="auto">
              <a:xfrm>
                <a:off x="3973" y="2476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0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1" y="1"/>
                      <a:pt x="0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4" name="Freeform 330"/>
              <p:cNvSpPr/>
              <p:nvPr>
                <p:custDataLst>
                  <p:tags r:id="rId176"/>
                </p:custDataLst>
              </p:nvPr>
            </p:nvSpPr>
            <p:spPr bwMode="auto">
              <a:xfrm>
                <a:off x="3965" y="2497"/>
                <a:ext cx="10" cy="4"/>
              </a:xfrm>
              <a:custGeom>
                <a:avLst/>
                <a:gdLst>
                  <a:gd name="T0" fmla="*/ 5 w 5"/>
                  <a:gd name="T1" fmla="*/ 1 h 2"/>
                  <a:gd name="T2" fmla="*/ 1 w 5"/>
                  <a:gd name="T3" fmla="*/ 2 h 2"/>
                  <a:gd name="T4" fmla="*/ 0 w 5"/>
                  <a:gd name="T5" fmla="*/ 2 h 2"/>
                  <a:gd name="T6" fmla="*/ 2 w 5"/>
                  <a:gd name="T7" fmla="*/ 2 h 2"/>
                  <a:gd name="T8" fmla="*/ 3 w 5"/>
                  <a:gd name="T9" fmla="*/ 1 h 2"/>
                  <a:gd name="T10" fmla="*/ 5 w 5"/>
                  <a:gd name="T11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" h="2">
                    <a:moveTo>
                      <a:pt x="5" y="1"/>
                    </a:moveTo>
                    <a:cubicBezTo>
                      <a:pt x="4" y="0"/>
                      <a:pt x="2" y="1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1" y="2"/>
                      <a:pt x="2" y="2"/>
                      <a:pt x="2" y="2"/>
                    </a:cubicBezTo>
                    <a:cubicBezTo>
                      <a:pt x="2" y="2"/>
                      <a:pt x="4" y="2"/>
                      <a:pt x="3" y="1"/>
                    </a:cubicBezTo>
                    <a:cubicBezTo>
                      <a:pt x="4" y="1"/>
                      <a:pt x="5" y="1"/>
                      <a:pt x="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5" name="Freeform 331"/>
              <p:cNvSpPr/>
              <p:nvPr>
                <p:custDataLst>
                  <p:tags r:id="rId177"/>
                </p:custDataLst>
              </p:nvPr>
            </p:nvSpPr>
            <p:spPr bwMode="auto">
              <a:xfrm>
                <a:off x="3835" y="2474"/>
                <a:ext cx="4" cy="0"/>
              </a:xfrm>
              <a:custGeom>
                <a:avLst/>
                <a:gdLst>
                  <a:gd name="T0" fmla="*/ 0 w 2"/>
                  <a:gd name="T1" fmla="*/ 1 w 2"/>
                  <a:gd name="T2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0" y="0"/>
                      <a:pt x="2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6" name="Freeform 332"/>
              <p:cNvSpPr/>
              <p:nvPr>
                <p:custDataLst>
                  <p:tags r:id="rId178"/>
                </p:custDataLst>
              </p:nvPr>
            </p:nvSpPr>
            <p:spPr bwMode="auto">
              <a:xfrm>
                <a:off x="3829" y="2345"/>
                <a:ext cx="4" cy="0"/>
              </a:xfrm>
              <a:custGeom>
                <a:avLst/>
                <a:gdLst>
                  <a:gd name="T0" fmla="*/ 1 w 2"/>
                  <a:gd name="T1" fmla="*/ 1 w 2"/>
                  <a:gd name="T2" fmla="*/ 1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1" y="0"/>
                    </a:moveTo>
                    <a:cubicBezTo>
                      <a:pt x="0" y="0"/>
                      <a:pt x="2" y="0"/>
                      <a:pt x="1" y="0"/>
                    </a:cubicBezTo>
                    <a:cubicBezTo>
                      <a:pt x="2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7" name="Freeform 333"/>
              <p:cNvSpPr/>
              <p:nvPr>
                <p:custDataLst>
                  <p:tags r:id="rId179"/>
                </p:custDataLst>
              </p:nvPr>
            </p:nvSpPr>
            <p:spPr bwMode="auto">
              <a:xfrm>
                <a:off x="3831" y="2336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8" name="Freeform 334"/>
              <p:cNvSpPr/>
              <p:nvPr>
                <p:custDataLst>
                  <p:tags r:id="rId180"/>
                </p:custDataLst>
              </p:nvPr>
            </p:nvSpPr>
            <p:spPr bwMode="auto">
              <a:xfrm>
                <a:off x="3850" y="2491"/>
                <a:ext cx="4" cy="2"/>
              </a:xfrm>
              <a:custGeom>
                <a:avLst/>
                <a:gdLst>
                  <a:gd name="T0" fmla="*/ 0 w 4"/>
                  <a:gd name="T1" fmla="*/ 2 h 2"/>
                  <a:gd name="T2" fmla="*/ 0 w 4"/>
                  <a:gd name="T3" fmla="*/ 2 h 2"/>
                  <a:gd name="T4" fmla="*/ 4 w 4"/>
                  <a:gd name="T5" fmla="*/ 0 h 2"/>
                  <a:gd name="T6" fmla="*/ 0 w 4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2">
                    <a:moveTo>
                      <a:pt x="0" y="2"/>
                    </a:moveTo>
                    <a:lnTo>
                      <a:pt x="0" y="2"/>
                    </a:lnTo>
                    <a:lnTo>
                      <a:pt x="4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9" name="Freeform 335"/>
              <p:cNvSpPr/>
              <p:nvPr>
                <p:custDataLst>
                  <p:tags r:id="rId181"/>
                </p:custDataLst>
              </p:nvPr>
            </p:nvSpPr>
            <p:spPr bwMode="auto">
              <a:xfrm>
                <a:off x="3835" y="2336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0" y="0"/>
                      <a:pt x="1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0" name="Rectangle 336"/>
              <p:cNvSpPr>
                <a:spLocks noChangeArrowheads="1"/>
              </p:cNvSpPr>
              <p:nvPr>
                <p:custDataLst>
                  <p:tags r:id="rId182"/>
                </p:custDataLst>
              </p:nvPr>
            </p:nvSpPr>
            <p:spPr bwMode="auto">
              <a:xfrm>
                <a:off x="3835" y="2434"/>
                <a:ext cx="2" cy="1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1" name="Freeform 337"/>
              <p:cNvSpPr/>
              <p:nvPr>
                <p:custDataLst>
                  <p:tags r:id="rId183"/>
                </p:custDataLst>
              </p:nvPr>
            </p:nvSpPr>
            <p:spPr bwMode="auto">
              <a:xfrm>
                <a:off x="3831" y="2349"/>
                <a:ext cx="4" cy="0"/>
              </a:xfrm>
              <a:custGeom>
                <a:avLst/>
                <a:gdLst>
                  <a:gd name="T0" fmla="*/ 0 w 2"/>
                  <a:gd name="T1" fmla="*/ 2 w 2"/>
                  <a:gd name="T2" fmla="*/ 2 w 2"/>
                  <a:gd name="T3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1" y="0"/>
                      <a:pt x="2" y="0"/>
                      <a:pt x="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2" name="Freeform 338"/>
              <p:cNvSpPr/>
              <p:nvPr>
                <p:custDataLst>
                  <p:tags r:id="rId184"/>
                </p:custDataLst>
              </p:nvPr>
            </p:nvSpPr>
            <p:spPr bwMode="auto">
              <a:xfrm>
                <a:off x="3602" y="1823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0 w 1"/>
                  <a:gd name="T4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3" name="Freeform 339"/>
              <p:cNvSpPr/>
              <p:nvPr>
                <p:custDataLst>
                  <p:tags r:id="rId185"/>
                </p:custDataLst>
              </p:nvPr>
            </p:nvSpPr>
            <p:spPr bwMode="auto">
              <a:xfrm>
                <a:off x="3905" y="22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4" name="Freeform 340"/>
              <p:cNvSpPr/>
              <p:nvPr>
                <p:custDataLst>
                  <p:tags r:id="rId186"/>
                </p:custDataLst>
              </p:nvPr>
            </p:nvSpPr>
            <p:spPr bwMode="auto">
              <a:xfrm>
                <a:off x="3778" y="2979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1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5" name="Freeform 341"/>
              <p:cNvSpPr/>
              <p:nvPr>
                <p:custDataLst>
                  <p:tags r:id="rId187"/>
                </p:custDataLst>
              </p:nvPr>
            </p:nvSpPr>
            <p:spPr bwMode="auto">
              <a:xfrm>
                <a:off x="3746" y="2826"/>
                <a:ext cx="399" cy="167"/>
              </a:xfrm>
              <a:custGeom>
                <a:avLst/>
                <a:gdLst>
                  <a:gd name="T0" fmla="*/ 154 w 188"/>
                  <a:gd name="T1" fmla="*/ 20 h 79"/>
                  <a:gd name="T2" fmla="*/ 145 w 188"/>
                  <a:gd name="T3" fmla="*/ 25 h 79"/>
                  <a:gd name="T4" fmla="*/ 108 w 188"/>
                  <a:gd name="T5" fmla="*/ 47 h 79"/>
                  <a:gd name="T6" fmla="*/ 94 w 188"/>
                  <a:gd name="T7" fmla="*/ 49 h 79"/>
                  <a:gd name="T8" fmla="*/ 84 w 188"/>
                  <a:gd name="T9" fmla="*/ 48 h 79"/>
                  <a:gd name="T10" fmla="*/ 64 w 188"/>
                  <a:gd name="T11" fmla="*/ 52 h 79"/>
                  <a:gd name="T12" fmla="*/ 52 w 188"/>
                  <a:gd name="T13" fmla="*/ 54 h 79"/>
                  <a:gd name="T14" fmla="*/ 33 w 188"/>
                  <a:gd name="T15" fmla="*/ 56 h 79"/>
                  <a:gd name="T16" fmla="*/ 23 w 188"/>
                  <a:gd name="T17" fmla="*/ 60 h 79"/>
                  <a:gd name="T18" fmla="*/ 12 w 188"/>
                  <a:gd name="T19" fmla="*/ 55 h 79"/>
                  <a:gd name="T20" fmla="*/ 5 w 188"/>
                  <a:gd name="T21" fmla="*/ 55 h 79"/>
                  <a:gd name="T22" fmla="*/ 5 w 188"/>
                  <a:gd name="T23" fmla="*/ 53 h 79"/>
                  <a:gd name="T24" fmla="*/ 4 w 188"/>
                  <a:gd name="T25" fmla="*/ 51 h 79"/>
                  <a:gd name="T26" fmla="*/ 3 w 188"/>
                  <a:gd name="T27" fmla="*/ 53 h 79"/>
                  <a:gd name="T28" fmla="*/ 3 w 188"/>
                  <a:gd name="T29" fmla="*/ 56 h 79"/>
                  <a:gd name="T30" fmla="*/ 0 w 188"/>
                  <a:gd name="T31" fmla="*/ 58 h 79"/>
                  <a:gd name="T32" fmla="*/ 2 w 188"/>
                  <a:gd name="T33" fmla="*/ 61 h 79"/>
                  <a:gd name="T34" fmla="*/ 13 w 188"/>
                  <a:gd name="T35" fmla="*/ 66 h 79"/>
                  <a:gd name="T36" fmla="*/ 15 w 188"/>
                  <a:gd name="T37" fmla="*/ 70 h 79"/>
                  <a:gd name="T38" fmla="*/ 16 w 188"/>
                  <a:gd name="T39" fmla="*/ 72 h 79"/>
                  <a:gd name="T40" fmla="*/ 18 w 188"/>
                  <a:gd name="T41" fmla="*/ 76 h 79"/>
                  <a:gd name="T42" fmla="*/ 21 w 188"/>
                  <a:gd name="T43" fmla="*/ 71 h 79"/>
                  <a:gd name="T44" fmla="*/ 26 w 188"/>
                  <a:gd name="T45" fmla="*/ 67 h 79"/>
                  <a:gd name="T46" fmla="*/ 27 w 188"/>
                  <a:gd name="T47" fmla="*/ 76 h 79"/>
                  <a:gd name="T48" fmla="*/ 30 w 188"/>
                  <a:gd name="T49" fmla="*/ 74 h 79"/>
                  <a:gd name="T50" fmla="*/ 31 w 188"/>
                  <a:gd name="T51" fmla="*/ 78 h 79"/>
                  <a:gd name="T52" fmla="*/ 35 w 188"/>
                  <a:gd name="T53" fmla="*/ 74 h 79"/>
                  <a:gd name="T54" fmla="*/ 38 w 188"/>
                  <a:gd name="T55" fmla="*/ 73 h 79"/>
                  <a:gd name="T56" fmla="*/ 42 w 188"/>
                  <a:gd name="T57" fmla="*/ 64 h 79"/>
                  <a:gd name="T58" fmla="*/ 43 w 188"/>
                  <a:gd name="T59" fmla="*/ 76 h 79"/>
                  <a:gd name="T60" fmla="*/ 51 w 188"/>
                  <a:gd name="T61" fmla="*/ 72 h 79"/>
                  <a:gd name="T62" fmla="*/ 57 w 188"/>
                  <a:gd name="T63" fmla="*/ 72 h 79"/>
                  <a:gd name="T64" fmla="*/ 61 w 188"/>
                  <a:gd name="T65" fmla="*/ 70 h 79"/>
                  <a:gd name="T66" fmla="*/ 70 w 188"/>
                  <a:gd name="T67" fmla="*/ 68 h 79"/>
                  <a:gd name="T68" fmla="*/ 75 w 188"/>
                  <a:gd name="T69" fmla="*/ 71 h 79"/>
                  <a:gd name="T70" fmla="*/ 77 w 188"/>
                  <a:gd name="T71" fmla="*/ 68 h 79"/>
                  <a:gd name="T72" fmla="*/ 80 w 188"/>
                  <a:gd name="T73" fmla="*/ 68 h 79"/>
                  <a:gd name="T74" fmla="*/ 81 w 188"/>
                  <a:gd name="T75" fmla="*/ 66 h 79"/>
                  <a:gd name="T76" fmla="*/ 86 w 188"/>
                  <a:gd name="T77" fmla="*/ 67 h 79"/>
                  <a:gd name="T78" fmla="*/ 92 w 188"/>
                  <a:gd name="T79" fmla="*/ 65 h 79"/>
                  <a:gd name="T80" fmla="*/ 98 w 188"/>
                  <a:gd name="T81" fmla="*/ 64 h 79"/>
                  <a:gd name="T82" fmla="*/ 104 w 188"/>
                  <a:gd name="T83" fmla="*/ 60 h 79"/>
                  <a:gd name="T84" fmla="*/ 107 w 188"/>
                  <a:gd name="T85" fmla="*/ 62 h 79"/>
                  <a:gd name="T86" fmla="*/ 108 w 188"/>
                  <a:gd name="T87" fmla="*/ 62 h 79"/>
                  <a:gd name="T88" fmla="*/ 114 w 188"/>
                  <a:gd name="T89" fmla="*/ 59 h 79"/>
                  <a:gd name="T90" fmla="*/ 119 w 188"/>
                  <a:gd name="T91" fmla="*/ 59 h 79"/>
                  <a:gd name="T92" fmla="*/ 122 w 188"/>
                  <a:gd name="T93" fmla="*/ 52 h 79"/>
                  <a:gd name="T94" fmla="*/ 126 w 188"/>
                  <a:gd name="T95" fmla="*/ 52 h 79"/>
                  <a:gd name="T96" fmla="*/ 132 w 188"/>
                  <a:gd name="T97" fmla="*/ 50 h 79"/>
                  <a:gd name="T98" fmla="*/ 139 w 188"/>
                  <a:gd name="T99" fmla="*/ 45 h 79"/>
                  <a:gd name="T100" fmla="*/ 143 w 188"/>
                  <a:gd name="T101" fmla="*/ 43 h 79"/>
                  <a:gd name="T102" fmla="*/ 156 w 188"/>
                  <a:gd name="T103" fmla="*/ 39 h 79"/>
                  <a:gd name="T104" fmla="*/ 160 w 188"/>
                  <a:gd name="T105" fmla="*/ 37 h 79"/>
                  <a:gd name="T106" fmla="*/ 167 w 188"/>
                  <a:gd name="T107" fmla="*/ 26 h 79"/>
                  <a:gd name="T108" fmla="*/ 172 w 188"/>
                  <a:gd name="T109" fmla="*/ 21 h 79"/>
                  <a:gd name="T110" fmla="*/ 180 w 188"/>
                  <a:gd name="T111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88" h="79">
                    <a:moveTo>
                      <a:pt x="180" y="0"/>
                    </a:moveTo>
                    <a:cubicBezTo>
                      <a:pt x="179" y="5"/>
                      <a:pt x="175" y="6"/>
                      <a:pt x="171" y="7"/>
                    </a:cubicBezTo>
                    <a:cubicBezTo>
                      <a:pt x="170" y="8"/>
                      <a:pt x="169" y="10"/>
                      <a:pt x="168" y="10"/>
                    </a:cubicBezTo>
                    <a:cubicBezTo>
                      <a:pt x="164" y="15"/>
                      <a:pt x="157" y="14"/>
                      <a:pt x="154" y="19"/>
                    </a:cubicBezTo>
                    <a:cubicBezTo>
                      <a:pt x="155" y="19"/>
                      <a:pt x="155" y="20"/>
                      <a:pt x="155" y="21"/>
                    </a:cubicBezTo>
                    <a:cubicBezTo>
                      <a:pt x="154" y="20"/>
                      <a:pt x="154" y="20"/>
                      <a:pt x="154" y="20"/>
                    </a:cubicBezTo>
                    <a:cubicBezTo>
                      <a:pt x="155" y="22"/>
                      <a:pt x="155" y="22"/>
                      <a:pt x="155" y="22"/>
                    </a:cubicBezTo>
                    <a:cubicBezTo>
                      <a:pt x="155" y="22"/>
                      <a:pt x="154" y="20"/>
                      <a:pt x="154" y="20"/>
                    </a:cubicBezTo>
                    <a:cubicBezTo>
                      <a:pt x="152" y="21"/>
                      <a:pt x="151" y="23"/>
                      <a:pt x="149" y="23"/>
                    </a:cubicBezTo>
                    <a:cubicBezTo>
                      <a:pt x="149" y="25"/>
                      <a:pt x="148" y="24"/>
                      <a:pt x="149" y="26"/>
                    </a:cubicBezTo>
                    <a:cubicBezTo>
                      <a:pt x="148" y="25"/>
                      <a:pt x="148" y="25"/>
                      <a:pt x="148" y="25"/>
                    </a:cubicBezTo>
                    <a:cubicBezTo>
                      <a:pt x="147" y="27"/>
                      <a:pt x="147" y="27"/>
                      <a:pt x="145" y="25"/>
                    </a:cubicBezTo>
                    <a:cubicBezTo>
                      <a:pt x="139" y="27"/>
                      <a:pt x="134" y="30"/>
                      <a:pt x="128" y="32"/>
                    </a:cubicBezTo>
                    <a:cubicBezTo>
                      <a:pt x="123" y="34"/>
                      <a:pt x="118" y="39"/>
                      <a:pt x="112" y="41"/>
                    </a:cubicBezTo>
                    <a:cubicBezTo>
                      <a:pt x="112" y="45"/>
                      <a:pt x="111" y="43"/>
                      <a:pt x="110" y="47"/>
                    </a:cubicBezTo>
                    <a:cubicBezTo>
                      <a:pt x="110" y="46"/>
                      <a:pt x="110" y="46"/>
                      <a:pt x="110" y="46"/>
                    </a:cubicBezTo>
                    <a:cubicBezTo>
                      <a:pt x="110" y="47"/>
                      <a:pt x="109" y="46"/>
                      <a:pt x="107" y="45"/>
                    </a:cubicBezTo>
                    <a:cubicBezTo>
                      <a:pt x="108" y="46"/>
                      <a:pt x="107" y="45"/>
                      <a:pt x="108" y="47"/>
                    </a:cubicBezTo>
                    <a:cubicBezTo>
                      <a:pt x="108" y="49"/>
                      <a:pt x="106" y="45"/>
                      <a:pt x="106" y="46"/>
                    </a:cubicBezTo>
                    <a:cubicBezTo>
                      <a:pt x="105" y="45"/>
                      <a:pt x="106" y="47"/>
                      <a:pt x="106" y="46"/>
                    </a:cubicBezTo>
                    <a:cubicBezTo>
                      <a:pt x="105" y="49"/>
                      <a:pt x="106" y="45"/>
                      <a:pt x="103" y="44"/>
                    </a:cubicBezTo>
                    <a:cubicBezTo>
                      <a:pt x="101" y="45"/>
                      <a:pt x="98" y="48"/>
                      <a:pt x="95" y="47"/>
                    </a:cubicBezTo>
                    <a:cubicBezTo>
                      <a:pt x="95" y="47"/>
                      <a:pt x="96" y="49"/>
                      <a:pt x="96" y="49"/>
                    </a:cubicBezTo>
                    <a:cubicBezTo>
                      <a:pt x="95" y="46"/>
                      <a:pt x="95" y="50"/>
                      <a:pt x="94" y="49"/>
                    </a:cubicBezTo>
                    <a:cubicBezTo>
                      <a:pt x="94" y="48"/>
                      <a:pt x="94" y="48"/>
                      <a:pt x="94" y="48"/>
                    </a:cubicBezTo>
                    <a:cubicBezTo>
                      <a:pt x="93" y="47"/>
                      <a:pt x="92" y="49"/>
                      <a:pt x="91" y="48"/>
                    </a:cubicBezTo>
                    <a:cubicBezTo>
                      <a:pt x="90" y="49"/>
                      <a:pt x="88" y="47"/>
                      <a:pt x="88" y="49"/>
                    </a:cubicBezTo>
                    <a:cubicBezTo>
                      <a:pt x="88" y="47"/>
                      <a:pt x="87" y="48"/>
                      <a:pt x="87" y="47"/>
                    </a:cubicBezTo>
                    <a:cubicBezTo>
                      <a:pt x="87" y="51"/>
                      <a:pt x="84" y="46"/>
                      <a:pt x="84" y="49"/>
                    </a:cubicBezTo>
                    <a:cubicBezTo>
                      <a:pt x="84" y="48"/>
                      <a:pt x="84" y="48"/>
                      <a:pt x="84" y="48"/>
                    </a:cubicBezTo>
                    <a:cubicBezTo>
                      <a:pt x="81" y="49"/>
                      <a:pt x="77" y="49"/>
                      <a:pt x="74" y="51"/>
                    </a:cubicBezTo>
                    <a:cubicBezTo>
                      <a:pt x="73" y="52"/>
                      <a:pt x="70" y="48"/>
                      <a:pt x="69" y="50"/>
                    </a:cubicBezTo>
                    <a:cubicBezTo>
                      <a:pt x="68" y="52"/>
                      <a:pt x="68" y="52"/>
                      <a:pt x="68" y="52"/>
                    </a:cubicBezTo>
                    <a:cubicBezTo>
                      <a:pt x="68" y="52"/>
                      <a:pt x="68" y="51"/>
                      <a:pt x="68" y="51"/>
                    </a:cubicBezTo>
                    <a:cubicBezTo>
                      <a:pt x="67" y="52"/>
                      <a:pt x="66" y="51"/>
                      <a:pt x="65" y="51"/>
                    </a:cubicBezTo>
                    <a:cubicBezTo>
                      <a:pt x="65" y="51"/>
                      <a:pt x="64" y="52"/>
                      <a:pt x="64" y="52"/>
                    </a:cubicBezTo>
                    <a:cubicBezTo>
                      <a:pt x="63" y="50"/>
                      <a:pt x="61" y="54"/>
                      <a:pt x="60" y="52"/>
                    </a:cubicBezTo>
                    <a:cubicBezTo>
                      <a:pt x="61" y="55"/>
                      <a:pt x="59" y="54"/>
                      <a:pt x="59" y="55"/>
                    </a:cubicBezTo>
                    <a:cubicBezTo>
                      <a:pt x="58" y="55"/>
                      <a:pt x="58" y="54"/>
                      <a:pt x="58" y="53"/>
                    </a:cubicBezTo>
                    <a:cubicBezTo>
                      <a:pt x="57" y="53"/>
                      <a:pt x="57" y="54"/>
                      <a:pt x="56" y="53"/>
                    </a:cubicBezTo>
                    <a:cubicBezTo>
                      <a:pt x="55" y="53"/>
                      <a:pt x="55" y="55"/>
                      <a:pt x="54" y="55"/>
                    </a:cubicBezTo>
                    <a:cubicBezTo>
                      <a:pt x="54" y="52"/>
                      <a:pt x="53" y="54"/>
                      <a:pt x="52" y="54"/>
                    </a:cubicBezTo>
                    <a:cubicBezTo>
                      <a:pt x="52" y="56"/>
                      <a:pt x="52" y="57"/>
                      <a:pt x="51" y="56"/>
                    </a:cubicBezTo>
                    <a:cubicBezTo>
                      <a:pt x="51" y="54"/>
                      <a:pt x="51" y="54"/>
                      <a:pt x="51" y="54"/>
                    </a:cubicBezTo>
                    <a:cubicBezTo>
                      <a:pt x="49" y="56"/>
                      <a:pt x="46" y="53"/>
                      <a:pt x="43" y="56"/>
                    </a:cubicBezTo>
                    <a:cubicBezTo>
                      <a:pt x="43" y="54"/>
                      <a:pt x="43" y="54"/>
                      <a:pt x="43" y="54"/>
                    </a:cubicBezTo>
                    <a:cubicBezTo>
                      <a:pt x="41" y="56"/>
                      <a:pt x="38" y="54"/>
                      <a:pt x="36" y="57"/>
                    </a:cubicBezTo>
                    <a:cubicBezTo>
                      <a:pt x="35" y="56"/>
                      <a:pt x="34" y="56"/>
                      <a:pt x="33" y="56"/>
                    </a:cubicBezTo>
                    <a:cubicBezTo>
                      <a:pt x="32" y="57"/>
                      <a:pt x="32" y="57"/>
                      <a:pt x="31" y="59"/>
                    </a:cubicBezTo>
                    <a:cubicBezTo>
                      <a:pt x="31" y="59"/>
                      <a:pt x="31" y="58"/>
                      <a:pt x="31" y="57"/>
                    </a:cubicBezTo>
                    <a:cubicBezTo>
                      <a:pt x="30" y="57"/>
                      <a:pt x="29" y="54"/>
                      <a:pt x="28" y="57"/>
                    </a:cubicBezTo>
                    <a:cubicBezTo>
                      <a:pt x="28" y="55"/>
                      <a:pt x="28" y="55"/>
                      <a:pt x="28" y="55"/>
                    </a:cubicBezTo>
                    <a:cubicBezTo>
                      <a:pt x="27" y="57"/>
                      <a:pt x="25" y="58"/>
                      <a:pt x="25" y="57"/>
                    </a:cubicBezTo>
                    <a:cubicBezTo>
                      <a:pt x="24" y="58"/>
                      <a:pt x="23" y="58"/>
                      <a:pt x="23" y="60"/>
                    </a:cubicBezTo>
                    <a:cubicBezTo>
                      <a:pt x="23" y="60"/>
                      <a:pt x="23" y="57"/>
                      <a:pt x="23" y="59"/>
                    </a:cubicBezTo>
                    <a:cubicBezTo>
                      <a:pt x="23" y="57"/>
                      <a:pt x="23" y="57"/>
                      <a:pt x="23" y="57"/>
                    </a:cubicBezTo>
                    <a:cubicBezTo>
                      <a:pt x="21" y="56"/>
                      <a:pt x="19" y="56"/>
                      <a:pt x="17" y="57"/>
                    </a:cubicBezTo>
                    <a:cubicBezTo>
                      <a:pt x="17" y="55"/>
                      <a:pt x="15" y="57"/>
                      <a:pt x="14" y="55"/>
                    </a:cubicBezTo>
                    <a:cubicBezTo>
                      <a:pt x="13" y="56"/>
                      <a:pt x="13" y="54"/>
                      <a:pt x="11" y="56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1" y="54"/>
                      <a:pt x="10" y="54"/>
                      <a:pt x="9" y="53"/>
                    </a:cubicBezTo>
                    <a:cubicBezTo>
                      <a:pt x="9" y="52"/>
                      <a:pt x="8" y="54"/>
                      <a:pt x="7" y="54"/>
                    </a:cubicBezTo>
                    <a:cubicBezTo>
                      <a:pt x="8" y="53"/>
                      <a:pt x="8" y="53"/>
                      <a:pt x="8" y="53"/>
                    </a:cubicBezTo>
                    <a:cubicBezTo>
                      <a:pt x="8" y="53"/>
                      <a:pt x="7" y="54"/>
                      <a:pt x="6" y="55"/>
                    </a:cubicBezTo>
                    <a:cubicBezTo>
                      <a:pt x="6" y="54"/>
                      <a:pt x="6" y="54"/>
                      <a:pt x="6" y="54"/>
                    </a:cubicBezTo>
                    <a:cubicBezTo>
                      <a:pt x="5" y="55"/>
                      <a:pt x="5" y="55"/>
                      <a:pt x="5" y="55"/>
                    </a:cubicBezTo>
                    <a:cubicBezTo>
                      <a:pt x="5" y="55"/>
                      <a:pt x="5" y="56"/>
                      <a:pt x="5" y="56"/>
                    </a:cubicBezTo>
                    <a:cubicBezTo>
                      <a:pt x="5" y="55"/>
                      <a:pt x="4" y="56"/>
                      <a:pt x="4" y="54"/>
                    </a:cubicBezTo>
                    <a:cubicBezTo>
                      <a:pt x="5" y="54"/>
                      <a:pt x="7" y="53"/>
                      <a:pt x="8" y="52"/>
                    </a:cubicBezTo>
                    <a:cubicBezTo>
                      <a:pt x="8" y="51"/>
                      <a:pt x="5" y="53"/>
                      <a:pt x="6" y="52"/>
                    </a:cubicBezTo>
                    <a:cubicBezTo>
                      <a:pt x="6" y="51"/>
                      <a:pt x="6" y="51"/>
                      <a:pt x="5" y="51"/>
                    </a:cubicBezTo>
                    <a:cubicBezTo>
                      <a:pt x="5" y="52"/>
                      <a:pt x="5" y="52"/>
                      <a:pt x="5" y="53"/>
                    </a:cubicBezTo>
                    <a:cubicBezTo>
                      <a:pt x="5" y="53"/>
                      <a:pt x="5" y="52"/>
                      <a:pt x="5" y="52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4" y="52"/>
                      <a:pt x="4" y="52"/>
                      <a:pt x="5" y="52"/>
                    </a:cubicBezTo>
                    <a:cubicBezTo>
                      <a:pt x="5" y="51"/>
                      <a:pt x="5" y="51"/>
                      <a:pt x="5" y="51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3" y="51"/>
                      <a:pt x="3" y="51"/>
                      <a:pt x="2" y="50"/>
                    </a:cubicBezTo>
                    <a:cubicBezTo>
                      <a:pt x="1" y="52"/>
                      <a:pt x="4" y="46"/>
                      <a:pt x="0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2" y="54"/>
                      <a:pt x="2" y="54"/>
                      <a:pt x="2" y="54"/>
                    </a:cubicBezTo>
                    <a:cubicBezTo>
                      <a:pt x="2" y="54"/>
                      <a:pt x="3" y="54"/>
                      <a:pt x="3" y="54"/>
                    </a:cubicBezTo>
                    <a:cubicBezTo>
                      <a:pt x="3" y="54"/>
                      <a:pt x="3" y="53"/>
                      <a:pt x="3" y="53"/>
                    </a:cubicBezTo>
                    <a:cubicBezTo>
                      <a:pt x="3" y="53"/>
                      <a:pt x="3" y="54"/>
                      <a:pt x="3" y="53"/>
                    </a:cubicBezTo>
                    <a:cubicBezTo>
                      <a:pt x="3" y="52"/>
                      <a:pt x="4" y="51"/>
                      <a:pt x="4" y="53"/>
                    </a:cubicBezTo>
                    <a:cubicBezTo>
                      <a:pt x="4" y="54"/>
                      <a:pt x="4" y="54"/>
                      <a:pt x="4" y="55"/>
                    </a:cubicBezTo>
                    <a:cubicBezTo>
                      <a:pt x="4" y="55"/>
                      <a:pt x="3" y="56"/>
                      <a:pt x="3" y="56"/>
                    </a:cubicBezTo>
                    <a:cubicBezTo>
                      <a:pt x="3" y="56"/>
                      <a:pt x="3" y="56"/>
                      <a:pt x="3" y="56"/>
                    </a:cubicBezTo>
                    <a:cubicBezTo>
                      <a:pt x="3" y="56"/>
                      <a:pt x="3" y="56"/>
                      <a:pt x="3" y="56"/>
                    </a:cubicBezTo>
                    <a:cubicBezTo>
                      <a:pt x="3" y="56"/>
                      <a:pt x="3" y="56"/>
                      <a:pt x="3" y="56"/>
                    </a:cubicBezTo>
                    <a:cubicBezTo>
                      <a:pt x="3" y="56"/>
                      <a:pt x="3" y="56"/>
                      <a:pt x="3" y="56"/>
                    </a:cubicBezTo>
                    <a:cubicBezTo>
                      <a:pt x="3" y="56"/>
                      <a:pt x="3" y="55"/>
                      <a:pt x="3" y="55"/>
                    </a:cubicBezTo>
                    <a:cubicBezTo>
                      <a:pt x="2" y="55"/>
                      <a:pt x="2" y="56"/>
                      <a:pt x="1" y="56"/>
                    </a:cubicBezTo>
                    <a:cubicBezTo>
                      <a:pt x="2" y="56"/>
                      <a:pt x="2" y="56"/>
                      <a:pt x="2" y="56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2" y="57"/>
                      <a:pt x="2" y="57"/>
                      <a:pt x="3" y="58"/>
                    </a:cubicBezTo>
                    <a:cubicBezTo>
                      <a:pt x="3" y="58"/>
                      <a:pt x="3" y="58"/>
                      <a:pt x="3" y="58"/>
                    </a:cubicBezTo>
                    <a:cubicBezTo>
                      <a:pt x="3" y="58"/>
                      <a:pt x="3" y="58"/>
                      <a:pt x="3" y="58"/>
                    </a:cubicBezTo>
                    <a:cubicBezTo>
                      <a:pt x="3" y="58"/>
                      <a:pt x="3" y="58"/>
                      <a:pt x="3" y="58"/>
                    </a:cubicBezTo>
                    <a:cubicBezTo>
                      <a:pt x="3" y="60"/>
                      <a:pt x="4" y="57"/>
                      <a:pt x="4" y="58"/>
                    </a:cubicBezTo>
                    <a:cubicBezTo>
                      <a:pt x="4" y="58"/>
                      <a:pt x="2" y="60"/>
                      <a:pt x="2" y="61"/>
                    </a:cubicBezTo>
                    <a:cubicBezTo>
                      <a:pt x="3" y="62"/>
                      <a:pt x="6" y="61"/>
                      <a:pt x="6" y="63"/>
                    </a:cubicBezTo>
                    <a:cubicBezTo>
                      <a:pt x="7" y="63"/>
                      <a:pt x="8" y="63"/>
                      <a:pt x="9" y="62"/>
                    </a:cubicBezTo>
                    <a:cubicBezTo>
                      <a:pt x="10" y="62"/>
                      <a:pt x="8" y="65"/>
                      <a:pt x="9" y="64"/>
                    </a:cubicBezTo>
                    <a:cubicBezTo>
                      <a:pt x="9" y="65"/>
                      <a:pt x="9" y="66"/>
                      <a:pt x="8" y="66"/>
                    </a:cubicBezTo>
                    <a:cubicBezTo>
                      <a:pt x="9" y="66"/>
                      <a:pt x="10" y="67"/>
                      <a:pt x="10" y="65"/>
                    </a:cubicBezTo>
                    <a:cubicBezTo>
                      <a:pt x="11" y="66"/>
                      <a:pt x="12" y="67"/>
                      <a:pt x="13" y="66"/>
                    </a:cubicBezTo>
                    <a:cubicBezTo>
                      <a:pt x="13" y="66"/>
                      <a:pt x="12" y="68"/>
                      <a:pt x="12" y="69"/>
                    </a:cubicBezTo>
                    <a:cubicBezTo>
                      <a:pt x="13" y="67"/>
                      <a:pt x="15" y="67"/>
                      <a:pt x="15" y="67"/>
                    </a:cubicBezTo>
                    <a:cubicBezTo>
                      <a:pt x="16" y="66"/>
                      <a:pt x="16" y="66"/>
                      <a:pt x="16" y="64"/>
                    </a:cubicBezTo>
                    <a:cubicBezTo>
                      <a:pt x="16" y="64"/>
                      <a:pt x="17" y="63"/>
                      <a:pt x="17" y="63"/>
                    </a:cubicBezTo>
                    <a:cubicBezTo>
                      <a:pt x="17" y="65"/>
                      <a:pt x="16" y="68"/>
                      <a:pt x="17" y="68"/>
                    </a:cubicBezTo>
                    <a:cubicBezTo>
                      <a:pt x="16" y="71"/>
                      <a:pt x="15" y="67"/>
                      <a:pt x="15" y="70"/>
                    </a:cubicBezTo>
                    <a:cubicBezTo>
                      <a:pt x="14" y="72"/>
                      <a:pt x="12" y="72"/>
                      <a:pt x="12" y="70"/>
                    </a:cubicBezTo>
                    <a:cubicBezTo>
                      <a:pt x="11" y="73"/>
                      <a:pt x="13" y="71"/>
                      <a:pt x="12" y="73"/>
                    </a:cubicBezTo>
                    <a:cubicBezTo>
                      <a:pt x="13" y="73"/>
                      <a:pt x="14" y="72"/>
                      <a:pt x="15" y="72"/>
                    </a:cubicBezTo>
                    <a:cubicBezTo>
                      <a:pt x="15" y="71"/>
                      <a:pt x="15" y="70"/>
                      <a:pt x="16" y="70"/>
                    </a:cubicBezTo>
                    <a:cubicBezTo>
                      <a:pt x="17" y="67"/>
                      <a:pt x="16" y="72"/>
                      <a:pt x="17" y="72"/>
                    </a:cubicBezTo>
                    <a:cubicBezTo>
                      <a:pt x="16" y="72"/>
                      <a:pt x="16" y="72"/>
                      <a:pt x="16" y="72"/>
                    </a:cubicBezTo>
                    <a:cubicBezTo>
                      <a:pt x="16" y="73"/>
                      <a:pt x="17" y="72"/>
                      <a:pt x="18" y="72"/>
                    </a:cubicBezTo>
                    <a:cubicBezTo>
                      <a:pt x="17" y="75"/>
                      <a:pt x="17" y="72"/>
                      <a:pt x="16" y="74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7" y="77"/>
                      <a:pt x="17" y="74"/>
                      <a:pt x="18" y="75"/>
                    </a:cubicBezTo>
                    <a:cubicBezTo>
                      <a:pt x="17" y="76"/>
                      <a:pt x="17" y="76"/>
                      <a:pt x="17" y="76"/>
                    </a:cubicBezTo>
                    <a:cubicBezTo>
                      <a:pt x="18" y="76"/>
                      <a:pt x="18" y="76"/>
                      <a:pt x="18" y="76"/>
                    </a:cubicBezTo>
                    <a:cubicBezTo>
                      <a:pt x="18" y="74"/>
                      <a:pt x="19" y="73"/>
                      <a:pt x="18" y="73"/>
                    </a:cubicBezTo>
                    <a:cubicBezTo>
                      <a:pt x="19" y="70"/>
                      <a:pt x="19" y="72"/>
                      <a:pt x="20" y="72"/>
                    </a:cubicBezTo>
                    <a:cubicBezTo>
                      <a:pt x="20" y="70"/>
                      <a:pt x="19" y="72"/>
                      <a:pt x="20" y="70"/>
                    </a:cubicBezTo>
                    <a:cubicBezTo>
                      <a:pt x="20" y="69"/>
                      <a:pt x="20" y="69"/>
                      <a:pt x="21" y="69"/>
                    </a:cubicBezTo>
                    <a:cubicBezTo>
                      <a:pt x="22" y="69"/>
                      <a:pt x="21" y="71"/>
                      <a:pt x="21" y="72"/>
                    </a:cubicBezTo>
                    <a:cubicBezTo>
                      <a:pt x="21" y="72"/>
                      <a:pt x="20" y="72"/>
                      <a:pt x="21" y="71"/>
                    </a:cubicBezTo>
                    <a:cubicBezTo>
                      <a:pt x="19" y="73"/>
                      <a:pt x="20" y="75"/>
                      <a:pt x="19" y="76"/>
                    </a:cubicBezTo>
                    <a:cubicBezTo>
                      <a:pt x="20" y="77"/>
                      <a:pt x="20" y="75"/>
                      <a:pt x="21" y="75"/>
                    </a:cubicBezTo>
                    <a:cubicBezTo>
                      <a:pt x="21" y="74"/>
                      <a:pt x="21" y="73"/>
                      <a:pt x="21" y="72"/>
                    </a:cubicBezTo>
                    <a:cubicBezTo>
                      <a:pt x="23" y="68"/>
                      <a:pt x="21" y="76"/>
                      <a:pt x="23" y="75"/>
                    </a:cubicBezTo>
                    <a:cubicBezTo>
                      <a:pt x="23" y="72"/>
                      <a:pt x="25" y="71"/>
                      <a:pt x="25" y="68"/>
                    </a:cubicBezTo>
                    <a:cubicBezTo>
                      <a:pt x="25" y="67"/>
                      <a:pt x="25" y="66"/>
                      <a:pt x="26" y="67"/>
                    </a:cubicBezTo>
                    <a:cubicBezTo>
                      <a:pt x="25" y="69"/>
                      <a:pt x="26" y="68"/>
                      <a:pt x="25" y="70"/>
                    </a:cubicBezTo>
                    <a:cubicBezTo>
                      <a:pt x="25" y="70"/>
                      <a:pt x="25" y="70"/>
                      <a:pt x="25" y="70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5" y="74"/>
                      <a:pt x="25" y="76"/>
                      <a:pt x="26" y="77"/>
                    </a:cubicBezTo>
                    <a:cubicBezTo>
                      <a:pt x="26" y="76"/>
                      <a:pt x="26" y="75"/>
                      <a:pt x="26" y="74"/>
                    </a:cubicBezTo>
                    <a:cubicBezTo>
                      <a:pt x="26" y="75"/>
                      <a:pt x="26" y="76"/>
                      <a:pt x="27" y="76"/>
                    </a:cubicBezTo>
                    <a:cubicBezTo>
                      <a:pt x="26" y="76"/>
                      <a:pt x="27" y="74"/>
                      <a:pt x="27" y="73"/>
                    </a:cubicBezTo>
                    <a:cubicBezTo>
                      <a:pt x="28" y="73"/>
                      <a:pt x="28" y="75"/>
                      <a:pt x="28" y="76"/>
                    </a:cubicBezTo>
                    <a:cubicBezTo>
                      <a:pt x="27" y="77"/>
                      <a:pt x="27" y="77"/>
                      <a:pt x="27" y="77"/>
                    </a:cubicBezTo>
                    <a:cubicBezTo>
                      <a:pt x="28" y="76"/>
                      <a:pt x="28" y="78"/>
                      <a:pt x="28" y="78"/>
                    </a:cubicBezTo>
                    <a:cubicBezTo>
                      <a:pt x="28" y="76"/>
                      <a:pt x="29" y="75"/>
                      <a:pt x="29" y="73"/>
                    </a:cubicBezTo>
                    <a:cubicBezTo>
                      <a:pt x="30" y="73"/>
                      <a:pt x="30" y="74"/>
                      <a:pt x="30" y="74"/>
                    </a:cubicBezTo>
                    <a:cubicBezTo>
                      <a:pt x="29" y="75"/>
                      <a:pt x="29" y="75"/>
                      <a:pt x="29" y="75"/>
                    </a:cubicBezTo>
                    <a:cubicBezTo>
                      <a:pt x="30" y="75"/>
                      <a:pt x="29" y="78"/>
                      <a:pt x="30" y="78"/>
                    </a:cubicBezTo>
                    <a:cubicBezTo>
                      <a:pt x="30" y="76"/>
                      <a:pt x="30" y="76"/>
                      <a:pt x="30" y="76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1" y="77"/>
                      <a:pt x="31" y="77"/>
                      <a:pt x="31" y="76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2" y="77"/>
                      <a:pt x="32" y="75"/>
                      <a:pt x="33" y="77"/>
                    </a:cubicBezTo>
                    <a:cubicBezTo>
                      <a:pt x="32" y="74"/>
                      <a:pt x="32" y="77"/>
                      <a:pt x="32" y="75"/>
                    </a:cubicBezTo>
                    <a:cubicBezTo>
                      <a:pt x="31" y="73"/>
                      <a:pt x="32" y="74"/>
                      <a:pt x="33" y="73"/>
                    </a:cubicBezTo>
                    <a:cubicBezTo>
                      <a:pt x="32" y="76"/>
                      <a:pt x="33" y="74"/>
                      <a:pt x="34" y="74"/>
                    </a:cubicBezTo>
                    <a:cubicBezTo>
                      <a:pt x="34" y="75"/>
                      <a:pt x="34" y="75"/>
                      <a:pt x="34" y="76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5" y="78"/>
                      <a:pt x="36" y="73"/>
                      <a:pt x="36" y="74"/>
                    </a:cubicBezTo>
                    <a:cubicBezTo>
                      <a:pt x="36" y="75"/>
                      <a:pt x="36" y="77"/>
                      <a:pt x="36" y="77"/>
                    </a:cubicBezTo>
                    <a:cubicBezTo>
                      <a:pt x="36" y="75"/>
                      <a:pt x="37" y="74"/>
                      <a:pt x="37" y="72"/>
                    </a:cubicBezTo>
                    <a:cubicBezTo>
                      <a:pt x="38" y="73"/>
                      <a:pt x="36" y="76"/>
                      <a:pt x="37" y="78"/>
                    </a:cubicBezTo>
                    <a:cubicBezTo>
                      <a:pt x="37" y="75"/>
                      <a:pt x="38" y="79"/>
                      <a:pt x="38" y="76"/>
                    </a:cubicBezTo>
                    <a:cubicBezTo>
                      <a:pt x="37" y="75"/>
                      <a:pt x="38" y="75"/>
                      <a:pt x="38" y="73"/>
                    </a:cubicBezTo>
                    <a:cubicBezTo>
                      <a:pt x="39" y="74"/>
                      <a:pt x="38" y="75"/>
                      <a:pt x="39" y="75"/>
                    </a:cubicBezTo>
                    <a:cubicBezTo>
                      <a:pt x="39" y="75"/>
                      <a:pt x="39" y="73"/>
                      <a:pt x="39" y="72"/>
                    </a:cubicBezTo>
                    <a:cubicBezTo>
                      <a:pt x="39" y="73"/>
                      <a:pt x="40" y="70"/>
                      <a:pt x="40" y="72"/>
                    </a:cubicBezTo>
                    <a:cubicBezTo>
                      <a:pt x="41" y="74"/>
                      <a:pt x="39" y="73"/>
                      <a:pt x="40" y="74"/>
                    </a:cubicBezTo>
                    <a:cubicBezTo>
                      <a:pt x="41" y="74"/>
                      <a:pt x="40" y="70"/>
                      <a:pt x="41" y="69"/>
                    </a:cubicBezTo>
                    <a:cubicBezTo>
                      <a:pt x="41" y="68"/>
                      <a:pt x="41" y="65"/>
                      <a:pt x="42" y="64"/>
                    </a:cubicBezTo>
                    <a:cubicBezTo>
                      <a:pt x="43" y="65"/>
                      <a:pt x="41" y="65"/>
                      <a:pt x="42" y="68"/>
                    </a:cubicBezTo>
                    <a:cubicBezTo>
                      <a:pt x="42" y="67"/>
                      <a:pt x="42" y="67"/>
                      <a:pt x="42" y="67"/>
                    </a:cubicBezTo>
                    <a:cubicBezTo>
                      <a:pt x="43" y="70"/>
                      <a:pt x="41" y="72"/>
                      <a:pt x="41" y="74"/>
                    </a:cubicBezTo>
                    <a:cubicBezTo>
                      <a:pt x="42" y="73"/>
                      <a:pt x="42" y="73"/>
                      <a:pt x="42" y="73"/>
                    </a:cubicBezTo>
                    <a:cubicBezTo>
                      <a:pt x="42" y="77"/>
                      <a:pt x="42" y="77"/>
                      <a:pt x="42" y="77"/>
                    </a:cubicBezTo>
                    <a:cubicBezTo>
                      <a:pt x="42" y="75"/>
                      <a:pt x="43" y="76"/>
                      <a:pt x="43" y="76"/>
                    </a:cubicBezTo>
                    <a:cubicBezTo>
                      <a:pt x="43" y="74"/>
                      <a:pt x="43" y="76"/>
                      <a:pt x="43" y="75"/>
                    </a:cubicBezTo>
                    <a:cubicBezTo>
                      <a:pt x="43" y="74"/>
                      <a:pt x="43" y="71"/>
                      <a:pt x="44" y="73"/>
                    </a:cubicBezTo>
                    <a:cubicBezTo>
                      <a:pt x="44" y="74"/>
                      <a:pt x="44" y="75"/>
                      <a:pt x="44" y="76"/>
                    </a:cubicBezTo>
                    <a:cubicBezTo>
                      <a:pt x="45" y="77"/>
                      <a:pt x="44" y="74"/>
                      <a:pt x="45" y="75"/>
                    </a:cubicBezTo>
                    <a:cubicBezTo>
                      <a:pt x="45" y="76"/>
                      <a:pt x="45" y="76"/>
                      <a:pt x="45" y="76"/>
                    </a:cubicBezTo>
                    <a:cubicBezTo>
                      <a:pt x="47" y="76"/>
                      <a:pt x="50" y="76"/>
                      <a:pt x="51" y="72"/>
                    </a:cubicBezTo>
                    <a:cubicBezTo>
                      <a:pt x="52" y="73"/>
                      <a:pt x="52" y="73"/>
                      <a:pt x="53" y="74"/>
                    </a:cubicBezTo>
                    <a:cubicBezTo>
                      <a:pt x="53" y="74"/>
                      <a:pt x="53" y="73"/>
                      <a:pt x="53" y="72"/>
                    </a:cubicBezTo>
                    <a:cubicBezTo>
                      <a:pt x="54" y="74"/>
                      <a:pt x="54" y="74"/>
                      <a:pt x="54" y="74"/>
                    </a:cubicBezTo>
                    <a:cubicBezTo>
                      <a:pt x="55" y="76"/>
                      <a:pt x="55" y="74"/>
                      <a:pt x="56" y="72"/>
                    </a:cubicBezTo>
                    <a:cubicBezTo>
                      <a:pt x="56" y="74"/>
                      <a:pt x="56" y="74"/>
                      <a:pt x="56" y="74"/>
                    </a:cubicBezTo>
                    <a:cubicBezTo>
                      <a:pt x="57" y="75"/>
                      <a:pt x="56" y="73"/>
                      <a:pt x="57" y="72"/>
                    </a:cubicBezTo>
                    <a:cubicBezTo>
                      <a:pt x="57" y="74"/>
                      <a:pt x="57" y="74"/>
                      <a:pt x="57" y="74"/>
                    </a:cubicBezTo>
                    <a:cubicBezTo>
                      <a:pt x="57" y="72"/>
                      <a:pt x="57" y="72"/>
                      <a:pt x="57" y="72"/>
                    </a:cubicBezTo>
                    <a:cubicBezTo>
                      <a:pt x="58" y="72"/>
                      <a:pt x="58" y="72"/>
                      <a:pt x="58" y="74"/>
                    </a:cubicBezTo>
                    <a:cubicBezTo>
                      <a:pt x="59" y="74"/>
                      <a:pt x="59" y="73"/>
                      <a:pt x="58" y="73"/>
                    </a:cubicBezTo>
                    <a:cubicBezTo>
                      <a:pt x="59" y="74"/>
                      <a:pt x="60" y="74"/>
                      <a:pt x="61" y="73"/>
                    </a:cubicBezTo>
                    <a:cubicBezTo>
                      <a:pt x="61" y="72"/>
                      <a:pt x="61" y="72"/>
                      <a:pt x="61" y="70"/>
                    </a:cubicBezTo>
                    <a:cubicBezTo>
                      <a:pt x="61" y="68"/>
                      <a:pt x="61" y="71"/>
                      <a:pt x="61" y="69"/>
                    </a:cubicBezTo>
                    <a:cubicBezTo>
                      <a:pt x="61" y="70"/>
                      <a:pt x="62" y="71"/>
                      <a:pt x="61" y="72"/>
                    </a:cubicBezTo>
                    <a:cubicBezTo>
                      <a:pt x="63" y="75"/>
                      <a:pt x="64" y="72"/>
                      <a:pt x="66" y="72"/>
                    </a:cubicBezTo>
                    <a:cubicBezTo>
                      <a:pt x="66" y="71"/>
                      <a:pt x="66" y="71"/>
                      <a:pt x="66" y="71"/>
                    </a:cubicBezTo>
                    <a:cubicBezTo>
                      <a:pt x="68" y="73"/>
                      <a:pt x="68" y="71"/>
                      <a:pt x="70" y="72"/>
                    </a:cubicBezTo>
                    <a:cubicBezTo>
                      <a:pt x="69" y="71"/>
                      <a:pt x="69" y="68"/>
                      <a:pt x="70" y="68"/>
                    </a:cubicBezTo>
                    <a:cubicBezTo>
                      <a:pt x="70" y="66"/>
                      <a:pt x="70" y="70"/>
                      <a:pt x="71" y="71"/>
                    </a:cubicBezTo>
                    <a:cubicBezTo>
                      <a:pt x="71" y="71"/>
                      <a:pt x="72" y="70"/>
                      <a:pt x="72" y="70"/>
                    </a:cubicBezTo>
                    <a:cubicBezTo>
                      <a:pt x="72" y="71"/>
                      <a:pt x="72" y="71"/>
                      <a:pt x="72" y="71"/>
                    </a:cubicBezTo>
                    <a:cubicBezTo>
                      <a:pt x="72" y="70"/>
                      <a:pt x="73" y="69"/>
                      <a:pt x="73" y="70"/>
                    </a:cubicBezTo>
                    <a:cubicBezTo>
                      <a:pt x="73" y="70"/>
                      <a:pt x="73" y="70"/>
                      <a:pt x="73" y="70"/>
                    </a:cubicBezTo>
                    <a:cubicBezTo>
                      <a:pt x="74" y="70"/>
                      <a:pt x="74" y="71"/>
                      <a:pt x="75" y="71"/>
                    </a:cubicBezTo>
                    <a:cubicBezTo>
                      <a:pt x="75" y="69"/>
                      <a:pt x="76" y="70"/>
                      <a:pt x="76" y="69"/>
                    </a:cubicBezTo>
                    <a:cubicBezTo>
                      <a:pt x="76" y="69"/>
                      <a:pt x="76" y="69"/>
                      <a:pt x="76" y="69"/>
                    </a:cubicBezTo>
                    <a:cubicBezTo>
                      <a:pt x="76" y="68"/>
                      <a:pt x="76" y="68"/>
                      <a:pt x="76" y="68"/>
                    </a:cubicBezTo>
                    <a:cubicBezTo>
                      <a:pt x="76" y="68"/>
                      <a:pt x="76" y="68"/>
                      <a:pt x="76" y="68"/>
                    </a:cubicBezTo>
                    <a:cubicBezTo>
                      <a:pt x="76" y="70"/>
                      <a:pt x="76" y="70"/>
                      <a:pt x="76" y="70"/>
                    </a:cubicBezTo>
                    <a:cubicBezTo>
                      <a:pt x="77" y="71"/>
                      <a:pt x="76" y="69"/>
                      <a:pt x="77" y="68"/>
                    </a:cubicBezTo>
                    <a:cubicBezTo>
                      <a:pt x="77" y="67"/>
                      <a:pt x="77" y="68"/>
                      <a:pt x="77" y="69"/>
                    </a:cubicBezTo>
                    <a:cubicBezTo>
                      <a:pt x="77" y="70"/>
                      <a:pt x="77" y="68"/>
                      <a:pt x="77" y="69"/>
                    </a:cubicBezTo>
                    <a:cubicBezTo>
                      <a:pt x="77" y="70"/>
                      <a:pt x="77" y="69"/>
                      <a:pt x="77" y="70"/>
                    </a:cubicBezTo>
                    <a:cubicBezTo>
                      <a:pt x="78" y="70"/>
                      <a:pt x="77" y="68"/>
                      <a:pt x="78" y="69"/>
                    </a:cubicBezTo>
                    <a:cubicBezTo>
                      <a:pt x="78" y="69"/>
                      <a:pt x="79" y="68"/>
                      <a:pt x="79" y="70"/>
                    </a:cubicBezTo>
                    <a:cubicBezTo>
                      <a:pt x="79" y="69"/>
                      <a:pt x="80" y="69"/>
                      <a:pt x="80" y="68"/>
                    </a:cubicBezTo>
                    <a:cubicBezTo>
                      <a:pt x="79" y="68"/>
                      <a:pt x="79" y="68"/>
                      <a:pt x="79" y="66"/>
                    </a:cubicBezTo>
                    <a:cubicBezTo>
                      <a:pt x="79" y="66"/>
                      <a:pt x="79" y="66"/>
                      <a:pt x="79" y="66"/>
                    </a:cubicBezTo>
                    <a:cubicBezTo>
                      <a:pt x="79" y="67"/>
                      <a:pt x="79" y="67"/>
                      <a:pt x="79" y="67"/>
                    </a:cubicBezTo>
                    <a:cubicBezTo>
                      <a:pt x="79" y="66"/>
                      <a:pt x="80" y="67"/>
                      <a:pt x="80" y="65"/>
                    </a:cubicBezTo>
                    <a:cubicBezTo>
                      <a:pt x="80" y="67"/>
                      <a:pt x="80" y="67"/>
                      <a:pt x="80" y="67"/>
                    </a:cubicBezTo>
                    <a:cubicBezTo>
                      <a:pt x="80" y="66"/>
                      <a:pt x="81" y="66"/>
                      <a:pt x="81" y="66"/>
                    </a:cubicBezTo>
                    <a:cubicBezTo>
                      <a:pt x="82" y="67"/>
                      <a:pt x="82" y="69"/>
                      <a:pt x="82" y="70"/>
                    </a:cubicBezTo>
                    <a:cubicBezTo>
                      <a:pt x="83" y="68"/>
                      <a:pt x="83" y="68"/>
                      <a:pt x="83" y="68"/>
                    </a:cubicBezTo>
                    <a:cubicBezTo>
                      <a:pt x="83" y="68"/>
                      <a:pt x="83" y="68"/>
                      <a:pt x="83" y="69"/>
                    </a:cubicBezTo>
                    <a:cubicBezTo>
                      <a:pt x="85" y="70"/>
                      <a:pt x="84" y="64"/>
                      <a:pt x="85" y="65"/>
                    </a:cubicBezTo>
                    <a:cubicBezTo>
                      <a:pt x="85" y="67"/>
                      <a:pt x="85" y="68"/>
                      <a:pt x="86" y="68"/>
                    </a:cubicBezTo>
                    <a:cubicBezTo>
                      <a:pt x="86" y="68"/>
                      <a:pt x="86" y="67"/>
                      <a:pt x="86" y="67"/>
                    </a:cubicBezTo>
                    <a:cubicBezTo>
                      <a:pt x="86" y="66"/>
                      <a:pt x="86" y="68"/>
                      <a:pt x="85" y="67"/>
                    </a:cubicBezTo>
                    <a:cubicBezTo>
                      <a:pt x="85" y="66"/>
                      <a:pt x="86" y="66"/>
                      <a:pt x="86" y="66"/>
                    </a:cubicBezTo>
                    <a:cubicBezTo>
                      <a:pt x="87" y="70"/>
                      <a:pt x="89" y="66"/>
                      <a:pt x="91" y="68"/>
                    </a:cubicBezTo>
                    <a:cubicBezTo>
                      <a:pt x="90" y="66"/>
                      <a:pt x="91" y="67"/>
                      <a:pt x="91" y="66"/>
                    </a:cubicBezTo>
                    <a:cubicBezTo>
                      <a:pt x="92" y="69"/>
                      <a:pt x="92" y="66"/>
                      <a:pt x="93" y="67"/>
                    </a:cubicBezTo>
                    <a:cubicBezTo>
                      <a:pt x="92" y="65"/>
                      <a:pt x="92" y="65"/>
                      <a:pt x="92" y="65"/>
                    </a:cubicBezTo>
                    <a:cubicBezTo>
                      <a:pt x="93" y="66"/>
                      <a:pt x="92" y="61"/>
                      <a:pt x="94" y="63"/>
                    </a:cubicBezTo>
                    <a:cubicBezTo>
                      <a:pt x="94" y="64"/>
                      <a:pt x="94" y="65"/>
                      <a:pt x="94" y="66"/>
                    </a:cubicBezTo>
                    <a:cubicBezTo>
                      <a:pt x="95" y="68"/>
                      <a:pt x="95" y="63"/>
                      <a:pt x="96" y="66"/>
                    </a:cubicBezTo>
                    <a:cubicBezTo>
                      <a:pt x="96" y="65"/>
                      <a:pt x="95" y="63"/>
                      <a:pt x="96" y="62"/>
                    </a:cubicBezTo>
                    <a:cubicBezTo>
                      <a:pt x="96" y="63"/>
                      <a:pt x="98" y="64"/>
                      <a:pt x="98" y="65"/>
                    </a:cubicBezTo>
                    <a:cubicBezTo>
                      <a:pt x="98" y="64"/>
                      <a:pt x="98" y="64"/>
                      <a:pt x="98" y="64"/>
                    </a:cubicBezTo>
                    <a:cubicBezTo>
                      <a:pt x="99" y="65"/>
                      <a:pt x="98" y="65"/>
                      <a:pt x="98" y="65"/>
                    </a:cubicBezTo>
                    <a:cubicBezTo>
                      <a:pt x="99" y="66"/>
                      <a:pt x="99" y="65"/>
                      <a:pt x="100" y="64"/>
                    </a:cubicBezTo>
                    <a:cubicBezTo>
                      <a:pt x="101" y="65"/>
                      <a:pt x="101" y="64"/>
                      <a:pt x="102" y="65"/>
                    </a:cubicBezTo>
                    <a:cubicBezTo>
                      <a:pt x="102" y="63"/>
                      <a:pt x="104" y="66"/>
                      <a:pt x="103" y="63"/>
                    </a:cubicBezTo>
                    <a:cubicBezTo>
                      <a:pt x="104" y="64"/>
                      <a:pt x="104" y="64"/>
                      <a:pt x="104" y="64"/>
                    </a:cubicBezTo>
                    <a:cubicBezTo>
                      <a:pt x="104" y="63"/>
                      <a:pt x="103" y="61"/>
                      <a:pt x="104" y="60"/>
                    </a:cubicBezTo>
                    <a:cubicBezTo>
                      <a:pt x="104" y="62"/>
                      <a:pt x="104" y="62"/>
                      <a:pt x="104" y="62"/>
                    </a:cubicBezTo>
                    <a:cubicBezTo>
                      <a:pt x="105" y="65"/>
                      <a:pt x="105" y="63"/>
                      <a:pt x="106" y="64"/>
                    </a:cubicBezTo>
                    <a:cubicBezTo>
                      <a:pt x="105" y="62"/>
                      <a:pt x="106" y="64"/>
                      <a:pt x="106" y="62"/>
                    </a:cubicBezTo>
                    <a:cubicBezTo>
                      <a:pt x="106" y="62"/>
                      <a:pt x="106" y="62"/>
                      <a:pt x="106" y="62"/>
                    </a:cubicBezTo>
                    <a:cubicBezTo>
                      <a:pt x="106" y="61"/>
                      <a:pt x="106" y="61"/>
                      <a:pt x="106" y="60"/>
                    </a:cubicBezTo>
                    <a:cubicBezTo>
                      <a:pt x="107" y="60"/>
                      <a:pt x="107" y="62"/>
                      <a:pt x="107" y="62"/>
                    </a:cubicBezTo>
                    <a:cubicBezTo>
                      <a:pt x="108" y="63"/>
                      <a:pt x="108" y="62"/>
                      <a:pt x="108" y="62"/>
                    </a:cubicBezTo>
                    <a:cubicBezTo>
                      <a:pt x="108" y="62"/>
                      <a:pt x="108" y="62"/>
                      <a:pt x="108" y="61"/>
                    </a:cubicBezTo>
                    <a:cubicBezTo>
                      <a:pt x="108" y="62"/>
                      <a:pt x="108" y="62"/>
                      <a:pt x="108" y="62"/>
                    </a:cubicBezTo>
                    <a:cubicBezTo>
                      <a:pt x="108" y="62"/>
                      <a:pt x="108" y="61"/>
                      <a:pt x="109" y="61"/>
                    </a:cubicBezTo>
                    <a:cubicBezTo>
                      <a:pt x="109" y="61"/>
                      <a:pt x="109" y="61"/>
                      <a:pt x="109" y="61"/>
                    </a:cubicBezTo>
                    <a:cubicBezTo>
                      <a:pt x="108" y="62"/>
                      <a:pt x="108" y="62"/>
                      <a:pt x="108" y="62"/>
                    </a:cubicBezTo>
                    <a:cubicBezTo>
                      <a:pt x="108" y="62"/>
                      <a:pt x="109" y="62"/>
                      <a:pt x="109" y="62"/>
                    </a:cubicBezTo>
                    <a:cubicBezTo>
                      <a:pt x="109" y="62"/>
                      <a:pt x="109" y="62"/>
                      <a:pt x="109" y="62"/>
                    </a:cubicBezTo>
                    <a:cubicBezTo>
                      <a:pt x="109" y="62"/>
                      <a:pt x="109" y="62"/>
                      <a:pt x="109" y="62"/>
                    </a:cubicBezTo>
                    <a:cubicBezTo>
                      <a:pt x="110" y="64"/>
                      <a:pt x="110" y="64"/>
                      <a:pt x="110" y="64"/>
                    </a:cubicBezTo>
                    <a:cubicBezTo>
                      <a:pt x="110" y="64"/>
                      <a:pt x="110" y="62"/>
                      <a:pt x="110" y="61"/>
                    </a:cubicBezTo>
                    <a:cubicBezTo>
                      <a:pt x="112" y="62"/>
                      <a:pt x="113" y="60"/>
                      <a:pt x="114" y="59"/>
                    </a:cubicBezTo>
                    <a:cubicBezTo>
                      <a:pt x="113" y="59"/>
                      <a:pt x="114" y="60"/>
                      <a:pt x="114" y="60"/>
                    </a:cubicBezTo>
                    <a:cubicBezTo>
                      <a:pt x="114" y="59"/>
                      <a:pt x="114" y="58"/>
                      <a:pt x="114" y="59"/>
                    </a:cubicBezTo>
                    <a:cubicBezTo>
                      <a:pt x="114" y="58"/>
                      <a:pt x="115" y="60"/>
                      <a:pt x="116" y="60"/>
                    </a:cubicBezTo>
                    <a:cubicBezTo>
                      <a:pt x="116" y="60"/>
                      <a:pt x="115" y="58"/>
                      <a:pt x="115" y="58"/>
                    </a:cubicBezTo>
                    <a:cubicBezTo>
                      <a:pt x="117" y="60"/>
                      <a:pt x="117" y="56"/>
                      <a:pt x="118" y="57"/>
                    </a:cubicBezTo>
                    <a:cubicBezTo>
                      <a:pt x="118" y="58"/>
                      <a:pt x="118" y="58"/>
                      <a:pt x="119" y="59"/>
                    </a:cubicBezTo>
                    <a:cubicBezTo>
                      <a:pt x="119" y="58"/>
                      <a:pt x="120" y="57"/>
                      <a:pt x="120" y="55"/>
                    </a:cubicBezTo>
                    <a:cubicBezTo>
                      <a:pt x="120" y="57"/>
                      <a:pt x="120" y="57"/>
                      <a:pt x="120" y="57"/>
                    </a:cubicBezTo>
                    <a:cubicBezTo>
                      <a:pt x="121" y="57"/>
                      <a:pt x="121" y="56"/>
                      <a:pt x="121" y="55"/>
                    </a:cubicBezTo>
                    <a:cubicBezTo>
                      <a:pt x="120" y="54"/>
                      <a:pt x="121" y="52"/>
                      <a:pt x="121" y="53"/>
                    </a:cubicBezTo>
                    <a:cubicBezTo>
                      <a:pt x="121" y="53"/>
                      <a:pt x="121" y="53"/>
                      <a:pt x="121" y="53"/>
                    </a:cubicBezTo>
                    <a:cubicBezTo>
                      <a:pt x="122" y="52"/>
                      <a:pt x="122" y="52"/>
                      <a:pt x="122" y="52"/>
                    </a:cubicBezTo>
                    <a:cubicBezTo>
                      <a:pt x="123" y="52"/>
                      <a:pt x="122" y="52"/>
                      <a:pt x="122" y="53"/>
                    </a:cubicBezTo>
                    <a:cubicBezTo>
                      <a:pt x="123" y="55"/>
                      <a:pt x="124" y="54"/>
                      <a:pt x="125" y="54"/>
                    </a:cubicBezTo>
                    <a:cubicBezTo>
                      <a:pt x="124" y="53"/>
                      <a:pt x="124" y="53"/>
                      <a:pt x="124" y="53"/>
                    </a:cubicBezTo>
                    <a:cubicBezTo>
                      <a:pt x="125" y="52"/>
                      <a:pt x="125" y="54"/>
                      <a:pt x="125" y="54"/>
                    </a:cubicBezTo>
                    <a:cubicBezTo>
                      <a:pt x="125" y="49"/>
                      <a:pt x="125" y="49"/>
                      <a:pt x="125" y="49"/>
                    </a:cubicBezTo>
                    <a:cubicBezTo>
                      <a:pt x="125" y="49"/>
                      <a:pt x="126" y="51"/>
                      <a:pt x="126" y="52"/>
                    </a:cubicBezTo>
                    <a:cubicBezTo>
                      <a:pt x="127" y="51"/>
                      <a:pt x="126" y="48"/>
                      <a:pt x="126" y="46"/>
                    </a:cubicBezTo>
                    <a:cubicBezTo>
                      <a:pt x="127" y="47"/>
                      <a:pt x="127" y="45"/>
                      <a:pt x="128" y="45"/>
                    </a:cubicBezTo>
                    <a:cubicBezTo>
                      <a:pt x="128" y="46"/>
                      <a:pt x="127" y="45"/>
                      <a:pt x="128" y="46"/>
                    </a:cubicBezTo>
                    <a:cubicBezTo>
                      <a:pt x="129" y="47"/>
                      <a:pt x="129" y="47"/>
                      <a:pt x="129" y="47"/>
                    </a:cubicBezTo>
                    <a:cubicBezTo>
                      <a:pt x="128" y="48"/>
                      <a:pt x="130" y="50"/>
                      <a:pt x="130" y="51"/>
                    </a:cubicBezTo>
                    <a:cubicBezTo>
                      <a:pt x="130" y="50"/>
                      <a:pt x="132" y="50"/>
                      <a:pt x="132" y="50"/>
                    </a:cubicBezTo>
                    <a:cubicBezTo>
                      <a:pt x="131" y="48"/>
                      <a:pt x="133" y="49"/>
                      <a:pt x="132" y="46"/>
                    </a:cubicBezTo>
                    <a:cubicBezTo>
                      <a:pt x="133" y="45"/>
                      <a:pt x="133" y="48"/>
                      <a:pt x="134" y="48"/>
                    </a:cubicBezTo>
                    <a:cubicBezTo>
                      <a:pt x="134" y="47"/>
                      <a:pt x="135" y="47"/>
                      <a:pt x="136" y="47"/>
                    </a:cubicBezTo>
                    <a:cubicBezTo>
                      <a:pt x="136" y="47"/>
                      <a:pt x="136" y="47"/>
                      <a:pt x="136" y="47"/>
                    </a:cubicBezTo>
                    <a:cubicBezTo>
                      <a:pt x="137" y="46"/>
                      <a:pt x="138" y="46"/>
                      <a:pt x="138" y="44"/>
                    </a:cubicBezTo>
                    <a:cubicBezTo>
                      <a:pt x="139" y="45"/>
                      <a:pt x="139" y="45"/>
                      <a:pt x="139" y="45"/>
                    </a:cubicBezTo>
                    <a:cubicBezTo>
                      <a:pt x="140" y="46"/>
                      <a:pt x="137" y="42"/>
                      <a:pt x="139" y="43"/>
                    </a:cubicBezTo>
                    <a:cubicBezTo>
                      <a:pt x="139" y="44"/>
                      <a:pt x="139" y="44"/>
                      <a:pt x="139" y="44"/>
                    </a:cubicBezTo>
                    <a:cubicBezTo>
                      <a:pt x="139" y="43"/>
                      <a:pt x="141" y="45"/>
                      <a:pt x="141" y="43"/>
                    </a:cubicBezTo>
                    <a:cubicBezTo>
                      <a:pt x="141" y="44"/>
                      <a:pt x="141" y="44"/>
                      <a:pt x="141" y="44"/>
                    </a:cubicBezTo>
                    <a:cubicBezTo>
                      <a:pt x="141" y="43"/>
                      <a:pt x="142" y="43"/>
                      <a:pt x="142" y="41"/>
                    </a:cubicBezTo>
                    <a:cubicBezTo>
                      <a:pt x="143" y="43"/>
                      <a:pt x="143" y="43"/>
                      <a:pt x="143" y="43"/>
                    </a:cubicBezTo>
                    <a:cubicBezTo>
                      <a:pt x="144" y="44"/>
                      <a:pt x="142" y="41"/>
                      <a:pt x="143" y="42"/>
                    </a:cubicBezTo>
                    <a:cubicBezTo>
                      <a:pt x="143" y="42"/>
                      <a:pt x="144" y="42"/>
                      <a:pt x="144" y="43"/>
                    </a:cubicBezTo>
                    <a:cubicBezTo>
                      <a:pt x="144" y="41"/>
                      <a:pt x="145" y="41"/>
                      <a:pt x="145" y="40"/>
                    </a:cubicBezTo>
                    <a:cubicBezTo>
                      <a:pt x="146" y="42"/>
                      <a:pt x="146" y="42"/>
                      <a:pt x="146" y="42"/>
                    </a:cubicBezTo>
                    <a:cubicBezTo>
                      <a:pt x="149" y="41"/>
                      <a:pt x="153" y="39"/>
                      <a:pt x="154" y="36"/>
                    </a:cubicBezTo>
                    <a:cubicBezTo>
                      <a:pt x="156" y="38"/>
                      <a:pt x="154" y="37"/>
                      <a:pt x="156" y="39"/>
                    </a:cubicBezTo>
                    <a:cubicBezTo>
                      <a:pt x="154" y="37"/>
                      <a:pt x="156" y="38"/>
                      <a:pt x="156" y="37"/>
                    </a:cubicBezTo>
                    <a:cubicBezTo>
                      <a:pt x="156" y="37"/>
                      <a:pt x="156" y="37"/>
                      <a:pt x="156" y="37"/>
                    </a:cubicBezTo>
                    <a:cubicBezTo>
                      <a:pt x="157" y="36"/>
                      <a:pt x="158" y="38"/>
                      <a:pt x="158" y="37"/>
                    </a:cubicBezTo>
                    <a:cubicBezTo>
                      <a:pt x="157" y="36"/>
                      <a:pt x="157" y="36"/>
                      <a:pt x="157" y="36"/>
                    </a:cubicBezTo>
                    <a:cubicBezTo>
                      <a:pt x="157" y="35"/>
                      <a:pt x="160" y="38"/>
                      <a:pt x="158" y="36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59" y="34"/>
                      <a:pt x="161" y="37"/>
                      <a:pt x="160" y="35"/>
                    </a:cubicBezTo>
                    <a:cubicBezTo>
                      <a:pt x="160" y="35"/>
                      <a:pt x="160" y="35"/>
                      <a:pt x="160" y="35"/>
                    </a:cubicBezTo>
                    <a:cubicBezTo>
                      <a:pt x="162" y="36"/>
                      <a:pt x="160" y="32"/>
                      <a:pt x="162" y="34"/>
                    </a:cubicBezTo>
                    <a:cubicBezTo>
                      <a:pt x="162" y="33"/>
                      <a:pt x="162" y="32"/>
                      <a:pt x="161" y="30"/>
                    </a:cubicBezTo>
                    <a:cubicBezTo>
                      <a:pt x="163" y="33"/>
                      <a:pt x="163" y="33"/>
                      <a:pt x="163" y="33"/>
                    </a:cubicBezTo>
                    <a:cubicBezTo>
                      <a:pt x="164" y="30"/>
                      <a:pt x="167" y="29"/>
                      <a:pt x="167" y="26"/>
                    </a:cubicBezTo>
                    <a:cubicBezTo>
                      <a:pt x="168" y="27"/>
                      <a:pt x="168" y="27"/>
                      <a:pt x="168" y="27"/>
                    </a:cubicBezTo>
                    <a:cubicBezTo>
                      <a:pt x="168" y="24"/>
                      <a:pt x="172" y="27"/>
                      <a:pt x="170" y="23"/>
                    </a:cubicBezTo>
                    <a:cubicBezTo>
                      <a:pt x="169" y="21"/>
                      <a:pt x="169" y="21"/>
                      <a:pt x="169" y="21"/>
                    </a:cubicBezTo>
                    <a:cubicBezTo>
                      <a:pt x="171" y="23"/>
                      <a:pt x="171" y="23"/>
                      <a:pt x="171" y="23"/>
                    </a:cubicBezTo>
                    <a:cubicBezTo>
                      <a:pt x="170" y="22"/>
                      <a:pt x="172" y="22"/>
                      <a:pt x="171" y="20"/>
                    </a:cubicBezTo>
                    <a:cubicBezTo>
                      <a:pt x="171" y="21"/>
                      <a:pt x="171" y="21"/>
                      <a:pt x="172" y="21"/>
                    </a:cubicBezTo>
                    <a:cubicBezTo>
                      <a:pt x="172" y="21"/>
                      <a:pt x="171" y="19"/>
                      <a:pt x="172" y="19"/>
                    </a:cubicBezTo>
                    <a:cubicBezTo>
                      <a:pt x="172" y="20"/>
                      <a:pt x="172" y="20"/>
                      <a:pt x="172" y="20"/>
                    </a:cubicBezTo>
                    <a:cubicBezTo>
                      <a:pt x="177" y="20"/>
                      <a:pt x="182" y="19"/>
                      <a:pt x="180" y="14"/>
                    </a:cubicBezTo>
                    <a:cubicBezTo>
                      <a:pt x="180" y="13"/>
                      <a:pt x="182" y="15"/>
                      <a:pt x="182" y="15"/>
                    </a:cubicBezTo>
                    <a:cubicBezTo>
                      <a:pt x="181" y="11"/>
                      <a:pt x="188" y="11"/>
                      <a:pt x="185" y="6"/>
                    </a:cubicBezTo>
                    <a:cubicBezTo>
                      <a:pt x="185" y="4"/>
                      <a:pt x="180" y="0"/>
                      <a:pt x="18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6" name="Freeform 342"/>
              <p:cNvSpPr/>
              <p:nvPr>
                <p:custDataLst>
                  <p:tags r:id="rId188"/>
                </p:custDataLst>
              </p:nvPr>
            </p:nvSpPr>
            <p:spPr bwMode="auto">
              <a:xfrm>
                <a:off x="3757" y="2934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0 h 1"/>
                  <a:gd name="T4" fmla="*/ 0 w 1"/>
                  <a:gd name="T5" fmla="*/ 1 h 1"/>
                  <a:gd name="T6" fmla="*/ 0 w 1"/>
                  <a:gd name="T7" fmla="*/ 1 h 1"/>
                  <a:gd name="T8" fmla="*/ 0 w 1"/>
                  <a:gd name="T9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1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7" name="Freeform 343"/>
              <p:cNvSpPr/>
              <p:nvPr>
                <p:custDataLst>
                  <p:tags r:id="rId189"/>
                </p:custDataLst>
              </p:nvPr>
            </p:nvSpPr>
            <p:spPr bwMode="auto">
              <a:xfrm>
                <a:off x="4226" y="2525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1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1"/>
                      <a:pt x="1" y="0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8" name="Freeform 344"/>
              <p:cNvSpPr/>
              <p:nvPr>
                <p:custDataLst>
                  <p:tags r:id="rId190"/>
                </p:custDataLst>
              </p:nvPr>
            </p:nvSpPr>
            <p:spPr bwMode="auto">
              <a:xfrm>
                <a:off x="3752" y="2940"/>
                <a:ext cx="3" cy="3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1 h 1"/>
                  <a:gd name="T4" fmla="*/ 0 w 1"/>
                  <a:gd name="T5" fmla="*/ 1 h 1"/>
                  <a:gd name="T6" fmla="*/ 0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9" name="Freeform 345"/>
              <p:cNvSpPr/>
              <p:nvPr>
                <p:custDataLst>
                  <p:tags r:id="rId191"/>
                </p:custDataLst>
              </p:nvPr>
            </p:nvSpPr>
            <p:spPr bwMode="auto">
              <a:xfrm>
                <a:off x="3975" y="295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0" name="Freeform 346"/>
              <p:cNvSpPr/>
              <p:nvPr>
                <p:custDataLst>
                  <p:tags r:id="rId192"/>
                </p:custDataLst>
              </p:nvPr>
            </p:nvSpPr>
            <p:spPr bwMode="auto">
              <a:xfrm>
                <a:off x="3905" y="227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1" name="Freeform 347"/>
              <p:cNvSpPr/>
              <p:nvPr>
                <p:custDataLst>
                  <p:tags r:id="rId193"/>
                </p:custDataLst>
              </p:nvPr>
            </p:nvSpPr>
            <p:spPr bwMode="auto">
              <a:xfrm>
                <a:off x="4289" y="2557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1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1" y="0"/>
                      <a:pt x="0" y="1"/>
                    </a:cubicBezTo>
                    <a:cubicBezTo>
                      <a:pt x="1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2" name="Freeform 348"/>
              <p:cNvSpPr/>
              <p:nvPr>
                <p:custDataLst>
                  <p:tags r:id="rId194"/>
                </p:custDataLst>
              </p:nvPr>
            </p:nvSpPr>
            <p:spPr bwMode="auto">
              <a:xfrm>
                <a:off x="3899" y="2262"/>
                <a:ext cx="2" cy="2"/>
              </a:xfrm>
              <a:custGeom>
                <a:avLst/>
                <a:gdLst>
                  <a:gd name="T0" fmla="*/ 2 w 2"/>
                  <a:gd name="T1" fmla="*/ 0 h 2"/>
                  <a:gd name="T2" fmla="*/ 0 w 2"/>
                  <a:gd name="T3" fmla="*/ 2 h 2"/>
                  <a:gd name="T4" fmla="*/ 0 w 2"/>
                  <a:gd name="T5" fmla="*/ 0 h 2"/>
                  <a:gd name="T6" fmla="*/ 2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3" name="Freeform 349"/>
              <p:cNvSpPr/>
              <p:nvPr>
                <p:custDataLst>
                  <p:tags r:id="rId195"/>
                </p:custDataLst>
              </p:nvPr>
            </p:nvSpPr>
            <p:spPr bwMode="auto">
              <a:xfrm>
                <a:off x="3939" y="2926"/>
                <a:ext cx="0" cy="2"/>
              </a:xfrm>
              <a:custGeom>
                <a:avLst/>
                <a:gdLst>
                  <a:gd name="T0" fmla="*/ 1 h 1"/>
                  <a:gd name="T1" fmla="*/ 1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4" name="Freeform 350"/>
              <p:cNvSpPr/>
              <p:nvPr>
                <p:custDataLst>
                  <p:tags r:id="rId196"/>
                </p:custDataLst>
              </p:nvPr>
            </p:nvSpPr>
            <p:spPr bwMode="auto">
              <a:xfrm>
                <a:off x="3888" y="2281"/>
                <a:ext cx="2" cy="4"/>
              </a:xfrm>
              <a:custGeom>
                <a:avLst/>
                <a:gdLst>
                  <a:gd name="T0" fmla="*/ 2 w 2"/>
                  <a:gd name="T1" fmla="*/ 0 h 4"/>
                  <a:gd name="T2" fmla="*/ 2 w 2"/>
                  <a:gd name="T3" fmla="*/ 0 h 4"/>
                  <a:gd name="T4" fmla="*/ 0 w 2"/>
                  <a:gd name="T5" fmla="*/ 4 h 4"/>
                  <a:gd name="T6" fmla="*/ 2 w 2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4">
                    <a:moveTo>
                      <a:pt x="2" y="0"/>
                    </a:moveTo>
                    <a:lnTo>
                      <a:pt x="2" y="0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5" name="Freeform 351"/>
              <p:cNvSpPr/>
              <p:nvPr>
                <p:custDataLst>
                  <p:tags r:id="rId197"/>
                </p:custDataLst>
              </p:nvPr>
            </p:nvSpPr>
            <p:spPr bwMode="auto">
              <a:xfrm>
                <a:off x="3842" y="2270"/>
                <a:ext cx="2" cy="5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1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1" y="2"/>
                      <a:pt x="0" y="0"/>
                      <a:pt x="1" y="1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6" name="Freeform 352"/>
              <p:cNvSpPr/>
              <p:nvPr>
                <p:custDataLst>
                  <p:tags r:id="rId198"/>
                </p:custDataLst>
              </p:nvPr>
            </p:nvSpPr>
            <p:spPr bwMode="auto">
              <a:xfrm>
                <a:off x="3844" y="2268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1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7" name="Freeform 353"/>
              <p:cNvSpPr/>
              <p:nvPr>
                <p:custDataLst>
                  <p:tags r:id="rId199"/>
                </p:custDataLst>
              </p:nvPr>
            </p:nvSpPr>
            <p:spPr bwMode="auto">
              <a:xfrm>
                <a:off x="3899" y="2272"/>
                <a:ext cx="4" cy="0"/>
              </a:xfrm>
              <a:custGeom>
                <a:avLst/>
                <a:gdLst>
                  <a:gd name="T0" fmla="*/ 0 w 2"/>
                  <a:gd name="T1" fmla="*/ 2 w 2"/>
                  <a:gd name="T2" fmla="*/ 2 w 2"/>
                  <a:gd name="T3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8" name="Freeform 354"/>
              <p:cNvSpPr/>
              <p:nvPr>
                <p:custDataLst>
                  <p:tags r:id="rId200"/>
                </p:custDataLst>
              </p:nvPr>
            </p:nvSpPr>
            <p:spPr bwMode="auto">
              <a:xfrm>
                <a:off x="3776" y="2983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9" name="Freeform 355"/>
              <p:cNvSpPr/>
              <p:nvPr>
                <p:custDataLst>
                  <p:tags r:id="rId201"/>
                </p:custDataLst>
              </p:nvPr>
            </p:nvSpPr>
            <p:spPr bwMode="auto">
              <a:xfrm>
                <a:off x="3795" y="2985"/>
                <a:ext cx="2" cy="6"/>
              </a:xfrm>
              <a:custGeom>
                <a:avLst/>
                <a:gdLst>
                  <a:gd name="T0" fmla="*/ 1 w 1"/>
                  <a:gd name="T1" fmla="*/ 2 h 3"/>
                  <a:gd name="T2" fmla="*/ 0 w 1"/>
                  <a:gd name="T3" fmla="*/ 1 h 3"/>
                  <a:gd name="T4" fmla="*/ 1 w 1"/>
                  <a:gd name="T5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">
                    <a:moveTo>
                      <a:pt x="1" y="2"/>
                    </a:moveTo>
                    <a:cubicBezTo>
                      <a:pt x="1" y="0"/>
                      <a:pt x="0" y="1"/>
                      <a:pt x="0" y="1"/>
                    </a:cubicBezTo>
                    <a:cubicBezTo>
                      <a:pt x="0" y="3"/>
                      <a:pt x="1" y="1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0" name="Freeform 356"/>
              <p:cNvSpPr/>
              <p:nvPr>
                <p:custDataLst>
                  <p:tags r:id="rId202"/>
                </p:custDataLst>
              </p:nvPr>
            </p:nvSpPr>
            <p:spPr bwMode="auto">
              <a:xfrm>
                <a:off x="3765" y="2972"/>
                <a:ext cx="7" cy="2"/>
              </a:xfrm>
              <a:custGeom>
                <a:avLst/>
                <a:gdLst>
                  <a:gd name="T0" fmla="*/ 0 w 3"/>
                  <a:gd name="T1" fmla="*/ 1 h 1"/>
                  <a:gd name="T2" fmla="*/ 3 w 3"/>
                  <a:gd name="T3" fmla="*/ 0 h 1"/>
                  <a:gd name="T4" fmla="*/ 0 w 3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1">
                    <a:moveTo>
                      <a:pt x="0" y="1"/>
                    </a:moveTo>
                    <a:cubicBezTo>
                      <a:pt x="1" y="1"/>
                      <a:pt x="2" y="1"/>
                      <a:pt x="3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1" name="Freeform 357"/>
              <p:cNvSpPr/>
              <p:nvPr>
                <p:custDataLst>
                  <p:tags r:id="rId203"/>
                </p:custDataLst>
              </p:nvPr>
            </p:nvSpPr>
            <p:spPr bwMode="auto">
              <a:xfrm>
                <a:off x="3803" y="2985"/>
                <a:ext cx="3" cy="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  <a:gd name="T6" fmla="*/ 0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2" name="Freeform 358"/>
              <p:cNvSpPr/>
              <p:nvPr>
                <p:custDataLst>
                  <p:tags r:id="rId204"/>
                </p:custDataLst>
              </p:nvPr>
            </p:nvSpPr>
            <p:spPr bwMode="auto">
              <a:xfrm>
                <a:off x="3479" y="207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3" name="Freeform 359"/>
              <p:cNvSpPr/>
              <p:nvPr>
                <p:custDataLst>
                  <p:tags r:id="rId205"/>
                </p:custDataLst>
              </p:nvPr>
            </p:nvSpPr>
            <p:spPr bwMode="auto">
              <a:xfrm>
                <a:off x="3761" y="2966"/>
                <a:ext cx="2" cy="4"/>
              </a:xfrm>
              <a:custGeom>
                <a:avLst/>
                <a:gdLst>
                  <a:gd name="T0" fmla="*/ 1 w 1"/>
                  <a:gd name="T1" fmla="*/ 0 h 2"/>
                  <a:gd name="T2" fmla="*/ 0 w 1"/>
                  <a:gd name="T3" fmla="*/ 1 h 2"/>
                  <a:gd name="T4" fmla="*/ 1 w 1"/>
                  <a:gd name="T5" fmla="*/ 1 h 2"/>
                  <a:gd name="T6" fmla="*/ 1 w 1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4" name="Freeform 360"/>
              <p:cNvSpPr/>
              <p:nvPr>
                <p:custDataLst>
                  <p:tags r:id="rId206"/>
                </p:custDataLst>
              </p:nvPr>
            </p:nvSpPr>
            <p:spPr bwMode="auto">
              <a:xfrm>
                <a:off x="3943" y="2966"/>
                <a:ext cx="0" cy="2"/>
              </a:xfrm>
              <a:custGeom>
                <a:avLst/>
                <a:gdLst>
                  <a:gd name="T0" fmla="*/ 0 h 2"/>
                  <a:gd name="T1" fmla="*/ 2 h 2"/>
                  <a:gd name="T2" fmla="*/ 0 h 2"/>
                  <a:gd name="T3" fmla="*/ 0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0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5" name="Freeform 361"/>
              <p:cNvSpPr/>
              <p:nvPr>
                <p:custDataLst>
                  <p:tags r:id="rId207"/>
                </p:custDataLst>
              </p:nvPr>
            </p:nvSpPr>
            <p:spPr bwMode="auto">
              <a:xfrm>
                <a:off x="4003" y="2940"/>
                <a:ext cx="0" cy="3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6" name="Freeform 362"/>
              <p:cNvSpPr/>
              <p:nvPr>
                <p:custDataLst>
                  <p:tags r:id="rId208"/>
                </p:custDataLst>
              </p:nvPr>
            </p:nvSpPr>
            <p:spPr bwMode="auto">
              <a:xfrm>
                <a:off x="4003" y="294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7" name="Freeform 363"/>
              <p:cNvSpPr/>
              <p:nvPr>
                <p:custDataLst>
                  <p:tags r:id="rId209"/>
                </p:custDataLst>
              </p:nvPr>
            </p:nvSpPr>
            <p:spPr bwMode="auto">
              <a:xfrm>
                <a:off x="3996" y="2951"/>
                <a:ext cx="3" cy="2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0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8" name="Freeform 364"/>
              <p:cNvSpPr/>
              <p:nvPr>
                <p:custDataLst>
                  <p:tags r:id="rId210"/>
                </p:custDataLst>
              </p:nvPr>
            </p:nvSpPr>
            <p:spPr bwMode="auto">
              <a:xfrm>
                <a:off x="3757" y="3023"/>
                <a:ext cx="4" cy="4"/>
              </a:xfrm>
              <a:custGeom>
                <a:avLst/>
                <a:gdLst>
                  <a:gd name="T0" fmla="*/ 1 w 2"/>
                  <a:gd name="T1" fmla="*/ 0 h 2"/>
                  <a:gd name="T2" fmla="*/ 1 w 2"/>
                  <a:gd name="T3" fmla="*/ 2 h 2"/>
                  <a:gd name="T4" fmla="*/ 1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0" y="2"/>
                      <a:pt x="2" y="1"/>
                      <a:pt x="1" y="2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9" name="Freeform 365"/>
              <p:cNvSpPr/>
              <p:nvPr>
                <p:custDataLst>
                  <p:tags r:id="rId211"/>
                </p:custDataLst>
              </p:nvPr>
            </p:nvSpPr>
            <p:spPr bwMode="auto">
              <a:xfrm>
                <a:off x="4003" y="2949"/>
                <a:ext cx="0" cy="4"/>
              </a:xfrm>
              <a:custGeom>
                <a:avLst/>
                <a:gdLst>
                  <a:gd name="T0" fmla="*/ 2 h 2"/>
                  <a:gd name="T1" fmla="*/ 1 h 2"/>
                  <a:gd name="T2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cubicBezTo>
                      <a:pt x="0" y="2"/>
                      <a:pt x="0" y="0"/>
                      <a:pt x="0" y="1"/>
                    </a:cubicBezTo>
                    <a:cubicBezTo>
                      <a:pt x="0" y="1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0" name="Freeform 366"/>
              <p:cNvSpPr/>
              <p:nvPr>
                <p:custDataLst>
                  <p:tags r:id="rId212"/>
                </p:custDataLst>
              </p:nvPr>
            </p:nvSpPr>
            <p:spPr bwMode="auto">
              <a:xfrm>
                <a:off x="3869" y="2938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1" name="Freeform 367"/>
              <p:cNvSpPr/>
              <p:nvPr>
                <p:custDataLst>
                  <p:tags r:id="rId213"/>
                </p:custDataLst>
              </p:nvPr>
            </p:nvSpPr>
            <p:spPr bwMode="auto">
              <a:xfrm>
                <a:off x="4026" y="2926"/>
                <a:ext cx="2" cy="4"/>
              </a:xfrm>
              <a:custGeom>
                <a:avLst/>
                <a:gdLst>
                  <a:gd name="T0" fmla="*/ 0 w 2"/>
                  <a:gd name="T1" fmla="*/ 0 h 4"/>
                  <a:gd name="T2" fmla="*/ 2 w 2"/>
                  <a:gd name="T3" fmla="*/ 4 h 4"/>
                  <a:gd name="T4" fmla="*/ 2 w 2"/>
                  <a:gd name="T5" fmla="*/ 4 h 4"/>
                  <a:gd name="T6" fmla="*/ 0 w 2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4">
                    <a:moveTo>
                      <a:pt x="0" y="0"/>
                    </a:moveTo>
                    <a:lnTo>
                      <a:pt x="2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2" name="Rectangle 368"/>
              <p:cNvSpPr>
                <a:spLocks noChangeArrowheads="1"/>
              </p:cNvSpPr>
              <p:nvPr>
                <p:custDataLst>
                  <p:tags r:id="rId214"/>
                </p:custDataLst>
              </p:nvPr>
            </p:nvSpPr>
            <p:spPr bwMode="auto">
              <a:xfrm>
                <a:off x="4275" y="2542"/>
                <a:ext cx="1" cy="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3" name="Oval 369"/>
              <p:cNvSpPr>
                <a:spLocks noChangeArrowheads="1"/>
              </p:cNvSpPr>
              <p:nvPr>
                <p:custDataLst>
                  <p:tags r:id="rId215"/>
                </p:custDataLst>
              </p:nvPr>
            </p:nvSpPr>
            <p:spPr bwMode="auto">
              <a:xfrm>
                <a:off x="3472" y="2075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4" name="Freeform 370"/>
              <p:cNvSpPr/>
              <p:nvPr>
                <p:custDataLst>
                  <p:tags r:id="rId216"/>
                </p:custDataLst>
              </p:nvPr>
            </p:nvSpPr>
            <p:spPr bwMode="auto">
              <a:xfrm>
                <a:off x="4219" y="2518"/>
                <a:ext cx="2" cy="3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5" name="Freeform 371"/>
              <p:cNvSpPr/>
              <p:nvPr>
                <p:custDataLst>
                  <p:tags r:id="rId217"/>
                </p:custDataLst>
              </p:nvPr>
            </p:nvSpPr>
            <p:spPr bwMode="auto">
              <a:xfrm>
                <a:off x="4230" y="2525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6" name="Freeform 372"/>
              <p:cNvSpPr/>
              <p:nvPr>
                <p:custDataLst>
                  <p:tags r:id="rId218"/>
                </p:custDataLst>
              </p:nvPr>
            </p:nvSpPr>
            <p:spPr bwMode="auto">
              <a:xfrm>
                <a:off x="3472" y="207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7" name="Freeform 373"/>
              <p:cNvSpPr/>
              <p:nvPr>
                <p:custDataLst>
                  <p:tags r:id="rId219"/>
                </p:custDataLst>
              </p:nvPr>
            </p:nvSpPr>
            <p:spPr bwMode="auto">
              <a:xfrm>
                <a:off x="4217" y="2482"/>
                <a:ext cx="145" cy="117"/>
              </a:xfrm>
              <a:custGeom>
                <a:avLst/>
                <a:gdLst>
                  <a:gd name="T0" fmla="*/ 63 w 68"/>
                  <a:gd name="T1" fmla="*/ 35 h 55"/>
                  <a:gd name="T2" fmla="*/ 47 w 68"/>
                  <a:gd name="T3" fmla="*/ 21 h 55"/>
                  <a:gd name="T4" fmla="*/ 43 w 68"/>
                  <a:gd name="T5" fmla="*/ 21 h 55"/>
                  <a:gd name="T6" fmla="*/ 40 w 68"/>
                  <a:gd name="T7" fmla="*/ 15 h 55"/>
                  <a:gd name="T8" fmla="*/ 35 w 68"/>
                  <a:gd name="T9" fmla="*/ 11 h 55"/>
                  <a:gd name="T10" fmla="*/ 29 w 68"/>
                  <a:gd name="T11" fmla="*/ 6 h 55"/>
                  <a:gd name="T12" fmla="*/ 24 w 68"/>
                  <a:gd name="T13" fmla="*/ 7 h 55"/>
                  <a:gd name="T14" fmla="*/ 16 w 68"/>
                  <a:gd name="T15" fmla="*/ 6 h 55"/>
                  <a:gd name="T16" fmla="*/ 13 w 68"/>
                  <a:gd name="T17" fmla="*/ 5 h 55"/>
                  <a:gd name="T18" fmla="*/ 10 w 68"/>
                  <a:gd name="T19" fmla="*/ 1 h 55"/>
                  <a:gd name="T20" fmla="*/ 9 w 68"/>
                  <a:gd name="T21" fmla="*/ 1 h 55"/>
                  <a:gd name="T22" fmla="*/ 5 w 68"/>
                  <a:gd name="T23" fmla="*/ 2 h 55"/>
                  <a:gd name="T24" fmla="*/ 2 w 68"/>
                  <a:gd name="T25" fmla="*/ 3 h 55"/>
                  <a:gd name="T26" fmla="*/ 2 w 68"/>
                  <a:gd name="T27" fmla="*/ 6 h 55"/>
                  <a:gd name="T28" fmla="*/ 5 w 68"/>
                  <a:gd name="T29" fmla="*/ 8 h 55"/>
                  <a:gd name="T30" fmla="*/ 4 w 68"/>
                  <a:gd name="T31" fmla="*/ 10 h 55"/>
                  <a:gd name="T32" fmla="*/ 6 w 68"/>
                  <a:gd name="T33" fmla="*/ 13 h 55"/>
                  <a:gd name="T34" fmla="*/ 4 w 68"/>
                  <a:gd name="T35" fmla="*/ 16 h 55"/>
                  <a:gd name="T36" fmla="*/ 2 w 68"/>
                  <a:gd name="T37" fmla="*/ 19 h 55"/>
                  <a:gd name="T38" fmla="*/ 6 w 68"/>
                  <a:gd name="T39" fmla="*/ 16 h 55"/>
                  <a:gd name="T40" fmla="*/ 9 w 68"/>
                  <a:gd name="T41" fmla="*/ 13 h 55"/>
                  <a:gd name="T42" fmla="*/ 7 w 68"/>
                  <a:gd name="T43" fmla="*/ 19 h 55"/>
                  <a:gd name="T44" fmla="*/ 8 w 68"/>
                  <a:gd name="T45" fmla="*/ 18 h 55"/>
                  <a:gd name="T46" fmla="*/ 8 w 68"/>
                  <a:gd name="T47" fmla="*/ 21 h 55"/>
                  <a:gd name="T48" fmla="*/ 9 w 68"/>
                  <a:gd name="T49" fmla="*/ 21 h 55"/>
                  <a:gd name="T50" fmla="*/ 10 w 68"/>
                  <a:gd name="T51" fmla="*/ 22 h 55"/>
                  <a:gd name="T52" fmla="*/ 15 w 68"/>
                  <a:gd name="T53" fmla="*/ 17 h 55"/>
                  <a:gd name="T54" fmla="*/ 11 w 68"/>
                  <a:gd name="T55" fmla="*/ 23 h 55"/>
                  <a:gd name="T56" fmla="*/ 13 w 68"/>
                  <a:gd name="T57" fmla="*/ 23 h 55"/>
                  <a:gd name="T58" fmla="*/ 16 w 68"/>
                  <a:gd name="T59" fmla="*/ 23 h 55"/>
                  <a:gd name="T60" fmla="*/ 18 w 68"/>
                  <a:gd name="T61" fmla="*/ 24 h 55"/>
                  <a:gd name="T62" fmla="*/ 18 w 68"/>
                  <a:gd name="T63" fmla="*/ 24 h 55"/>
                  <a:gd name="T64" fmla="*/ 21 w 68"/>
                  <a:gd name="T65" fmla="*/ 24 h 55"/>
                  <a:gd name="T66" fmla="*/ 23 w 68"/>
                  <a:gd name="T67" fmla="*/ 23 h 55"/>
                  <a:gd name="T68" fmla="*/ 22 w 68"/>
                  <a:gd name="T69" fmla="*/ 26 h 55"/>
                  <a:gd name="T70" fmla="*/ 25 w 68"/>
                  <a:gd name="T71" fmla="*/ 24 h 55"/>
                  <a:gd name="T72" fmla="*/ 24 w 68"/>
                  <a:gd name="T73" fmla="*/ 27 h 55"/>
                  <a:gd name="T74" fmla="*/ 26 w 68"/>
                  <a:gd name="T75" fmla="*/ 29 h 55"/>
                  <a:gd name="T76" fmla="*/ 28 w 68"/>
                  <a:gd name="T77" fmla="*/ 30 h 55"/>
                  <a:gd name="T78" fmla="*/ 29 w 68"/>
                  <a:gd name="T79" fmla="*/ 32 h 55"/>
                  <a:gd name="T80" fmla="*/ 31 w 68"/>
                  <a:gd name="T81" fmla="*/ 31 h 55"/>
                  <a:gd name="T82" fmla="*/ 32 w 68"/>
                  <a:gd name="T83" fmla="*/ 32 h 55"/>
                  <a:gd name="T84" fmla="*/ 31 w 68"/>
                  <a:gd name="T85" fmla="*/ 33 h 55"/>
                  <a:gd name="T86" fmla="*/ 34 w 68"/>
                  <a:gd name="T87" fmla="*/ 34 h 55"/>
                  <a:gd name="T88" fmla="*/ 37 w 68"/>
                  <a:gd name="T89" fmla="*/ 34 h 55"/>
                  <a:gd name="T90" fmla="*/ 39 w 68"/>
                  <a:gd name="T91" fmla="*/ 34 h 55"/>
                  <a:gd name="T92" fmla="*/ 44 w 68"/>
                  <a:gd name="T93" fmla="*/ 32 h 55"/>
                  <a:gd name="T94" fmla="*/ 43 w 68"/>
                  <a:gd name="T95" fmla="*/ 36 h 55"/>
                  <a:gd name="T96" fmla="*/ 46 w 68"/>
                  <a:gd name="T97" fmla="*/ 36 h 55"/>
                  <a:gd name="T98" fmla="*/ 47 w 68"/>
                  <a:gd name="T99" fmla="*/ 38 h 55"/>
                  <a:gd name="T100" fmla="*/ 48 w 68"/>
                  <a:gd name="T101" fmla="*/ 43 h 55"/>
                  <a:gd name="T102" fmla="*/ 50 w 68"/>
                  <a:gd name="T103" fmla="*/ 44 h 55"/>
                  <a:gd name="T104" fmla="*/ 58 w 68"/>
                  <a:gd name="T105" fmla="*/ 45 h 55"/>
                  <a:gd name="T106" fmla="*/ 58 w 68"/>
                  <a:gd name="T107" fmla="*/ 51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68" h="55">
                    <a:moveTo>
                      <a:pt x="66" y="42"/>
                    </a:moveTo>
                    <a:cubicBezTo>
                      <a:pt x="65" y="40"/>
                      <a:pt x="67" y="35"/>
                      <a:pt x="64" y="34"/>
                    </a:cubicBezTo>
                    <a:cubicBezTo>
                      <a:pt x="63" y="35"/>
                      <a:pt x="62" y="35"/>
                      <a:pt x="62" y="36"/>
                    </a:cubicBezTo>
                    <a:cubicBezTo>
                      <a:pt x="62" y="35"/>
                      <a:pt x="62" y="35"/>
                      <a:pt x="62" y="35"/>
                    </a:cubicBezTo>
                    <a:cubicBezTo>
                      <a:pt x="61" y="36"/>
                      <a:pt x="61" y="36"/>
                      <a:pt x="61" y="36"/>
                    </a:cubicBezTo>
                    <a:cubicBezTo>
                      <a:pt x="61" y="36"/>
                      <a:pt x="62" y="35"/>
                      <a:pt x="63" y="35"/>
                    </a:cubicBezTo>
                    <a:cubicBezTo>
                      <a:pt x="62" y="34"/>
                      <a:pt x="61" y="34"/>
                      <a:pt x="61" y="33"/>
                    </a:cubicBezTo>
                    <a:cubicBezTo>
                      <a:pt x="59" y="34"/>
                      <a:pt x="60" y="32"/>
                      <a:pt x="58" y="34"/>
                    </a:cubicBezTo>
                    <a:cubicBezTo>
                      <a:pt x="59" y="33"/>
                      <a:pt x="59" y="33"/>
                      <a:pt x="59" y="33"/>
                    </a:cubicBezTo>
                    <a:cubicBezTo>
                      <a:pt x="58" y="33"/>
                      <a:pt x="58" y="33"/>
                      <a:pt x="59" y="31"/>
                    </a:cubicBezTo>
                    <a:cubicBezTo>
                      <a:pt x="59" y="28"/>
                      <a:pt x="56" y="27"/>
                      <a:pt x="55" y="24"/>
                    </a:cubicBezTo>
                    <a:cubicBezTo>
                      <a:pt x="53" y="22"/>
                      <a:pt x="50" y="22"/>
                      <a:pt x="47" y="21"/>
                    </a:cubicBezTo>
                    <a:cubicBezTo>
                      <a:pt x="45" y="23"/>
                      <a:pt x="45" y="22"/>
                      <a:pt x="43" y="23"/>
                    </a:cubicBezTo>
                    <a:cubicBezTo>
                      <a:pt x="44" y="23"/>
                      <a:pt x="44" y="23"/>
                      <a:pt x="44" y="23"/>
                    </a:cubicBezTo>
                    <a:cubicBezTo>
                      <a:pt x="42" y="23"/>
                      <a:pt x="43" y="22"/>
                      <a:pt x="44" y="21"/>
                    </a:cubicBezTo>
                    <a:cubicBezTo>
                      <a:pt x="43" y="22"/>
                      <a:pt x="44" y="21"/>
                      <a:pt x="42" y="22"/>
                    </a:cubicBezTo>
                    <a:cubicBezTo>
                      <a:pt x="41" y="24"/>
                      <a:pt x="44" y="20"/>
                      <a:pt x="43" y="21"/>
                    </a:cubicBezTo>
                    <a:cubicBezTo>
                      <a:pt x="44" y="20"/>
                      <a:pt x="42" y="22"/>
                      <a:pt x="43" y="21"/>
                    </a:cubicBezTo>
                    <a:cubicBezTo>
                      <a:pt x="41" y="22"/>
                      <a:pt x="44" y="20"/>
                      <a:pt x="44" y="18"/>
                    </a:cubicBezTo>
                    <a:cubicBezTo>
                      <a:pt x="43" y="18"/>
                      <a:pt x="41" y="19"/>
                      <a:pt x="41" y="17"/>
                    </a:cubicBezTo>
                    <a:cubicBezTo>
                      <a:pt x="41" y="17"/>
                      <a:pt x="40" y="18"/>
                      <a:pt x="40" y="18"/>
                    </a:cubicBezTo>
                    <a:cubicBezTo>
                      <a:pt x="42" y="16"/>
                      <a:pt x="39" y="19"/>
                      <a:pt x="40" y="17"/>
                    </a:cubicBezTo>
                    <a:cubicBezTo>
                      <a:pt x="40" y="17"/>
                      <a:pt x="40" y="17"/>
                      <a:pt x="40" y="17"/>
                    </a:cubicBezTo>
                    <a:cubicBezTo>
                      <a:pt x="41" y="15"/>
                      <a:pt x="39" y="17"/>
                      <a:pt x="40" y="15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38" y="16"/>
                      <a:pt x="40" y="13"/>
                      <a:pt x="39" y="15"/>
                    </a:cubicBezTo>
                    <a:cubicBezTo>
                      <a:pt x="40" y="14"/>
                      <a:pt x="39" y="14"/>
                      <a:pt x="40" y="13"/>
                    </a:cubicBezTo>
                    <a:cubicBezTo>
                      <a:pt x="37" y="16"/>
                      <a:pt x="40" y="12"/>
                      <a:pt x="38" y="13"/>
                    </a:cubicBezTo>
                    <a:cubicBezTo>
                      <a:pt x="38" y="13"/>
                      <a:pt x="38" y="13"/>
                      <a:pt x="38" y="13"/>
                    </a:cubicBezTo>
                    <a:cubicBezTo>
                      <a:pt x="37" y="12"/>
                      <a:pt x="37" y="11"/>
                      <a:pt x="35" y="11"/>
                    </a:cubicBezTo>
                    <a:cubicBezTo>
                      <a:pt x="34" y="11"/>
                      <a:pt x="36" y="8"/>
                      <a:pt x="34" y="9"/>
                    </a:cubicBezTo>
                    <a:cubicBezTo>
                      <a:pt x="33" y="10"/>
                      <a:pt x="33" y="10"/>
                      <a:pt x="33" y="10"/>
                    </a:cubicBezTo>
                    <a:cubicBezTo>
                      <a:pt x="32" y="10"/>
                      <a:pt x="33" y="9"/>
                      <a:pt x="34" y="9"/>
                    </a:cubicBezTo>
                    <a:cubicBezTo>
                      <a:pt x="32" y="10"/>
                      <a:pt x="33" y="8"/>
                      <a:pt x="33" y="7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32" y="7"/>
                      <a:pt x="29" y="7"/>
                      <a:pt x="29" y="6"/>
                    </a:cubicBezTo>
                    <a:cubicBezTo>
                      <a:pt x="28" y="9"/>
                      <a:pt x="28" y="7"/>
                      <a:pt x="28" y="8"/>
                    </a:cubicBezTo>
                    <a:cubicBezTo>
                      <a:pt x="28" y="8"/>
                      <a:pt x="28" y="7"/>
                      <a:pt x="28" y="6"/>
                    </a:cubicBezTo>
                    <a:cubicBezTo>
                      <a:pt x="28" y="6"/>
                      <a:pt x="28" y="6"/>
                      <a:pt x="28" y="5"/>
                    </a:cubicBezTo>
                    <a:cubicBezTo>
                      <a:pt x="27" y="6"/>
                      <a:pt x="26" y="7"/>
                      <a:pt x="26" y="7"/>
                    </a:cubicBezTo>
                    <a:cubicBezTo>
                      <a:pt x="27" y="4"/>
                      <a:pt x="26" y="6"/>
                      <a:pt x="26" y="5"/>
                    </a:cubicBezTo>
                    <a:cubicBezTo>
                      <a:pt x="25" y="7"/>
                      <a:pt x="24" y="8"/>
                      <a:pt x="24" y="7"/>
                    </a:cubicBezTo>
                    <a:cubicBezTo>
                      <a:pt x="26" y="5"/>
                      <a:pt x="26" y="5"/>
                      <a:pt x="26" y="5"/>
                    </a:cubicBezTo>
                    <a:cubicBezTo>
                      <a:pt x="24" y="6"/>
                      <a:pt x="24" y="3"/>
                      <a:pt x="22" y="5"/>
                    </a:cubicBezTo>
                    <a:cubicBezTo>
                      <a:pt x="22" y="4"/>
                      <a:pt x="22" y="4"/>
                      <a:pt x="22" y="4"/>
                    </a:cubicBezTo>
                    <a:cubicBezTo>
                      <a:pt x="21" y="5"/>
                      <a:pt x="21" y="3"/>
                      <a:pt x="19" y="5"/>
                    </a:cubicBezTo>
                    <a:cubicBezTo>
                      <a:pt x="19" y="4"/>
                      <a:pt x="19" y="4"/>
                      <a:pt x="19" y="3"/>
                    </a:cubicBezTo>
                    <a:cubicBezTo>
                      <a:pt x="18" y="4"/>
                      <a:pt x="18" y="4"/>
                      <a:pt x="16" y="6"/>
                    </a:cubicBezTo>
                    <a:cubicBezTo>
                      <a:pt x="16" y="6"/>
                      <a:pt x="17" y="5"/>
                      <a:pt x="17" y="4"/>
                    </a:cubicBezTo>
                    <a:cubicBezTo>
                      <a:pt x="17" y="4"/>
                      <a:pt x="18" y="2"/>
                      <a:pt x="16" y="4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6" y="4"/>
                      <a:pt x="14" y="5"/>
                      <a:pt x="15" y="3"/>
                    </a:cubicBezTo>
                    <a:cubicBezTo>
                      <a:pt x="14" y="4"/>
                      <a:pt x="14" y="5"/>
                      <a:pt x="13" y="6"/>
                    </a:cubicBezTo>
                    <a:cubicBezTo>
                      <a:pt x="13" y="6"/>
                      <a:pt x="14" y="4"/>
                      <a:pt x="13" y="5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3"/>
                      <a:pt x="13" y="3"/>
                      <a:pt x="12" y="4"/>
                    </a:cubicBezTo>
                    <a:cubicBezTo>
                      <a:pt x="13" y="2"/>
                      <a:pt x="11" y="3"/>
                      <a:pt x="12" y="2"/>
                    </a:cubicBezTo>
                    <a:cubicBezTo>
                      <a:pt x="11" y="3"/>
                      <a:pt x="12" y="1"/>
                      <a:pt x="9" y="3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10" y="2"/>
                      <a:pt x="10" y="2"/>
                      <a:pt x="10" y="1"/>
                    </a:cubicBezTo>
                    <a:cubicBezTo>
                      <a:pt x="11" y="1"/>
                      <a:pt x="9" y="2"/>
                      <a:pt x="8" y="2"/>
                    </a:cubicBezTo>
                    <a:cubicBezTo>
                      <a:pt x="9" y="1"/>
                      <a:pt x="9" y="1"/>
                      <a:pt x="9" y="1"/>
                    </a:cubicBezTo>
                    <a:cubicBezTo>
                      <a:pt x="9" y="2"/>
                      <a:pt x="7" y="3"/>
                      <a:pt x="6" y="4"/>
                    </a:cubicBezTo>
                    <a:cubicBezTo>
                      <a:pt x="6" y="3"/>
                      <a:pt x="5" y="4"/>
                      <a:pt x="6" y="3"/>
                    </a:cubicBezTo>
                    <a:cubicBezTo>
                      <a:pt x="7" y="3"/>
                      <a:pt x="8" y="2"/>
                      <a:pt x="10" y="1"/>
                    </a:cubicBezTo>
                    <a:cubicBezTo>
                      <a:pt x="10" y="0"/>
                      <a:pt x="7" y="2"/>
                      <a:pt x="9" y="1"/>
                    </a:cubicBezTo>
                    <a:cubicBezTo>
                      <a:pt x="9" y="0"/>
                      <a:pt x="9" y="1"/>
                      <a:pt x="7" y="2"/>
                    </a:cubicBezTo>
                    <a:cubicBezTo>
                      <a:pt x="9" y="1"/>
                      <a:pt x="9" y="1"/>
                      <a:pt x="9" y="1"/>
                    </a:cubicBezTo>
                    <a:cubicBezTo>
                      <a:pt x="9" y="1"/>
                      <a:pt x="8" y="1"/>
                      <a:pt x="8" y="1"/>
                    </a:cubicBezTo>
                    <a:cubicBezTo>
                      <a:pt x="8" y="1"/>
                      <a:pt x="8" y="1"/>
                      <a:pt x="8" y="1"/>
                    </a:cubicBezTo>
                    <a:cubicBezTo>
                      <a:pt x="6" y="2"/>
                      <a:pt x="6" y="1"/>
                      <a:pt x="4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4" y="3"/>
                      <a:pt x="3" y="3"/>
                      <a:pt x="4" y="2"/>
                    </a:cubicBezTo>
                    <a:cubicBezTo>
                      <a:pt x="6" y="1"/>
                      <a:pt x="7" y="1"/>
                      <a:pt x="7" y="1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1"/>
                      <a:pt x="4" y="2"/>
                      <a:pt x="3" y="3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3" y="3"/>
                      <a:pt x="2" y="4"/>
                      <a:pt x="3" y="4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5" y="3"/>
                      <a:pt x="7" y="2"/>
                      <a:pt x="5" y="3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3" y="4"/>
                      <a:pt x="4" y="4"/>
                      <a:pt x="4" y="4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5" y="4"/>
                      <a:pt x="3" y="6"/>
                      <a:pt x="4" y="5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2" y="7"/>
                      <a:pt x="4" y="5"/>
                      <a:pt x="5" y="5"/>
                    </a:cubicBezTo>
                    <a:cubicBezTo>
                      <a:pt x="4" y="5"/>
                      <a:pt x="2" y="7"/>
                      <a:pt x="2" y="8"/>
                    </a:cubicBezTo>
                    <a:cubicBezTo>
                      <a:pt x="2" y="8"/>
                      <a:pt x="4" y="7"/>
                      <a:pt x="3" y="9"/>
                    </a:cubicBezTo>
                    <a:cubicBezTo>
                      <a:pt x="3" y="9"/>
                      <a:pt x="4" y="9"/>
                      <a:pt x="5" y="8"/>
                    </a:cubicBezTo>
                    <a:cubicBezTo>
                      <a:pt x="5" y="8"/>
                      <a:pt x="3" y="10"/>
                      <a:pt x="4" y="9"/>
                    </a:cubicBezTo>
                    <a:cubicBezTo>
                      <a:pt x="3" y="10"/>
                      <a:pt x="2" y="12"/>
                      <a:pt x="1" y="13"/>
                    </a:cubicBezTo>
                    <a:cubicBezTo>
                      <a:pt x="1" y="13"/>
                      <a:pt x="0" y="14"/>
                      <a:pt x="1" y="14"/>
                    </a:cubicBezTo>
                    <a:cubicBezTo>
                      <a:pt x="0" y="14"/>
                      <a:pt x="0" y="15"/>
                      <a:pt x="0" y="15"/>
                    </a:cubicBezTo>
                    <a:cubicBezTo>
                      <a:pt x="1" y="14"/>
                      <a:pt x="2" y="13"/>
                      <a:pt x="2" y="12"/>
                    </a:cubicBezTo>
                    <a:cubicBezTo>
                      <a:pt x="3" y="10"/>
                      <a:pt x="3" y="12"/>
                      <a:pt x="4" y="10"/>
                    </a:cubicBezTo>
                    <a:cubicBezTo>
                      <a:pt x="4" y="11"/>
                      <a:pt x="5" y="11"/>
                      <a:pt x="5" y="11"/>
                    </a:cubicBezTo>
                    <a:cubicBezTo>
                      <a:pt x="5" y="11"/>
                      <a:pt x="4" y="12"/>
                      <a:pt x="3" y="13"/>
                    </a:cubicBezTo>
                    <a:cubicBezTo>
                      <a:pt x="5" y="12"/>
                      <a:pt x="6" y="11"/>
                      <a:pt x="6" y="12"/>
                    </a:cubicBezTo>
                    <a:cubicBezTo>
                      <a:pt x="7" y="11"/>
                      <a:pt x="7" y="11"/>
                      <a:pt x="8" y="9"/>
                    </a:cubicBezTo>
                    <a:cubicBezTo>
                      <a:pt x="8" y="9"/>
                      <a:pt x="8" y="8"/>
                      <a:pt x="8" y="9"/>
                    </a:cubicBezTo>
                    <a:cubicBezTo>
                      <a:pt x="7" y="10"/>
                      <a:pt x="6" y="12"/>
                      <a:pt x="6" y="13"/>
                    </a:cubicBezTo>
                    <a:cubicBezTo>
                      <a:pt x="4" y="15"/>
                      <a:pt x="6" y="12"/>
                      <a:pt x="4" y="14"/>
                    </a:cubicBezTo>
                    <a:cubicBezTo>
                      <a:pt x="2" y="16"/>
                      <a:pt x="2" y="15"/>
                      <a:pt x="3" y="14"/>
                    </a:cubicBezTo>
                    <a:cubicBezTo>
                      <a:pt x="1" y="16"/>
                      <a:pt x="3" y="15"/>
                      <a:pt x="1" y="16"/>
                    </a:cubicBezTo>
                    <a:cubicBezTo>
                      <a:pt x="1" y="17"/>
                      <a:pt x="2" y="16"/>
                      <a:pt x="3" y="16"/>
                    </a:cubicBezTo>
                    <a:cubicBezTo>
                      <a:pt x="4" y="15"/>
                      <a:pt x="4" y="15"/>
                      <a:pt x="4" y="14"/>
                    </a:cubicBezTo>
                    <a:cubicBezTo>
                      <a:pt x="6" y="12"/>
                      <a:pt x="4" y="16"/>
                      <a:pt x="4" y="16"/>
                    </a:cubicBezTo>
                    <a:cubicBezTo>
                      <a:pt x="3" y="16"/>
                      <a:pt x="3" y="16"/>
                      <a:pt x="3" y="16"/>
                    </a:cubicBezTo>
                    <a:cubicBezTo>
                      <a:pt x="3" y="17"/>
                      <a:pt x="4" y="16"/>
                      <a:pt x="4" y="16"/>
                    </a:cubicBezTo>
                    <a:cubicBezTo>
                      <a:pt x="2" y="19"/>
                      <a:pt x="4" y="16"/>
                      <a:pt x="2" y="18"/>
                    </a:cubicBezTo>
                    <a:cubicBezTo>
                      <a:pt x="1" y="20"/>
                      <a:pt x="1" y="20"/>
                      <a:pt x="1" y="20"/>
                    </a:cubicBezTo>
                    <a:cubicBezTo>
                      <a:pt x="1" y="20"/>
                      <a:pt x="3" y="18"/>
                      <a:pt x="3" y="18"/>
                    </a:cubicBezTo>
                    <a:cubicBezTo>
                      <a:pt x="2" y="19"/>
                      <a:pt x="2" y="19"/>
                      <a:pt x="2" y="19"/>
                    </a:cubicBezTo>
                    <a:cubicBezTo>
                      <a:pt x="3" y="19"/>
                      <a:pt x="3" y="19"/>
                      <a:pt x="3" y="19"/>
                    </a:cubicBezTo>
                    <a:cubicBezTo>
                      <a:pt x="3" y="18"/>
                      <a:pt x="4" y="17"/>
                      <a:pt x="4" y="17"/>
                    </a:cubicBezTo>
                    <a:cubicBezTo>
                      <a:pt x="6" y="14"/>
                      <a:pt x="4" y="16"/>
                      <a:pt x="5" y="16"/>
                    </a:cubicBezTo>
                    <a:cubicBezTo>
                      <a:pt x="6" y="15"/>
                      <a:pt x="5" y="16"/>
                      <a:pt x="6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8" y="14"/>
                      <a:pt x="6" y="15"/>
                      <a:pt x="6" y="16"/>
                    </a:cubicBezTo>
                    <a:cubicBezTo>
                      <a:pt x="6" y="16"/>
                      <a:pt x="5" y="16"/>
                      <a:pt x="6" y="15"/>
                    </a:cubicBezTo>
                    <a:cubicBezTo>
                      <a:pt x="5" y="17"/>
                      <a:pt x="4" y="19"/>
                      <a:pt x="3" y="19"/>
                    </a:cubicBezTo>
                    <a:cubicBezTo>
                      <a:pt x="3" y="21"/>
                      <a:pt x="4" y="18"/>
                      <a:pt x="5" y="18"/>
                    </a:cubicBezTo>
                    <a:cubicBezTo>
                      <a:pt x="4" y="19"/>
                      <a:pt x="5" y="17"/>
                      <a:pt x="6" y="16"/>
                    </a:cubicBezTo>
                    <a:cubicBezTo>
                      <a:pt x="9" y="13"/>
                      <a:pt x="4" y="20"/>
                      <a:pt x="5" y="19"/>
                    </a:cubicBezTo>
                    <a:cubicBezTo>
                      <a:pt x="7" y="17"/>
                      <a:pt x="8" y="16"/>
                      <a:pt x="9" y="13"/>
                    </a:cubicBezTo>
                    <a:cubicBezTo>
                      <a:pt x="10" y="13"/>
                      <a:pt x="10" y="12"/>
                      <a:pt x="10" y="12"/>
                    </a:cubicBezTo>
                    <a:cubicBezTo>
                      <a:pt x="9" y="14"/>
                      <a:pt x="9" y="14"/>
                      <a:pt x="8" y="15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6" y="19"/>
                      <a:pt x="6" y="20"/>
                      <a:pt x="5" y="21"/>
                    </a:cubicBezTo>
                    <a:cubicBezTo>
                      <a:pt x="6" y="20"/>
                      <a:pt x="6" y="19"/>
                      <a:pt x="7" y="19"/>
                    </a:cubicBezTo>
                    <a:cubicBezTo>
                      <a:pt x="6" y="20"/>
                      <a:pt x="6" y="21"/>
                      <a:pt x="6" y="21"/>
                    </a:cubicBezTo>
                    <a:cubicBezTo>
                      <a:pt x="6" y="20"/>
                      <a:pt x="7" y="18"/>
                      <a:pt x="8" y="18"/>
                    </a:cubicBezTo>
                    <a:cubicBezTo>
                      <a:pt x="8" y="18"/>
                      <a:pt x="7" y="20"/>
                      <a:pt x="7" y="20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7" y="20"/>
                      <a:pt x="5" y="22"/>
                      <a:pt x="6" y="2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9" y="18"/>
                      <a:pt x="8" y="19"/>
                      <a:pt x="8" y="19"/>
                    </a:cubicBezTo>
                    <a:cubicBezTo>
                      <a:pt x="7" y="20"/>
                      <a:pt x="7" y="20"/>
                      <a:pt x="7" y="20"/>
                    </a:cubicBezTo>
                    <a:cubicBezTo>
                      <a:pt x="8" y="20"/>
                      <a:pt x="6" y="23"/>
                      <a:pt x="7" y="22"/>
                    </a:cubicBezTo>
                    <a:cubicBezTo>
                      <a:pt x="7" y="21"/>
                      <a:pt x="7" y="21"/>
                      <a:pt x="7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1"/>
                      <a:pt x="7" y="22"/>
                      <a:pt x="8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8" y="22"/>
                      <a:pt x="9" y="20"/>
                      <a:pt x="8" y="22"/>
                    </a:cubicBezTo>
                    <a:cubicBezTo>
                      <a:pt x="9" y="19"/>
                      <a:pt x="8" y="21"/>
                      <a:pt x="8" y="20"/>
                    </a:cubicBezTo>
                    <a:cubicBezTo>
                      <a:pt x="9" y="19"/>
                      <a:pt x="9" y="19"/>
                      <a:pt x="10" y="19"/>
                    </a:cubicBezTo>
                    <a:cubicBezTo>
                      <a:pt x="8" y="21"/>
                      <a:pt x="10" y="19"/>
                      <a:pt x="10" y="19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10" y="19"/>
                      <a:pt x="10" y="19"/>
                      <a:pt x="10" y="19"/>
                    </a:cubicBezTo>
                    <a:cubicBezTo>
                      <a:pt x="8" y="23"/>
                      <a:pt x="11" y="19"/>
                      <a:pt x="10" y="20"/>
                    </a:cubicBezTo>
                    <a:cubicBezTo>
                      <a:pt x="10" y="21"/>
                      <a:pt x="9" y="22"/>
                      <a:pt x="9" y="23"/>
                    </a:cubicBezTo>
                    <a:cubicBezTo>
                      <a:pt x="10" y="20"/>
                      <a:pt x="11" y="20"/>
                      <a:pt x="12" y="18"/>
                    </a:cubicBezTo>
                    <a:cubicBezTo>
                      <a:pt x="11" y="19"/>
                      <a:pt x="10" y="21"/>
                      <a:pt x="9" y="23"/>
                    </a:cubicBezTo>
                    <a:cubicBezTo>
                      <a:pt x="10" y="21"/>
                      <a:pt x="9" y="24"/>
                      <a:pt x="10" y="22"/>
                    </a:cubicBezTo>
                    <a:cubicBezTo>
                      <a:pt x="10" y="21"/>
                      <a:pt x="11" y="21"/>
                      <a:pt x="12" y="20"/>
                    </a:cubicBezTo>
                    <a:cubicBezTo>
                      <a:pt x="12" y="20"/>
                      <a:pt x="11" y="21"/>
                      <a:pt x="11" y="21"/>
                    </a:cubicBezTo>
                    <a:cubicBezTo>
                      <a:pt x="11" y="21"/>
                      <a:pt x="12" y="19"/>
                      <a:pt x="12" y="19"/>
                    </a:cubicBezTo>
                    <a:cubicBezTo>
                      <a:pt x="12" y="19"/>
                      <a:pt x="14" y="17"/>
                      <a:pt x="13" y="19"/>
                    </a:cubicBezTo>
                    <a:cubicBezTo>
                      <a:pt x="12" y="20"/>
                      <a:pt x="12" y="19"/>
                      <a:pt x="12" y="20"/>
                    </a:cubicBezTo>
                    <a:cubicBezTo>
                      <a:pt x="12" y="21"/>
                      <a:pt x="14" y="17"/>
                      <a:pt x="15" y="17"/>
                    </a:cubicBezTo>
                    <a:cubicBezTo>
                      <a:pt x="15" y="16"/>
                      <a:pt x="16" y="13"/>
                      <a:pt x="17" y="12"/>
                    </a:cubicBezTo>
                    <a:cubicBezTo>
                      <a:pt x="17" y="13"/>
                      <a:pt x="16" y="13"/>
                      <a:pt x="16" y="15"/>
                    </a:cubicBezTo>
                    <a:cubicBezTo>
                      <a:pt x="16" y="15"/>
                      <a:pt x="16" y="15"/>
                      <a:pt x="16" y="15"/>
                    </a:cubicBezTo>
                    <a:cubicBezTo>
                      <a:pt x="15" y="18"/>
                      <a:pt x="13" y="19"/>
                      <a:pt x="12" y="21"/>
                    </a:cubicBezTo>
                    <a:cubicBezTo>
                      <a:pt x="13" y="20"/>
                      <a:pt x="13" y="20"/>
                      <a:pt x="13" y="20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2" y="21"/>
                      <a:pt x="12" y="23"/>
                      <a:pt x="12" y="22"/>
                    </a:cubicBezTo>
                    <a:cubicBezTo>
                      <a:pt x="13" y="21"/>
                      <a:pt x="12" y="23"/>
                      <a:pt x="12" y="22"/>
                    </a:cubicBezTo>
                    <a:cubicBezTo>
                      <a:pt x="13" y="21"/>
                      <a:pt x="14" y="19"/>
                      <a:pt x="14" y="20"/>
                    </a:cubicBezTo>
                    <a:cubicBezTo>
                      <a:pt x="12" y="23"/>
                      <a:pt x="12" y="23"/>
                      <a:pt x="12" y="23"/>
                    </a:cubicBezTo>
                    <a:cubicBezTo>
                      <a:pt x="12" y="23"/>
                      <a:pt x="13" y="21"/>
                      <a:pt x="13" y="22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13" y="23"/>
                      <a:pt x="14" y="24"/>
                      <a:pt x="16" y="20"/>
                    </a:cubicBezTo>
                    <a:cubicBezTo>
                      <a:pt x="16" y="22"/>
                      <a:pt x="16" y="22"/>
                      <a:pt x="15" y="23"/>
                    </a:cubicBezTo>
                    <a:cubicBezTo>
                      <a:pt x="16" y="23"/>
                      <a:pt x="16" y="22"/>
                      <a:pt x="16" y="22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5" y="25"/>
                      <a:pt x="16" y="23"/>
                      <a:pt x="17" y="22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6" y="25"/>
                      <a:pt x="17" y="23"/>
                      <a:pt x="17" y="22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8" y="22"/>
                      <a:pt x="18" y="22"/>
                      <a:pt x="17" y="24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7" y="24"/>
                      <a:pt x="18" y="24"/>
                      <a:pt x="18" y="24"/>
                    </a:cubicBezTo>
                    <a:cubicBezTo>
                      <a:pt x="18" y="24"/>
                      <a:pt x="18" y="23"/>
                      <a:pt x="18" y="24"/>
                    </a:cubicBezTo>
                    <a:cubicBezTo>
                      <a:pt x="18" y="23"/>
                      <a:pt x="19" y="23"/>
                      <a:pt x="20" y="21"/>
                    </a:cubicBezTo>
                    <a:cubicBezTo>
                      <a:pt x="21" y="19"/>
                      <a:pt x="19" y="22"/>
                      <a:pt x="20" y="21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3"/>
                      <a:pt x="19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8" y="25"/>
                      <a:pt x="20" y="23"/>
                      <a:pt x="20" y="24"/>
                    </a:cubicBezTo>
                    <a:cubicBezTo>
                      <a:pt x="20" y="24"/>
                      <a:pt x="22" y="22"/>
                      <a:pt x="22" y="22"/>
                    </a:cubicBezTo>
                    <a:cubicBezTo>
                      <a:pt x="24" y="20"/>
                      <a:pt x="21" y="24"/>
                      <a:pt x="20" y="25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2" y="24"/>
                      <a:pt x="22" y="23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5"/>
                      <a:pt x="21" y="26"/>
                      <a:pt x="21" y="26"/>
                    </a:cubicBezTo>
                    <a:cubicBezTo>
                      <a:pt x="22" y="24"/>
                      <a:pt x="22" y="25"/>
                      <a:pt x="23" y="24"/>
                    </a:cubicBezTo>
                    <a:cubicBezTo>
                      <a:pt x="22" y="25"/>
                      <a:pt x="22" y="25"/>
                      <a:pt x="22" y="25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2" y="26"/>
                      <a:pt x="22" y="26"/>
                      <a:pt x="22" y="26"/>
                    </a:cubicBezTo>
                    <a:cubicBezTo>
                      <a:pt x="21" y="26"/>
                      <a:pt x="23" y="24"/>
                      <a:pt x="24" y="24"/>
                    </a:cubicBezTo>
                    <a:cubicBezTo>
                      <a:pt x="24" y="23"/>
                      <a:pt x="23" y="24"/>
                      <a:pt x="23" y="25"/>
                    </a:cubicBezTo>
                    <a:cubicBezTo>
                      <a:pt x="22" y="25"/>
                      <a:pt x="23" y="25"/>
                      <a:pt x="23" y="25"/>
                    </a:cubicBezTo>
                    <a:cubicBezTo>
                      <a:pt x="22" y="26"/>
                      <a:pt x="23" y="25"/>
                      <a:pt x="22" y="26"/>
                    </a:cubicBezTo>
                    <a:cubicBezTo>
                      <a:pt x="22" y="26"/>
                      <a:pt x="23" y="25"/>
                      <a:pt x="23" y="25"/>
                    </a:cubicBezTo>
                    <a:cubicBezTo>
                      <a:pt x="23" y="25"/>
                      <a:pt x="24" y="25"/>
                      <a:pt x="23" y="26"/>
                    </a:cubicBezTo>
                    <a:cubicBezTo>
                      <a:pt x="23" y="26"/>
                      <a:pt x="23" y="26"/>
                      <a:pt x="24" y="25"/>
                    </a:cubicBezTo>
                    <a:cubicBezTo>
                      <a:pt x="24" y="25"/>
                      <a:pt x="24" y="24"/>
                      <a:pt x="25" y="24"/>
                    </a:cubicBezTo>
                    <a:cubicBezTo>
                      <a:pt x="25" y="24"/>
                      <a:pt x="25" y="23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6" y="23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5" y="24"/>
                      <a:pt x="25" y="24"/>
                      <a:pt x="26" y="24"/>
                    </a:cubicBezTo>
                    <a:cubicBezTo>
                      <a:pt x="25" y="25"/>
                      <a:pt x="23" y="27"/>
                      <a:pt x="23" y="27"/>
                    </a:cubicBezTo>
                    <a:cubicBezTo>
                      <a:pt x="25" y="26"/>
                      <a:pt x="25" y="26"/>
                      <a:pt x="25" y="26"/>
                    </a:cubicBezTo>
                    <a:cubicBezTo>
                      <a:pt x="25" y="26"/>
                      <a:pt x="25" y="26"/>
                      <a:pt x="24" y="27"/>
                    </a:cubicBezTo>
                    <a:cubicBezTo>
                      <a:pt x="24" y="28"/>
                      <a:pt x="27" y="24"/>
                      <a:pt x="27" y="25"/>
                    </a:cubicBezTo>
                    <a:cubicBezTo>
                      <a:pt x="25" y="27"/>
                      <a:pt x="25" y="27"/>
                      <a:pt x="25" y="27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6" y="26"/>
                      <a:pt x="25" y="28"/>
                      <a:pt x="25" y="27"/>
                    </a:cubicBezTo>
                    <a:cubicBezTo>
                      <a:pt x="26" y="26"/>
                      <a:pt x="26" y="26"/>
                      <a:pt x="26" y="26"/>
                    </a:cubicBezTo>
                    <a:cubicBezTo>
                      <a:pt x="24" y="29"/>
                      <a:pt x="27" y="27"/>
                      <a:pt x="26" y="29"/>
                    </a:cubicBezTo>
                    <a:cubicBezTo>
                      <a:pt x="27" y="27"/>
                      <a:pt x="26" y="29"/>
                      <a:pt x="27" y="28"/>
                    </a:cubicBezTo>
                    <a:cubicBezTo>
                      <a:pt x="25" y="30"/>
                      <a:pt x="27" y="28"/>
                      <a:pt x="26" y="29"/>
                    </a:cubicBezTo>
                    <a:cubicBezTo>
                      <a:pt x="28" y="27"/>
                      <a:pt x="28" y="27"/>
                      <a:pt x="28" y="27"/>
                    </a:cubicBezTo>
                    <a:cubicBezTo>
                      <a:pt x="27" y="29"/>
                      <a:pt x="31" y="25"/>
                      <a:pt x="29" y="2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6" y="31"/>
                      <a:pt x="29" y="27"/>
                      <a:pt x="28" y="30"/>
                    </a:cubicBezTo>
                    <a:cubicBezTo>
                      <a:pt x="28" y="29"/>
                      <a:pt x="29" y="28"/>
                      <a:pt x="30" y="27"/>
                    </a:cubicBezTo>
                    <a:cubicBezTo>
                      <a:pt x="30" y="28"/>
                      <a:pt x="29" y="29"/>
                      <a:pt x="29" y="30"/>
                    </a:cubicBezTo>
                    <a:cubicBezTo>
                      <a:pt x="29" y="29"/>
                      <a:pt x="30" y="29"/>
                      <a:pt x="29" y="30"/>
                    </a:cubicBezTo>
                    <a:cubicBezTo>
                      <a:pt x="28" y="30"/>
                      <a:pt x="28" y="30"/>
                      <a:pt x="28" y="30"/>
                    </a:cubicBezTo>
                    <a:cubicBezTo>
                      <a:pt x="28" y="31"/>
                      <a:pt x="29" y="30"/>
                      <a:pt x="30" y="30"/>
                    </a:cubicBezTo>
                    <a:cubicBezTo>
                      <a:pt x="28" y="31"/>
                      <a:pt x="29" y="31"/>
                      <a:pt x="29" y="32"/>
                    </a:cubicBezTo>
                    <a:cubicBezTo>
                      <a:pt x="31" y="30"/>
                      <a:pt x="29" y="33"/>
                      <a:pt x="31" y="31"/>
                    </a:cubicBezTo>
                    <a:cubicBezTo>
                      <a:pt x="30" y="31"/>
                      <a:pt x="30" y="31"/>
                      <a:pt x="30" y="31"/>
                    </a:cubicBezTo>
                    <a:cubicBezTo>
                      <a:pt x="31" y="31"/>
                      <a:pt x="32" y="29"/>
                      <a:pt x="32" y="29"/>
                    </a:cubicBezTo>
                    <a:cubicBezTo>
                      <a:pt x="31" y="31"/>
                      <a:pt x="31" y="31"/>
                      <a:pt x="31" y="31"/>
                    </a:cubicBezTo>
                    <a:cubicBezTo>
                      <a:pt x="29" y="33"/>
                      <a:pt x="31" y="31"/>
                      <a:pt x="30" y="32"/>
                    </a:cubicBezTo>
                    <a:cubicBezTo>
                      <a:pt x="31" y="31"/>
                      <a:pt x="30" y="32"/>
                      <a:pt x="31" y="31"/>
                    </a:cubicBezTo>
                    <a:cubicBezTo>
                      <a:pt x="32" y="31"/>
                      <a:pt x="32" y="31"/>
                      <a:pt x="32" y="31"/>
                    </a:cubicBezTo>
                    <a:cubicBezTo>
                      <a:pt x="33" y="30"/>
                      <a:pt x="33" y="30"/>
                      <a:pt x="33" y="30"/>
                    </a:cubicBezTo>
                    <a:cubicBezTo>
                      <a:pt x="33" y="30"/>
                      <a:pt x="31" y="32"/>
                      <a:pt x="31" y="32"/>
                    </a:cubicBezTo>
                    <a:cubicBezTo>
                      <a:pt x="31" y="33"/>
                      <a:pt x="31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1" y="33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4"/>
                      <a:pt x="32" y="33"/>
                      <a:pt x="32" y="32"/>
                    </a:cubicBezTo>
                    <a:cubicBezTo>
                      <a:pt x="32" y="34"/>
                      <a:pt x="33" y="33"/>
                      <a:pt x="34" y="33"/>
                    </a:cubicBezTo>
                    <a:cubicBezTo>
                      <a:pt x="34" y="33"/>
                      <a:pt x="33" y="33"/>
                      <a:pt x="33" y="33"/>
                    </a:cubicBezTo>
                    <a:cubicBezTo>
                      <a:pt x="34" y="33"/>
                      <a:pt x="35" y="32"/>
                      <a:pt x="34" y="33"/>
                    </a:cubicBezTo>
                    <a:cubicBezTo>
                      <a:pt x="35" y="32"/>
                      <a:pt x="33" y="34"/>
                      <a:pt x="34" y="34"/>
                    </a:cubicBezTo>
                    <a:cubicBezTo>
                      <a:pt x="33" y="34"/>
                      <a:pt x="35" y="33"/>
                      <a:pt x="34" y="33"/>
                    </a:cubicBezTo>
                    <a:cubicBezTo>
                      <a:pt x="33" y="35"/>
                      <a:pt x="36" y="32"/>
                      <a:pt x="35" y="34"/>
                    </a:cubicBezTo>
                    <a:cubicBezTo>
                      <a:pt x="36" y="33"/>
                      <a:pt x="35" y="34"/>
                      <a:pt x="34" y="35"/>
                    </a:cubicBezTo>
                    <a:cubicBezTo>
                      <a:pt x="35" y="34"/>
                      <a:pt x="36" y="34"/>
                      <a:pt x="37" y="33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7" y="34"/>
                    </a:cubicBezTo>
                    <a:cubicBezTo>
                      <a:pt x="38" y="33"/>
                      <a:pt x="39" y="32"/>
                      <a:pt x="39" y="32"/>
                    </a:cubicBezTo>
                    <a:cubicBezTo>
                      <a:pt x="39" y="32"/>
                      <a:pt x="39" y="32"/>
                      <a:pt x="39" y="32"/>
                    </a:cubicBezTo>
                    <a:cubicBezTo>
                      <a:pt x="40" y="32"/>
                      <a:pt x="40" y="32"/>
                      <a:pt x="40" y="32"/>
                    </a:cubicBezTo>
                    <a:cubicBezTo>
                      <a:pt x="39" y="33"/>
                      <a:pt x="39" y="32"/>
                      <a:pt x="39" y="33"/>
                    </a:cubicBezTo>
                    <a:cubicBezTo>
                      <a:pt x="37" y="35"/>
                      <a:pt x="38" y="34"/>
                      <a:pt x="38" y="35"/>
                    </a:cubicBezTo>
                    <a:cubicBezTo>
                      <a:pt x="39" y="34"/>
                      <a:pt x="39" y="34"/>
                      <a:pt x="39" y="34"/>
                    </a:cubicBezTo>
                    <a:cubicBezTo>
                      <a:pt x="40" y="33"/>
                      <a:pt x="38" y="35"/>
                      <a:pt x="38" y="35"/>
                    </a:cubicBezTo>
                    <a:cubicBezTo>
                      <a:pt x="42" y="32"/>
                      <a:pt x="42" y="32"/>
                      <a:pt x="42" y="32"/>
                    </a:cubicBezTo>
                    <a:cubicBezTo>
                      <a:pt x="42" y="32"/>
                      <a:pt x="41" y="33"/>
                      <a:pt x="40" y="34"/>
                    </a:cubicBezTo>
                    <a:cubicBezTo>
                      <a:pt x="40" y="34"/>
                      <a:pt x="42" y="32"/>
                      <a:pt x="44" y="31"/>
                    </a:cubicBezTo>
                    <a:cubicBezTo>
                      <a:pt x="44" y="31"/>
                      <a:pt x="45" y="31"/>
                      <a:pt x="45" y="31"/>
                    </a:cubicBezTo>
                    <a:cubicBezTo>
                      <a:pt x="44" y="32"/>
                      <a:pt x="45" y="31"/>
                      <a:pt x="44" y="32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3" y="33"/>
                      <a:pt x="41" y="34"/>
                      <a:pt x="40" y="35"/>
                    </a:cubicBezTo>
                    <a:cubicBezTo>
                      <a:pt x="41" y="35"/>
                      <a:pt x="41" y="36"/>
                      <a:pt x="41" y="36"/>
                    </a:cubicBezTo>
                    <a:cubicBezTo>
                      <a:pt x="43" y="34"/>
                      <a:pt x="42" y="35"/>
                      <a:pt x="44" y="34"/>
                    </a:cubicBezTo>
                    <a:cubicBezTo>
                      <a:pt x="44" y="34"/>
                      <a:pt x="43" y="35"/>
                      <a:pt x="42" y="36"/>
                    </a:cubicBezTo>
                    <a:cubicBezTo>
                      <a:pt x="43" y="35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4" y="36"/>
                      <a:pt x="43" y="37"/>
                      <a:pt x="45" y="36"/>
                    </a:cubicBezTo>
                    <a:cubicBezTo>
                      <a:pt x="44" y="37"/>
                      <a:pt x="44" y="37"/>
                      <a:pt x="44" y="37"/>
                    </a:cubicBezTo>
                    <a:cubicBezTo>
                      <a:pt x="44" y="37"/>
                      <a:pt x="47" y="34"/>
                      <a:pt x="46" y="36"/>
                    </a:cubicBezTo>
                    <a:cubicBezTo>
                      <a:pt x="45" y="36"/>
                      <a:pt x="45" y="36"/>
                      <a:pt x="45" y="36"/>
                    </a:cubicBezTo>
                    <a:cubicBezTo>
                      <a:pt x="46" y="36"/>
                      <a:pt x="44" y="38"/>
                      <a:pt x="46" y="36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5" y="37"/>
                      <a:pt x="45" y="37"/>
                      <a:pt x="47" y="36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9"/>
                      <a:pt x="47" y="36"/>
                      <a:pt x="47" y="37"/>
                    </a:cubicBezTo>
                    <a:cubicBezTo>
                      <a:pt x="47" y="37"/>
                      <a:pt x="46" y="38"/>
                      <a:pt x="46" y="38"/>
                    </a:cubicBezTo>
                    <a:cubicBezTo>
                      <a:pt x="47" y="37"/>
                      <a:pt x="47" y="38"/>
                      <a:pt x="47" y="38"/>
                    </a:cubicBezTo>
                    <a:cubicBezTo>
                      <a:pt x="46" y="39"/>
                      <a:pt x="46" y="39"/>
                      <a:pt x="46" y="39"/>
                    </a:cubicBezTo>
                    <a:cubicBezTo>
                      <a:pt x="47" y="40"/>
                      <a:pt x="47" y="41"/>
                      <a:pt x="50" y="41"/>
                    </a:cubicBezTo>
                    <a:cubicBezTo>
                      <a:pt x="48" y="42"/>
                      <a:pt x="48" y="41"/>
                      <a:pt x="47" y="43"/>
                    </a:cubicBezTo>
                    <a:cubicBezTo>
                      <a:pt x="49" y="41"/>
                      <a:pt x="48" y="42"/>
                      <a:pt x="49" y="42"/>
                    </a:cubicBezTo>
                    <a:cubicBezTo>
                      <a:pt x="48" y="42"/>
                      <a:pt x="48" y="42"/>
                      <a:pt x="48" y="42"/>
                    </a:cubicBezTo>
                    <a:cubicBezTo>
                      <a:pt x="49" y="42"/>
                      <a:pt x="48" y="43"/>
                      <a:pt x="48" y="43"/>
                    </a:cubicBezTo>
                    <a:cubicBezTo>
                      <a:pt x="49" y="43"/>
                      <a:pt x="49" y="43"/>
                      <a:pt x="49" y="43"/>
                    </a:cubicBezTo>
                    <a:cubicBezTo>
                      <a:pt x="50" y="42"/>
                      <a:pt x="47" y="45"/>
                      <a:pt x="49" y="43"/>
                    </a:cubicBezTo>
                    <a:cubicBezTo>
                      <a:pt x="48" y="44"/>
                      <a:pt x="48" y="44"/>
                      <a:pt x="48" y="44"/>
                    </a:cubicBezTo>
                    <a:cubicBezTo>
                      <a:pt x="50" y="43"/>
                      <a:pt x="47" y="45"/>
                      <a:pt x="49" y="44"/>
                    </a:cubicBezTo>
                    <a:cubicBezTo>
                      <a:pt x="49" y="44"/>
                      <a:pt x="49" y="44"/>
                      <a:pt x="49" y="44"/>
                    </a:cubicBezTo>
                    <a:cubicBezTo>
                      <a:pt x="48" y="45"/>
                      <a:pt x="51" y="43"/>
                      <a:pt x="50" y="44"/>
                    </a:cubicBezTo>
                    <a:cubicBezTo>
                      <a:pt x="50" y="44"/>
                      <a:pt x="51" y="44"/>
                      <a:pt x="53" y="43"/>
                    </a:cubicBezTo>
                    <a:cubicBezTo>
                      <a:pt x="51" y="44"/>
                      <a:pt x="51" y="44"/>
                      <a:pt x="51" y="44"/>
                    </a:cubicBezTo>
                    <a:cubicBezTo>
                      <a:pt x="52" y="44"/>
                      <a:pt x="52" y="46"/>
                      <a:pt x="55" y="45"/>
                    </a:cubicBezTo>
                    <a:cubicBezTo>
                      <a:pt x="54" y="45"/>
                      <a:pt x="54" y="45"/>
                      <a:pt x="54" y="45"/>
                    </a:cubicBezTo>
                    <a:cubicBezTo>
                      <a:pt x="56" y="44"/>
                      <a:pt x="52" y="48"/>
                      <a:pt x="56" y="45"/>
                    </a:cubicBezTo>
                    <a:cubicBezTo>
                      <a:pt x="58" y="45"/>
                      <a:pt x="58" y="45"/>
                      <a:pt x="58" y="45"/>
                    </a:cubicBezTo>
                    <a:cubicBezTo>
                      <a:pt x="56" y="46"/>
                      <a:pt x="56" y="46"/>
                      <a:pt x="56" y="46"/>
                    </a:cubicBezTo>
                    <a:cubicBezTo>
                      <a:pt x="57" y="46"/>
                      <a:pt x="56" y="46"/>
                      <a:pt x="58" y="46"/>
                    </a:cubicBezTo>
                    <a:cubicBezTo>
                      <a:pt x="56" y="46"/>
                      <a:pt x="56" y="46"/>
                      <a:pt x="56" y="46"/>
                    </a:cubicBezTo>
                    <a:cubicBezTo>
                      <a:pt x="56" y="47"/>
                      <a:pt x="59" y="46"/>
                      <a:pt x="58" y="46"/>
                    </a:cubicBezTo>
                    <a:cubicBezTo>
                      <a:pt x="57" y="46"/>
                      <a:pt x="57" y="46"/>
                      <a:pt x="57" y="46"/>
                    </a:cubicBezTo>
                    <a:cubicBezTo>
                      <a:pt x="55" y="49"/>
                      <a:pt x="54" y="52"/>
                      <a:pt x="58" y="51"/>
                    </a:cubicBezTo>
                    <a:cubicBezTo>
                      <a:pt x="59" y="50"/>
                      <a:pt x="56" y="52"/>
                      <a:pt x="56" y="52"/>
                    </a:cubicBezTo>
                    <a:cubicBezTo>
                      <a:pt x="60" y="51"/>
                      <a:pt x="56" y="55"/>
                      <a:pt x="61" y="53"/>
                    </a:cubicBezTo>
                    <a:cubicBezTo>
                      <a:pt x="63" y="53"/>
                      <a:pt x="68" y="50"/>
                      <a:pt x="68" y="50"/>
                    </a:cubicBezTo>
                    <a:cubicBezTo>
                      <a:pt x="65" y="50"/>
                      <a:pt x="66" y="47"/>
                      <a:pt x="68" y="44"/>
                    </a:cubicBezTo>
                    <a:cubicBezTo>
                      <a:pt x="67" y="44"/>
                      <a:pt x="66" y="43"/>
                      <a:pt x="66" y="4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8" name="Freeform 374"/>
              <p:cNvSpPr/>
              <p:nvPr>
                <p:custDataLst>
                  <p:tags r:id="rId220"/>
                </p:custDataLst>
              </p:nvPr>
            </p:nvSpPr>
            <p:spPr bwMode="auto">
              <a:xfrm>
                <a:off x="3472" y="2077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  <a:gd name="T3" fmla="*/ 0 h 1"/>
                  <a:gd name="T4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9" name="Freeform 375"/>
              <p:cNvSpPr/>
              <p:nvPr>
                <p:custDataLst>
                  <p:tags r:id="rId221"/>
                </p:custDataLst>
              </p:nvPr>
            </p:nvSpPr>
            <p:spPr bwMode="auto">
              <a:xfrm>
                <a:off x="4219" y="2506"/>
                <a:ext cx="2" cy="4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1 h 2"/>
                  <a:gd name="T4" fmla="*/ 1 w 1"/>
                  <a:gd name="T5" fmla="*/ 0 h 2"/>
                  <a:gd name="T6" fmla="*/ 0 w 1"/>
                  <a:gd name="T7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2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0" name="Freeform 376"/>
              <p:cNvSpPr/>
              <p:nvPr>
                <p:custDataLst>
                  <p:tags r:id="rId222"/>
                </p:custDataLst>
              </p:nvPr>
            </p:nvSpPr>
            <p:spPr bwMode="auto">
              <a:xfrm>
                <a:off x="4228" y="2482"/>
                <a:ext cx="6" cy="3"/>
              </a:xfrm>
              <a:custGeom>
                <a:avLst/>
                <a:gdLst>
                  <a:gd name="T0" fmla="*/ 3 w 3"/>
                  <a:gd name="T1" fmla="*/ 0 h 1"/>
                  <a:gd name="T2" fmla="*/ 0 w 3"/>
                  <a:gd name="T3" fmla="*/ 1 h 1"/>
                  <a:gd name="T4" fmla="*/ 3 w 3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1">
                    <a:moveTo>
                      <a:pt x="3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2" y="1"/>
                      <a:pt x="2" y="0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1" name="Freeform 377"/>
              <p:cNvSpPr/>
              <p:nvPr>
                <p:custDataLst>
                  <p:tags r:id="rId223"/>
                </p:custDataLst>
              </p:nvPr>
            </p:nvSpPr>
            <p:spPr bwMode="auto">
              <a:xfrm>
                <a:off x="3472" y="2073"/>
                <a:ext cx="0" cy="2"/>
              </a:xfrm>
              <a:custGeom>
                <a:avLst/>
                <a:gdLst>
                  <a:gd name="T0" fmla="*/ 0 h 1"/>
                  <a:gd name="T1" fmla="*/ 0 h 1"/>
                  <a:gd name="T2" fmla="*/ 0 h 1"/>
                  <a:gd name="T3" fmla="*/ 1 h 1"/>
                  <a:gd name="T4" fmla="*/ 1 h 1"/>
                  <a:gd name="T5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2" name="Freeform 378"/>
              <p:cNvSpPr/>
              <p:nvPr>
                <p:custDataLst>
                  <p:tags r:id="rId224"/>
                </p:custDataLst>
              </p:nvPr>
            </p:nvSpPr>
            <p:spPr bwMode="auto">
              <a:xfrm>
                <a:off x="3472" y="207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3" name="Freeform 379"/>
              <p:cNvSpPr/>
              <p:nvPr>
                <p:custDataLst>
                  <p:tags r:id="rId225"/>
                </p:custDataLst>
              </p:nvPr>
            </p:nvSpPr>
            <p:spPr bwMode="auto">
              <a:xfrm>
                <a:off x="4219" y="2510"/>
                <a:ext cx="5" cy="2"/>
              </a:xfrm>
              <a:custGeom>
                <a:avLst/>
                <a:gdLst>
                  <a:gd name="T0" fmla="*/ 0 w 2"/>
                  <a:gd name="T1" fmla="*/ 1 h 1"/>
                  <a:gd name="T2" fmla="*/ 2 w 2"/>
                  <a:gd name="T3" fmla="*/ 0 h 1"/>
                  <a:gd name="T4" fmla="*/ 0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0" y="1"/>
                      <a:pt x="1" y="1"/>
                      <a:pt x="2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4" name="Freeform 380"/>
              <p:cNvSpPr/>
              <p:nvPr>
                <p:custDataLst>
                  <p:tags r:id="rId226"/>
                </p:custDataLst>
              </p:nvPr>
            </p:nvSpPr>
            <p:spPr bwMode="auto">
              <a:xfrm>
                <a:off x="4221" y="2514"/>
                <a:ext cx="3" cy="4"/>
              </a:xfrm>
              <a:custGeom>
                <a:avLst/>
                <a:gdLst>
                  <a:gd name="T0" fmla="*/ 1 w 1"/>
                  <a:gd name="T1" fmla="*/ 0 h 2"/>
                  <a:gd name="T2" fmla="*/ 1 w 1"/>
                  <a:gd name="T3" fmla="*/ 2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0" y="2"/>
                      <a:pt x="1" y="1"/>
                      <a:pt x="1" y="2"/>
                    </a:cubicBezTo>
                    <a:cubicBezTo>
                      <a:pt x="1" y="1"/>
                      <a:pt x="1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5" name="Oval 381"/>
              <p:cNvSpPr>
                <a:spLocks noChangeArrowheads="1"/>
              </p:cNvSpPr>
              <p:nvPr>
                <p:custDataLst>
                  <p:tags r:id="rId227"/>
                </p:custDataLst>
              </p:nvPr>
            </p:nvSpPr>
            <p:spPr bwMode="auto">
              <a:xfrm>
                <a:off x="3905" y="2275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6" name="Freeform 382"/>
              <p:cNvSpPr/>
              <p:nvPr>
                <p:custDataLst>
                  <p:tags r:id="rId228"/>
                </p:custDataLst>
              </p:nvPr>
            </p:nvSpPr>
            <p:spPr bwMode="auto">
              <a:xfrm>
                <a:off x="4217" y="2510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7" name="Freeform 383"/>
              <p:cNvSpPr/>
              <p:nvPr>
                <p:custDataLst>
                  <p:tags r:id="rId229"/>
                </p:custDataLst>
              </p:nvPr>
            </p:nvSpPr>
            <p:spPr bwMode="auto">
              <a:xfrm>
                <a:off x="4296" y="2552"/>
                <a:ext cx="0" cy="3"/>
              </a:xfrm>
              <a:custGeom>
                <a:avLst/>
                <a:gdLst>
                  <a:gd name="T0" fmla="*/ 0 h 1"/>
                  <a:gd name="T1" fmla="*/ 1 h 1"/>
                  <a:gd name="T2" fmla="*/ 1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8" name="Freeform 384"/>
              <p:cNvSpPr/>
              <p:nvPr>
                <p:custDataLst>
                  <p:tags r:id="rId230"/>
                </p:custDataLst>
              </p:nvPr>
            </p:nvSpPr>
            <p:spPr bwMode="auto">
              <a:xfrm>
                <a:off x="4289" y="255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9" name="Freeform 385"/>
              <p:cNvSpPr/>
              <p:nvPr>
                <p:custDataLst>
                  <p:tags r:id="rId231"/>
                </p:custDataLst>
              </p:nvPr>
            </p:nvSpPr>
            <p:spPr bwMode="auto">
              <a:xfrm>
                <a:off x="4296" y="2552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0" name="Freeform 386"/>
              <p:cNvSpPr/>
              <p:nvPr>
                <p:custDataLst>
                  <p:tags r:id="rId232"/>
                </p:custDataLst>
              </p:nvPr>
            </p:nvSpPr>
            <p:spPr bwMode="auto">
              <a:xfrm>
                <a:off x="4306" y="2555"/>
                <a:ext cx="2" cy="4"/>
              </a:xfrm>
              <a:custGeom>
                <a:avLst/>
                <a:gdLst>
                  <a:gd name="T0" fmla="*/ 0 w 2"/>
                  <a:gd name="T1" fmla="*/ 4 h 4"/>
                  <a:gd name="T2" fmla="*/ 0 w 2"/>
                  <a:gd name="T3" fmla="*/ 4 h 4"/>
                  <a:gd name="T4" fmla="*/ 2 w 2"/>
                  <a:gd name="T5" fmla="*/ 0 h 4"/>
                  <a:gd name="T6" fmla="*/ 0 w 2"/>
                  <a:gd name="T7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4">
                    <a:moveTo>
                      <a:pt x="0" y="4"/>
                    </a:moveTo>
                    <a:lnTo>
                      <a:pt x="0" y="4"/>
                    </a:lnTo>
                    <a:lnTo>
                      <a:pt x="2" y="0"/>
                    </a:lnTo>
                    <a:lnTo>
                      <a:pt x="0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1" name="Freeform 387"/>
              <p:cNvSpPr/>
              <p:nvPr>
                <p:custDataLst>
                  <p:tags r:id="rId233"/>
                </p:custDataLst>
              </p:nvPr>
            </p:nvSpPr>
            <p:spPr bwMode="auto">
              <a:xfrm>
                <a:off x="3903" y="2275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1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2" name="Freeform 388"/>
              <p:cNvSpPr/>
              <p:nvPr>
                <p:custDataLst>
                  <p:tags r:id="rId234"/>
                </p:custDataLst>
              </p:nvPr>
            </p:nvSpPr>
            <p:spPr bwMode="auto">
              <a:xfrm>
                <a:off x="3901" y="257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3" name="Freeform 389"/>
              <p:cNvSpPr/>
              <p:nvPr>
                <p:custDataLst>
                  <p:tags r:id="rId235"/>
                </p:custDataLst>
              </p:nvPr>
            </p:nvSpPr>
            <p:spPr bwMode="auto">
              <a:xfrm>
                <a:off x="4285" y="2550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4" name="Freeform 390"/>
              <p:cNvSpPr/>
              <p:nvPr>
                <p:custDataLst>
                  <p:tags r:id="rId236"/>
                </p:custDataLst>
              </p:nvPr>
            </p:nvSpPr>
            <p:spPr bwMode="auto">
              <a:xfrm>
                <a:off x="3472" y="2079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5" name="Rectangle 391"/>
              <p:cNvSpPr>
                <a:spLocks noChangeArrowheads="1"/>
              </p:cNvSpPr>
              <p:nvPr>
                <p:custDataLst>
                  <p:tags r:id="rId237"/>
                </p:custDataLst>
              </p:nvPr>
            </p:nvSpPr>
            <p:spPr bwMode="auto">
              <a:xfrm>
                <a:off x="3472" y="2079"/>
                <a:ext cx="1" cy="1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6" name="Freeform 392"/>
              <p:cNvSpPr/>
              <p:nvPr>
                <p:custDataLst>
                  <p:tags r:id="rId238"/>
                </p:custDataLst>
              </p:nvPr>
            </p:nvSpPr>
            <p:spPr bwMode="auto">
              <a:xfrm>
                <a:off x="4277" y="2495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7" name="Freeform 393"/>
              <p:cNvSpPr/>
              <p:nvPr>
                <p:custDataLst>
                  <p:tags r:id="rId239"/>
                </p:custDataLst>
              </p:nvPr>
            </p:nvSpPr>
            <p:spPr bwMode="auto">
              <a:xfrm>
                <a:off x="3472" y="207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8" name="Freeform 394"/>
              <p:cNvSpPr/>
              <p:nvPr>
                <p:custDataLst>
                  <p:tags r:id="rId240"/>
                </p:custDataLst>
              </p:nvPr>
            </p:nvSpPr>
            <p:spPr bwMode="auto">
              <a:xfrm>
                <a:off x="4255" y="253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9" name="Freeform 395"/>
              <p:cNvSpPr/>
              <p:nvPr>
                <p:custDataLst>
                  <p:tags r:id="rId241"/>
                </p:custDataLst>
              </p:nvPr>
            </p:nvSpPr>
            <p:spPr bwMode="auto">
              <a:xfrm>
                <a:off x="3678" y="2461"/>
                <a:ext cx="19" cy="13"/>
              </a:xfrm>
              <a:custGeom>
                <a:avLst/>
                <a:gdLst>
                  <a:gd name="T0" fmla="*/ 0 w 9"/>
                  <a:gd name="T1" fmla="*/ 0 h 6"/>
                  <a:gd name="T2" fmla="*/ 9 w 9"/>
                  <a:gd name="T3" fmla="*/ 6 h 6"/>
                  <a:gd name="T4" fmla="*/ 0 w 9"/>
                  <a:gd name="T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0" y="0"/>
                    </a:moveTo>
                    <a:cubicBezTo>
                      <a:pt x="9" y="6"/>
                      <a:pt x="9" y="6"/>
                      <a:pt x="9" y="6"/>
                    </a:cubicBezTo>
                    <a:cubicBezTo>
                      <a:pt x="6" y="3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0" name="Freeform 396"/>
              <p:cNvSpPr/>
              <p:nvPr>
                <p:custDataLst>
                  <p:tags r:id="rId242"/>
                </p:custDataLst>
              </p:nvPr>
            </p:nvSpPr>
            <p:spPr bwMode="auto">
              <a:xfrm>
                <a:off x="3496" y="2319"/>
                <a:ext cx="4" cy="6"/>
              </a:xfrm>
              <a:custGeom>
                <a:avLst/>
                <a:gdLst>
                  <a:gd name="T0" fmla="*/ 1 w 2"/>
                  <a:gd name="T1" fmla="*/ 1 h 3"/>
                  <a:gd name="T2" fmla="*/ 2 w 2"/>
                  <a:gd name="T3" fmla="*/ 3 h 3"/>
                  <a:gd name="T4" fmla="*/ 2 w 2"/>
                  <a:gd name="T5" fmla="*/ 1 h 3"/>
                  <a:gd name="T6" fmla="*/ 1 w 2"/>
                  <a:gd name="T7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3">
                    <a:moveTo>
                      <a:pt x="1" y="1"/>
                    </a:moveTo>
                    <a:cubicBezTo>
                      <a:pt x="2" y="2"/>
                      <a:pt x="2" y="2"/>
                      <a:pt x="2" y="3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0"/>
                      <a:pt x="0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1" name="Freeform 397"/>
              <p:cNvSpPr/>
              <p:nvPr>
                <p:custDataLst>
                  <p:tags r:id="rId243"/>
                </p:custDataLst>
              </p:nvPr>
            </p:nvSpPr>
            <p:spPr bwMode="auto">
              <a:xfrm>
                <a:off x="3483" y="2156"/>
                <a:ext cx="6" cy="4"/>
              </a:xfrm>
              <a:custGeom>
                <a:avLst/>
                <a:gdLst>
                  <a:gd name="T0" fmla="*/ 2 w 3"/>
                  <a:gd name="T1" fmla="*/ 1 h 2"/>
                  <a:gd name="T2" fmla="*/ 1 w 3"/>
                  <a:gd name="T3" fmla="*/ 2 h 2"/>
                  <a:gd name="T4" fmla="*/ 2 w 3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2" y="1"/>
                    </a:moveTo>
                    <a:cubicBezTo>
                      <a:pt x="0" y="0"/>
                      <a:pt x="3" y="1"/>
                      <a:pt x="1" y="2"/>
                    </a:cubicBezTo>
                    <a:cubicBezTo>
                      <a:pt x="2" y="2"/>
                      <a:pt x="2" y="2"/>
                      <a:pt x="2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2" name="Freeform 398"/>
              <p:cNvSpPr/>
              <p:nvPr>
                <p:custDataLst>
                  <p:tags r:id="rId244"/>
                </p:custDataLst>
              </p:nvPr>
            </p:nvSpPr>
            <p:spPr bwMode="auto">
              <a:xfrm>
                <a:off x="3534" y="2347"/>
                <a:ext cx="13" cy="6"/>
              </a:xfrm>
              <a:custGeom>
                <a:avLst/>
                <a:gdLst>
                  <a:gd name="T0" fmla="*/ 0 w 6"/>
                  <a:gd name="T1" fmla="*/ 0 h 3"/>
                  <a:gd name="T2" fmla="*/ 4 w 6"/>
                  <a:gd name="T3" fmla="*/ 3 h 3"/>
                  <a:gd name="T4" fmla="*/ 0 w 6"/>
                  <a:gd name="T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" h="3">
                    <a:moveTo>
                      <a:pt x="0" y="0"/>
                    </a:moveTo>
                    <a:cubicBezTo>
                      <a:pt x="0" y="2"/>
                      <a:pt x="3" y="3"/>
                      <a:pt x="4" y="3"/>
                    </a:cubicBezTo>
                    <a:cubicBezTo>
                      <a:pt x="6" y="3"/>
                      <a:pt x="1" y="2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3" name="Freeform 399"/>
              <p:cNvSpPr/>
              <p:nvPr>
                <p:custDataLst>
                  <p:tags r:id="rId245"/>
                </p:custDataLst>
              </p:nvPr>
            </p:nvSpPr>
            <p:spPr bwMode="auto">
              <a:xfrm>
                <a:off x="3466" y="2090"/>
                <a:ext cx="4" cy="4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0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cubicBezTo>
                      <a:pt x="2" y="2"/>
                      <a:pt x="2" y="2"/>
                      <a:pt x="2" y="2"/>
                    </a:cubicBezTo>
                    <a:cubicBezTo>
                      <a:pt x="2" y="1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4" name="Freeform 400"/>
              <p:cNvSpPr/>
              <p:nvPr>
                <p:custDataLst>
                  <p:tags r:id="rId246"/>
                </p:custDataLst>
              </p:nvPr>
            </p:nvSpPr>
            <p:spPr bwMode="auto">
              <a:xfrm>
                <a:off x="3466" y="2103"/>
                <a:ext cx="4" cy="0"/>
              </a:xfrm>
              <a:custGeom>
                <a:avLst/>
                <a:gdLst>
                  <a:gd name="T0" fmla="*/ 0 w 2"/>
                  <a:gd name="T1" fmla="*/ 1 w 2"/>
                  <a:gd name="T2" fmla="*/ 1 w 2"/>
                  <a:gd name="T3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5" name="Freeform 401"/>
              <p:cNvSpPr/>
              <p:nvPr>
                <p:custDataLst>
                  <p:tags r:id="rId247"/>
                </p:custDataLst>
              </p:nvPr>
            </p:nvSpPr>
            <p:spPr bwMode="auto">
              <a:xfrm>
                <a:off x="3477" y="2152"/>
                <a:ext cx="4" cy="8"/>
              </a:xfrm>
              <a:custGeom>
                <a:avLst/>
                <a:gdLst>
                  <a:gd name="T0" fmla="*/ 2 w 2"/>
                  <a:gd name="T1" fmla="*/ 4 h 4"/>
                  <a:gd name="T2" fmla="*/ 1 w 2"/>
                  <a:gd name="T3" fmla="*/ 0 h 4"/>
                  <a:gd name="T4" fmla="*/ 2 w 2"/>
                  <a:gd name="T5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">
                    <a:moveTo>
                      <a:pt x="2" y="4"/>
                    </a:moveTo>
                    <a:cubicBezTo>
                      <a:pt x="2" y="3"/>
                      <a:pt x="1" y="1"/>
                      <a:pt x="1" y="0"/>
                    </a:cubicBezTo>
                    <a:cubicBezTo>
                      <a:pt x="0" y="2"/>
                      <a:pt x="1" y="2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6" name="Freeform 402"/>
              <p:cNvSpPr/>
              <p:nvPr>
                <p:custDataLst>
                  <p:tags r:id="rId248"/>
                </p:custDataLst>
              </p:nvPr>
            </p:nvSpPr>
            <p:spPr bwMode="auto">
              <a:xfrm>
                <a:off x="3466" y="2096"/>
                <a:ext cx="8" cy="5"/>
              </a:xfrm>
              <a:custGeom>
                <a:avLst/>
                <a:gdLst>
                  <a:gd name="T0" fmla="*/ 0 w 4"/>
                  <a:gd name="T1" fmla="*/ 2 h 2"/>
                  <a:gd name="T2" fmla="*/ 0 w 4"/>
                  <a:gd name="T3" fmla="*/ 2 h 2"/>
                  <a:gd name="T4" fmla="*/ 2 w 4"/>
                  <a:gd name="T5" fmla="*/ 2 h 2"/>
                  <a:gd name="T6" fmla="*/ 2 w 4"/>
                  <a:gd name="T7" fmla="*/ 1 h 2"/>
                  <a:gd name="T8" fmla="*/ 4 w 4"/>
                  <a:gd name="T9" fmla="*/ 0 h 2"/>
                  <a:gd name="T10" fmla="*/ 0 w 4"/>
                  <a:gd name="T11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2">
                    <a:moveTo>
                      <a:pt x="0" y="2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1" y="2"/>
                      <a:pt x="1" y="2"/>
                      <a:pt x="2" y="2"/>
                    </a:cubicBezTo>
                    <a:cubicBezTo>
                      <a:pt x="2" y="2"/>
                      <a:pt x="3" y="1"/>
                      <a:pt x="2" y="1"/>
                    </a:cubicBezTo>
                    <a:cubicBezTo>
                      <a:pt x="3" y="0"/>
                      <a:pt x="4" y="1"/>
                      <a:pt x="4" y="0"/>
                    </a:cubicBezTo>
                    <a:cubicBezTo>
                      <a:pt x="3" y="0"/>
                      <a:pt x="1" y="1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7" name="Freeform 403"/>
              <p:cNvSpPr/>
              <p:nvPr>
                <p:custDataLst>
                  <p:tags r:id="rId249"/>
                </p:custDataLst>
              </p:nvPr>
            </p:nvSpPr>
            <p:spPr bwMode="auto">
              <a:xfrm>
                <a:off x="3470" y="2101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8" name="Freeform 404"/>
              <p:cNvSpPr/>
              <p:nvPr>
                <p:custDataLst>
                  <p:tags r:id="rId250"/>
                </p:custDataLst>
              </p:nvPr>
            </p:nvSpPr>
            <p:spPr bwMode="auto">
              <a:xfrm>
                <a:off x="3718" y="2501"/>
                <a:ext cx="5" cy="5"/>
              </a:xfrm>
              <a:custGeom>
                <a:avLst/>
                <a:gdLst>
                  <a:gd name="T0" fmla="*/ 0 w 2"/>
                  <a:gd name="T1" fmla="*/ 2 h 2"/>
                  <a:gd name="T2" fmla="*/ 2 w 2"/>
                  <a:gd name="T3" fmla="*/ 2 h 2"/>
                  <a:gd name="T4" fmla="*/ 0 w 2"/>
                  <a:gd name="T5" fmla="*/ 0 h 2"/>
                  <a:gd name="T6" fmla="*/ 0 w 2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cubicBezTo>
                      <a:pt x="1" y="2"/>
                      <a:pt x="2" y="1"/>
                      <a:pt x="2" y="2"/>
                    </a:cubicBezTo>
                    <a:cubicBezTo>
                      <a:pt x="2" y="1"/>
                      <a:pt x="1" y="1"/>
                      <a:pt x="0" y="0"/>
                    </a:cubicBezTo>
                    <a:cubicBezTo>
                      <a:pt x="0" y="0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9" name="Freeform 405"/>
              <p:cNvSpPr/>
              <p:nvPr>
                <p:custDataLst>
                  <p:tags r:id="rId251"/>
                </p:custDataLst>
              </p:nvPr>
            </p:nvSpPr>
            <p:spPr bwMode="auto">
              <a:xfrm>
                <a:off x="3629" y="2417"/>
                <a:ext cx="7" cy="6"/>
              </a:xfrm>
              <a:custGeom>
                <a:avLst/>
                <a:gdLst>
                  <a:gd name="T0" fmla="*/ 2 w 3"/>
                  <a:gd name="T1" fmla="*/ 3 h 3"/>
                  <a:gd name="T2" fmla="*/ 0 w 3"/>
                  <a:gd name="T3" fmla="*/ 0 h 3"/>
                  <a:gd name="T4" fmla="*/ 2 w 3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3">
                    <a:moveTo>
                      <a:pt x="2" y="3"/>
                    </a:moveTo>
                    <a:cubicBezTo>
                      <a:pt x="3" y="2"/>
                      <a:pt x="1" y="1"/>
                      <a:pt x="0" y="0"/>
                    </a:cubicBezTo>
                    <a:cubicBezTo>
                      <a:pt x="0" y="1"/>
                      <a:pt x="1" y="2"/>
                      <a:pt x="2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</p:grpSp>
        <p:sp>
          <p:nvSpPr>
            <p:cNvPr id="59" name="Freeform 407"/>
            <p:cNvSpPr/>
            <p:nvPr>
              <p:custDataLst>
                <p:tags r:id="rId6"/>
              </p:custDataLst>
            </p:nvPr>
          </p:nvSpPr>
          <p:spPr bwMode="auto">
            <a:xfrm>
              <a:off x="3716" y="2495"/>
              <a:ext cx="5" cy="4"/>
            </a:xfrm>
            <a:custGeom>
              <a:avLst/>
              <a:gdLst>
                <a:gd name="T0" fmla="*/ 2 w 2"/>
                <a:gd name="T1" fmla="*/ 2 h 2"/>
                <a:gd name="T2" fmla="*/ 0 w 2"/>
                <a:gd name="T3" fmla="*/ 0 h 2"/>
                <a:gd name="T4" fmla="*/ 2 w 2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cubicBezTo>
                    <a:pt x="1" y="1"/>
                    <a:pt x="1" y="0"/>
                    <a:pt x="0" y="0"/>
                  </a:cubicBezTo>
                  <a:cubicBezTo>
                    <a:pt x="1" y="1"/>
                    <a:pt x="1" y="1"/>
                    <a:pt x="2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0" name="Freeform 408"/>
            <p:cNvSpPr/>
            <p:nvPr>
              <p:custDataLst>
                <p:tags r:id="rId7"/>
              </p:custDataLst>
            </p:nvPr>
          </p:nvSpPr>
          <p:spPr bwMode="auto">
            <a:xfrm>
              <a:off x="3706" y="2480"/>
              <a:ext cx="10" cy="15"/>
            </a:xfrm>
            <a:custGeom>
              <a:avLst/>
              <a:gdLst>
                <a:gd name="T0" fmla="*/ 5 w 5"/>
                <a:gd name="T1" fmla="*/ 7 h 7"/>
                <a:gd name="T2" fmla="*/ 2 w 5"/>
                <a:gd name="T3" fmla="*/ 3 h 7"/>
                <a:gd name="T4" fmla="*/ 2 w 5"/>
                <a:gd name="T5" fmla="*/ 1 h 7"/>
                <a:gd name="T6" fmla="*/ 3 w 5"/>
                <a:gd name="T7" fmla="*/ 7 h 7"/>
                <a:gd name="T8" fmla="*/ 3 w 5"/>
                <a:gd name="T9" fmla="*/ 7 h 7"/>
                <a:gd name="T10" fmla="*/ 5 w 5"/>
                <a:gd name="T1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7">
                  <a:moveTo>
                    <a:pt x="5" y="7"/>
                  </a:moveTo>
                  <a:cubicBezTo>
                    <a:pt x="4" y="5"/>
                    <a:pt x="4" y="3"/>
                    <a:pt x="2" y="3"/>
                  </a:cubicBezTo>
                  <a:cubicBezTo>
                    <a:pt x="1" y="1"/>
                    <a:pt x="4" y="3"/>
                    <a:pt x="2" y="1"/>
                  </a:cubicBezTo>
                  <a:cubicBezTo>
                    <a:pt x="0" y="0"/>
                    <a:pt x="1" y="4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4" y="7"/>
                    <a:pt x="4" y="7"/>
                    <a:pt x="5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1" name="Freeform 409"/>
            <p:cNvSpPr/>
            <p:nvPr>
              <p:custDataLst>
                <p:tags r:id="rId8"/>
              </p:custDataLst>
            </p:nvPr>
          </p:nvSpPr>
          <p:spPr bwMode="auto">
            <a:xfrm>
              <a:off x="3782" y="3038"/>
              <a:ext cx="2" cy="4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1" y="1"/>
                    <a:pt x="1" y="1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2" name="Freeform 410"/>
            <p:cNvSpPr/>
            <p:nvPr>
              <p:custDataLst>
                <p:tags r:id="rId9"/>
              </p:custDataLst>
            </p:nvPr>
          </p:nvSpPr>
          <p:spPr bwMode="auto">
            <a:xfrm>
              <a:off x="3631" y="2249"/>
              <a:ext cx="3" cy="2"/>
            </a:xfrm>
            <a:custGeom>
              <a:avLst/>
              <a:gdLst>
                <a:gd name="T0" fmla="*/ 3 w 3"/>
                <a:gd name="T1" fmla="*/ 0 h 2"/>
                <a:gd name="T2" fmla="*/ 0 w 3"/>
                <a:gd name="T3" fmla="*/ 0 h 2"/>
                <a:gd name="T4" fmla="*/ 0 w 3"/>
                <a:gd name="T5" fmla="*/ 2 h 2"/>
                <a:gd name="T6" fmla="*/ 3 w 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2">
                  <a:moveTo>
                    <a:pt x="3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3" name="Freeform 411"/>
            <p:cNvSpPr/>
            <p:nvPr>
              <p:custDataLst>
                <p:tags r:id="rId10"/>
              </p:custDataLst>
            </p:nvPr>
          </p:nvSpPr>
          <p:spPr bwMode="auto">
            <a:xfrm>
              <a:off x="3988" y="3019"/>
              <a:ext cx="0" cy="2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4" name="Freeform 412"/>
            <p:cNvSpPr/>
            <p:nvPr>
              <p:custDataLst>
                <p:tags r:id="rId11"/>
              </p:custDataLst>
            </p:nvPr>
          </p:nvSpPr>
          <p:spPr bwMode="auto">
            <a:xfrm>
              <a:off x="3856" y="3002"/>
              <a:ext cx="0" cy="2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5" name="Freeform 413"/>
            <p:cNvSpPr/>
            <p:nvPr>
              <p:custDataLst>
                <p:tags r:id="rId12"/>
              </p:custDataLst>
            </p:nvPr>
          </p:nvSpPr>
          <p:spPr bwMode="auto">
            <a:xfrm>
              <a:off x="3924" y="2998"/>
              <a:ext cx="2" cy="2"/>
            </a:xfrm>
            <a:custGeom>
              <a:avLst/>
              <a:gdLst>
                <a:gd name="T0" fmla="*/ 0 w 1"/>
                <a:gd name="T1" fmla="*/ 1 h 1"/>
                <a:gd name="T2" fmla="*/ 0 w 1"/>
                <a:gd name="T3" fmla="*/ 1 h 1"/>
                <a:gd name="T4" fmla="*/ 1 w 1"/>
                <a:gd name="T5" fmla="*/ 0 h 1"/>
                <a:gd name="T6" fmla="*/ 0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6" name="Freeform 414"/>
            <p:cNvSpPr/>
            <p:nvPr>
              <p:custDataLst>
                <p:tags r:id="rId13"/>
              </p:custDataLst>
            </p:nvPr>
          </p:nvSpPr>
          <p:spPr bwMode="auto">
            <a:xfrm>
              <a:off x="3561" y="1990"/>
              <a:ext cx="3" cy="9"/>
            </a:xfrm>
            <a:custGeom>
              <a:avLst/>
              <a:gdLst>
                <a:gd name="T0" fmla="*/ 1 w 1"/>
                <a:gd name="T1" fmla="*/ 1 h 4"/>
                <a:gd name="T2" fmla="*/ 0 w 1"/>
                <a:gd name="T3" fmla="*/ 0 h 4"/>
                <a:gd name="T4" fmla="*/ 1 w 1"/>
                <a:gd name="T5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4">
                  <a:moveTo>
                    <a:pt x="1" y="1"/>
                  </a:moveTo>
                  <a:cubicBezTo>
                    <a:pt x="1" y="1"/>
                    <a:pt x="0" y="0"/>
                    <a:pt x="0" y="0"/>
                  </a:cubicBezTo>
                  <a:cubicBezTo>
                    <a:pt x="0" y="3"/>
                    <a:pt x="0" y="4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7" name="Freeform 415"/>
            <p:cNvSpPr/>
            <p:nvPr>
              <p:custDataLst>
                <p:tags r:id="rId14"/>
              </p:custDataLst>
            </p:nvPr>
          </p:nvSpPr>
          <p:spPr bwMode="auto">
            <a:xfrm>
              <a:off x="3795" y="3040"/>
              <a:ext cx="2" cy="2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1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8" name="Freeform 416"/>
            <p:cNvSpPr/>
            <p:nvPr>
              <p:custDataLst>
                <p:tags r:id="rId15"/>
              </p:custDataLst>
            </p:nvPr>
          </p:nvSpPr>
          <p:spPr bwMode="auto">
            <a:xfrm>
              <a:off x="3958" y="303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9" name="Freeform 417"/>
            <p:cNvSpPr/>
            <p:nvPr>
              <p:custDataLst>
                <p:tags r:id="rId16"/>
              </p:custDataLst>
            </p:nvPr>
          </p:nvSpPr>
          <p:spPr bwMode="auto">
            <a:xfrm>
              <a:off x="3982" y="3027"/>
              <a:ext cx="0" cy="3"/>
            </a:xfrm>
            <a:custGeom>
              <a:avLst/>
              <a:gdLst>
                <a:gd name="T0" fmla="*/ 0 h 1"/>
                <a:gd name="T1" fmla="*/ 0 h 1"/>
                <a:gd name="T2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3" name="Freeform 418"/>
            <p:cNvSpPr/>
            <p:nvPr>
              <p:custDataLst>
                <p:tags r:id="rId17"/>
              </p:custDataLst>
            </p:nvPr>
          </p:nvSpPr>
          <p:spPr bwMode="auto">
            <a:xfrm>
              <a:off x="3595" y="1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4" name="Freeform 419"/>
            <p:cNvSpPr/>
            <p:nvPr>
              <p:custDataLst>
                <p:tags r:id="rId18"/>
              </p:custDataLst>
            </p:nvPr>
          </p:nvSpPr>
          <p:spPr bwMode="auto">
            <a:xfrm>
              <a:off x="3757" y="2981"/>
              <a:ext cx="2" cy="2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5" name="Freeform 420"/>
            <p:cNvSpPr/>
            <p:nvPr>
              <p:custDataLst>
                <p:tags r:id="rId19"/>
              </p:custDataLst>
            </p:nvPr>
          </p:nvSpPr>
          <p:spPr bwMode="auto">
            <a:xfrm>
              <a:off x="3627" y="1789"/>
              <a:ext cx="2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6" name="Freeform 421"/>
            <p:cNvSpPr/>
            <p:nvPr>
              <p:custDataLst>
                <p:tags r:id="rId20"/>
              </p:custDataLst>
            </p:nvPr>
          </p:nvSpPr>
          <p:spPr bwMode="auto">
            <a:xfrm>
              <a:off x="3578" y="179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7" name="Rectangle 422"/>
            <p:cNvSpPr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3593" y="1825"/>
              <a:ext cx="1" cy="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8" name="Freeform 423"/>
            <p:cNvSpPr/>
            <p:nvPr>
              <p:custDataLst>
                <p:tags r:id="rId22"/>
              </p:custDataLst>
            </p:nvPr>
          </p:nvSpPr>
          <p:spPr bwMode="auto">
            <a:xfrm>
              <a:off x="3593" y="1825"/>
              <a:ext cx="0" cy="2"/>
            </a:xfrm>
            <a:custGeom>
              <a:avLst/>
              <a:gdLst>
                <a:gd name="T0" fmla="*/ 0 h 2"/>
                <a:gd name="T1" fmla="*/ 0 h 2"/>
                <a:gd name="T2" fmla="*/ 2 h 2"/>
                <a:gd name="T3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9" name="Freeform 424"/>
            <p:cNvSpPr/>
            <p:nvPr>
              <p:custDataLst>
                <p:tags r:id="rId23"/>
              </p:custDataLst>
            </p:nvPr>
          </p:nvSpPr>
          <p:spPr bwMode="auto">
            <a:xfrm>
              <a:off x="3593" y="1825"/>
              <a:ext cx="0" cy="2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0" name="Freeform 425"/>
            <p:cNvSpPr/>
            <p:nvPr>
              <p:custDataLst>
                <p:tags r:id="rId24"/>
              </p:custDataLst>
            </p:nvPr>
          </p:nvSpPr>
          <p:spPr bwMode="auto">
            <a:xfrm>
              <a:off x="3638" y="2417"/>
              <a:ext cx="6" cy="6"/>
            </a:xfrm>
            <a:custGeom>
              <a:avLst/>
              <a:gdLst>
                <a:gd name="T0" fmla="*/ 1 w 3"/>
                <a:gd name="T1" fmla="*/ 2 h 3"/>
                <a:gd name="T2" fmla="*/ 3 w 3"/>
                <a:gd name="T3" fmla="*/ 2 h 3"/>
                <a:gd name="T4" fmla="*/ 1 w 3"/>
                <a:gd name="T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3">
                  <a:moveTo>
                    <a:pt x="1" y="2"/>
                  </a:moveTo>
                  <a:cubicBezTo>
                    <a:pt x="2" y="2"/>
                    <a:pt x="3" y="3"/>
                    <a:pt x="3" y="2"/>
                  </a:cubicBezTo>
                  <a:cubicBezTo>
                    <a:pt x="0" y="0"/>
                    <a:pt x="0" y="0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1" name="Freeform 426"/>
            <p:cNvSpPr/>
            <p:nvPr>
              <p:custDataLst>
                <p:tags r:id="rId25"/>
              </p:custDataLst>
            </p:nvPr>
          </p:nvSpPr>
          <p:spPr bwMode="auto">
            <a:xfrm>
              <a:off x="3708" y="2743"/>
              <a:ext cx="2" cy="7"/>
            </a:xfrm>
            <a:custGeom>
              <a:avLst/>
              <a:gdLst>
                <a:gd name="T0" fmla="*/ 1 w 1"/>
                <a:gd name="T1" fmla="*/ 3 h 3"/>
                <a:gd name="T2" fmla="*/ 0 w 1"/>
                <a:gd name="T3" fmla="*/ 0 h 3"/>
                <a:gd name="T4" fmla="*/ 1 w 1"/>
                <a:gd name="T5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">
                  <a:moveTo>
                    <a:pt x="1" y="3"/>
                  </a:moveTo>
                  <a:cubicBezTo>
                    <a:pt x="1" y="3"/>
                    <a:pt x="1" y="0"/>
                    <a:pt x="0" y="0"/>
                  </a:cubicBezTo>
                  <a:cubicBezTo>
                    <a:pt x="0" y="0"/>
                    <a:pt x="0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2" name="Freeform 427"/>
            <p:cNvSpPr/>
            <p:nvPr>
              <p:custDataLst>
                <p:tags r:id="rId26"/>
              </p:custDataLst>
            </p:nvPr>
          </p:nvSpPr>
          <p:spPr bwMode="auto">
            <a:xfrm>
              <a:off x="3714" y="2737"/>
              <a:ext cx="4" cy="2"/>
            </a:xfrm>
            <a:custGeom>
              <a:avLst/>
              <a:gdLst>
                <a:gd name="T0" fmla="*/ 1 w 2"/>
                <a:gd name="T1" fmla="*/ 1 h 1"/>
                <a:gd name="T2" fmla="*/ 0 w 2"/>
                <a:gd name="T3" fmla="*/ 0 h 1"/>
                <a:gd name="T4" fmla="*/ 1 w 2"/>
                <a:gd name="T5" fmla="*/ 1 h 1"/>
                <a:gd name="T6" fmla="*/ 1 w 2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1" y="1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1" y="1"/>
                    <a:pt x="1" y="1"/>
                  </a:cubicBezTo>
                  <a:cubicBezTo>
                    <a:pt x="1" y="1"/>
                    <a:pt x="2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3" name="Freeform 428"/>
            <p:cNvSpPr/>
            <p:nvPr>
              <p:custDataLst>
                <p:tags r:id="rId27"/>
              </p:custDataLst>
            </p:nvPr>
          </p:nvSpPr>
          <p:spPr bwMode="auto">
            <a:xfrm>
              <a:off x="3706" y="2737"/>
              <a:ext cx="10" cy="4"/>
            </a:xfrm>
            <a:custGeom>
              <a:avLst/>
              <a:gdLst>
                <a:gd name="T0" fmla="*/ 0 w 5"/>
                <a:gd name="T1" fmla="*/ 1 h 2"/>
                <a:gd name="T2" fmla="*/ 4 w 5"/>
                <a:gd name="T3" fmla="*/ 1 h 2"/>
                <a:gd name="T4" fmla="*/ 5 w 5"/>
                <a:gd name="T5" fmla="*/ 2 h 2"/>
                <a:gd name="T6" fmla="*/ 3 w 5"/>
                <a:gd name="T7" fmla="*/ 1 h 2"/>
                <a:gd name="T8" fmla="*/ 2 w 5"/>
                <a:gd name="T9" fmla="*/ 1 h 2"/>
                <a:gd name="T10" fmla="*/ 0 w 5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2">
                  <a:moveTo>
                    <a:pt x="0" y="1"/>
                  </a:moveTo>
                  <a:cubicBezTo>
                    <a:pt x="1" y="2"/>
                    <a:pt x="3" y="2"/>
                    <a:pt x="4" y="1"/>
                  </a:cubicBezTo>
                  <a:cubicBezTo>
                    <a:pt x="4" y="1"/>
                    <a:pt x="5" y="2"/>
                    <a:pt x="5" y="2"/>
                  </a:cubicBezTo>
                  <a:cubicBezTo>
                    <a:pt x="4" y="1"/>
                    <a:pt x="4" y="1"/>
                    <a:pt x="3" y="1"/>
                  </a:cubicBezTo>
                  <a:cubicBezTo>
                    <a:pt x="3" y="1"/>
                    <a:pt x="1" y="0"/>
                    <a:pt x="2" y="1"/>
                  </a:cubicBezTo>
                  <a:cubicBezTo>
                    <a:pt x="2" y="1"/>
                    <a:pt x="1" y="0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4" name="Freeform 429"/>
            <p:cNvSpPr/>
            <p:nvPr>
              <p:custDataLst>
                <p:tags r:id="rId28"/>
              </p:custDataLst>
            </p:nvPr>
          </p:nvSpPr>
          <p:spPr bwMode="auto">
            <a:xfrm>
              <a:off x="3755" y="2718"/>
              <a:ext cx="4" cy="6"/>
            </a:xfrm>
            <a:custGeom>
              <a:avLst/>
              <a:gdLst>
                <a:gd name="T0" fmla="*/ 2 w 2"/>
                <a:gd name="T1" fmla="*/ 3 h 3"/>
                <a:gd name="T2" fmla="*/ 0 w 2"/>
                <a:gd name="T3" fmla="*/ 0 h 3"/>
                <a:gd name="T4" fmla="*/ 2 w 2"/>
                <a:gd name="T5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3">
                  <a:moveTo>
                    <a:pt x="2" y="3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2"/>
                    <a:pt x="1" y="2"/>
                    <a:pt x="2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5" name="Freeform 430"/>
            <p:cNvSpPr/>
            <p:nvPr>
              <p:custDataLst>
                <p:tags r:id="rId29"/>
              </p:custDataLst>
            </p:nvPr>
          </p:nvSpPr>
          <p:spPr bwMode="auto">
            <a:xfrm>
              <a:off x="3761" y="2733"/>
              <a:ext cx="4" cy="17"/>
            </a:xfrm>
            <a:custGeom>
              <a:avLst/>
              <a:gdLst>
                <a:gd name="T0" fmla="*/ 1 w 2"/>
                <a:gd name="T1" fmla="*/ 7 h 8"/>
                <a:gd name="T2" fmla="*/ 0 w 2"/>
                <a:gd name="T3" fmla="*/ 3 h 8"/>
                <a:gd name="T4" fmla="*/ 1 w 2"/>
                <a:gd name="T5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8">
                  <a:moveTo>
                    <a:pt x="1" y="7"/>
                  </a:moveTo>
                  <a:cubicBezTo>
                    <a:pt x="2" y="0"/>
                    <a:pt x="1" y="8"/>
                    <a:pt x="0" y="3"/>
                  </a:cubicBezTo>
                  <a:cubicBezTo>
                    <a:pt x="0" y="5"/>
                    <a:pt x="0" y="6"/>
                    <a:pt x="1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6" name="Freeform 431"/>
            <p:cNvSpPr/>
            <p:nvPr>
              <p:custDataLst>
                <p:tags r:id="rId30"/>
              </p:custDataLst>
            </p:nvPr>
          </p:nvSpPr>
          <p:spPr bwMode="auto">
            <a:xfrm>
              <a:off x="3759" y="2720"/>
              <a:ext cx="2" cy="2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0 h 1"/>
                <a:gd name="T4" fmla="*/ 1 w 1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cubicBezTo>
                    <a:pt x="1" y="1"/>
                    <a:pt x="1" y="1"/>
                    <a:pt x="1" y="0"/>
                  </a:cubicBezTo>
                  <a:cubicBezTo>
                    <a:pt x="0" y="0"/>
                    <a:pt x="1" y="0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7" name="Freeform 432"/>
            <p:cNvSpPr/>
            <p:nvPr>
              <p:custDataLst>
                <p:tags r:id="rId31"/>
              </p:custDataLst>
            </p:nvPr>
          </p:nvSpPr>
          <p:spPr bwMode="auto">
            <a:xfrm>
              <a:off x="3761" y="2714"/>
              <a:ext cx="6" cy="12"/>
            </a:xfrm>
            <a:custGeom>
              <a:avLst/>
              <a:gdLst>
                <a:gd name="T0" fmla="*/ 0 w 3"/>
                <a:gd name="T1" fmla="*/ 5 h 6"/>
                <a:gd name="T2" fmla="*/ 3 w 3"/>
                <a:gd name="T3" fmla="*/ 3 h 6"/>
                <a:gd name="T4" fmla="*/ 0 w 3"/>
                <a:gd name="T5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6">
                  <a:moveTo>
                    <a:pt x="0" y="5"/>
                  </a:moveTo>
                  <a:cubicBezTo>
                    <a:pt x="1" y="6"/>
                    <a:pt x="2" y="3"/>
                    <a:pt x="3" y="3"/>
                  </a:cubicBezTo>
                  <a:cubicBezTo>
                    <a:pt x="2" y="0"/>
                    <a:pt x="1" y="4"/>
                    <a:pt x="0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8" name="Freeform 433"/>
            <p:cNvSpPr/>
            <p:nvPr>
              <p:custDataLst>
                <p:tags r:id="rId32"/>
              </p:custDataLst>
            </p:nvPr>
          </p:nvSpPr>
          <p:spPr bwMode="auto">
            <a:xfrm>
              <a:off x="3712" y="2737"/>
              <a:ext cx="0" cy="2"/>
            </a:xfrm>
            <a:custGeom>
              <a:avLst/>
              <a:gdLst>
                <a:gd name="T0" fmla="*/ 0 h 1"/>
                <a:gd name="T1" fmla="*/ 1 h 1"/>
                <a:gd name="T2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9" name="Freeform 434"/>
            <p:cNvSpPr>
              <a:spLocks noEditPoints="1"/>
            </p:cNvSpPr>
            <p:nvPr>
              <p:custDataLst>
                <p:tags r:id="rId33"/>
              </p:custDataLst>
            </p:nvPr>
          </p:nvSpPr>
          <p:spPr bwMode="auto">
            <a:xfrm>
              <a:off x="3742" y="2907"/>
              <a:ext cx="384" cy="146"/>
            </a:xfrm>
            <a:custGeom>
              <a:avLst/>
              <a:gdLst>
                <a:gd name="T0" fmla="*/ 150 w 181"/>
                <a:gd name="T1" fmla="*/ 21 h 69"/>
                <a:gd name="T2" fmla="*/ 144 w 181"/>
                <a:gd name="T3" fmla="*/ 25 h 69"/>
                <a:gd name="T4" fmla="*/ 103 w 181"/>
                <a:gd name="T5" fmla="*/ 42 h 69"/>
                <a:gd name="T6" fmla="*/ 91 w 181"/>
                <a:gd name="T7" fmla="*/ 45 h 69"/>
                <a:gd name="T8" fmla="*/ 79 w 181"/>
                <a:gd name="T9" fmla="*/ 44 h 69"/>
                <a:gd name="T10" fmla="*/ 60 w 181"/>
                <a:gd name="T11" fmla="*/ 44 h 69"/>
                <a:gd name="T12" fmla="*/ 50 w 181"/>
                <a:gd name="T13" fmla="*/ 47 h 69"/>
                <a:gd name="T14" fmla="*/ 32 w 181"/>
                <a:gd name="T15" fmla="*/ 47 h 69"/>
                <a:gd name="T16" fmla="*/ 22 w 181"/>
                <a:gd name="T17" fmla="*/ 44 h 69"/>
                <a:gd name="T18" fmla="*/ 10 w 181"/>
                <a:gd name="T19" fmla="*/ 39 h 69"/>
                <a:gd name="T20" fmla="*/ 10 w 181"/>
                <a:gd name="T21" fmla="*/ 37 h 69"/>
                <a:gd name="T22" fmla="*/ 10 w 181"/>
                <a:gd name="T23" fmla="*/ 35 h 69"/>
                <a:gd name="T24" fmla="*/ 10 w 181"/>
                <a:gd name="T25" fmla="*/ 34 h 69"/>
                <a:gd name="T26" fmla="*/ 10 w 181"/>
                <a:gd name="T27" fmla="*/ 30 h 69"/>
                <a:gd name="T28" fmla="*/ 2 w 181"/>
                <a:gd name="T29" fmla="*/ 32 h 69"/>
                <a:gd name="T30" fmla="*/ 6 w 181"/>
                <a:gd name="T31" fmla="*/ 44 h 69"/>
                <a:gd name="T32" fmla="*/ 10 w 181"/>
                <a:gd name="T33" fmla="*/ 51 h 69"/>
                <a:gd name="T34" fmla="*/ 4 w 181"/>
                <a:gd name="T35" fmla="*/ 55 h 69"/>
                <a:gd name="T36" fmla="*/ 8 w 181"/>
                <a:gd name="T37" fmla="*/ 58 h 69"/>
                <a:gd name="T38" fmla="*/ 13 w 181"/>
                <a:gd name="T39" fmla="*/ 57 h 69"/>
                <a:gd name="T40" fmla="*/ 13 w 181"/>
                <a:gd name="T41" fmla="*/ 60 h 69"/>
                <a:gd name="T42" fmla="*/ 19 w 181"/>
                <a:gd name="T43" fmla="*/ 57 h 69"/>
                <a:gd name="T44" fmla="*/ 20 w 181"/>
                <a:gd name="T45" fmla="*/ 63 h 69"/>
                <a:gd name="T46" fmla="*/ 22 w 181"/>
                <a:gd name="T47" fmla="*/ 66 h 69"/>
                <a:gd name="T48" fmla="*/ 24 w 181"/>
                <a:gd name="T49" fmla="*/ 64 h 69"/>
                <a:gd name="T50" fmla="*/ 28 w 181"/>
                <a:gd name="T51" fmla="*/ 64 h 69"/>
                <a:gd name="T52" fmla="*/ 31 w 181"/>
                <a:gd name="T53" fmla="*/ 66 h 69"/>
                <a:gd name="T54" fmla="*/ 36 w 181"/>
                <a:gd name="T55" fmla="*/ 58 h 69"/>
                <a:gd name="T56" fmla="*/ 36 w 181"/>
                <a:gd name="T57" fmla="*/ 65 h 69"/>
                <a:gd name="T58" fmla="*/ 46 w 181"/>
                <a:gd name="T59" fmla="*/ 67 h 69"/>
                <a:gd name="T60" fmla="*/ 50 w 181"/>
                <a:gd name="T61" fmla="*/ 66 h 69"/>
                <a:gd name="T62" fmla="*/ 55 w 181"/>
                <a:gd name="T63" fmla="*/ 62 h 69"/>
                <a:gd name="T64" fmla="*/ 65 w 181"/>
                <a:gd name="T65" fmla="*/ 66 h 69"/>
                <a:gd name="T66" fmla="*/ 69 w 181"/>
                <a:gd name="T67" fmla="*/ 63 h 69"/>
                <a:gd name="T68" fmla="*/ 71 w 181"/>
                <a:gd name="T69" fmla="*/ 63 h 69"/>
                <a:gd name="T70" fmla="*/ 72 w 181"/>
                <a:gd name="T71" fmla="*/ 61 h 69"/>
                <a:gd name="T72" fmla="*/ 76 w 181"/>
                <a:gd name="T73" fmla="*/ 65 h 69"/>
                <a:gd name="T74" fmla="*/ 79 w 181"/>
                <a:gd name="T75" fmla="*/ 63 h 69"/>
                <a:gd name="T76" fmla="*/ 88 w 181"/>
                <a:gd name="T77" fmla="*/ 60 h 69"/>
                <a:gd name="T78" fmla="*/ 92 w 181"/>
                <a:gd name="T79" fmla="*/ 62 h 69"/>
                <a:gd name="T80" fmla="*/ 98 w 181"/>
                <a:gd name="T81" fmla="*/ 60 h 69"/>
                <a:gd name="T82" fmla="*/ 102 w 181"/>
                <a:gd name="T83" fmla="*/ 59 h 69"/>
                <a:gd name="T84" fmla="*/ 103 w 181"/>
                <a:gd name="T85" fmla="*/ 59 h 69"/>
                <a:gd name="T86" fmla="*/ 108 w 181"/>
                <a:gd name="T87" fmla="*/ 58 h 69"/>
                <a:gd name="T88" fmla="*/ 115 w 181"/>
                <a:gd name="T89" fmla="*/ 53 h 69"/>
                <a:gd name="T90" fmla="*/ 117 w 181"/>
                <a:gd name="T91" fmla="*/ 52 h 69"/>
                <a:gd name="T92" fmla="*/ 122 w 181"/>
                <a:gd name="T93" fmla="*/ 45 h 69"/>
                <a:gd name="T94" fmla="*/ 127 w 181"/>
                <a:gd name="T95" fmla="*/ 45 h 69"/>
                <a:gd name="T96" fmla="*/ 134 w 181"/>
                <a:gd name="T97" fmla="*/ 43 h 69"/>
                <a:gd name="T98" fmla="*/ 139 w 181"/>
                <a:gd name="T99" fmla="*/ 41 h 69"/>
                <a:gd name="T100" fmla="*/ 152 w 181"/>
                <a:gd name="T101" fmla="*/ 37 h 69"/>
                <a:gd name="T102" fmla="*/ 156 w 181"/>
                <a:gd name="T103" fmla="*/ 35 h 69"/>
                <a:gd name="T104" fmla="*/ 163 w 181"/>
                <a:gd name="T105" fmla="*/ 27 h 69"/>
                <a:gd name="T106" fmla="*/ 167 w 181"/>
                <a:gd name="T107" fmla="*/ 19 h 69"/>
                <a:gd name="T108" fmla="*/ 10 w 181"/>
                <a:gd name="T109" fmla="*/ 31 h 69"/>
                <a:gd name="T110" fmla="*/ 10 w 181"/>
                <a:gd name="T111" fmla="*/ 35 h 69"/>
                <a:gd name="T112" fmla="*/ 9 w 181"/>
                <a:gd name="T113" fmla="*/ 34 h 69"/>
                <a:gd name="T114" fmla="*/ 7 w 181"/>
                <a:gd name="T115" fmla="*/ 35 h 69"/>
                <a:gd name="T116" fmla="*/ 8 w 181"/>
                <a:gd name="T117" fmla="*/ 36 h 69"/>
                <a:gd name="T118" fmla="*/ 10 w 181"/>
                <a:gd name="T119" fmla="*/ 3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81" h="69">
                  <a:moveTo>
                    <a:pt x="177" y="5"/>
                  </a:moveTo>
                  <a:cubicBezTo>
                    <a:pt x="177" y="2"/>
                    <a:pt x="172" y="0"/>
                    <a:pt x="172" y="0"/>
                  </a:cubicBezTo>
                  <a:cubicBezTo>
                    <a:pt x="172" y="4"/>
                    <a:pt x="169" y="7"/>
                    <a:pt x="164" y="8"/>
                  </a:cubicBezTo>
                  <a:cubicBezTo>
                    <a:pt x="163" y="9"/>
                    <a:pt x="163" y="11"/>
                    <a:pt x="162" y="11"/>
                  </a:cubicBezTo>
                  <a:cubicBezTo>
                    <a:pt x="159" y="15"/>
                    <a:pt x="152" y="15"/>
                    <a:pt x="149" y="19"/>
                  </a:cubicBezTo>
                  <a:cubicBezTo>
                    <a:pt x="150" y="19"/>
                    <a:pt x="150" y="20"/>
                    <a:pt x="150" y="21"/>
                  </a:cubicBezTo>
                  <a:cubicBezTo>
                    <a:pt x="150" y="20"/>
                    <a:pt x="150" y="20"/>
                    <a:pt x="150" y="20"/>
                  </a:cubicBezTo>
                  <a:cubicBezTo>
                    <a:pt x="150" y="22"/>
                    <a:pt x="150" y="22"/>
                    <a:pt x="150" y="22"/>
                  </a:cubicBezTo>
                  <a:cubicBezTo>
                    <a:pt x="150" y="22"/>
                    <a:pt x="149" y="21"/>
                    <a:pt x="149" y="20"/>
                  </a:cubicBezTo>
                  <a:cubicBezTo>
                    <a:pt x="147" y="21"/>
                    <a:pt x="146" y="23"/>
                    <a:pt x="144" y="24"/>
                  </a:cubicBezTo>
                  <a:cubicBezTo>
                    <a:pt x="145" y="26"/>
                    <a:pt x="143" y="24"/>
                    <a:pt x="144" y="26"/>
                  </a:cubicBezTo>
                  <a:cubicBezTo>
                    <a:pt x="144" y="25"/>
                    <a:pt x="144" y="25"/>
                    <a:pt x="144" y="25"/>
                  </a:cubicBezTo>
                  <a:cubicBezTo>
                    <a:pt x="143" y="27"/>
                    <a:pt x="143" y="27"/>
                    <a:pt x="141" y="25"/>
                  </a:cubicBezTo>
                  <a:cubicBezTo>
                    <a:pt x="135" y="26"/>
                    <a:pt x="130" y="30"/>
                    <a:pt x="125" y="31"/>
                  </a:cubicBezTo>
                  <a:cubicBezTo>
                    <a:pt x="119" y="33"/>
                    <a:pt x="114" y="37"/>
                    <a:pt x="108" y="39"/>
                  </a:cubicBezTo>
                  <a:cubicBezTo>
                    <a:pt x="108" y="42"/>
                    <a:pt x="106" y="41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5"/>
                    <a:pt x="104" y="43"/>
                    <a:pt x="103" y="42"/>
                  </a:cubicBezTo>
                  <a:cubicBezTo>
                    <a:pt x="103" y="44"/>
                    <a:pt x="102" y="43"/>
                    <a:pt x="103" y="45"/>
                  </a:cubicBezTo>
                  <a:cubicBezTo>
                    <a:pt x="103" y="46"/>
                    <a:pt x="102" y="42"/>
                    <a:pt x="101" y="43"/>
                  </a:cubicBezTo>
                  <a:cubicBezTo>
                    <a:pt x="101" y="42"/>
                    <a:pt x="101" y="44"/>
                    <a:pt x="101" y="44"/>
                  </a:cubicBezTo>
                  <a:cubicBezTo>
                    <a:pt x="100" y="46"/>
                    <a:pt x="101" y="42"/>
                    <a:pt x="99" y="41"/>
                  </a:cubicBezTo>
                  <a:cubicBezTo>
                    <a:pt x="96" y="42"/>
                    <a:pt x="94" y="45"/>
                    <a:pt x="91" y="44"/>
                  </a:cubicBezTo>
                  <a:cubicBezTo>
                    <a:pt x="91" y="44"/>
                    <a:pt x="91" y="45"/>
                    <a:pt x="91" y="45"/>
                  </a:cubicBezTo>
                  <a:cubicBezTo>
                    <a:pt x="90" y="42"/>
                    <a:pt x="90" y="46"/>
                    <a:pt x="90" y="45"/>
                  </a:cubicBezTo>
                  <a:cubicBezTo>
                    <a:pt x="90" y="44"/>
                    <a:pt x="90" y="44"/>
                    <a:pt x="90" y="44"/>
                  </a:cubicBezTo>
                  <a:cubicBezTo>
                    <a:pt x="88" y="43"/>
                    <a:pt x="88" y="45"/>
                    <a:pt x="86" y="44"/>
                  </a:cubicBezTo>
                  <a:cubicBezTo>
                    <a:pt x="85" y="45"/>
                    <a:pt x="84" y="42"/>
                    <a:pt x="83" y="44"/>
                  </a:cubicBezTo>
                  <a:cubicBezTo>
                    <a:pt x="83" y="43"/>
                    <a:pt x="83" y="43"/>
                    <a:pt x="82" y="43"/>
                  </a:cubicBezTo>
                  <a:cubicBezTo>
                    <a:pt x="82" y="47"/>
                    <a:pt x="80" y="42"/>
                    <a:pt x="79" y="44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6" y="44"/>
                    <a:pt x="73" y="43"/>
                    <a:pt x="70" y="46"/>
                  </a:cubicBezTo>
                  <a:cubicBezTo>
                    <a:pt x="68" y="46"/>
                    <a:pt x="66" y="43"/>
                    <a:pt x="64" y="44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3" y="46"/>
                    <a:pt x="64" y="45"/>
                    <a:pt x="64" y="44"/>
                  </a:cubicBezTo>
                  <a:cubicBezTo>
                    <a:pt x="63" y="46"/>
                    <a:pt x="61" y="44"/>
                    <a:pt x="60" y="44"/>
                  </a:cubicBezTo>
                  <a:cubicBezTo>
                    <a:pt x="60" y="45"/>
                    <a:pt x="60" y="45"/>
                    <a:pt x="60" y="46"/>
                  </a:cubicBezTo>
                  <a:cubicBezTo>
                    <a:pt x="59" y="43"/>
                    <a:pt x="57" y="47"/>
                    <a:pt x="55" y="45"/>
                  </a:cubicBezTo>
                  <a:cubicBezTo>
                    <a:pt x="56" y="48"/>
                    <a:pt x="55" y="47"/>
                    <a:pt x="54" y="48"/>
                  </a:cubicBezTo>
                  <a:cubicBezTo>
                    <a:pt x="54" y="47"/>
                    <a:pt x="54" y="46"/>
                    <a:pt x="54" y="46"/>
                  </a:cubicBezTo>
                  <a:cubicBezTo>
                    <a:pt x="53" y="46"/>
                    <a:pt x="52" y="46"/>
                    <a:pt x="51" y="45"/>
                  </a:cubicBezTo>
                  <a:cubicBezTo>
                    <a:pt x="51" y="46"/>
                    <a:pt x="50" y="48"/>
                    <a:pt x="50" y="47"/>
                  </a:cubicBezTo>
                  <a:cubicBezTo>
                    <a:pt x="49" y="45"/>
                    <a:pt x="48" y="47"/>
                    <a:pt x="48" y="46"/>
                  </a:cubicBezTo>
                  <a:cubicBezTo>
                    <a:pt x="48" y="48"/>
                    <a:pt x="47" y="49"/>
                    <a:pt x="46" y="49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4" y="47"/>
                    <a:pt x="42" y="44"/>
                    <a:pt x="39" y="47"/>
                  </a:cubicBezTo>
                  <a:cubicBezTo>
                    <a:pt x="39" y="45"/>
                    <a:pt x="39" y="45"/>
                    <a:pt x="39" y="45"/>
                  </a:cubicBezTo>
                  <a:cubicBezTo>
                    <a:pt x="36" y="47"/>
                    <a:pt x="35" y="45"/>
                    <a:pt x="32" y="47"/>
                  </a:cubicBezTo>
                  <a:cubicBezTo>
                    <a:pt x="33" y="46"/>
                    <a:pt x="30" y="45"/>
                    <a:pt x="30" y="45"/>
                  </a:cubicBezTo>
                  <a:cubicBezTo>
                    <a:pt x="29" y="46"/>
                    <a:pt x="28" y="46"/>
                    <a:pt x="27" y="48"/>
                  </a:cubicBezTo>
                  <a:cubicBezTo>
                    <a:pt x="27" y="48"/>
                    <a:pt x="27" y="46"/>
                    <a:pt x="27" y="46"/>
                  </a:cubicBezTo>
                  <a:cubicBezTo>
                    <a:pt x="26" y="45"/>
                    <a:pt x="26" y="43"/>
                    <a:pt x="25" y="45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4" y="44"/>
                    <a:pt x="22" y="46"/>
                    <a:pt x="22" y="44"/>
                  </a:cubicBezTo>
                  <a:cubicBezTo>
                    <a:pt x="21" y="45"/>
                    <a:pt x="20" y="45"/>
                    <a:pt x="20" y="46"/>
                  </a:cubicBezTo>
                  <a:cubicBezTo>
                    <a:pt x="19" y="46"/>
                    <a:pt x="20" y="44"/>
                    <a:pt x="19" y="45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19" y="42"/>
                    <a:pt x="17" y="42"/>
                    <a:pt x="15" y="42"/>
                  </a:cubicBezTo>
                  <a:cubicBezTo>
                    <a:pt x="16" y="40"/>
                    <a:pt x="13" y="41"/>
                    <a:pt x="13" y="39"/>
                  </a:cubicBezTo>
                  <a:cubicBezTo>
                    <a:pt x="12" y="40"/>
                    <a:pt x="13" y="38"/>
                    <a:pt x="10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8"/>
                    <a:pt x="11" y="37"/>
                    <a:pt x="12" y="37"/>
                  </a:cubicBezTo>
                  <a:cubicBezTo>
                    <a:pt x="12" y="37"/>
                    <a:pt x="11" y="37"/>
                    <a:pt x="11" y="37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0" y="36"/>
                    <a:pt x="11" y="36"/>
                    <a:pt x="11" y="36"/>
                  </a:cubicBezTo>
                  <a:cubicBezTo>
                    <a:pt x="11" y="36"/>
                    <a:pt x="11" y="36"/>
                    <a:pt x="10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11" y="35"/>
                    <a:pt x="11" y="35"/>
                    <a:pt x="11" y="35"/>
                  </a:cubicBezTo>
                  <a:cubicBezTo>
                    <a:pt x="11" y="35"/>
                    <a:pt x="11" y="35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9" y="35"/>
                    <a:pt x="12" y="34"/>
                    <a:pt x="10" y="34"/>
                  </a:cubicBezTo>
                  <a:cubicBezTo>
                    <a:pt x="10" y="34"/>
                    <a:pt x="10" y="33"/>
                    <a:pt x="11" y="32"/>
                  </a:cubicBezTo>
                  <a:cubicBezTo>
                    <a:pt x="10" y="34"/>
                    <a:pt x="10" y="32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29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9" y="30"/>
                    <a:pt x="5" y="31"/>
                  </a:cubicBezTo>
                  <a:cubicBezTo>
                    <a:pt x="4" y="32"/>
                    <a:pt x="9" y="31"/>
                    <a:pt x="8" y="32"/>
                  </a:cubicBezTo>
                  <a:cubicBezTo>
                    <a:pt x="5" y="32"/>
                    <a:pt x="9" y="34"/>
                    <a:pt x="6" y="34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4" y="33"/>
                    <a:pt x="5" y="33"/>
                    <a:pt x="5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5" y="34"/>
                    <a:pt x="3" y="35"/>
                    <a:pt x="3" y="35"/>
                  </a:cubicBezTo>
                  <a:cubicBezTo>
                    <a:pt x="3" y="35"/>
                    <a:pt x="3" y="35"/>
                    <a:pt x="3" y="35"/>
                  </a:cubicBezTo>
                  <a:cubicBezTo>
                    <a:pt x="1" y="36"/>
                    <a:pt x="4" y="35"/>
                    <a:pt x="4" y="36"/>
                  </a:cubicBezTo>
                  <a:cubicBezTo>
                    <a:pt x="4" y="36"/>
                    <a:pt x="1" y="36"/>
                    <a:pt x="0" y="37"/>
                  </a:cubicBezTo>
                  <a:cubicBezTo>
                    <a:pt x="1" y="38"/>
                    <a:pt x="3" y="40"/>
                    <a:pt x="2" y="42"/>
                  </a:cubicBezTo>
                  <a:cubicBezTo>
                    <a:pt x="3" y="43"/>
                    <a:pt x="4" y="44"/>
                    <a:pt x="6" y="44"/>
                  </a:cubicBezTo>
                  <a:cubicBezTo>
                    <a:pt x="6" y="44"/>
                    <a:pt x="3" y="45"/>
                    <a:pt x="5" y="45"/>
                  </a:cubicBezTo>
                  <a:cubicBezTo>
                    <a:pt x="4" y="46"/>
                    <a:pt x="3" y="47"/>
                    <a:pt x="3" y="47"/>
                  </a:cubicBezTo>
                  <a:cubicBezTo>
                    <a:pt x="4" y="47"/>
                    <a:pt x="4" y="49"/>
                    <a:pt x="5" y="46"/>
                  </a:cubicBezTo>
                  <a:cubicBezTo>
                    <a:pt x="6" y="48"/>
                    <a:pt x="7" y="49"/>
                    <a:pt x="8" y="49"/>
                  </a:cubicBezTo>
                  <a:cubicBezTo>
                    <a:pt x="8" y="49"/>
                    <a:pt x="6" y="50"/>
                    <a:pt x="6" y="51"/>
                  </a:cubicBezTo>
                  <a:cubicBezTo>
                    <a:pt x="8" y="50"/>
                    <a:pt x="9" y="50"/>
                    <a:pt x="10" y="51"/>
                  </a:cubicBezTo>
                  <a:cubicBezTo>
                    <a:pt x="11" y="50"/>
                    <a:pt x="10" y="50"/>
                    <a:pt x="11" y="48"/>
                  </a:cubicBezTo>
                  <a:cubicBezTo>
                    <a:pt x="12" y="48"/>
                    <a:pt x="12" y="48"/>
                    <a:pt x="13" y="48"/>
                  </a:cubicBezTo>
                  <a:cubicBezTo>
                    <a:pt x="12" y="49"/>
                    <a:pt x="10" y="52"/>
                    <a:pt x="11" y="52"/>
                  </a:cubicBezTo>
                  <a:cubicBezTo>
                    <a:pt x="9" y="55"/>
                    <a:pt x="10" y="51"/>
                    <a:pt x="8" y="54"/>
                  </a:cubicBezTo>
                  <a:cubicBezTo>
                    <a:pt x="7" y="55"/>
                    <a:pt x="5" y="54"/>
                    <a:pt x="6" y="53"/>
                  </a:cubicBezTo>
                  <a:cubicBezTo>
                    <a:pt x="3" y="54"/>
                    <a:pt x="6" y="54"/>
                    <a:pt x="4" y="55"/>
                  </a:cubicBezTo>
                  <a:cubicBezTo>
                    <a:pt x="5" y="56"/>
                    <a:pt x="6" y="55"/>
                    <a:pt x="8" y="55"/>
                  </a:cubicBezTo>
                  <a:cubicBezTo>
                    <a:pt x="8" y="54"/>
                    <a:pt x="8" y="54"/>
                    <a:pt x="9" y="53"/>
                  </a:cubicBezTo>
                  <a:cubicBezTo>
                    <a:pt x="11" y="52"/>
                    <a:pt x="9" y="56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7"/>
                    <a:pt x="10" y="56"/>
                    <a:pt x="11" y="57"/>
                  </a:cubicBezTo>
                  <a:cubicBezTo>
                    <a:pt x="9" y="60"/>
                    <a:pt x="9" y="56"/>
                    <a:pt x="8" y="58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8" y="61"/>
                    <a:pt x="9" y="58"/>
                    <a:pt x="10" y="59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0" y="60"/>
                    <a:pt x="10" y="60"/>
                    <a:pt x="10" y="60"/>
                  </a:cubicBezTo>
                  <a:cubicBezTo>
                    <a:pt x="11" y="59"/>
                    <a:pt x="11" y="57"/>
                    <a:pt x="11" y="57"/>
                  </a:cubicBezTo>
                  <a:cubicBezTo>
                    <a:pt x="13" y="55"/>
                    <a:pt x="11" y="57"/>
                    <a:pt x="13" y="57"/>
                  </a:cubicBezTo>
                  <a:cubicBezTo>
                    <a:pt x="14" y="56"/>
                    <a:pt x="12" y="57"/>
                    <a:pt x="13" y="56"/>
                  </a:cubicBezTo>
                  <a:cubicBezTo>
                    <a:pt x="14" y="54"/>
                    <a:pt x="14" y="54"/>
                    <a:pt x="15" y="54"/>
                  </a:cubicBezTo>
                  <a:cubicBezTo>
                    <a:pt x="15" y="55"/>
                    <a:pt x="14" y="56"/>
                    <a:pt x="14" y="57"/>
                  </a:cubicBezTo>
                  <a:cubicBezTo>
                    <a:pt x="14" y="58"/>
                    <a:pt x="13" y="57"/>
                    <a:pt x="14" y="57"/>
                  </a:cubicBezTo>
                  <a:cubicBezTo>
                    <a:pt x="12" y="58"/>
                    <a:pt x="12" y="60"/>
                    <a:pt x="11" y="61"/>
                  </a:cubicBezTo>
                  <a:cubicBezTo>
                    <a:pt x="11" y="62"/>
                    <a:pt x="12" y="60"/>
                    <a:pt x="13" y="60"/>
                  </a:cubicBezTo>
                  <a:cubicBezTo>
                    <a:pt x="13" y="60"/>
                    <a:pt x="14" y="58"/>
                    <a:pt x="14" y="58"/>
                  </a:cubicBezTo>
                  <a:cubicBezTo>
                    <a:pt x="17" y="54"/>
                    <a:pt x="13" y="61"/>
                    <a:pt x="15" y="61"/>
                  </a:cubicBezTo>
                  <a:cubicBezTo>
                    <a:pt x="16" y="58"/>
                    <a:pt x="18" y="58"/>
                    <a:pt x="19" y="54"/>
                  </a:cubicBezTo>
                  <a:cubicBezTo>
                    <a:pt x="19" y="54"/>
                    <a:pt x="20" y="53"/>
                    <a:pt x="20" y="54"/>
                  </a:cubicBezTo>
                  <a:cubicBezTo>
                    <a:pt x="19" y="56"/>
                    <a:pt x="20" y="56"/>
                    <a:pt x="18" y="57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7" y="59"/>
                    <a:pt x="17" y="59"/>
                    <a:pt x="17" y="59"/>
                  </a:cubicBezTo>
                  <a:cubicBezTo>
                    <a:pt x="17" y="61"/>
                    <a:pt x="17" y="63"/>
                    <a:pt x="17" y="64"/>
                  </a:cubicBezTo>
                  <a:cubicBezTo>
                    <a:pt x="18" y="63"/>
                    <a:pt x="18" y="62"/>
                    <a:pt x="19" y="62"/>
                  </a:cubicBezTo>
                  <a:cubicBezTo>
                    <a:pt x="18" y="62"/>
                    <a:pt x="18" y="63"/>
                    <a:pt x="19" y="64"/>
                  </a:cubicBezTo>
                  <a:cubicBezTo>
                    <a:pt x="18" y="63"/>
                    <a:pt x="20" y="61"/>
                    <a:pt x="20" y="60"/>
                  </a:cubicBezTo>
                  <a:cubicBezTo>
                    <a:pt x="21" y="61"/>
                    <a:pt x="21" y="63"/>
                    <a:pt x="20" y="63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3"/>
                    <a:pt x="19" y="65"/>
                    <a:pt x="20" y="65"/>
                  </a:cubicBezTo>
                  <a:cubicBezTo>
                    <a:pt x="20" y="64"/>
                    <a:pt x="21" y="62"/>
                    <a:pt x="22" y="61"/>
                  </a:cubicBezTo>
                  <a:cubicBezTo>
                    <a:pt x="22" y="61"/>
                    <a:pt x="22" y="62"/>
                    <a:pt x="23" y="62"/>
                  </a:cubicBezTo>
                  <a:cubicBezTo>
                    <a:pt x="21" y="63"/>
                    <a:pt x="21" y="63"/>
                    <a:pt x="21" y="63"/>
                  </a:cubicBezTo>
                  <a:cubicBezTo>
                    <a:pt x="22" y="63"/>
                    <a:pt x="21" y="66"/>
                    <a:pt x="22" y="66"/>
                  </a:cubicBezTo>
                  <a:cubicBezTo>
                    <a:pt x="23" y="64"/>
                    <a:pt x="23" y="64"/>
                    <a:pt x="23" y="64"/>
                  </a:cubicBezTo>
                  <a:cubicBezTo>
                    <a:pt x="22" y="66"/>
                    <a:pt x="22" y="66"/>
                    <a:pt x="22" y="66"/>
                  </a:cubicBezTo>
                  <a:cubicBezTo>
                    <a:pt x="23" y="65"/>
                    <a:pt x="23" y="65"/>
                    <a:pt x="24" y="65"/>
                  </a:cubicBezTo>
                  <a:cubicBezTo>
                    <a:pt x="23" y="66"/>
                    <a:pt x="23" y="66"/>
                    <a:pt x="23" y="66"/>
                  </a:cubicBezTo>
                  <a:cubicBezTo>
                    <a:pt x="24" y="65"/>
                    <a:pt x="25" y="63"/>
                    <a:pt x="25" y="65"/>
                  </a:cubicBezTo>
                  <a:cubicBezTo>
                    <a:pt x="25" y="63"/>
                    <a:pt x="24" y="65"/>
                    <a:pt x="24" y="64"/>
                  </a:cubicBezTo>
                  <a:cubicBezTo>
                    <a:pt x="24" y="62"/>
                    <a:pt x="25" y="62"/>
                    <a:pt x="25" y="62"/>
                  </a:cubicBezTo>
                  <a:cubicBezTo>
                    <a:pt x="25" y="62"/>
                    <a:pt x="25" y="62"/>
                    <a:pt x="25" y="63"/>
                  </a:cubicBezTo>
                  <a:cubicBezTo>
                    <a:pt x="26" y="62"/>
                    <a:pt x="26" y="62"/>
                    <a:pt x="26" y="62"/>
                  </a:cubicBezTo>
                  <a:cubicBezTo>
                    <a:pt x="26" y="63"/>
                    <a:pt x="26" y="64"/>
                    <a:pt x="26" y="65"/>
                  </a:cubicBezTo>
                  <a:cubicBezTo>
                    <a:pt x="27" y="63"/>
                    <a:pt x="27" y="63"/>
                    <a:pt x="27" y="63"/>
                  </a:cubicBezTo>
                  <a:cubicBezTo>
                    <a:pt x="26" y="66"/>
                    <a:pt x="28" y="62"/>
                    <a:pt x="28" y="64"/>
                  </a:cubicBezTo>
                  <a:cubicBezTo>
                    <a:pt x="28" y="65"/>
                    <a:pt x="27" y="66"/>
                    <a:pt x="27" y="67"/>
                  </a:cubicBezTo>
                  <a:cubicBezTo>
                    <a:pt x="28" y="64"/>
                    <a:pt x="29" y="64"/>
                    <a:pt x="30" y="62"/>
                  </a:cubicBezTo>
                  <a:cubicBezTo>
                    <a:pt x="30" y="63"/>
                    <a:pt x="28" y="65"/>
                    <a:pt x="28" y="67"/>
                  </a:cubicBezTo>
                  <a:cubicBezTo>
                    <a:pt x="29" y="65"/>
                    <a:pt x="29" y="69"/>
                    <a:pt x="30" y="66"/>
                  </a:cubicBezTo>
                  <a:cubicBezTo>
                    <a:pt x="30" y="65"/>
                    <a:pt x="31" y="64"/>
                    <a:pt x="31" y="63"/>
                  </a:cubicBezTo>
                  <a:cubicBezTo>
                    <a:pt x="32" y="64"/>
                    <a:pt x="31" y="64"/>
                    <a:pt x="31" y="66"/>
                  </a:cubicBezTo>
                  <a:cubicBezTo>
                    <a:pt x="32" y="65"/>
                    <a:pt x="32" y="63"/>
                    <a:pt x="32" y="62"/>
                  </a:cubicBezTo>
                  <a:cubicBezTo>
                    <a:pt x="32" y="63"/>
                    <a:pt x="33" y="61"/>
                    <a:pt x="34" y="62"/>
                  </a:cubicBezTo>
                  <a:cubicBezTo>
                    <a:pt x="33" y="64"/>
                    <a:pt x="32" y="63"/>
                    <a:pt x="33" y="64"/>
                  </a:cubicBezTo>
                  <a:cubicBezTo>
                    <a:pt x="34" y="65"/>
                    <a:pt x="34" y="60"/>
                    <a:pt x="35" y="60"/>
                  </a:cubicBezTo>
                  <a:cubicBezTo>
                    <a:pt x="35" y="59"/>
                    <a:pt x="36" y="56"/>
                    <a:pt x="36" y="55"/>
                  </a:cubicBezTo>
                  <a:cubicBezTo>
                    <a:pt x="37" y="56"/>
                    <a:pt x="36" y="56"/>
                    <a:pt x="36" y="58"/>
                  </a:cubicBezTo>
                  <a:cubicBezTo>
                    <a:pt x="36" y="58"/>
                    <a:pt x="36" y="58"/>
                    <a:pt x="36" y="58"/>
                  </a:cubicBezTo>
                  <a:cubicBezTo>
                    <a:pt x="36" y="61"/>
                    <a:pt x="34" y="63"/>
                    <a:pt x="34" y="65"/>
                  </a:cubicBezTo>
                  <a:cubicBezTo>
                    <a:pt x="35" y="64"/>
                    <a:pt x="35" y="64"/>
                    <a:pt x="35" y="64"/>
                  </a:cubicBezTo>
                  <a:cubicBezTo>
                    <a:pt x="35" y="65"/>
                    <a:pt x="34" y="66"/>
                    <a:pt x="34" y="67"/>
                  </a:cubicBezTo>
                  <a:cubicBezTo>
                    <a:pt x="35" y="65"/>
                    <a:pt x="36" y="67"/>
                    <a:pt x="36" y="66"/>
                  </a:cubicBezTo>
                  <a:cubicBezTo>
                    <a:pt x="36" y="65"/>
                    <a:pt x="35" y="67"/>
                    <a:pt x="36" y="65"/>
                  </a:cubicBezTo>
                  <a:cubicBezTo>
                    <a:pt x="36" y="65"/>
                    <a:pt x="37" y="62"/>
                    <a:pt x="37" y="63"/>
                  </a:cubicBezTo>
                  <a:cubicBezTo>
                    <a:pt x="37" y="65"/>
                    <a:pt x="37" y="66"/>
                    <a:pt x="37" y="67"/>
                  </a:cubicBezTo>
                  <a:cubicBezTo>
                    <a:pt x="37" y="68"/>
                    <a:pt x="37" y="65"/>
                    <a:pt x="38" y="66"/>
                  </a:cubicBezTo>
                  <a:cubicBezTo>
                    <a:pt x="38" y="67"/>
                    <a:pt x="38" y="67"/>
                    <a:pt x="38" y="67"/>
                  </a:cubicBezTo>
                  <a:cubicBezTo>
                    <a:pt x="40" y="68"/>
                    <a:pt x="42" y="67"/>
                    <a:pt x="45" y="63"/>
                  </a:cubicBezTo>
                  <a:cubicBezTo>
                    <a:pt x="45" y="65"/>
                    <a:pt x="45" y="65"/>
                    <a:pt x="46" y="67"/>
                  </a:cubicBezTo>
                  <a:cubicBezTo>
                    <a:pt x="46" y="66"/>
                    <a:pt x="46" y="65"/>
                    <a:pt x="47" y="6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8" y="68"/>
                    <a:pt x="49" y="66"/>
                    <a:pt x="49" y="65"/>
                  </a:cubicBezTo>
                  <a:cubicBezTo>
                    <a:pt x="49" y="66"/>
                    <a:pt x="49" y="66"/>
                    <a:pt x="49" y="66"/>
                  </a:cubicBezTo>
                  <a:cubicBezTo>
                    <a:pt x="50" y="68"/>
                    <a:pt x="50" y="65"/>
                    <a:pt x="50" y="65"/>
                  </a:cubicBezTo>
                  <a:cubicBezTo>
                    <a:pt x="50" y="66"/>
                    <a:pt x="50" y="66"/>
                    <a:pt x="50" y="66"/>
                  </a:cubicBezTo>
                  <a:cubicBezTo>
                    <a:pt x="51" y="65"/>
                    <a:pt x="51" y="65"/>
                    <a:pt x="51" y="65"/>
                  </a:cubicBezTo>
                  <a:cubicBezTo>
                    <a:pt x="51" y="64"/>
                    <a:pt x="52" y="65"/>
                    <a:pt x="52" y="67"/>
                  </a:cubicBezTo>
                  <a:cubicBezTo>
                    <a:pt x="52" y="66"/>
                    <a:pt x="52" y="66"/>
                    <a:pt x="52" y="65"/>
                  </a:cubicBezTo>
                  <a:cubicBezTo>
                    <a:pt x="52" y="67"/>
                    <a:pt x="54" y="67"/>
                    <a:pt x="55" y="66"/>
                  </a:cubicBezTo>
                  <a:cubicBezTo>
                    <a:pt x="54" y="65"/>
                    <a:pt x="54" y="65"/>
                    <a:pt x="54" y="63"/>
                  </a:cubicBezTo>
                  <a:cubicBezTo>
                    <a:pt x="54" y="61"/>
                    <a:pt x="55" y="64"/>
                    <a:pt x="55" y="62"/>
                  </a:cubicBezTo>
                  <a:cubicBezTo>
                    <a:pt x="55" y="63"/>
                    <a:pt x="55" y="64"/>
                    <a:pt x="55" y="65"/>
                  </a:cubicBezTo>
                  <a:cubicBezTo>
                    <a:pt x="56" y="68"/>
                    <a:pt x="58" y="65"/>
                    <a:pt x="59" y="66"/>
                  </a:cubicBezTo>
                  <a:cubicBezTo>
                    <a:pt x="60" y="65"/>
                    <a:pt x="60" y="65"/>
                    <a:pt x="60" y="65"/>
                  </a:cubicBezTo>
                  <a:cubicBezTo>
                    <a:pt x="61" y="67"/>
                    <a:pt x="62" y="64"/>
                    <a:pt x="63" y="65"/>
                  </a:cubicBezTo>
                  <a:cubicBezTo>
                    <a:pt x="63" y="65"/>
                    <a:pt x="63" y="62"/>
                    <a:pt x="64" y="62"/>
                  </a:cubicBezTo>
                  <a:cubicBezTo>
                    <a:pt x="64" y="60"/>
                    <a:pt x="64" y="64"/>
                    <a:pt x="65" y="66"/>
                  </a:cubicBezTo>
                  <a:cubicBezTo>
                    <a:pt x="65" y="65"/>
                    <a:pt x="65" y="64"/>
                    <a:pt x="66" y="64"/>
                  </a:cubicBezTo>
                  <a:cubicBezTo>
                    <a:pt x="66" y="65"/>
                    <a:pt x="66" y="65"/>
                    <a:pt x="66" y="65"/>
                  </a:cubicBezTo>
                  <a:cubicBezTo>
                    <a:pt x="66" y="64"/>
                    <a:pt x="67" y="63"/>
                    <a:pt x="67" y="64"/>
                  </a:cubicBezTo>
                  <a:cubicBezTo>
                    <a:pt x="67" y="64"/>
                    <a:pt x="67" y="64"/>
                    <a:pt x="67" y="64"/>
                  </a:cubicBezTo>
                  <a:cubicBezTo>
                    <a:pt x="67" y="64"/>
                    <a:pt x="68" y="66"/>
                    <a:pt x="68" y="65"/>
                  </a:cubicBezTo>
                  <a:cubicBezTo>
                    <a:pt x="68" y="64"/>
                    <a:pt x="69" y="65"/>
                    <a:pt x="69" y="63"/>
                  </a:cubicBezTo>
                  <a:cubicBezTo>
                    <a:pt x="69" y="64"/>
                    <a:pt x="69" y="64"/>
                    <a:pt x="69" y="64"/>
                  </a:cubicBezTo>
                  <a:cubicBezTo>
                    <a:pt x="69" y="62"/>
                    <a:pt x="69" y="62"/>
                    <a:pt x="69" y="62"/>
                  </a:cubicBezTo>
                  <a:cubicBezTo>
                    <a:pt x="70" y="63"/>
                    <a:pt x="70" y="63"/>
                    <a:pt x="70" y="63"/>
                  </a:cubicBezTo>
                  <a:cubicBezTo>
                    <a:pt x="70" y="65"/>
                    <a:pt x="70" y="65"/>
                    <a:pt x="70" y="65"/>
                  </a:cubicBezTo>
                  <a:cubicBezTo>
                    <a:pt x="71" y="66"/>
                    <a:pt x="70" y="63"/>
                    <a:pt x="70" y="62"/>
                  </a:cubicBezTo>
                  <a:cubicBezTo>
                    <a:pt x="71" y="61"/>
                    <a:pt x="71" y="63"/>
                    <a:pt x="71" y="63"/>
                  </a:cubicBezTo>
                  <a:cubicBezTo>
                    <a:pt x="71" y="64"/>
                    <a:pt x="71" y="63"/>
                    <a:pt x="71" y="63"/>
                  </a:cubicBezTo>
                  <a:cubicBezTo>
                    <a:pt x="70" y="65"/>
                    <a:pt x="71" y="64"/>
                    <a:pt x="71" y="65"/>
                  </a:cubicBezTo>
                  <a:cubicBezTo>
                    <a:pt x="71" y="65"/>
                    <a:pt x="71" y="63"/>
                    <a:pt x="72" y="63"/>
                  </a:cubicBezTo>
                  <a:cubicBezTo>
                    <a:pt x="72" y="63"/>
                    <a:pt x="73" y="63"/>
                    <a:pt x="73" y="65"/>
                  </a:cubicBezTo>
                  <a:cubicBezTo>
                    <a:pt x="73" y="64"/>
                    <a:pt x="73" y="64"/>
                    <a:pt x="73" y="63"/>
                  </a:cubicBezTo>
                  <a:cubicBezTo>
                    <a:pt x="73" y="63"/>
                    <a:pt x="73" y="62"/>
                    <a:pt x="72" y="61"/>
                  </a:cubicBezTo>
                  <a:cubicBezTo>
                    <a:pt x="73" y="61"/>
                    <a:pt x="73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1"/>
                    <a:pt x="74" y="62"/>
                    <a:pt x="74" y="60"/>
                  </a:cubicBezTo>
                  <a:cubicBezTo>
                    <a:pt x="74" y="62"/>
                    <a:pt x="74" y="62"/>
                    <a:pt x="74" y="62"/>
                  </a:cubicBezTo>
                  <a:cubicBezTo>
                    <a:pt x="74" y="61"/>
                    <a:pt x="75" y="61"/>
                    <a:pt x="75" y="61"/>
                  </a:cubicBezTo>
                  <a:cubicBezTo>
                    <a:pt x="75" y="62"/>
                    <a:pt x="75" y="64"/>
                    <a:pt x="76" y="65"/>
                  </a:cubicBezTo>
                  <a:cubicBezTo>
                    <a:pt x="77" y="63"/>
                    <a:pt x="77" y="63"/>
                    <a:pt x="77" y="63"/>
                  </a:cubicBezTo>
                  <a:cubicBezTo>
                    <a:pt x="77" y="63"/>
                    <a:pt x="77" y="63"/>
                    <a:pt x="77" y="64"/>
                  </a:cubicBezTo>
                  <a:cubicBezTo>
                    <a:pt x="78" y="65"/>
                    <a:pt x="78" y="59"/>
                    <a:pt x="79" y="61"/>
                  </a:cubicBezTo>
                  <a:cubicBezTo>
                    <a:pt x="79" y="63"/>
                    <a:pt x="79" y="63"/>
                    <a:pt x="80" y="64"/>
                  </a:cubicBezTo>
                  <a:cubicBezTo>
                    <a:pt x="80" y="63"/>
                    <a:pt x="80" y="63"/>
                    <a:pt x="80" y="62"/>
                  </a:cubicBezTo>
                  <a:cubicBezTo>
                    <a:pt x="80" y="61"/>
                    <a:pt x="80" y="64"/>
                    <a:pt x="79" y="63"/>
                  </a:cubicBezTo>
                  <a:cubicBezTo>
                    <a:pt x="79" y="61"/>
                    <a:pt x="80" y="62"/>
                    <a:pt x="80" y="61"/>
                  </a:cubicBezTo>
                  <a:cubicBezTo>
                    <a:pt x="81" y="66"/>
                    <a:pt x="83" y="62"/>
                    <a:pt x="84" y="64"/>
                  </a:cubicBezTo>
                  <a:cubicBezTo>
                    <a:pt x="84" y="61"/>
                    <a:pt x="85" y="63"/>
                    <a:pt x="85" y="62"/>
                  </a:cubicBezTo>
                  <a:cubicBezTo>
                    <a:pt x="85" y="65"/>
                    <a:pt x="86" y="62"/>
                    <a:pt x="86" y="63"/>
                  </a:cubicBezTo>
                  <a:cubicBezTo>
                    <a:pt x="86" y="61"/>
                    <a:pt x="86" y="61"/>
                    <a:pt x="86" y="61"/>
                  </a:cubicBezTo>
                  <a:cubicBezTo>
                    <a:pt x="87" y="62"/>
                    <a:pt x="87" y="57"/>
                    <a:pt x="88" y="60"/>
                  </a:cubicBezTo>
                  <a:cubicBezTo>
                    <a:pt x="88" y="60"/>
                    <a:pt x="88" y="61"/>
                    <a:pt x="88" y="62"/>
                  </a:cubicBezTo>
                  <a:cubicBezTo>
                    <a:pt x="89" y="65"/>
                    <a:pt x="89" y="59"/>
                    <a:pt x="90" y="62"/>
                  </a:cubicBezTo>
                  <a:cubicBezTo>
                    <a:pt x="90" y="61"/>
                    <a:pt x="89" y="60"/>
                    <a:pt x="90" y="59"/>
                  </a:cubicBezTo>
                  <a:cubicBezTo>
                    <a:pt x="91" y="60"/>
                    <a:pt x="92" y="61"/>
                    <a:pt x="92" y="62"/>
                  </a:cubicBezTo>
                  <a:cubicBezTo>
                    <a:pt x="92" y="61"/>
                    <a:pt x="92" y="60"/>
                    <a:pt x="92" y="61"/>
                  </a:cubicBezTo>
                  <a:cubicBezTo>
                    <a:pt x="93" y="62"/>
                    <a:pt x="92" y="62"/>
                    <a:pt x="92" y="62"/>
                  </a:cubicBezTo>
                  <a:cubicBezTo>
                    <a:pt x="93" y="63"/>
                    <a:pt x="93" y="61"/>
                    <a:pt x="94" y="60"/>
                  </a:cubicBezTo>
                  <a:cubicBezTo>
                    <a:pt x="94" y="62"/>
                    <a:pt x="95" y="61"/>
                    <a:pt x="96" y="62"/>
                  </a:cubicBezTo>
                  <a:cubicBezTo>
                    <a:pt x="96" y="60"/>
                    <a:pt x="98" y="63"/>
                    <a:pt x="97" y="60"/>
                  </a:cubicBezTo>
                  <a:cubicBezTo>
                    <a:pt x="98" y="61"/>
                    <a:pt x="98" y="61"/>
                    <a:pt x="98" y="61"/>
                  </a:cubicBezTo>
                  <a:cubicBezTo>
                    <a:pt x="98" y="60"/>
                    <a:pt x="98" y="58"/>
                    <a:pt x="98" y="58"/>
                  </a:cubicBezTo>
                  <a:cubicBezTo>
                    <a:pt x="98" y="60"/>
                    <a:pt x="98" y="60"/>
                    <a:pt x="98" y="60"/>
                  </a:cubicBezTo>
                  <a:cubicBezTo>
                    <a:pt x="99" y="62"/>
                    <a:pt x="99" y="60"/>
                    <a:pt x="100" y="61"/>
                  </a:cubicBezTo>
                  <a:cubicBezTo>
                    <a:pt x="99" y="59"/>
                    <a:pt x="100" y="61"/>
                    <a:pt x="100" y="60"/>
                  </a:cubicBezTo>
                  <a:cubicBezTo>
                    <a:pt x="100" y="59"/>
                    <a:pt x="100" y="59"/>
                    <a:pt x="100" y="59"/>
                  </a:cubicBezTo>
                  <a:cubicBezTo>
                    <a:pt x="101" y="58"/>
                    <a:pt x="100" y="58"/>
                    <a:pt x="101" y="57"/>
                  </a:cubicBezTo>
                  <a:cubicBezTo>
                    <a:pt x="101" y="57"/>
                    <a:pt x="101" y="60"/>
                    <a:pt x="101" y="59"/>
                  </a:cubicBezTo>
                  <a:cubicBezTo>
                    <a:pt x="102" y="60"/>
                    <a:pt x="102" y="60"/>
                    <a:pt x="102" y="59"/>
                  </a:cubicBezTo>
                  <a:cubicBezTo>
                    <a:pt x="102" y="59"/>
                    <a:pt x="102" y="59"/>
                    <a:pt x="102" y="59"/>
                  </a:cubicBezTo>
                  <a:cubicBezTo>
                    <a:pt x="102" y="59"/>
                    <a:pt x="102" y="59"/>
                    <a:pt x="102" y="59"/>
                  </a:cubicBezTo>
                  <a:cubicBezTo>
                    <a:pt x="103" y="59"/>
                    <a:pt x="103" y="59"/>
                    <a:pt x="103" y="59"/>
                  </a:cubicBezTo>
                  <a:cubicBezTo>
                    <a:pt x="103" y="59"/>
                    <a:pt x="103" y="59"/>
                    <a:pt x="103" y="59"/>
                  </a:cubicBezTo>
                  <a:cubicBezTo>
                    <a:pt x="103" y="59"/>
                    <a:pt x="103" y="59"/>
                    <a:pt x="102" y="59"/>
                  </a:cubicBezTo>
                  <a:cubicBezTo>
                    <a:pt x="103" y="59"/>
                    <a:pt x="103" y="59"/>
                    <a:pt x="103" y="59"/>
                  </a:cubicBezTo>
                  <a:cubicBezTo>
                    <a:pt x="103" y="59"/>
                    <a:pt x="103" y="59"/>
                    <a:pt x="103" y="59"/>
                  </a:cubicBezTo>
                  <a:cubicBezTo>
                    <a:pt x="103" y="59"/>
                    <a:pt x="103" y="59"/>
                    <a:pt x="103" y="60"/>
                  </a:cubicBezTo>
                  <a:cubicBezTo>
                    <a:pt x="104" y="61"/>
                    <a:pt x="104" y="61"/>
                    <a:pt x="104" y="61"/>
                  </a:cubicBezTo>
                  <a:cubicBezTo>
                    <a:pt x="104" y="61"/>
                    <a:pt x="104" y="59"/>
                    <a:pt x="104" y="59"/>
                  </a:cubicBezTo>
                  <a:cubicBezTo>
                    <a:pt x="106" y="60"/>
                    <a:pt x="108" y="58"/>
                    <a:pt x="108" y="57"/>
                  </a:cubicBezTo>
                  <a:cubicBezTo>
                    <a:pt x="108" y="57"/>
                    <a:pt x="108" y="58"/>
                    <a:pt x="108" y="58"/>
                  </a:cubicBezTo>
                  <a:cubicBezTo>
                    <a:pt x="108" y="57"/>
                    <a:pt x="108" y="56"/>
                    <a:pt x="109" y="57"/>
                  </a:cubicBezTo>
                  <a:cubicBezTo>
                    <a:pt x="109" y="56"/>
                    <a:pt x="109" y="58"/>
                    <a:pt x="110" y="58"/>
                  </a:cubicBezTo>
                  <a:cubicBezTo>
                    <a:pt x="110" y="58"/>
                    <a:pt x="110" y="56"/>
                    <a:pt x="109" y="56"/>
                  </a:cubicBezTo>
                  <a:cubicBezTo>
                    <a:pt x="111" y="59"/>
                    <a:pt x="111" y="55"/>
                    <a:pt x="113" y="56"/>
                  </a:cubicBezTo>
                  <a:cubicBezTo>
                    <a:pt x="113" y="56"/>
                    <a:pt x="113" y="57"/>
                    <a:pt x="113" y="57"/>
                  </a:cubicBezTo>
                  <a:cubicBezTo>
                    <a:pt x="114" y="56"/>
                    <a:pt x="114" y="55"/>
                    <a:pt x="115" y="53"/>
                  </a:cubicBezTo>
                  <a:cubicBezTo>
                    <a:pt x="115" y="55"/>
                    <a:pt x="115" y="55"/>
                    <a:pt x="115" y="55"/>
                  </a:cubicBezTo>
                  <a:cubicBezTo>
                    <a:pt x="115" y="55"/>
                    <a:pt x="116" y="55"/>
                    <a:pt x="116" y="54"/>
                  </a:cubicBezTo>
                  <a:cubicBezTo>
                    <a:pt x="115" y="52"/>
                    <a:pt x="116" y="51"/>
                    <a:pt x="116" y="51"/>
                  </a:cubicBezTo>
                  <a:cubicBezTo>
                    <a:pt x="116" y="51"/>
                    <a:pt x="116" y="51"/>
                    <a:pt x="116" y="51"/>
                  </a:cubicBezTo>
                  <a:cubicBezTo>
                    <a:pt x="117" y="50"/>
                    <a:pt x="117" y="50"/>
                    <a:pt x="117" y="50"/>
                  </a:cubicBezTo>
                  <a:cubicBezTo>
                    <a:pt x="118" y="51"/>
                    <a:pt x="117" y="51"/>
                    <a:pt x="117" y="52"/>
                  </a:cubicBezTo>
                  <a:cubicBezTo>
                    <a:pt x="118" y="54"/>
                    <a:pt x="119" y="53"/>
                    <a:pt x="119" y="53"/>
                  </a:cubicBezTo>
                  <a:cubicBezTo>
                    <a:pt x="119" y="51"/>
                    <a:pt x="119" y="51"/>
                    <a:pt x="119" y="51"/>
                  </a:cubicBezTo>
                  <a:cubicBezTo>
                    <a:pt x="120" y="51"/>
                    <a:pt x="120" y="53"/>
                    <a:pt x="120" y="53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8"/>
                    <a:pt x="121" y="50"/>
                    <a:pt x="121" y="51"/>
                  </a:cubicBezTo>
                  <a:cubicBezTo>
                    <a:pt x="122" y="50"/>
                    <a:pt x="122" y="47"/>
                    <a:pt x="122" y="45"/>
                  </a:cubicBezTo>
                  <a:cubicBezTo>
                    <a:pt x="122" y="46"/>
                    <a:pt x="123" y="44"/>
                    <a:pt x="123" y="44"/>
                  </a:cubicBezTo>
                  <a:cubicBezTo>
                    <a:pt x="124" y="45"/>
                    <a:pt x="123" y="44"/>
                    <a:pt x="123" y="45"/>
                  </a:cubicBezTo>
                  <a:cubicBezTo>
                    <a:pt x="124" y="47"/>
                    <a:pt x="124" y="47"/>
                    <a:pt x="124" y="47"/>
                  </a:cubicBezTo>
                  <a:cubicBezTo>
                    <a:pt x="123" y="47"/>
                    <a:pt x="125" y="49"/>
                    <a:pt x="125" y="50"/>
                  </a:cubicBezTo>
                  <a:cubicBezTo>
                    <a:pt x="125" y="49"/>
                    <a:pt x="126" y="49"/>
                    <a:pt x="127" y="50"/>
                  </a:cubicBezTo>
                  <a:cubicBezTo>
                    <a:pt x="126" y="47"/>
                    <a:pt x="128" y="48"/>
                    <a:pt x="127" y="45"/>
                  </a:cubicBezTo>
                  <a:cubicBezTo>
                    <a:pt x="128" y="45"/>
                    <a:pt x="128" y="47"/>
                    <a:pt x="129" y="48"/>
                  </a:cubicBezTo>
                  <a:cubicBezTo>
                    <a:pt x="129" y="46"/>
                    <a:pt x="131" y="47"/>
                    <a:pt x="131" y="46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2" y="46"/>
                    <a:pt x="134" y="46"/>
                    <a:pt x="133" y="43"/>
                  </a:cubicBezTo>
                  <a:cubicBezTo>
                    <a:pt x="134" y="45"/>
                    <a:pt x="134" y="45"/>
                    <a:pt x="134" y="45"/>
                  </a:cubicBezTo>
                  <a:cubicBezTo>
                    <a:pt x="135" y="45"/>
                    <a:pt x="133" y="42"/>
                    <a:pt x="134" y="43"/>
                  </a:cubicBezTo>
                  <a:cubicBezTo>
                    <a:pt x="135" y="44"/>
                    <a:pt x="135" y="44"/>
                    <a:pt x="135" y="44"/>
                  </a:cubicBezTo>
                  <a:cubicBezTo>
                    <a:pt x="135" y="43"/>
                    <a:pt x="136" y="45"/>
                    <a:pt x="136" y="43"/>
                  </a:cubicBezTo>
                  <a:cubicBezTo>
                    <a:pt x="136" y="44"/>
                    <a:pt x="136" y="44"/>
                    <a:pt x="136" y="44"/>
                  </a:cubicBezTo>
                  <a:cubicBezTo>
                    <a:pt x="137" y="43"/>
                    <a:pt x="138" y="43"/>
                    <a:pt x="137" y="41"/>
                  </a:cubicBezTo>
                  <a:cubicBezTo>
                    <a:pt x="138" y="43"/>
                    <a:pt x="138" y="43"/>
                    <a:pt x="138" y="43"/>
                  </a:cubicBezTo>
                  <a:cubicBezTo>
                    <a:pt x="139" y="44"/>
                    <a:pt x="138" y="41"/>
                    <a:pt x="139" y="41"/>
                  </a:cubicBezTo>
                  <a:cubicBezTo>
                    <a:pt x="139" y="42"/>
                    <a:pt x="140" y="42"/>
                    <a:pt x="139" y="42"/>
                  </a:cubicBezTo>
                  <a:cubicBezTo>
                    <a:pt x="139" y="41"/>
                    <a:pt x="140" y="41"/>
                    <a:pt x="140" y="40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5" y="41"/>
                    <a:pt x="148" y="39"/>
                    <a:pt x="150" y="36"/>
                  </a:cubicBezTo>
                  <a:cubicBezTo>
                    <a:pt x="152" y="38"/>
                    <a:pt x="150" y="38"/>
                    <a:pt x="151" y="39"/>
                  </a:cubicBezTo>
                  <a:cubicBezTo>
                    <a:pt x="150" y="37"/>
                    <a:pt x="151" y="38"/>
                    <a:pt x="152" y="37"/>
                  </a:cubicBezTo>
                  <a:cubicBezTo>
                    <a:pt x="152" y="37"/>
                    <a:pt x="152" y="37"/>
                    <a:pt x="152" y="37"/>
                  </a:cubicBezTo>
                  <a:cubicBezTo>
                    <a:pt x="152" y="37"/>
                    <a:pt x="153" y="38"/>
                    <a:pt x="153" y="37"/>
                  </a:cubicBezTo>
                  <a:cubicBezTo>
                    <a:pt x="153" y="37"/>
                    <a:pt x="153" y="37"/>
                    <a:pt x="153" y="37"/>
                  </a:cubicBezTo>
                  <a:cubicBezTo>
                    <a:pt x="153" y="35"/>
                    <a:pt x="155" y="38"/>
                    <a:pt x="154" y="36"/>
                  </a:cubicBezTo>
                  <a:cubicBezTo>
                    <a:pt x="155" y="37"/>
                    <a:pt x="155" y="37"/>
                    <a:pt x="155" y="37"/>
                  </a:cubicBezTo>
                  <a:cubicBezTo>
                    <a:pt x="154" y="35"/>
                    <a:pt x="156" y="37"/>
                    <a:pt x="156" y="35"/>
                  </a:cubicBezTo>
                  <a:cubicBezTo>
                    <a:pt x="156" y="36"/>
                    <a:pt x="156" y="36"/>
                    <a:pt x="156" y="36"/>
                  </a:cubicBezTo>
                  <a:cubicBezTo>
                    <a:pt x="157" y="36"/>
                    <a:pt x="156" y="32"/>
                    <a:pt x="157" y="34"/>
                  </a:cubicBezTo>
                  <a:cubicBezTo>
                    <a:pt x="157" y="33"/>
                    <a:pt x="158" y="32"/>
                    <a:pt x="157" y="31"/>
                  </a:cubicBezTo>
                  <a:cubicBezTo>
                    <a:pt x="158" y="33"/>
                    <a:pt x="158" y="33"/>
                    <a:pt x="158" y="33"/>
                  </a:cubicBezTo>
                  <a:cubicBezTo>
                    <a:pt x="160" y="30"/>
                    <a:pt x="163" y="29"/>
                    <a:pt x="162" y="26"/>
                  </a:cubicBezTo>
                  <a:cubicBezTo>
                    <a:pt x="163" y="27"/>
                    <a:pt x="163" y="27"/>
                    <a:pt x="163" y="27"/>
                  </a:cubicBezTo>
                  <a:cubicBezTo>
                    <a:pt x="163" y="24"/>
                    <a:pt x="167" y="27"/>
                    <a:pt x="165" y="23"/>
                  </a:cubicBezTo>
                  <a:cubicBezTo>
                    <a:pt x="164" y="21"/>
                    <a:pt x="164" y="21"/>
                    <a:pt x="164" y="21"/>
                  </a:cubicBezTo>
                  <a:cubicBezTo>
                    <a:pt x="166" y="23"/>
                    <a:pt x="166" y="23"/>
                    <a:pt x="166" y="23"/>
                  </a:cubicBezTo>
                  <a:cubicBezTo>
                    <a:pt x="165" y="21"/>
                    <a:pt x="167" y="21"/>
                    <a:pt x="166" y="20"/>
                  </a:cubicBezTo>
                  <a:cubicBezTo>
                    <a:pt x="166" y="21"/>
                    <a:pt x="166" y="21"/>
                    <a:pt x="167" y="21"/>
                  </a:cubicBezTo>
                  <a:cubicBezTo>
                    <a:pt x="167" y="21"/>
                    <a:pt x="166" y="19"/>
                    <a:pt x="167" y="19"/>
                  </a:cubicBezTo>
                  <a:cubicBezTo>
                    <a:pt x="167" y="20"/>
                    <a:pt x="167" y="20"/>
                    <a:pt x="167" y="20"/>
                  </a:cubicBezTo>
                  <a:cubicBezTo>
                    <a:pt x="171" y="20"/>
                    <a:pt x="176" y="17"/>
                    <a:pt x="174" y="13"/>
                  </a:cubicBezTo>
                  <a:cubicBezTo>
                    <a:pt x="174" y="12"/>
                    <a:pt x="177" y="14"/>
                    <a:pt x="177" y="14"/>
                  </a:cubicBezTo>
                  <a:cubicBezTo>
                    <a:pt x="175" y="10"/>
                    <a:pt x="181" y="9"/>
                    <a:pt x="177" y="5"/>
                  </a:cubicBezTo>
                  <a:close/>
                  <a:moveTo>
                    <a:pt x="10" y="32"/>
                  </a:moveTo>
                  <a:cubicBezTo>
                    <a:pt x="10" y="32"/>
                    <a:pt x="10" y="32"/>
                    <a:pt x="10" y="31"/>
                  </a:cubicBezTo>
                  <a:cubicBezTo>
                    <a:pt x="10" y="32"/>
                    <a:pt x="10" y="32"/>
                    <a:pt x="10" y="32"/>
                  </a:cubicBezTo>
                  <a:close/>
                  <a:moveTo>
                    <a:pt x="6" y="35"/>
                  </a:moveTo>
                  <a:cubicBezTo>
                    <a:pt x="6" y="35"/>
                    <a:pt x="6" y="35"/>
                    <a:pt x="5" y="35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6" y="34"/>
                    <a:pt x="6" y="35"/>
                    <a:pt x="6" y="35"/>
                  </a:cubicBezTo>
                  <a:close/>
                  <a:moveTo>
                    <a:pt x="10" y="35"/>
                  </a:moveTo>
                  <a:cubicBezTo>
                    <a:pt x="10" y="35"/>
                    <a:pt x="10" y="35"/>
                    <a:pt x="10" y="35"/>
                  </a:cubicBezTo>
                  <a:cubicBezTo>
                    <a:pt x="10" y="35"/>
                    <a:pt x="10" y="35"/>
                    <a:pt x="10" y="35"/>
                  </a:cubicBezTo>
                  <a:close/>
                  <a:moveTo>
                    <a:pt x="9" y="32"/>
                  </a:moveTo>
                  <a:cubicBezTo>
                    <a:pt x="9" y="33"/>
                    <a:pt x="8" y="33"/>
                    <a:pt x="8" y="33"/>
                  </a:cubicBezTo>
                  <a:cubicBezTo>
                    <a:pt x="9" y="31"/>
                    <a:pt x="10" y="31"/>
                    <a:pt x="10" y="32"/>
                  </a:cubicBezTo>
                  <a:cubicBezTo>
                    <a:pt x="9" y="33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9" y="34"/>
                    <a:pt x="9" y="32"/>
                  </a:cubicBezTo>
                  <a:close/>
                  <a:moveTo>
                    <a:pt x="7" y="35"/>
                  </a:moveTo>
                  <a:cubicBezTo>
                    <a:pt x="7" y="35"/>
                    <a:pt x="7" y="34"/>
                    <a:pt x="7" y="34"/>
                  </a:cubicBezTo>
                  <a:cubicBezTo>
                    <a:pt x="7" y="34"/>
                    <a:pt x="7" y="34"/>
                    <a:pt x="7" y="35"/>
                  </a:cubicBezTo>
                  <a:cubicBezTo>
                    <a:pt x="7" y="35"/>
                    <a:pt x="7" y="35"/>
                    <a:pt x="7" y="35"/>
                  </a:cubicBezTo>
                  <a:close/>
                  <a:moveTo>
                    <a:pt x="7" y="35"/>
                  </a:moveTo>
                  <a:cubicBezTo>
                    <a:pt x="7" y="35"/>
                    <a:pt x="7" y="35"/>
                    <a:pt x="7" y="35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6"/>
                    <a:pt x="9" y="35"/>
                    <a:pt x="9" y="35"/>
                  </a:cubicBezTo>
                  <a:cubicBezTo>
                    <a:pt x="9" y="35"/>
                    <a:pt x="10" y="36"/>
                    <a:pt x="10" y="36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9" y="36"/>
                    <a:pt x="8" y="36"/>
                    <a:pt x="7" y="35"/>
                  </a:cubicBezTo>
                  <a:close/>
                  <a:moveTo>
                    <a:pt x="9" y="36"/>
                  </a:moveTo>
                  <a:cubicBezTo>
                    <a:pt x="10" y="36"/>
                    <a:pt x="10" y="36"/>
                    <a:pt x="10" y="36"/>
                  </a:cubicBezTo>
                  <a:cubicBezTo>
                    <a:pt x="10" y="36"/>
                    <a:pt x="10" y="36"/>
                    <a:pt x="10" y="37"/>
                  </a:cubicBezTo>
                  <a:cubicBezTo>
                    <a:pt x="10" y="36"/>
                    <a:pt x="9" y="36"/>
                    <a:pt x="9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0" name="Freeform 435"/>
            <p:cNvSpPr/>
            <p:nvPr>
              <p:custDataLst>
                <p:tags r:id="rId34"/>
              </p:custDataLst>
            </p:nvPr>
          </p:nvSpPr>
          <p:spPr bwMode="auto">
            <a:xfrm>
              <a:off x="3712" y="2809"/>
              <a:ext cx="4" cy="2"/>
            </a:xfrm>
            <a:custGeom>
              <a:avLst/>
              <a:gdLst>
                <a:gd name="T0" fmla="*/ 1 w 2"/>
                <a:gd name="T1" fmla="*/ 0 h 1"/>
                <a:gd name="T2" fmla="*/ 0 w 2"/>
                <a:gd name="T3" fmla="*/ 1 h 1"/>
                <a:gd name="T4" fmla="*/ 2 w 2"/>
                <a:gd name="T5" fmla="*/ 0 h 1"/>
                <a:gd name="T6" fmla="*/ 1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1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2" y="1"/>
                    <a:pt x="2" y="0"/>
                  </a:cubicBez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1" name="Freeform 436"/>
            <p:cNvSpPr>
              <a:spLocks noEditPoints="1"/>
            </p:cNvSpPr>
            <p:nvPr>
              <p:custDataLst>
                <p:tags r:id="rId35"/>
              </p:custDataLst>
            </p:nvPr>
          </p:nvSpPr>
          <p:spPr bwMode="auto">
            <a:xfrm>
              <a:off x="3434" y="1624"/>
              <a:ext cx="862" cy="1213"/>
            </a:xfrm>
            <a:custGeom>
              <a:avLst/>
              <a:gdLst>
                <a:gd name="T0" fmla="*/ 172 w 406"/>
                <a:gd name="T1" fmla="*/ 570 h 572"/>
                <a:gd name="T2" fmla="*/ 205 w 406"/>
                <a:gd name="T3" fmla="*/ 568 h 572"/>
                <a:gd name="T4" fmla="*/ 239 w 406"/>
                <a:gd name="T5" fmla="*/ 564 h 572"/>
                <a:gd name="T6" fmla="*/ 281 w 406"/>
                <a:gd name="T7" fmla="*/ 547 h 572"/>
                <a:gd name="T8" fmla="*/ 300 w 406"/>
                <a:gd name="T9" fmla="*/ 522 h 572"/>
                <a:gd name="T10" fmla="*/ 204 w 406"/>
                <a:gd name="T11" fmla="*/ 395 h 572"/>
                <a:gd name="T12" fmla="*/ 207 w 406"/>
                <a:gd name="T13" fmla="*/ 339 h 572"/>
                <a:gd name="T14" fmla="*/ 214 w 406"/>
                <a:gd name="T15" fmla="*/ 279 h 572"/>
                <a:gd name="T16" fmla="*/ 177 w 406"/>
                <a:gd name="T17" fmla="*/ 304 h 572"/>
                <a:gd name="T18" fmla="*/ 184 w 406"/>
                <a:gd name="T19" fmla="*/ 298 h 572"/>
                <a:gd name="T20" fmla="*/ 197 w 406"/>
                <a:gd name="T21" fmla="*/ 321 h 572"/>
                <a:gd name="T22" fmla="*/ 186 w 406"/>
                <a:gd name="T23" fmla="*/ 337 h 572"/>
                <a:gd name="T24" fmla="*/ 190 w 406"/>
                <a:gd name="T25" fmla="*/ 347 h 572"/>
                <a:gd name="T26" fmla="*/ 189 w 406"/>
                <a:gd name="T27" fmla="*/ 365 h 572"/>
                <a:gd name="T28" fmla="*/ 189 w 406"/>
                <a:gd name="T29" fmla="*/ 382 h 572"/>
                <a:gd name="T30" fmla="*/ 194 w 406"/>
                <a:gd name="T31" fmla="*/ 401 h 572"/>
                <a:gd name="T32" fmla="*/ 198 w 406"/>
                <a:gd name="T33" fmla="*/ 426 h 572"/>
                <a:gd name="T34" fmla="*/ 92 w 406"/>
                <a:gd name="T35" fmla="*/ 277 h 572"/>
                <a:gd name="T36" fmla="*/ 68 w 406"/>
                <a:gd name="T37" fmla="*/ 218 h 572"/>
                <a:gd name="T38" fmla="*/ 189 w 406"/>
                <a:gd name="T39" fmla="*/ 198 h 572"/>
                <a:gd name="T40" fmla="*/ 299 w 406"/>
                <a:gd name="T41" fmla="*/ 279 h 572"/>
                <a:gd name="T42" fmla="*/ 240 w 406"/>
                <a:gd name="T43" fmla="*/ 425 h 572"/>
                <a:gd name="T44" fmla="*/ 250 w 406"/>
                <a:gd name="T45" fmla="*/ 401 h 572"/>
                <a:gd name="T46" fmla="*/ 257 w 406"/>
                <a:gd name="T47" fmla="*/ 380 h 572"/>
                <a:gd name="T48" fmla="*/ 262 w 406"/>
                <a:gd name="T49" fmla="*/ 342 h 572"/>
                <a:gd name="T50" fmla="*/ 279 w 406"/>
                <a:gd name="T51" fmla="*/ 305 h 572"/>
                <a:gd name="T52" fmla="*/ 323 w 406"/>
                <a:gd name="T53" fmla="*/ 287 h 572"/>
                <a:gd name="T54" fmla="*/ 345 w 406"/>
                <a:gd name="T55" fmla="*/ 231 h 572"/>
                <a:gd name="T56" fmla="*/ 313 w 406"/>
                <a:gd name="T57" fmla="*/ 163 h 572"/>
                <a:gd name="T58" fmla="*/ 199 w 406"/>
                <a:gd name="T59" fmla="*/ 120 h 572"/>
                <a:gd name="T60" fmla="*/ 99 w 406"/>
                <a:gd name="T61" fmla="*/ 189 h 572"/>
                <a:gd name="T62" fmla="*/ 67 w 406"/>
                <a:gd name="T63" fmla="*/ 156 h 572"/>
                <a:gd name="T64" fmla="*/ 18 w 406"/>
                <a:gd name="T65" fmla="*/ 247 h 572"/>
                <a:gd name="T66" fmla="*/ 17 w 406"/>
                <a:gd name="T67" fmla="*/ 216 h 572"/>
                <a:gd name="T68" fmla="*/ 18 w 406"/>
                <a:gd name="T69" fmla="*/ 212 h 572"/>
                <a:gd name="T70" fmla="*/ 18 w 406"/>
                <a:gd name="T71" fmla="*/ 213 h 572"/>
                <a:gd name="T72" fmla="*/ 20 w 406"/>
                <a:gd name="T73" fmla="*/ 216 h 572"/>
                <a:gd name="T74" fmla="*/ 36 w 406"/>
                <a:gd name="T75" fmla="*/ 256 h 572"/>
                <a:gd name="T76" fmla="*/ 80 w 406"/>
                <a:gd name="T77" fmla="*/ 293 h 572"/>
                <a:gd name="T78" fmla="*/ 143 w 406"/>
                <a:gd name="T79" fmla="*/ 304 h 572"/>
                <a:gd name="T80" fmla="*/ 162 w 406"/>
                <a:gd name="T81" fmla="*/ 375 h 572"/>
                <a:gd name="T82" fmla="*/ 177 w 406"/>
                <a:gd name="T83" fmla="*/ 504 h 572"/>
                <a:gd name="T84" fmla="*/ 192 w 406"/>
                <a:gd name="T85" fmla="*/ 530 h 572"/>
                <a:gd name="T86" fmla="*/ 191 w 406"/>
                <a:gd name="T87" fmla="*/ 504 h 572"/>
                <a:gd name="T88" fmla="*/ 192 w 406"/>
                <a:gd name="T89" fmla="*/ 486 h 572"/>
                <a:gd name="T90" fmla="*/ 194 w 406"/>
                <a:gd name="T91" fmla="*/ 451 h 572"/>
                <a:gd name="T92" fmla="*/ 220 w 406"/>
                <a:gd name="T93" fmla="*/ 447 h 572"/>
                <a:gd name="T94" fmla="*/ 240 w 406"/>
                <a:gd name="T95" fmla="*/ 469 h 572"/>
                <a:gd name="T96" fmla="*/ 247 w 406"/>
                <a:gd name="T97" fmla="*/ 543 h 572"/>
                <a:gd name="T98" fmla="*/ 146 w 406"/>
                <a:gd name="T99" fmla="*/ 545 h 572"/>
                <a:gd name="T100" fmla="*/ 137 w 406"/>
                <a:gd name="T101" fmla="*/ 524 h 572"/>
                <a:gd name="T102" fmla="*/ 130 w 406"/>
                <a:gd name="T103" fmla="*/ 553 h 572"/>
                <a:gd name="T104" fmla="*/ 193 w 406"/>
                <a:gd name="T105" fmla="*/ 309 h 572"/>
                <a:gd name="T106" fmla="*/ 196 w 406"/>
                <a:gd name="T107" fmla="*/ 303 h 572"/>
                <a:gd name="T108" fmla="*/ 209 w 406"/>
                <a:gd name="T109" fmla="*/ 295 h 572"/>
                <a:gd name="T110" fmla="*/ 218 w 406"/>
                <a:gd name="T111" fmla="*/ 301 h 572"/>
                <a:gd name="T112" fmla="*/ 221 w 406"/>
                <a:gd name="T113" fmla="*/ 307 h 572"/>
                <a:gd name="T114" fmla="*/ 211 w 406"/>
                <a:gd name="T115" fmla="*/ 310 h 572"/>
                <a:gd name="T116" fmla="*/ 222 w 406"/>
                <a:gd name="T117" fmla="*/ 307 h 572"/>
                <a:gd name="T118" fmla="*/ 191 w 406"/>
                <a:gd name="T119" fmla="*/ 185 h 572"/>
                <a:gd name="T120" fmla="*/ 63 w 406"/>
                <a:gd name="T121" fmla="*/ 186 h 572"/>
                <a:gd name="T122" fmla="*/ 22 w 406"/>
                <a:gd name="T123" fmla="*/ 214 h 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06" h="572">
                  <a:moveTo>
                    <a:pt x="135" y="564"/>
                  </a:moveTo>
                  <a:cubicBezTo>
                    <a:pt x="136" y="564"/>
                    <a:pt x="137" y="565"/>
                    <a:pt x="137" y="564"/>
                  </a:cubicBezTo>
                  <a:cubicBezTo>
                    <a:pt x="137" y="565"/>
                    <a:pt x="137" y="565"/>
                    <a:pt x="137" y="565"/>
                  </a:cubicBezTo>
                  <a:cubicBezTo>
                    <a:pt x="138" y="565"/>
                    <a:pt x="140" y="563"/>
                    <a:pt x="139" y="566"/>
                  </a:cubicBezTo>
                  <a:cubicBezTo>
                    <a:pt x="140" y="563"/>
                    <a:pt x="139" y="565"/>
                    <a:pt x="138" y="564"/>
                  </a:cubicBezTo>
                  <a:cubicBezTo>
                    <a:pt x="139" y="562"/>
                    <a:pt x="140" y="563"/>
                    <a:pt x="141" y="562"/>
                  </a:cubicBezTo>
                  <a:cubicBezTo>
                    <a:pt x="139" y="565"/>
                    <a:pt x="142" y="563"/>
                    <a:pt x="142" y="564"/>
                  </a:cubicBezTo>
                  <a:cubicBezTo>
                    <a:pt x="142" y="565"/>
                    <a:pt x="142" y="565"/>
                    <a:pt x="142" y="566"/>
                  </a:cubicBezTo>
                  <a:cubicBezTo>
                    <a:pt x="143" y="564"/>
                    <a:pt x="143" y="564"/>
                    <a:pt x="143" y="564"/>
                  </a:cubicBezTo>
                  <a:cubicBezTo>
                    <a:pt x="142" y="568"/>
                    <a:pt x="145" y="564"/>
                    <a:pt x="145" y="566"/>
                  </a:cubicBezTo>
                  <a:cubicBezTo>
                    <a:pt x="144" y="566"/>
                    <a:pt x="144" y="568"/>
                    <a:pt x="144" y="569"/>
                  </a:cubicBezTo>
                  <a:cubicBezTo>
                    <a:pt x="144" y="566"/>
                    <a:pt x="146" y="566"/>
                    <a:pt x="147" y="564"/>
                  </a:cubicBezTo>
                  <a:cubicBezTo>
                    <a:pt x="148" y="565"/>
                    <a:pt x="145" y="567"/>
                    <a:pt x="145" y="569"/>
                  </a:cubicBezTo>
                  <a:cubicBezTo>
                    <a:pt x="146" y="567"/>
                    <a:pt x="146" y="571"/>
                    <a:pt x="147" y="568"/>
                  </a:cubicBezTo>
                  <a:cubicBezTo>
                    <a:pt x="147" y="567"/>
                    <a:pt x="148" y="567"/>
                    <a:pt x="149" y="566"/>
                  </a:cubicBezTo>
                  <a:cubicBezTo>
                    <a:pt x="150" y="566"/>
                    <a:pt x="148" y="567"/>
                    <a:pt x="148" y="568"/>
                  </a:cubicBezTo>
                  <a:cubicBezTo>
                    <a:pt x="149" y="568"/>
                    <a:pt x="150" y="566"/>
                    <a:pt x="150" y="565"/>
                  </a:cubicBezTo>
                  <a:cubicBezTo>
                    <a:pt x="150" y="566"/>
                    <a:pt x="152" y="564"/>
                    <a:pt x="152" y="565"/>
                  </a:cubicBezTo>
                  <a:cubicBezTo>
                    <a:pt x="152" y="567"/>
                    <a:pt x="150" y="566"/>
                    <a:pt x="150" y="567"/>
                  </a:cubicBezTo>
                  <a:cubicBezTo>
                    <a:pt x="152" y="568"/>
                    <a:pt x="152" y="563"/>
                    <a:pt x="154" y="563"/>
                  </a:cubicBezTo>
                  <a:cubicBezTo>
                    <a:pt x="153" y="562"/>
                    <a:pt x="155" y="559"/>
                    <a:pt x="155" y="558"/>
                  </a:cubicBezTo>
                  <a:cubicBezTo>
                    <a:pt x="157" y="560"/>
                    <a:pt x="155" y="559"/>
                    <a:pt x="155" y="561"/>
                  </a:cubicBezTo>
                  <a:cubicBezTo>
                    <a:pt x="155" y="561"/>
                    <a:pt x="155" y="561"/>
                    <a:pt x="155" y="561"/>
                  </a:cubicBezTo>
                  <a:cubicBezTo>
                    <a:pt x="155" y="564"/>
                    <a:pt x="152" y="566"/>
                    <a:pt x="153" y="568"/>
                  </a:cubicBezTo>
                  <a:cubicBezTo>
                    <a:pt x="154" y="567"/>
                    <a:pt x="154" y="567"/>
                    <a:pt x="154" y="567"/>
                  </a:cubicBezTo>
                  <a:cubicBezTo>
                    <a:pt x="153" y="568"/>
                    <a:pt x="153" y="569"/>
                    <a:pt x="153" y="570"/>
                  </a:cubicBezTo>
                  <a:cubicBezTo>
                    <a:pt x="153" y="568"/>
                    <a:pt x="154" y="570"/>
                    <a:pt x="155" y="570"/>
                  </a:cubicBezTo>
                  <a:cubicBezTo>
                    <a:pt x="155" y="568"/>
                    <a:pt x="154" y="570"/>
                    <a:pt x="154" y="569"/>
                  </a:cubicBezTo>
                  <a:cubicBezTo>
                    <a:pt x="155" y="568"/>
                    <a:pt x="156" y="566"/>
                    <a:pt x="157" y="567"/>
                  </a:cubicBezTo>
                  <a:cubicBezTo>
                    <a:pt x="156" y="568"/>
                    <a:pt x="157" y="569"/>
                    <a:pt x="156" y="570"/>
                  </a:cubicBezTo>
                  <a:cubicBezTo>
                    <a:pt x="157" y="571"/>
                    <a:pt x="157" y="568"/>
                    <a:pt x="157" y="569"/>
                  </a:cubicBezTo>
                  <a:cubicBezTo>
                    <a:pt x="157" y="570"/>
                    <a:pt x="157" y="570"/>
                    <a:pt x="157" y="570"/>
                  </a:cubicBezTo>
                  <a:cubicBezTo>
                    <a:pt x="160" y="571"/>
                    <a:pt x="164" y="571"/>
                    <a:pt x="166" y="567"/>
                  </a:cubicBezTo>
                  <a:cubicBezTo>
                    <a:pt x="166" y="569"/>
                    <a:pt x="167" y="569"/>
                    <a:pt x="169" y="570"/>
                  </a:cubicBezTo>
                  <a:cubicBezTo>
                    <a:pt x="168" y="570"/>
                    <a:pt x="169" y="569"/>
                    <a:pt x="169" y="568"/>
                  </a:cubicBezTo>
                  <a:cubicBezTo>
                    <a:pt x="170" y="570"/>
                    <a:pt x="170" y="570"/>
                    <a:pt x="170" y="570"/>
                  </a:cubicBezTo>
                  <a:cubicBezTo>
                    <a:pt x="170" y="572"/>
                    <a:pt x="172" y="570"/>
                    <a:pt x="172" y="569"/>
                  </a:cubicBezTo>
                  <a:cubicBezTo>
                    <a:pt x="172" y="570"/>
                    <a:pt x="172" y="570"/>
                    <a:pt x="172" y="570"/>
                  </a:cubicBezTo>
                  <a:cubicBezTo>
                    <a:pt x="173" y="571"/>
                    <a:pt x="173" y="569"/>
                    <a:pt x="173" y="568"/>
                  </a:cubicBezTo>
                  <a:cubicBezTo>
                    <a:pt x="174" y="570"/>
                    <a:pt x="174" y="570"/>
                    <a:pt x="174" y="570"/>
                  </a:cubicBezTo>
                  <a:cubicBezTo>
                    <a:pt x="174" y="569"/>
                    <a:pt x="174" y="569"/>
                    <a:pt x="174" y="569"/>
                  </a:cubicBezTo>
                  <a:cubicBezTo>
                    <a:pt x="174" y="568"/>
                    <a:pt x="175" y="568"/>
                    <a:pt x="175" y="570"/>
                  </a:cubicBezTo>
                  <a:cubicBezTo>
                    <a:pt x="175" y="570"/>
                    <a:pt x="176" y="569"/>
                    <a:pt x="175" y="569"/>
                  </a:cubicBezTo>
                  <a:cubicBezTo>
                    <a:pt x="176" y="570"/>
                    <a:pt x="178" y="570"/>
                    <a:pt x="179" y="569"/>
                  </a:cubicBezTo>
                  <a:cubicBezTo>
                    <a:pt x="178" y="569"/>
                    <a:pt x="178" y="568"/>
                    <a:pt x="178" y="567"/>
                  </a:cubicBezTo>
                  <a:cubicBezTo>
                    <a:pt x="178" y="564"/>
                    <a:pt x="179" y="567"/>
                    <a:pt x="179" y="566"/>
                  </a:cubicBezTo>
                  <a:cubicBezTo>
                    <a:pt x="179" y="567"/>
                    <a:pt x="180" y="567"/>
                    <a:pt x="179" y="568"/>
                  </a:cubicBezTo>
                  <a:cubicBezTo>
                    <a:pt x="181" y="571"/>
                    <a:pt x="183" y="569"/>
                    <a:pt x="184" y="569"/>
                  </a:cubicBezTo>
                  <a:cubicBezTo>
                    <a:pt x="185" y="568"/>
                    <a:pt x="185" y="568"/>
                    <a:pt x="185" y="568"/>
                  </a:cubicBezTo>
                  <a:cubicBezTo>
                    <a:pt x="186" y="570"/>
                    <a:pt x="188" y="568"/>
                    <a:pt x="189" y="569"/>
                  </a:cubicBezTo>
                  <a:cubicBezTo>
                    <a:pt x="189" y="568"/>
                    <a:pt x="189" y="565"/>
                    <a:pt x="190" y="565"/>
                  </a:cubicBezTo>
                  <a:cubicBezTo>
                    <a:pt x="190" y="563"/>
                    <a:pt x="190" y="567"/>
                    <a:pt x="191" y="569"/>
                  </a:cubicBezTo>
                  <a:cubicBezTo>
                    <a:pt x="191" y="568"/>
                    <a:pt x="192" y="567"/>
                    <a:pt x="192" y="567"/>
                  </a:cubicBezTo>
                  <a:cubicBezTo>
                    <a:pt x="192" y="568"/>
                    <a:pt x="192" y="568"/>
                    <a:pt x="192" y="568"/>
                  </a:cubicBezTo>
                  <a:cubicBezTo>
                    <a:pt x="192" y="567"/>
                    <a:pt x="193" y="566"/>
                    <a:pt x="194" y="567"/>
                  </a:cubicBezTo>
                  <a:cubicBezTo>
                    <a:pt x="194" y="567"/>
                    <a:pt x="194" y="567"/>
                    <a:pt x="194" y="567"/>
                  </a:cubicBezTo>
                  <a:cubicBezTo>
                    <a:pt x="194" y="567"/>
                    <a:pt x="195" y="569"/>
                    <a:pt x="195" y="568"/>
                  </a:cubicBezTo>
                  <a:cubicBezTo>
                    <a:pt x="195" y="567"/>
                    <a:pt x="196" y="568"/>
                    <a:pt x="196" y="566"/>
                  </a:cubicBezTo>
                  <a:cubicBezTo>
                    <a:pt x="197" y="567"/>
                    <a:pt x="197" y="567"/>
                    <a:pt x="197" y="567"/>
                  </a:cubicBezTo>
                  <a:cubicBezTo>
                    <a:pt x="197" y="565"/>
                    <a:pt x="197" y="565"/>
                    <a:pt x="197" y="565"/>
                  </a:cubicBezTo>
                  <a:cubicBezTo>
                    <a:pt x="197" y="566"/>
                    <a:pt x="197" y="566"/>
                    <a:pt x="197" y="566"/>
                  </a:cubicBezTo>
                  <a:cubicBezTo>
                    <a:pt x="197" y="568"/>
                    <a:pt x="197" y="568"/>
                    <a:pt x="197" y="568"/>
                  </a:cubicBezTo>
                  <a:cubicBezTo>
                    <a:pt x="198" y="569"/>
                    <a:pt x="197" y="566"/>
                    <a:pt x="198" y="565"/>
                  </a:cubicBezTo>
                  <a:cubicBezTo>
                    <a:pt x="198" y="564"/>
                    <a:pt x="198" y="566"/>
                    <a:pt x="199" y="566"/>
                  </a:cubicBezTo>
                  <a:cubicBezTo>
                    <a:pt x="198" y="567"/>
                    <a:pt x="198" y="566"/>
                    <a:pt x="198" y="566"/>
                  </a:cubicBezTo>
                  <a:cubicBezTo>
                    <a:pt x="198" y="568"/>
                    <a:pt x="198" y="567"/>
                    <a:pt x="199" y="568"/>
                  </a:cubicBezTo>
                  <a:cubicBezTo>
                    <a:pt x="199" y="568"/>
                    <a:pt x="199" y="566"/>
                    <a:pt x="199" y="566"/>
                  </a:cubicBezTo>
                  <a:cubicBezTo>
                    <a:pt x="200" y="566"/>
                    <a:pt x="201" y="566"/>
                    <a:pt x="200" y="568"/>
                  </a:cubicBezTo>
                  <a:cubicBezTo>
                    <a:pt x="201" y="567"/>
                    <a:pt x="201" y="567"/>
                    <a:pt x="201" y="566"/>
                  </a:cubicBezTo>
                  <a:cubicBezTo>
                    <a:pt x="201" y="566"/>
                    <a:pt x="200" y="565"/>
                    <a:pt x="200" y="564"/>
                  </a:cubicBezTo>
                  <a:cubicBezTo>
                    <a:pt x="201" y="564"/>
                    <a:pt x="201" y="564"/>
                    <a:pt x="201" y="564"/>
                  </a:cubicBezTo>
                  <a:cubicBezTo>
                    <a:pt x="201" y="565"/>
                    <a:pt x="201" y="565"/>
                    <a:pt x="201" y="565"/>
                  </a:cubicBezTo>
                  <a:cubicBezTo>
                    <a:pt x="201" y="564"/>
                    <a:pt x="202" y="565"/>
                    <a:pt x="202" y="563"/>
                  </a:cubicBezTo>
                  <a:cubicBezTo>
                    <a:pt x="202" y="565"/>
                    <a:pt x="202" y="565"/>
                    <a:pt x="202" y="565"/>
                  </a:cubicBezTo>
                  <a:cubicBezTo>
                    <a:pt x="203" y="564"/>
                    <a:pt x="203" y="564"/>
                    <a:pt x="204" y="564"/>
                  </a:cubicBezTo>
                  <a:cubicBezTo>
                    <a:pt x="204" y="566"/>
                    <a:pt x="204" y="568"/>
                    <a:pt x="205" y="568"/>
                  </a:cubicBezTo>
                  <a:cubicBezTo>
                    <a:pt x="205" y="566"/>
                    <a:pt x="205" y="566"/>
                    <a:pt x="205" y="566"/>
                  </a:cubicBezTo>
                  <a:cubicBezTo>
                    <a:pt x="206" y="566"/>
                    <a:pt x="206" y="566"/>
                    <a:pt x="206" y="567"/>
                  </a:cubicBezTo>
                  <a:cubicBezTo>
                    <a:pt x="207" y="568"/>
                    <a:pt x="207" y="562"/>
                    <a:pt x="209" y="564"/>
                  </a:cubicBezTo>
                  <a:cubicBezTo>
                    <a:pt x="208" y="566"/>
                    <a:pt x="209" y="566"/>
                    <a:pt x="209" y="567"/>
                  </a:cubicBezTo>
                  <a:cubicBezTo>
                    <a:pt x="209" y="566"/>
                    <a:pt x="209" y="566"/>
                    <a:pt x="209" y="566"/>
                  </a:cubicBezTo>
                  <a:cubicBezTo>
                    <a:pt x="209" y="565"/>
                    <a:pt x="209" y="567"/>
                    <a:pt x="209" y="566"/>
                  </a:cubicBezTo>
                  <a:cubicBezTo>
                    <a:pt x="208" y="564"/>
                    <a:pt x="209" y="565"/>
                    <a:pt x="209" y="564"/>
                  </a:cubicBezTo>
                  <a:cubicBezTo>
                    <a:pt x="211" y="569"/>
                    <a:pt x="213" y="565"/>
                    <a:pt x="215" y="567"/>
                  </a:cubicBezTo>
                  <a:cubicBezTo>
                    <a:pt x="215" y="565"/>
                    <a:pt x="216" y="567"/>
                    <a:pt x="216" y="566"/>
                  </a:cubicBezTo>
                  <a:cubicBezTo>
                    <a:pt x="216" y="568"/>
                    <a:pt x="217" y="565"/>
                    <a:pt x="217" y="567"/>
                  </a:cubicBezTo>
                  <a:cubicBezTo>
                    <a:pt x="217" y="564"/>
                    <a:pt x="217" y="564"/>
                    <a:pt x="217" y="564"/>
                  </a:cubicBezTo>
                  <a:cubicBezTo>
                    <a:pt x="218" y="566"/>
                    <a:pt x="218" y="560"/>
                    <a:pt x="219" y="563"/>
                  </a:cubicBezTo>
                  <a:cubicBezTo>
                    <a:pt x="220" y="564"/>
                    <a:pt x="219" y="565"/>
                    <a:pt x="219" y="565"/>
                  </a:cubicBezTo>
                  <a:cubicBezTo>
                    <a:pt x="220" y="568"/>
                    <a:pt x="221" y="563"/>
                    <a:pt x="222" y="566"/>
                  </a:cubicBezTo>
                  <a:cubicBezTo>
                    <a:pt x="222" y="565"/>
                    <a:pt x="221" y="563"/>
                    <a:pt x="222" y="562"/>
                  </a:cubicBezTo>
                  <a:cubicBezTo>
                    <a:pt x="223" y="563"/>
                    <a:pt x="224" y="565"/>
                    <a:pt x="224" y="565"/>
                  </a:cubicBezTo>
                  <a:cubicBezTo>
                    <a:pt x="224" y="565"/>
                    <a:pt x="224" y="564"/>
                    <a:pt x="225" y="565"/>
                  </a:cubicBezTo>
                  <a:cubicBezTo>
                    <a:pt x="225" y="565"/>
                    <a:pt x="225" y="565"/>
                    <a:pt x="225" y="566"/>
                  </a:cubicBezTo>
                  <a:cubicBezTo>
                    <a:pt x="226" y="566"/>
                    <a:pt x="226" y="565"/>
                    <a:pt x="227" y="564"/>
                  </a:cubicBezTo>
                  <a:cubicBezTo>
                    <a:pt x="227" y="566"/>
                    <a:pt x="229" y="565"/>
                    <a:pt x="230" y="566"/>
                  </a:cubicBezTo>
                  <a:cubicBezTo>
                    <a:pt x="230" y="563"/>
                    <a:pt x="231" y="567"/>
                    <a:pt x="231" y="564"/>
                  </a:cubicBezTo>
                  <a:cubicBezTo>
                    <a:pt x="231" y="564"/>
                    <a:pt x="231" y="564"/>
                    <a:pt x="231" y="564"/>
                  </a:cubicBezTo>
                  <a:cubicBezTo>
                    <a:pt x="232" y="564"/>
                    <a:pt x="232" y="562"/>
                    <a:pt x="232" y="561"/>
                  </a:cubicBezTo>
                  <a:cubicBezTo>
                    <a:pt x="232" y="563"/>
                    <a:pt x="232" y="563"/>
                    <a:pt x="232" y="563"/>
                  </a:cubicBezTo>
                  <a:cubicBezTo>
                    <a:pt x="232" y="566"/>
                    <a:pt x="234" y="564"/>
                    <a:pt x="234" y="565"/>
                  </a:cubicBezTo>
                  <a:cubicBezTo>
                    <a:pt x="233" y="563"/>
                    <a:pt x="234" y="565"/>
                    <a:pt x="234" y="563"/>
                  </a:cubicBezTo>
                  <a:cubicBezTo>
                    <a:pt x="235" y="563"/>
                    <a:pt x="235" y="563"/>
                    <a:pt x="235" y="563"/>
                  </a:cubicBezTo>
                  <a:cubicBezTo>
                    <a:pt x="235" y="562"/>
                    <a:pt x="235" y="562"/>
                    <a:pt x="236" y="561"/>
                  </a:cubicBezTo>
                  <a:cubicBezTo>
                    <a:pt x="236" y="561"/>
                    <a:pt x="236" y="564"/>
                    <a:pt x="236" y="563"/>
                  </a:cubicBezTo>
                  <a:cubicBezTo>
                    <a:pt x="237" y="564"/>
                    <a:pt x="237" y="564"/>
                    <a:pt x="237" y="563"/>
                  </a:cubicBezTo>
                  <a:cubicBezTo>
                    <a:pt x="237" y="563"/>
                    <a:pt x="237" y="563"/>
                    <a:pt x="237" y="563"/>
                  </a:cubicBezTo>
                  <a:cubicBezTo>
                    <a:pt x="237" y="563"/>
                    <a:pt x="237" y="563"/>
                    <a:pt x="238" y="563"/>
                  </a:cubicBezTo>
                  <a:cubicBezTo>
                    <a:pt x="238" y="563"/>
                    <a:pt x="238" y="563"/>
                    <a:pt x="238" y="563"/>
                  </a:cubicBezTo>
                  <a:cubicBezTo>
                    <a:pt x="238" y="563"/>
                    <a:pt x="238" y="563"/>
                    <a:pt x="238" y="563"/>
                  </a:cubicBezTo>
                  <a:cubicBezTo>
                    <a:pt x="238" y="563"/>
                    <a:pt x="238" y="563"/>
                    <a:pt x="238" y="563"/>
                  </a:cubicBezTo>
                  <a:cubicBezTo>
                    <a:pt x="238" y="563"/>
                    <a:pt x="238" y="563"/>
                    <a:pt x="238" y="563"/>
                  </a:cubicBezTo>
                  <a:cubicBezTo>
                    <a:pt x="238" y="564"/>
                    <a:pt x="238" y="563"/>
                    <a:pt x="238" y="563"/>
                  </a:cubicBezTo>
                  <a:cubicBezTo>
                    <a:pt x="238" y="563"/>
                    <a:pt x="239" y="563"/>
                    <a:pt x="239" y="564"/>
                  </a:cubicBezTo>
                  <a:cubicBezTo>
                    <a:pt x="239" y="565"/>
                    <a:pt x="239" y="565"/>
                    <a:pt x="239" y="565"/>
                  </a:cubicBezTo>
                  <a:cubicBezTo>
                    <a:pt x="239" y="565"/>
                    <a:pt x="240" y="563"/>
                    <a:pt x="240" y="563"/>
                  </a:cubicBezTo>
                  <a:cubicBezTo>
                    <a:pt x="242" y="564"/>
                    <a:pt x="244" y="562"/>
                    <a:pt x="245" y="561"/>
                  </a:cubicBezTo>
                  <a:cubicBezTo>
                    <a:pt x="244" y="561"/>
                    <a:pt x="244" y="562"/>
                    <a:pt x="244" y="562"/>
                  </a:cubicBezTo>
                  <a:cubicBezTo>
                    <a:pt x="245" y="561"/>
                    <a:pt x="245" y="560"/>
                    <a:pt x="245" y="561"/>
                  </a:cubicBezTo>
                  <a:cubicBezTo>
                    <a:pt x="246" y="560"/>
                    <a:pt x="246" y="562"/>
                    <a:pt x="247" y="562"/>
                  </a:cubicBezTo>
                  <a:cubicBezTo>
                    <a:pt x="247" y="562"/>
                    <a:pt x="247" y="560"/>
                    <a:pt x="247" y="561"/>
                  </a:cubicBezTo>
                  <a:cubicBezTo>
                    <a:pt x="248" y="563"/>
                    <a:pt x="249" y="559"/>
                    <a:pt x="251" y="560"/>
                  </a:cubicBezTo>
                  <a:cubicBezTo>
                    <a:pt x="251" y="560"/>
                    <a:pt x="251" y="561"/>
                    <a:pt x="251" y="561"/>
                  </a:cubicBezTo>
                  <a:cubicBezTo>
                    <a:pt x="252" y="560"/>
                    <a:pt x="253" y="560"/>
                    <a:pt x="253" y="558"/>
                  </a:cubicBezTo>
                  <a:cubicBezTo>
                    <a:pt x="253" y="559"/>
                    <a:pt x="253" y="559"/>
                    <a:pt x="253" y="559"/>
                  </a:cubicBezTo>
                  <a:cubicBezTo>
                    <a:pt x="254" y="559"/>
                    <a:pt x="255" y="559"/>
                    <a:pt x="255" y="557"/>
                  </a:cubicBezTo>
                  <a:cubicBezTo>
                    <a:pt x="254" y="557"/>
                    <a:pt x="255" y="558"/>
                    <a:pt x="255" y="558"/>
                  </a:cubicBezTo>
                  <a:cubicBezTo>
                    <a:pt x="254" y="557"/>
                    <a:pt x="255" y="555"/>
                    <a:pt x="255" y="555"/>
                  </a:cubicBezTo>
                  <a:cubicBezTo>
                    <a:pt x="255" y="556"/>
                    <a:pt x="255" y="556"/>
                    <a:pt x="255" y="556"/>
                  </a:cubicBezTo>
                  <a:cubicBezTo>
                    <a:pt x="256" y="555"/>
                    <a:pt x="256" y="555"/>
                    <a:pt x="257" y="554"/>
                  </a:cubicBezTo>
                  <a:cubicBezTo>
                    <a:pt x="257" y="555"/>
                    <a:pt x="256" y="555"/>
                    <a:pt x="257" y="556"/>
                  </a:cubicBezTo>
                  <a:cubicBezTo>
                    <a:pt x="257" y="558"/>
                    <a:pt x="259" y="557"/>
                    <a:pt x="259" y="557"/>
                  </a:cubicBezTo>
                  <a:cubicBezTo>
                    <a:pt x="259" y="555"/>
                    <a:pt x="259" y="555"/>
                    <a:pt x="259" y="555"/>
                  </a:cubicBezTo>
                  <a:cubicBezTo>
                    <a:pt x="260" y="555"/>
                    <a:pt x="260" y="557"/>
                    <a:pt x="260" y="557"/>
                  </a:cubicBezTo>
                  <a:cubicBezTo>
                    <a:pt x="261" y="551"/>
                    <a:pt x="261" y="551"/>
                    <a:pt x="261" y="551"/>
                  </a:cubicBezTo>
                  <a:cubicBezTo>
                    <a:pt x="260" y="552"/>
                    <a:pt x="262" y="553"/>
                    <a:pt x="261" y="555"/>
                  </a:cubicBezTo>
                  <a:cubicBezTo>
                    <a:pt x="263" y="554"/>
                    <a:pt x="263" y="551"/>
                    <a:pt x="263" y="549"/>
                  </a:cubicBezTo>
                  <a:cubicBezTo>
                    <a:pt x="263" y="550"/>
                    <a:pt x="264" y="548"/>
                    <a:pt x="265" y="548"/>
                  </a:cubicBezTo>
                  <a:cubicBezTo>
                    <a:pt x="265" y="549"/>
                    <a:pt x="264" y="548"/>
                    <a:pt x="264" y="549"/>
                  </a:cubicBezTo>
                  <a:cubicBezTo>
                    <a:pt x="266" y="550"/>
                    <a:pt x="266" y="550"/>
                    <a:pt x="266" y="550"/>
                  </a:cubicBezTo>
                  <a:cubicBezTo>
                    <a:pt x="265" y="551"/>
                    <a:pt x="266" y="553"/>
                    <a:pt x="266" y="554"/>
                  </a:cubicBezTo>
                  <a:cubicBezTo>
                    <a:pt x="266" y="553"/>
                    <a:pt x="268" y="553"/>
                    <a:pt x="269" y="553"/>
                  </a:cubicBezTo>
                  <a:cubicBezTo>
                    <a:pt x="268" y="551"/>
                    <a:pt x="270" y="552"/>
                    <a:pt x="270" y="549"/>
                  </a:cubicBezTo>
                  <a:cubicBezTo>
                    <a:pt x="271" y="549"/>
                    <a:pt x="271" y="551"/>
                    <a:pt x="271" y="552"/>
                  </a:cubicBezTo>
                  <a:cubicBezTo>
                    <a:pt x="272" y="550"/>
                    <a:pt x="274" y="550"/>
                    <a:pt x="275" y="550"/>
                  </a:cubicBezTo>
                  <a:cubicBezTo>
                    <a:pt x="275" y="550"/>
                    <a:pt x="275" y="550"/>
                    <a:pt x="275" y="550"/>
                  </a:cubicBezTo>
                  <a:cubicBezTo>
                    <a:pt x="275" y="549"/>
                    <a:pt x="277" y="549"/>
                    <a:pt x="277" y="547"/>
                  </a:cubicBezTo>
                  <a:cubicBezTo>
                    <a:pt x="278" y="548"/>
                    <a:pt x="278" y="548"/>
                    <a:pt x="278" y="548"/>
                  </a:cubicBezTo>
                  <a:cubicBezTo>
                    <a:pt x="279" y="549"/>
                    <a:pt x="277" y="545"/>
                    <a:pt x="278" y="546"/>
                  </a:cubicBezTo>
                  <a:cubicBezTo>
                    <a:pt x="279" y="547"/>
                    <a:pt x="279" y="547"/>
                    <a:pt x="279" y="547"/>
                  </a:cubicBezTo>
                  <a:cubicBezTo>
                    <a:pt x="279" y="546"/>
                    <a:pt x="281" y="548"/>
                    <a:pt x="281" y="546"/>
                  </a:cubicBezTo>
                  <a:cubicBezTo>
                    <a:pt x="281" y="547"/>
                    <a:pt x="281" y="547"/>
                    <a:pt x="281" y="547"/>
                  </a:cubicBezTo>
                  <a:cubicBezTo>
                    <a:pt x="281" y="546"/>
                    <a:pt x="282" y="546"/>
                    <a:pt x="282" y="544"/>
                  </a:cubicBezTo>
                  <a:cubicBezTo>
                    <a:pt x="283" y="546"/>
                    <a:pt x="283" y="546"/>
                    <a:pt x="283" y="546"/>
                  </a:cubicBezTo>
                  <a:cubicBezTo>
                    <a:pt x="284" y="547"/>
                    <a:pt x="283" y="544"/>
                    <a:pt x="284" y="544"/>
                  </a:cubicBezTo>
                  <a:cubicBezTo>
                    <a:pt x="284" y="544"/>
                    <a:pt x="285" y="545"/>
                    <a:pt x="285" y="545"/>
                  </a:cubicBezTo>
                  <a:cubicBezTo>
                    <a:pt x="285" y="544"/>
                    <a:pt x="286" y="544"/>
                    <a:pt x="286" y="543"/>
                  </a:cubicBezTo>
                  <a:cubicBezTo>
                    <a:pt x="288" y="545"/>
                    <a:pt x="288" y="545"/>
                    <a:pt x="288" y="545"/>
                  </a:cubicBezTo>
                  <a:cubicBezTo>
                    <a:pt x="291" y="543"/>
                    <a:pt x="295" y="541"/>
                    <a:pt x="298" y="537"/>
                  </a:cubicBezTo>
                  <a:cubicBezTo>
                    <a:pt x="300" y="539"/>
                    <a:pt x="298" y="539"/>
                    <a:pt x="299" y="540"/>
                  </a:cubicBezTo>
                  <a:cubicBezTo>
                    <a:pt x="298" y="538"/>
                    <a:pt x="299" y="539"/>
                    <a:pt x="300" y="538"/>
                  </a:cubicBezTo>
                  <a:cubicBezTo>
                    <a:pt x="300" y="538"/>
                    <a:pt x="300" y="538"/>
                    <a:pt x="300" y="538"/>
                  </a:cubicBezTo>
                  <a:cubicBezTo>
                    <a:pt x="300" y="538"/>
                    <a:pt x="301" y="539"/>
                    <a:pt x="302" y="538"/>
                  </a:cubicBezTo>
                  <a:cubicBezTo>
                    <a:pt x="301" y="537"/>
                    <a:pt x="301" y="537"/>
                    <a:pt x="301" y="537"/>
                  </a:cubicBezTo>
                  <a:cubicBezTo>
                    <a:pt x="301" y="536"/>
                    <a:pt x="304" y="539"/>
                    <a:pt x="303" y="536"/>
                  </a:cubicBezTo>
                  <a:cubicBezTo>
                    <a:pt x="304" y="537"/>
                    <a:pt x="304" y="537"/>
                    <a:pt x="304" y="537"/>
                  </a:cubicBezTo>
                  <a:cubicBezTo>
                    <a:pt x="303" y="535"/>
                    <a:pt x="305" y="538"/>
                    <a:pt x="305" y="535"/>
                  </a:cubicBezTo>
                  <a:cubicBezTo>
                    <a:pt x="305" y="536"/>
                    <a:pt x="305" y="536"/>
                    <a:pt x="305" y="536"/>
                  </a:cubicBezTo>
                  <a:cubicBezTo>
                    <a:pt x="306" y="536"/>
                    <a:pt x="305" y="532"/>
                    <a:pt x="306" y="534"/>
                  </a:cubicBezTo>
                  <a:cubicBezTo>
                    <a:pt x="307" y="533"/>
                    <a:pt x="307" y="532"/>
                    <a:pt x="306" y="530"/>
                  </a:cubicBezTo>
                  <a:cubicBezTo>
                    <a:pt x="308" y="533"/>
                    <a:pt x="308" y="533"/>
                    <a:pt x="308" y="533"/>
                  </a:cubicBezTo>
                  <a:cubicBezTo>
                    <a:pt x="310" y="530"/>
                    <a:pt x="313" y="528"/>
                    <a:pt x="314" y="524"/>
                  </a:cubicBezTo>
                  <a:cubicBezTo>
                    <a:pt x="314" y="525"/>
                    <a:pt x="314" y="525"/>
                    <a:pt x="314" y="525"/>
                  </a:cubicBezTo>
                  <a:cubicBezTo>
                    <a:pt x="314" y="522"/>
                    <a:pt x="319" y="525"/>
                    <a:pt x="317" y="521"/>
                  </a:cubicBezTo>
                  <a:cubicBezTo>
                    <a:pt x="316" y="519"/>
                    <a:pt x="316" y="519"/>
                    <a:pt x="316" y="519"/>
                  </a:cubicBezTo>
                  <a:cubicBezTo>
                    <a:pt x="318" y="520"/>
                    <a:pt x="318" y="520"/>
                    <a:pt x="318" y="520"/>
                  </a:cubicBezTo>
                  <a:cubicBezTo>
                    <a:pt x="317" y="519"/>
                    <a:pt x="319" y="519"/>
                    <a:pt x="318" y="518"/>
                  </a:cubicBezTo>
                  <a:cubicBezTo>
                    <a:pt x="318" y="518"/>
                    <a:pt x="318" y="519"/>
                    <a:pt x="319" y="519"/>
                  </a:cubicBezTo>
                  <a:cubicBezTo>
                    <a:pt x="320" y="519"/>
                    <a:pt x="318" y="516"/>
                    <a:pt x="319" y="516"/>
                  </a:cubicBezTo>
                  <a:cubicBezTo>
                    <a:pt x="320" y="517"/>
                    <a:pt x="320" y="517"/>
                    <a:pt x="320" y="517"/>
                  </a:cubicBezTo>
                  <a:cubicBezTo>
                    <a:pt x="324" y="517"/>
                    <a:pt x="329" y="511"/>
                    <a:pt x="325" y="508"/>
                  </a:cubicBezTo>
                  <a:cubicBezTo>
                    <a:pt x="324" y="507"/>
                    <a:pt x="327" y="507"/>
                    <a:pt x="327" y="507"/>
                  </a:cubicBezTo>
                  <a:cubicBezTo>
                    <a:pt x="323" y="505"/>
                    <a:pt x="324" y="499"/>
                    <a:pt x="317" y="501"/>
                  </a:cubicBezTo>
                  <a:cubicBezTo>
                    <a:pt x="315" y="501"/>
                    <a:pt x="312" y="506"/>
                    <a:pt x="312" y="506"/>
                  </a:cubicBezTo>
                  <a:cubicBezTo>
                    <a:pt x="318" y="506"/>
                    <a:pt x="315" y="512"/>
                    <a:pt x="315" y="509"/>
                  </a:cubicBezTo>
                  <a:cubicBezTo>
                    <a:pt x="313" y="508"/>
                    <a:pt x="315" y="509"/>
                    <a:pt x="313" y="509"/>
                  </a:cubicBezTo>
                  <a:cubicBezTo>
                    <a:pt x="312" y="512"/>
                    <a:pt x="303" y="513"/>
                    <a:pt x="299" y="519"/>
                  </a:cubicBezTo>
                  <a:cubicBezTo>
                    <a:pt x="300" y="519"/>
                    <a:pt x="300" y="520"/>
                    <a:pt x="300" y="521"/>
                  </a:cubicBezTo>
                  <a:cubicBezTo>
                    <a:pt x="299" y="520"/>
                    <a:pt x="299" y="520"/>
                    <a:pt x="299" y="520"/>
                  </a:cubicBezTo>
                  <a:cubicBezTo>
                    <a:pt x="300" y="522"/>
                    <a:pt x="300" y="522"/>
                    <a:pt x="300" y="522"/>
                  </a:cubicBezTo>
                  <a:cubicBezTo>
                    <a:pt x="299" y="522"/>
                    <a:pt x="298" y="521"/>
                    <a:pt x="299" y="520"/>
                  </a:cubicBezTo>
                  <a:cubicBezTo>
                    <a:pt x="296" y="522"/>
                    <a:pt x="294" y="524"/>
                    <a:pt x="292" y="525"/>
                  </a:cubicBezTo>
                  <a:cubicBezTo>
                    <a:pt x="293" y="527"/>
                    <a:pt x="291" y="526"/>
                    <a:pt x="292" y="528"/>
                  </a:cubicBezTo>
                  <a:cubicBezTo>
                    <a:pt x="291" y="527"/>
                    <a:pt x="291" y="527"/>
                    <a:pt x="291" y="527"/>
                  </a:cubicBezTo>
                  <a:cubicBezTo>
                    <a:pt x="290" y="529"/>
                    <a:pt x="290" y="529"/>
                    <a:pt x="287" y="527"/>
                  </a:cubicBezTo>
                  <a:cubicBezTo>
                    <a:pt x="280" y="529"/>
                    <a:pt x="275" y="533"/>
                    <a:pt x="268" y="535"/>
                  </a:cubicBezTo>
                  <a:cubicBezTo>
                    <a:pt x="263" y="536"/>
                    <a:pt x="259" y="538"/>
                    <a:pt x="255" y="540"/>
                  </a:cubicBezTo>
                  <a:cubicBezTo>
                    <a:pt x="255" y="537"/>
                    <a:pt x="256" y="534"/>
                    <a:pt x="257" y="531"/>
                  </a:cubicBezTo>
                  <a:cubicBezTo>
                    <a:pt x="257" y="529"/>
                    <a:pt x="255" y="527"/>
                    <a:pt x="256" y="525"/>
                  </a:cubicBezTo>
                  <a:cubicBezTo>
                    <a:pt x="255" y="519"/>
                    <a:pt x="260" y="512"/>
                    <a:pt x="257" y="505"/>
                  </a:cubicBezTo>
                  <a:cubicBezTo>
                    <a:pt x="257" y="505"/>
                    <a:pt x="256" y="505"/>
                    <a:pt x="255" y="504"/>
                  </a:cubicBezTo>
                  <a:cubicBezTo>
                    <a:pt x="256" y="504"/>
                    <a:pt x="256" y="504"/>
                    <a:pt x="256" y="504"/>
                  </a:cubicBezTo>
                  <a:cubicBezTo>
                    <a:pt x="254" y="504"/>
                    <a:pt x="254" y="504"/>
                    <a:pt x="254" y="504"/>
                  </a:cubicBezTo>
                  <a:cubicBezTo>
                    <a:pt x="254" y="503"/>
                    <a:pt x="256" y="504"/>
                    <a:pt x="256" y="504"/>
                  </a:cubicBezTo>
                  <a:cubicBezTo>
                    <a:pt x="256" y="501"/>
                    <a:pt x="256" y="499"/>
                    <a:pt x="256" y="496"/>
                  </a:cubicBezTo>
                  <a:cubicBezTo>
                    <a:pt x="254" y="496"/>
                    <a:pt x="256" y="494"/>
                    <a:pt x="254" y="494"/>
                  </a:cubicBezTo>
                  <a:cubicBezTo>
                    <a:pt x="255" y="494"/>
                    <a:pt x="255" y="494"/>
                    <a:pt x="255" y="494"/>
                  </a:cubicBezTo>
                  <a:cubicBezTo>
                    <a:pt x="254" y="492"/>
                    <a:pt x="254" y="492"/>
                    <a:pt x="257" y="491"/>
                  </a:cubicBezTo>
                  <a:cubicBezTo>
                    <a:pt x="259" y="481"/>
                    <a:pt x="257" y="475"/>
                    <a:pt x="256" y="465"/>
                  </a:cubicBezTo>
                  <a:cubicBezTo>
                    <a:pt x="254" y="457"/>
                    <a:pt x="250" y="447"/>
                    <a:pt x="242" y="440"/>
                  </a:cubicBezTo>
                  <a:cubicBezTo>
                    <a:pt x="242" y="440"/>
                    <a:pt x="242" y="440"/>
                    <a:pt x="242" y="440"/>
                  </a:cubicBezTo>
                  <a:cubicBezTo>
                    <a:pt x="242" y="440"/>
                    <a:pt x="242" y="440"/>
                    <a:pt x="242" y="440"/>
                  </a:cubicBezTo>
                  <a:cubicBezTo>
                    <a:pt x="241" y="439"/>
                    <a:pt x="241" y="439"/>
                    <a:pt x="240" y="438"/>
                  </a:cubicBezTo>
                  <a:cubicBezTo>
                    <a:pt x="237" y="440"/>
                    <a:pt x="236" y="437"/>
                    <a:pt x="233" y="438"/>
                  </a:cubicBezTo>
                  <a:cubicBezTo>
                    <a:pt x="234" y="437"/>
                    <a:pt x="234" y="437"/>
                    <a:pt x="234" y="437"/>
                  </a:cubicBezTo>
                  <a:cubicBezTo>
                    <a:pt x="232" y="438"/>
                    <a:pt x="232" y="436"/>
                    <a:pt x="232" y="434"/>
                  </a:cubicBezTo>
                  <a:cubicBezTo>
                    <a:pt x="231" y="435"/>
                    <a:pt x="231" y="434"/>
                    <a:pt x="230" y="436"/>
                  </a:cubicBezTo>
                  <a:cubicBezTo>
                    <a:pt x="228" y="437"/>
                    <a:pt x="230" y="433"/>
                    <a:pt x="229" y="433"/>
                  </a:cubicBezTo>
                  <a:cubicBezTo>
                    <a:pt x="229" y="432"/>
                    <a:pt x="228" y="434"/>
                    <a:pt x="228" y="433"/>
                  </a:cubicBezTo>
                  <a:cubicBezTo>
                    <a:pt x="225" y="435"/>
                    <a:pt x="229" y="433"/>
                    <a:pt x="227" y="429"/>
                  </a:cubicBezTo>
                  <a:cubicBezTo>
                    <a:pt x="223" y="428"/>
                    <a:pt x="219" y="429"/>
                    <a:pt x="215" y="428"/>
                  </a:cubicBezTo>
                  <a:cubicBezTo>
                    <a:pt x="214" y="427"/>
                    <a:pt x="214" y="425"/>
                    <a:pt x="214" y="424"/>
                  </a:cubicBezTo>
                  <a:cubicBezTo>
                    <a:pt x="212" y="424"/>
                    <a:pt x="214" y="423"/>
                    <a:pt x="212" y="424"/>
                  </a:cubicBezTo>
                  <a:cubicBezTo>
                    <a:pt x="213" y="424"/>
                    <a:pt x="213" y="424"/>
                    <a:pt x="213" y="424"/>
                  </a:cubicBezTo>
                  <a:cubicBezTo>
                    <a:pt x="212" y="423"/>
                    <a:pt x="211" y="423"/>
                    <a:pt x="214" y="421"/>
                  </a:cubicBezTo>
                  <a:cubicBezTo>
                    <a:pt x="216" y="417"/>
                    <a:pt x="214" y="413"/>
                    <a:pt x="214" y="409"/>
                  </a:cubicBezTo>
                  <a:cubicBezTo>
                    <a:pt x="213" y="405"/>
                    <a:pt x="211" y="401"/>
                    <a:pt x="210" y="397"/>
                  </a:cubicBezTo>
                  <a:cubicBezTo>
                    <a:pt x="206" y="397"/>
                    <a:pt x="207" y="396"/>
                    <a:pt x="204" y="395"/>
                  </a:cubicBezTo>
                  <a:cubicBezTo>
                    <a:pt x="206" y="395"/>
                    <a:pt x="206" y="395"/>
                    <a:pt x="206" y="395"/>
                  </a:cubicBezTo>
                  <a:cubicBezTo>
                    <a:pt x="204" y="395"/>
                    <a:pt x="206" y="394"/>
                    <a:pt x="207" y="394"/>
                  </a:cubicBezTo>
                  <a:cubicBezTo>
                    <a:pt x="206" y="394"/>
                    <a:pt x="207" y="393"/>
                    <a:pt x="205" y="394"/>
                  </a:cubicBezTo>
                  <a:cubicBezTo>
                    <a:pt x="203" y="393"/>
                    <a:pt x="207" y="393"/>
                    <a:pt x="206" y="393"/>
                  </a:cubicBezTo>
                  <a:cubicBezTo>
                    <a:pt x="207" y="392"/>
                    <a:pt x="205" y="393"/>
                    <a:pt x="206" y="393"/>
                  </a:cubicBezTo>
                  <a:cubicBezTo>
                    <a:pt x="203" y="392"/>
                    <a:pt x="207" y="393"/>
                    <a:pt x="209" y="391"/>
                  </a:cubicBezTo>
                  <a:cubicBezTo>
                    <a:pt x="208" y="390"/>
                    <a:pt x="206" y="388"/>
                    <a:pt x="207" y="387"/>
                  </a:cubicBezTo>
                  <a:cubicBezTo>
                    <a:pt x="207" y="387"/>
                    <a:pt x="206" y="387"/>
                    <a:pt x="206" y="387"/>
                  </a:cubicBezTo>
                  <a:cubicBezTo>
                    <a:pt x="209" y="386"/>
                    <a:pt x="205" y="386"/>
                    <a:pt x="206" y="386"/>
                  </a:cubicBezTo>
                  <a:cubicBezTo>
                    <a:pt x="207" y="386"/>
                    <a:pt x="207" y="386"/>
                    <a:pt x="207" y="386"/>
                  </a:cubicBezTo>
                  <a:cubicBezTo>
                    <a:pt x="209" y="385"/>
                    <a:pt x="207" y="385"/>
                    <a:pt x="208" y="384"/>
                  </a:cubicBezTo>
                  <a:cubicBezTo>
                    <a:pt x="207" y="383"/>
                    <a:pt x="210" y="382"/>
                    <a:pt x="208" y="382"/>
                  </a:cubicBezTo>
                  <a:cubicBezTo>
                    <a:pt x="209" y="382"/>
                    <a:pt x="209" y="382"/>
                    <a:pt x="210" y="382"/>
                  </a:cubicBezTo>
                  <a:cubicBezTo>
                    <a:pt x="206" y="381"/>
                    <a:pt x="211" y="380"/>
                    <a:pt x="209" y="379"/>
                  </a:cubicBezTo>
                  <a:cubicBezTo>
                    <a:pt x="209" y="380"/>
                    <a:pt x="209" y="380"/>
                    <a:pt x="209" y="380"/>
                  </a:cubicBezTo>
                  <a:cubicBezTo>
                    <a:pt x="209" y="378"/>
                    <a:pt x="210" y="376"/>
                    <a:pt x="208" y="374"/>
                  </a:cubicBezTo>
                  <a:cubicBezTo>
                    <a:pt x="208" y="372"/>
                    <a:pt x="212" y="371"/>
                    <a:pt x="210" y="370"/>
                  </a:cubicBezTo>
                  <a:cubicBezTo>
                    <a:pt x="208" y="370"/>
                    <a:pt x="208" y="370"/>
                    <a:pt x="208" y="370"/>
                  </a:cubicBezTo>
                  <a:cubicBezTo>
                    <a:pt x="209" y="369"/>
                    <a:pt x="210" y="370"/>
                    <a:pt x="210" y="370"/>
                  </a:cubicBezTo>
                  <a:cubicBezTo>
                    <a:pt x="209" y="369"/>
                    <a:pt x="211" y="368"/>
                    <a:pt x="211" y="367"/>
                  </a:cubicBezTo>
                  <a:cubicBezTo>
                    <a:pt x="210" y="367"/>
                    <a:pt x="210" y="367"/>
                    <a:pt x="209" y="367"/>
                  </a:cubicBezTo>
                  <a:cubicBezTo>
                    <a:pt x="212" y="366"/>
                    <a:pt x="208" y="365"/>
                    <a:pt x="210" y="364"/>
                  </a:cubicBezTo>
                  <a:cubicBezTo>
                    <a:pt x="207" y="364"/>
                    <a:pt x="209" y="363"/>
                    <a:pt x="208" y="363"/>
                  </a:cubicBezTo>
                  <a:cubicBezTo>
                    <a:pt x="208" y="363"/>
                    <a:pt x="209" y="363"/>
                    <a:pt x="209" y="363"/>
                  </a:cubicBezTo>
                  <a:cubicBezTo>
                    <a:pt x="209" y="362"/>
                    <a:pt x="209" y="362"/>
                    <a:pt x="210" y="361"/>
                  </a:cubicBezTo>
                  <a:cubicBezTo>
                    <a:pt x="210" y="361"/>
                    <a:pt x="208" y="360"/>
                    <a:pt x="209" y="360"/>
                  </a:cubicBezTo>
                  <a:cubicBezTo>
                    <a:pt x="211" y="360"/>
                    <a:pt x="209" y="359"/>
                    <a:pt x="210" y="359"/>
                  </a:cubicBezTo>
                  <a:cubicBezTo>
                    <a:pt x="208" y="359"/>
                    <a:pt x="206" y="358"/>
                    <a:pt x="207" y="358"/>
                  </a:cubicBezTo>
                  <a:cubicBezTo>
                    <a:pt x="210" y="358"/>
                    <a:pt x="210" y="358"/>
                    <a:pt x="210" y="358"/>
                  </a:cubicBezTo>
                  <a:cubicBezTo>
                    <a:pt x="208" y="357"/>
                    <a:pt x="212" y="355"/>
                    <a:pt x="208" y="353"/>
                  </a:cubicBezTo>
                  <a:cubicBezTo>
                    <a:pt x="210" y="353"/>
                    <a:pt x="210" y="353"/>
                    <a:pt x="210" y="353"/>
                  </a:cubicBezTo>
                  <a:cubicBezTo>
                    <a:pt x="208" y="351"/>
                    <a:pt x="210" y="349"/>
                    <a:pt x="207" y="347"/>
                  </a:cubicBezTo>
                  <a:cubicBezTo>
                    <a:pt x="208" y="347"/>
                    <a:pt x="209" y="346"/>
                    <a:pt x="209" y="346"/>
                  </a:cubicBezTo>
                  <a:cubicBezTo>
                    <a:pt x="207" y="345"/>
                    <a:pt x="207" y="345"/>
                    <a:pt x="205" y="344"/>
                  </a:cubicBezTo>
                  <a:cubicBezTo>
                    <a:pt x="205" y="344"/>
                    <a:pt x="206" y="344"/>
                    <a:pt x="207" y="344"/>
                  </a:cubicBezTo>
                  <a:cubicBezTo>
                    <a:pt x="207" y="343"/>
                    <a:pt x="210" y="342"/>
                    <a:pt x="207" y="342"/>
                  </a:cubicBezTo>
                  <a:cubicBezTo>
                    <a:pt x="209" y="342"/>
                    <a:pt x="209" y="342"/>
                    <a:pt x="209" y="342"/>
                  </a:cubicBezTo>
                  <a:cubicBezTo>
                    <a:pt x="207" y="341"/>
                    <a:pt x="205" y="340"/>
                    <a:pt x="207" y="339"/>
                  </a:cubicBezTo>
                  <a:cubicBezTo>
                    <a:pt x="206" y="339"/>
                    <a:pt x="205" y="339"/>
                    <a:pt x="204" y="339"/>
                  </a:cubicBezTo>
                  <a:cubicBezTo>
                    <a:pt x="203" y="339"/>
                    <a:pt x="206" y="339"/>
                    <a:pt x="205" y="338"/>
                  </a:cubicBezTo>
                  <a:cubicBezTo>
                    <a:pt x="207" y="339"/>
                    <a:pt x="207" y="339"/>
                    <a:pt x="207" y="339"/>
                  </a:cubicBezTo>
                  <a:cubicBezTo>
                    <a:pt x="207" y="337"/>
                    <a:pt x="206" y="336"/>
                    <a:pt x="205" y="334"/>
                  </a:cubicBezTo>
                  <a:cubicBezTo>
                    <a:pt x="207" y="334"/>
                    <a:pt x="204" y="333"/>
                    <a:pt x="206" y="332"/>
                  </a:cubicBezTo>
                  <a:cubicBezTo>
                    <a:pt x="204" y="331"/>
                    <a:pt x="206" y="330"/>
                    <a:pt x="203" y="330"/>
                  </a:cubicBezTo>
                  <a:cubicBezTo>
                    <a:pt x="204" y="330"/>
                    <a:pt x="204" y="330"/>
                    <a:pt x="204" y="330"/>
                  </a:cubicBezTo>
                  <a:cubicBezTo>
                    <a:pt x="205" y="329"/>
                    <a:pt x="205" y="329"/>
                    <a:pt x="205" y="328"/>
                  </a:cubicBezTo>
                  <a:cubicBezTo>
                    <a:pt x="205" y="327"/>
                    <a:pt x="203" y="327"/>
                    <a:pt x="203" y="327"/>
                  </a:cubicBezTo>
                  <a:cubicBezTo>
                    <a:pt x="204" y="327"/>
                    <a:pt x="204" y="327"/>
                    <a:pt x="204" y="327"/>
                  </a:cubicBezTo>
                  <a:cubicBezTo>
                    <a:pt x="203" y="326"/>
                    <a:pt x="201" y="327"/>
                    <a:pt x="200" y="327"/>
                  </a:cubicBezTo>
                  <a:cubicBezTo>
                    <a:pt x="200" y="326"/>
                    <a:pt x="199" y="326"/>
                    <a:pt x="200" y="326"/>
                  </a:cubicBezTo>
                  <a:cubicBezTo>
                    <a:pt x="201" y="326"/>
                    <a:pt x="203" y="326"/>
                    <a:pt x="205" y="326"/>
                  </a:cubicBezTo>
                  <a:cubicBezTo>
                    <a:pt x="205" y="325"/>
                    <a:pt x="202" y="325"/>
                    <a:pt x="203" y="325"/>
                  </a:cubicBezTo>
                  <a:cubicBezTo>
                    <a:pt x="206" y="325"/>
                    <a:pt x="208" y="326"/>
                    <a:pt x="209" y="326"/>
                  </a:cubicBezTo>
                  <a:cubicBezTo>
                    <a:pt x="214" y="327"/>
                    <a:pt x="220" y="328"/>
                    <a:pt x="231" y="322"/>
                  </a:cubicBezTo>
                  <a:cubicBezTo>
                    <a:pt x="231" y="319"/>
                    <a:pt x="234" y="318"/>
                    <a:pt x="233" y="315"/>
                  </a:cubicBezTo>
                  <a:cubicBezTo>
                    <a:pt x="233" y="316"/>
                    <a:pt x="233" y="316"/>
                    <a:pt x="233" y="316"/>
                  </a:cubicBezTo>
                  <a:cubicBezTo>
                    <a:pt x="233" y="314"/>
                    <a:pt x="234" y="314"/>
                    <a:pt x="236" y="313"/>
                  </a:cubicBezTo>
                  <a:cubicBezTo>
                    <a:pt x="235" y="313"/>
                    <a:pt x="236" y="312"/>
                    <a:pt x="234" y="312"/>
                  </a:cubicBezTo>
                  <a:cubicBezTo>
                    <a:pt x="233" y="311"/>
                    <a:pt x="238" y="312"/>
                    <a:pt x="237" y="310"/>
                  </a:cubicBezTo>
                  <a:cubicBezTo>
                    <a:pt x="238" y="311"/>
                    <a:pt x="236" y="310"/>
                    <a:pt x="236" y="310"/>
                  </a:cubicBezTo>
                  <a:cubicBezTo>
                    <a:pt x="235" y="308"/>
                    <a:pt x="238" y="311"/>
                    <a:pt x="240" y="308"/>
                  </a:cubicBezTo>
                  <a:cubicBezTo>
                    <a:pt x="239" y="305"/>
                    <a:pt x="237" y="302"/>
                    <a:pt x="238" y="299"/>
                  </a:cubicBezTo>
                  <a:cubicBezTo>
                    <a:pt x="238" y="299"/>
                    <a:pt x="236" y="300"/>
                    <a:pt x="236" y="299"/>
                  </a:cubicBezTo>
                  <a:cubicBezTo>
                    <a:pt x="239" y="298"/>
                    <a:pt x="235" y="299"/>
                    <a:pt x="236" y="298"/>
                  </a:cubicBezTo>
                  <a:cubicBezTo>
                    <a:pt x="237" y="298"/>
                    <a:pt x="237" y="298"/>
                    <a:pt x="237" y="298"/>
                  </a:cubicBezTo>
                  <a:cubicBezTo>
                    <a:pt x="238" y="296"/>
                    <a:pt x="236" y="296"/>
                    <a:pt x="236" y="294"/>
                  </a:cubicBezTo>
                  <a:cubicBezTo>
                    <a:pt x="235" y="293"/>
                    <a:pt x="236" y="291"/>
                    <a:pt x="234" y="291"/>
                  </a:cubicBezTo>
                  <a:cubicBezTo>
                    <a:pt x="236" y="290"/>
                    <a:pt x="235" y="290"/>
                    <a:pt x="235" y="289"/>
                  </a:cubicBezTo>
                  <a:cubicBezTo>
                    <a:pt x="232" y="291"/>
                    <a:pt x="235" y="286"/>
                    <a:pt x="232" y="287"/>
                  </a:cubicBezTo>
                  <a:cubicBezTo>
                    <a:pt x="233" y="286"/>
                    <a:pt x="233" y="286"/>
                    <a:pt x="233" y="286"/>
                  </a:cubicBezTo>
                  <a:cubicBezTo>
                    <a:pt x="230" y="284"/>
                    <a:pt x="227" y="281"/>
                    <a:pt x="223" y="281"/>
                  </a:cubicBezTo>
                  <a:cubicBezTo>
                    <a:pt x="221" y="281"/>
                    <a:pt x="220" y="277"/>
                    <a:pt x="218" y="278"/>
                  </a:cubicBezTo>
                  <a:cubicBezTo>
                    <a:pt x="217" y="280"/>
                    <a:pt x="217" y="280"/>
                    <a:pt x="217" y="280"/>
                  </a:cubicBezTo>
                  <a:cubicBezTo>
                    <a:pt x="217" y="280"/>
                    <a:pt x="218" y="279"/>
                    <a:pt x="218" y="278"/>
                  </a:cubicBezTo>
                  <a:cubicBezTo>
                    <a:pt x="216" y="280"/>
                    <a:pt x="216" y="277"/>
                    <a:pt x="214" y="277"/>
                  </a:cubicBezTo>
                  <a:cubicBezTo>
                    <a:pt x="214" y="278"/>
                    <a:pt x="214" y="278"/>
                    <a:pt x="214" y="279"/>
                  </a:cubicBezTo>
                  <a:cubicBezTo>
                    <a:pt x="213" y="276"/>
                    <a:pt x="211" y="280"/>
                    <a:pt x="210" y="277"/>
                  </a:cubicBezTo>
                  <a:cubicBezTo>
                    <a:pt x="210" y="281"/>
                    <a:pt x="209" y="279"/>
                    <a:pt x="209" y="280"/>
                  </a:cubicBezTo>
                  <a:cubicBezTo>
                    <a:pt x="208" y="280"/>
                    <a:pt x="208" y="279"/>
                    <a:pt x="208" y="278"/>
                  </a:cubicBezTo>
                  <a:cubicBezTo>
                    <a:pt x="208" y="279"/>
                    <a:pt x="207" y="279"/>
                    <a:pt x="206" y="278"/>
                  </a:cubicBezTo>
                  <a:cubicBezTo>
                    <a:pt x="206" y="278"/>
                    <a:pt x="206" y="280"/>
                    <a:pt x="205" y="280"/>
                  </a:cubicBezTo>
                  <a:cubicBezTo>
                    <a:pt x="205" y="277"/>
                    <a:pt x="204" y="280"/>
                    <a:pt x="203" y="279"/>
                  </a:cubicBezTo>
                  <a:cubicBezTo>
                    <a:pt x="204" y="281"/>
                    <a:pt x="203" y="283"/>
                    <a:pt x="202" y="282"/>
                  </a:cubicBezTo>
                  <a:cubicBezTo>
                    <a:pt x="202" y="279"/>
                    <a:pt x="202" y="279"/>
                    <a:pt x="202" y="279"/>
                  </a:cubicBezTo>
                  <a:cubicBezTo>
                    <a:pt x="201" y="281"/>
                    <a:pt x="198" y="278"/>
                    <a:pt x="197" y="282"/>
                  </a:cubicBezTo>
                  <a:cubicBezTo>
                    <a:pt x="196" y="280"/>
                    <a:pt x="196" y="280"/>
                    <a:pt x="196" y="280"/>
                  </a:cubicBezTo>
                  <a:cubicBezTo>
                    <a:pt x="195" y="283"/>
                    <a:pt x="192" y="281"/>
                    <a:pt x="191" y="285"/>
                  </a:cubicBezTo>
                  <a:cubicBezTo>
                    <a:pt x="191" y="284"/>
                    <a:pt x="190" y="284"/>
                    <a:pt x="189" y="284"/>
                  </a:cubicBezTo>
                  <a:cubicBezTo>
                    <a:pt x="189" y="286"/>
                    <a:pt x="189" y="285"/>
                    <a:pt x="189" y="288"/>
                  </a:cubicBezTo>
                  <a:cubicBezTo>
                    <a:pt x="189" y="288"/>
                    <a:pt x="188" y="287"/>
                    <a:pt x="188" y="286"/>
                  </a:cubicBezTo>
                  <a:cubicBezTo>
                    <a:pt x="187" y="286"/>
                    <a:pt x="185" y="284"/>
                    <a:pt x="186" y="287"/>
                  </a:cubicBezTo>
                  <a:cubicBezTo>
                    <a:pt x="185" y="286"/>
                    <a:pt x="185" y="286"/>
                    <a:pt x="185" y="286"/>
                  </a:cubicBezTo>
                  <a:cubicBezTo>
                    <a:pt x="185" y="287"/>
                    <a:pt x="185" y="289"/>
                    <a:pt x="183" y="288"/>
                  </a:cubicBezTo>
                  <a:cubicBezTo>
                    <a:pt x="184" y="289"/>
                    <a:pt x="183" y="290"/>
                    <a:pt x="184" y="291"/>
                  </a:cubicBezTo>
                  <a:cubicBezTo>
                    <a:pt x="184" y="292"/>
                    <a:pt x="183" y="289"/>
                    <a:pt x="183" y="291"/>
                  </a:cubicBezTo>
                  <a:cubicBezTo>
                    <a:pt x="183" y="289"/>
                    <a:pt x="183" y="289"/>
                    <a:pt x="183" y="289"/>
                  </a:cubicBezTo>
                  <a:cubicBezTo>
                    <a:pt x="181" y="289"/>
                    <a:pt x="180" y="291"/>
                    <a:pt x="179" y="293"/>
                  </a:cubicBezTo>
                  <a:cubicBezTo>
                    <a:pt x="178" y="291"/>
                    <a:pt x="178" y="294"/>
                    <a:pt x="176" y="293"/>
                  </a:cubicBezTo>
                  <a:cubicBezTo>
                    <a:pt x="177" y="295"/>
                    <a:pt x="175" y="294"/>
                    <a:pt x="176" y="297"/>
                  </a:cubicBezTo>
                  <a:cubicBezTo>
                    <a:pt x="175" y="296"/>
                    <a:pt x="175" y="296"/>
                    <a:pt x="175" y="296"/>
                  </a:cubicBezTo>
                  <a:cubicBezTo>
                    <a:pt x="175" y="296"/>
                    <a:pt x="174" y="297"/>
                    <a:pt x="172" y="297"/>
                  </a:cubicBezTo>
                  <a:cubicBezTo>
                    <a:pt x="172" y="298"/>
                    <a:pt x="173" y="299"/>
                    <a:pt x="174" y="300"/>
                  </a:cubicBezTo>
                  <a:cubicBezTo>
                    <a:pt x="172" y="299"/>
                    <a:pt x="172" y="299"/>
                    <a:pt x="172" y="299"/>
                  </a:cubicBezTo>
                  <a:cubicBezTo>
                    <a:pt x="173" y="300"/>
                    <a:pt x="175" y="301"/>
                    <a:pt x="176" y="302"/>
                  </a:cubicBezTo>
                  <a:cubicBezTo>
                    <a:pt x="175" y="302"/>
                    <a:pt x="176" y="302"/>
                    <a:pt x="175" y="302"/>
                  </a:cubicBezTo>
                  <a:cubicBezTo>
                    <a:pt x="175" y="302"/>
                    <a:pt x="173" y="301"/>
                    <a:pt x="172" y="300"/>
                  </a:cubicBezTo>
                  <a:cubicBezTo>
                    <a:pt x="171" y="301"/>
                    <a:pt x="174" y="303"/>
                    <a:pt x="172" y="303"/>
                  </a:cubicBezTo>
                  <a:cubicBezTo>
                    <a:pt x="172" y="304"/>
                    <a:pt x="172" y="305"/>
                    <a:pt x="174" y="305"/>
                  </a:cubicBezTo>
                  <a:cubicBezTo>
                    <a:pt x="173" y="305"/>
                    <a:pt x="173" y="305"/>
                    <a:pt x="172" y="305"/>
                  </a:cubicBezTo>
                  <a:cubicBezTo>
                    <a:pt x="172" y="306"/>
                    <a:pt x="173" y="306"/>
                    <a:pt x="173" y="306"/>
                  </a:cubicBezTo>
                  <a:cubicBezTo>
                    <a:pt x="173" y="306"/>
                    <a:pt x="174" y="306"/>
                    <a:pt x="174" y="306"/>
                  </a:cubicBezTo>
                  <a:cubicBezTo>
                    <a:pt x="175" y="305"/>
                    <a:pt x="175" y="306"/>
                    <a:pt x="176" y="305"/>
                  </a:cubicBezTo>
                  <a:cubicBezTo>
                    <a:pt x="177" y="305"/>
                    <a:pt x="178" y="306"/>
                    <a:pt x="179" y="306"/>
                  </a:cubicBezTo>
                  <a:cubicBezTo>
                    <a:pt x="178" y="306"/>
                    <a:pt x="177" y="305"/>
                    <a:pt x="177" y="304"/>
                  </a:cubicBezTo>
                  <a:cubicBezTo>
                    <a:pt x="178" y="304"/>
                    <a:pt x="177" y="304"/>
                    <a:pt x="176" y="304"/>
                  </a:cubicBezTo>
                  <a:cubicBezTo>
                    <a:pt x="176" y="304"/>
                    <a:pt x="176" y="304"/>
                    <a:pt x="176" y="304"/>
                  </a:cubicBezTo>
                  <a:cubicBezTo>
                    <a:pt x="176" y="304"/>
                    <a:pt x="175" y="304"/>
                    <a:pt x="174" y="303"/>
                  </a:cubicBezTo>
                  <a:cubicBezTo>
                    <a:pt x="175" y="304"/>
                    <a:pt x="175" y="304"/>
                    <a:pt x="175" y="304"/>
                  </a:cubicBezTo>
                  <a:cubicBezTo>
                    <a:pt x="174" y="303"/>
                    <a:pt x="174" y="303"/>
                    <a:pt x="174" y="303"/>
                  </a:cubicBezTo>
                  <a:cubicBezTo>
                    <a:pt x="175" y="303"/>
                    <a:pt x="176" y="303"/>
                    <a:pt x="176" y="303"/>
                  </a:cubicBezTo>
                  <a:cubicBezTo>
                    <a:pt x="176" y="303"/>
                    <a:pt x="175" y="303"/>
                    <a:pt x="177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8" y="303"/>
                    <a:pt x="178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8" y="302"/>
                    <a:pt x="178" y="302"/>
                    <a:pt x="178" y="302"/>
                  </a:cubicBezTo>
                  <a:cubicBezTo>
                    <a:pt x="178" y="302"/>
                    <a:pt x="179" y="302"/>
                    <a:pt x="179" y="303"/>
                  </a:cubicBezTo>
                  <a:cubicBezTo>
                    <a:pt x="180" y="303"/>
                    <a:pt x="180" y="303"/>
                    <a:pt x="180" y="303"/>
                  </a:cubicBezTo>
                  <a:cubicBezTo>
                    <a:pt x="180" y="303"/>
                    <a:pt x="180" y="303"/>
                    <a:pt x="180" y="303"/>
                  </a:cubicBezTo>
                  <a:cubicBezTo>
                    <a:pt x="180" y="303"/>
                    <a:pt x="180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80" y="303"/>
                    <a:pt x="181" y="304"/>
                    <a:pt x="181" y="304"/>
                  </a:cubicBezTo>
                  <a:cubicBezTo>
                    <a:pt x="181" y="304"/>
                    <a:pt x="180" y="302"/>
                    <a:pt x="182" y="303"/>
                  </a:cubicBezTo>
                  <a:cubicBezTo>
                    <a:pt x="182" y="303"/>
                    <a:pt x="182" y="302"/>
                    <a:pt x="181" y="301"/>
                  </a:cubicBezTo>
                  <a:cubicBezTo>
                    <a:pt x="181" y="300"/>
                    <a:pt x="183" y="303"/>
                    <a:pt x="182" y="302"/>
                  </a:cubicBezTo>
                  <a:cubicBezTo>
                    <a:pt x="183" y="303"/>
                    <a:pt x="185" y="304"/>
                    <a:pt x="186" y="305"/>
                  </a:cubicBezTo>
                  <a:cubicBezTo>
                    <a:pt x="186" y="305"/>
                    <a:pt x="187" y="306"/>
                    <a:pt x="186" y="306"/>
                  </a:cubicBezTo>
                  <a:cubicBezTo>
                    <a:pt x="187" y="306"/>
                    <a:pt x="187" y="307"/>
                    <a:pt x="187" y="307"/>
                  </a:cubicBezTo>
                  <a:cubicBezTo>
                    <a:pt x="187" y="306"/>
                    <a:pt x="185" y="305"/>
                    <a:pt x="185" y="304"/>
                  </a:cubicBezTo>
                  <a:cubicBezTo>
                    <a:pt x="183" y="303"/>
                    <a:pt x="185" y="304"/>
                    <a:pt x="183" y="302"/>
                  </a:cubicBezTo>
                  <a:cubicBezTo>
                    <a:pt x="184" y="302"/>
                    <a:pt x="184" y="302"/>
                    <a:pt x="184" y="301"/>
                  </a:cubicBezTo>
                  <a:cubicBezTo>
                    <a:pt x="184" y="301"/>
                    <a:pt x="185" y="303"/>
                    <a:pt x="186" y="303"/>
                  </a:cubicBezTo>
                  <a:cubicBezTo>
                    <a:pt x="185" y="302"/>
                    <a:pt x="185" y="301"/>
                    <a:pt x="185" y="301"/>
                  </a:cubicBezTo>
                  <a:cubicBezTo>
                    <a:pt x="185" y="300"/>
                    <a:pt x="184" y="300"/>
                    <a:pt x="184" y="298"/>
                  </a:cubicBezTo>
                  <a:cubicBezTo>
                    <a:pt x="183" y="298"/>
                    <a:pt x="183" y="297"/>
                    <a:pt x="183" y="297"/>
                  </a:cubicBezTo>
                  <a:cubicBezTo>
                    <a:pt x="184" y="299"/>
                    <a:pt x="186" y="301"/>
                    <a:pt x="186" y="301"/>
                  </a:cubicBezTo>
                  <a:cubicBezTo>
                    <a:pt x="188" y="304"/>
                    <a:pt x="185" y="301"/>
                    <a:pt x="187" y="303"/>
                  </a:cubicBezTo>
                  <a:cubicBezTo>
                    <a:pt x="188" y="305"/>
                    <a:pt x="187" y="306"/>
                    <a:pt x="187" y="305"/>
                  </a:cubicBezTo>
                  <a:cubicBezTo>
                    <a:pt x="188" y="307"/>
                    <a:pt x="187" y="305"/>
                    <a:pt x="188" y="307"/>
                  </a:cubicBezTo>
                  <a:cubicBezTo>
                    <a:pt x="188" y="307"/>
                    <a:pt x="188" y="305"/>
                    <a:pt x="188" y="305"/>
                  </a:cubicBezTo>
                  <a:cubicBezTo>
                    <a:pt x="187" y="304"/>
                    <a:pt x="187" y="304"/>
                    <a:pt x="187" y="303"/>
                  </a:cubicBezTo>
                  <a:cubicBezTo>
                    <a:pt x="186" y="300"/>
                    <a:pt x="188" y="304"/>
                    <a:pt x="188" y="304"/>
                  </a:cubicBezTo>
                  <a:cubicBezTo>
                    <a:pt x="189" y="305"/>
                    <a:pt x="189" y="305"/>
                    <a:pt x="189" y="305"/>
                  </a:cubicBezTo>
                  <a:cubicBezTo>
                    <a:pt x="189" y="306"/>
                    <a:pt x="188" y="304"/>
                    <a:pt x="189" y="304"/>
                  </a:cubicBezTo>
                  <a:cubicBezTo>
                    <a:pt x="190" y="307"/>
                    <a:pt x="189" y="305"/>
                    <a:pt x="189" y="306"/>
                  </a:cubicBezTo>
                  <a:cubicBezTo>
                    <a:pt x="190" y="308"/>
                    <a:pt x="190" y="308"/>
                    <a:pt x="190" y="308"/>
                  </a:cubicBezTo>
                  <a:cubicBezTo>
                    <a:pt x="190" y="308"/>
                    <a:pt x="189" y="309"/>
                    <a:pt x="188" y="310"/>
                  </a:cubicBezTo>
                  <a:cubicBezTo>
                    <a:pt x="188" y="309"/>
                    <a:pt x="188" y="309"/>
                    <a:pt x="188" y="309"/>
                  </a:cubicBezTo>
                  <a:cubicBezTo>
                    <a:pt x="187" y="311"/>
                    <a:pt x="186" y="306"/>
                    <a:pt x="186" y="311"/>
                  </a:cubicBezTo>
                  <a:cubicBezTo>
                    <a:pt x="186" y="312"/>
                    <a:pt x="186" y="312"/>
                    <a:pt x="186" y="312"/>
                  </a:cubicBezTo>
                  <a:cubicBezTo>
                    <a:pt x="185" y="310"/>
                    <a:pt x="185" y="310"/>
                    <a:pt x="185" y="310"/>
                  </a:cubicBezTo>
                  <a:cubicBezTo>
                    <a:pt x="185" y="311"/>
                    <a:pt x="184" y="310"/>
                    <a:pt x="184" y="312"/>
                  </a:cubicBezTo>
                  <a:cubicBezTo>
                    <a:pt x="184" y="310"/>
                    <a:pt x="184" y="310"/>
                    <a:pt x="184" y="310"/>
                  </a:cubicBezTo>
                  <a:cubicBezTo>
                    <a:pt x="184" y="310"/>
                    <a:pt x="184" y="313"/>
                    <a:pt x="183" y="312"/>
                  </a:cubicBezTo>
                  <a:cubicBezTo>
                    <a:pt x="183" y="311"/>
                    <a:pt x="183" y="311"/>
                    <a:pt x="183" y="311"/>
                  </a:cubicBezTo>
                  <a:cubicBezTo>
                    <a:pt x="183" y="311"/>
                    <a:pt x="183" y="311"/>
                    <a:pt x="183" y="311"/>
                  </a:cubicBezTo>
                  <a:cubicBezTo>
                    <a:pt x="182" y="311"/>
                    <a:pt x="182" y="312"/>
                    <a:pt x="181" y="312"/>
                  </a:cubicBezTo>
                  <a:cubicBezTo>
                    <a:pt x="182" y="311"/>
                    <a:pt x="182" y="311"/>
                    <a:pt x="183" y="310"/>
                  </a:cubicBezTo>
                  <a:cubicBezTo>
                    <a:pt x="181" y="308"/>
                    <a:pt x="177" y="307"/>
                    <a:pt x="178" y="311"/>
                  </a:cubicBezTo>
                  <a:cubicBezTo>
                    <a:pt x="178" y="312"/>
                    <a:pt x="176" y="309"/>
                    <a:pt x="176" y="309"/>
                  </a:cubicBezTo>
                  <a:cubicBezTo>
                    <a:pt x="177" y="312"/>
                    <a:pt x="172" y="313"/>
                    <a:pt x="178" y="313"/>
                  </a:cubicBezTo>
                  <a:cubicBezTo>
                    <a:pt x="178" y="313"/>
                    <a:pt x="179" y="313"/>
                    <a:pt x="179" y="313"/>
                  </a:cubicBezTo>
                  <a:cubicBezTo>
                    <a:pt x="179" y="314"/>
                    <a:pt x="180" y="316"/>
                    <a:pt x="183" y="321"/>
                  </a:cubicBezTo>
                  <a:cubicBezTo>
                    <a:pt x="183" y="321"/>
                    <a:pt x="183" y="321"/>
                    <a:pt x="183" y="321"/>
                  </a:cubicBezTo>
                  <a:cubicBezTo>
                    <a:pt x="185" y="320"/>
                    <a:pt x="189" y="325"/>
                    <a:pt x="192" y="323"/>
                  </a:cubicBezTo>
                  <a:cubicBezTo>
                    <a:pt x="192" y="322"/>
                    <a:pt x="192" y="321"/>
                    <a:pt x="192" y="321"/>
                  </a:cubicBezTo>
                  <a:cubicBezTo>
                    <a:pt x="192" y="322"/>
                    <a:pt x="192" y="322"/>
                    <a:pt x="192" y="322"/>
                  </a:cubicBezTo>
                  <a:cubicBezTo>
                    <a:pt x="193" y="320"/>
                    <a:pt x="193" y="320"/>
                    <a:pt x="193" y="320"/>
                  </a:cubicBezTo>
                  <a:cubicBezTo>
                    <a:pt x="193" y="320"/>
                    <a:pt x="193" y="322"/>
                    <a:pt x="192" y="322"/>
                  </a:cubicBezTo>
                  <a:cubicBezTo>
                    <a:pt x="194" y="322"/>
                    <a:pt x="195" y="322"/>
                    <a:pt x="196" y="322"/>
                  </a:cubicBezTo>
                  <a:cubicBezTo>
                    <a:pt x="197" y="320"/>
                    <a:pt x="197" y="322"/>
                    <a:pt x="197" y="320"/>
                  </a:cubicBezTo>
                  <a:cubicBezTo>
                    <a:pt x="197" y="321"/>
                    <a:pt x="197" y="321"/>
                    <a:pt x="197" y="321"/>
                  </a:cubicBezTo>
                  <a:cubicBezTo>
                    <a:pt x="198" y="320"/>
                    <a:pt x="198" y="320"/>
                    <a:pt x="199" y="322"/>
                  </a:cubicBezTo>
                  <a:cubicBezTo>
                    <a:pt x="199" y="323"/>
                    <a:pt x="199" y="323"/>
                    <a:pt x="199" y="323"/>
                  </a:cubicBezTo>
                  <a:cubicBezTo>
                    <a:pt x="198" y="323"/>
                    <a:pt x="198" y="323"/>
                    <a:pt x="197" y="323"/>
                  </a:cubicBezTo>
                  <a:cubicBezTo>
                    <a:pt x="198" y="323"/>
                    <a:pt x="198" y="323"/>
                    <a:pt x="198" y="323"/>
                  </a:cubicBezTo>
                  <a:cubicBezTo>
                    <a:pt x="197" y="324"/>
                    <a:pt x="197" y="324"/>
                    <a:pt x="197" y="324"/>
                  </a:cubicBezTo>
                  <a:cubicBezTo>
                    <a:pt x="197" y="324"/>
                    <a:pt x="196" y="325"/>
                    <a:pt x="197" y="325"/>
                  </a:cubicBezTo>
                  <a:cubicBezTo>
                    <a:pt x="199" y="325"/>
                    <a:pt x="199" y="325"/>
                    <a:pt x="199" y="325"/>
                  </a:cubicBezTo>
                  <a:cubicBezTo>
                    <a:pt x="199" y="325"/>
                    <a:pt x="201" y="325"/>
                    <a:pt x="199" y="326"/>
                  </a:cubicBezTo>
                  <a:cubicBezTo>
                    <a:pt x="197" y="326"/>
                    <a:pt x="197" y="326"/>
                    <a:pt x="197" y="326"/>
                  </a:cubicBezTo>
                  <a:cubicBezTo>
                    <a:pt x="197" y="326"/>
                    <a:pt x="198" y="326"/>
                    <a:pt x="198" y="326"/>
                  </a:cubicBezTo>
                  <a:cubicBezTo>
                    <a:pt x="195" y="326"/>
                    <a:pt x="195" y="326"/>
                    <a:pt x="195" y="326"/>
                  </a:cubicBezTo>
                  <a:cubicBezTo>
                    <a:pt x="199" y="326"/>
                    <a:pt x="196" y="327"/>
                    <a:pt x="197" y="327"/>
                  </a:cubicBezTo>
                  <a:cubicBezTo>
                    <a:pt x="196" y="327"/>
                    <a:pt x="196" y="327"/>
                    <a:pt x="196" y="327"/>
                  </a:cubicBezTo>
                  <a:cubicBezTo>
                    <a:pt x="195" y="328"/>
                    <a:pt x="198" y="327"/>
                    <a:pt x="198" y="327"/>
                  </a:cubicBezTo>
                  <a:cubicBezTo>
                    <a:pt x="198" y="328"/>
                    <a:pt x="195" y="328"/>
                    <a:pt x="194" y="328"/>
                  </a:cubicBezTo>
                  <a:cubicBezTo>
                    <a:pt x="194" y="329"/>
                    <a:pt x="196" y="329"/>
                    <a:pt x="194" y="330"/>
                  </a:cubicBezTo>
                  <a:cubicBezTo>
                    <a:pt x="195" y="330"/>
                    <a:pt x="196" y="331"/>
                    <a:pt x="197" y="331"/>
                  </a:cubicBezTo>
                  <a:cubicBezTo>
                    <a:pt x="197" y="332"/>
                    <a:pt x="194" y="331"/>
                    <a:pt x="195" y="332"/>
                  </a:cubicBezTo>
                  <a:cubicBezTo>
                    <a:pt x="195" y="332"/>
                    <a:pt x="194" y="332"/>
                    <a:pt x="193" y="332"/>
                  </a:cubicBezTo>
                  <a:cubicBezTo>
                    <a:pt x="194" y="332"/>
                    <a:pt x="193" y="333"/>
                    <a:pt x="195" y="332"/>
                  </a:cubicBezTo>
                  <a:cubicBezTo>
                    <a:pt x="194" y="333"/>
                    <a:pt x="194" y="334"/>
                    <a:pt x="195" y="334"/>
                  </a:cubicBezTo>
                  <a:cubicBezTo>
                    <a:pt x="195" y="334"/>
                    <a:pt x="193" y="334"/>
                    <a:pt x="192" y="334"/>
                  </a:cubicBezTo>
                  <a:cubicBezTo>
                    <a:pt x="194" y="334"/>
                    <a:pt x="195" y="335"/>
                    <a:pt x="194" y="335"/>
                  </a:cubicBezTo>
                  <a:cubicBezTo>
                    <a:pt x="196" y="335"/>
                    <a:pt x="196" y="335"/>
                    <a:pt x="198" y="335"/>
                  </a:cubicBezTo>
                  <a:cubicBezTo>
                    <a:pt x="198" y="335"/>
                    <a:pt x="199" y="335"/>
                    <a:pt x="199" y="335"/>
                  </a:cubicBezTo>
                  <a:cubicBezTo>
                    <a:pt x="197" y="336"/>
                    <a:pt x="194" y="336"/>
                    <a:pt x="194" y="336"/>
                  </a:cubicBezTo>
                  <a:cubicBezTo>
                    <a:pt x="191" y="336"/>
                    <a:pt x="194" y="335"/>
                    <a:pt x="192" y="336"/>
                  </a:cubicBezTo>
                  <a:cubicBezTo>
                    <a:pt x="189" y="335"/>
                    <a:pt x="189" y="335"/>
                    <a:pt x="191" y="334"/>
                  </a:cubicBezTo>
                  <a:cubicBezTo>
                    <a:pt x="188" y="334"/>
                    <a:pt x="190" y="335"/>
                    <a:pt x="188" y="335"/>
                  </a:cubicBezTo>
                  <a:cubicBezTo>
                    <a:pt x="188" y="335"/>
                    <a:pt x="189" y="335"/>
                    <a:pt x="190" y="336"/>
                  </a:cubicBezTo>
                  <a:cubicBezTo>
                    <a:pt x="191" y="336"/>
                    <a:pt x="191" y="336"/>
                    <a:pt x="192" y="336"/>
                  </a:cubicBezTo>
                  <a:cubicBezTo>
                    <a:pt x="195" y="336"/>
                    <a:pt x="190" y="336"/>
                    <a:pt x="190" y="337"/>
                  </a:cubicBezTo>
                  <a:cubicBezTo>
                    <a:pt x="190" y="336"/>
                    <a:pt x="190" y="336"/>
                    <a:pt x="190" y="336"/>
                  </a:cubicBezTo>
                  <a:cubicBezTo>
                    <a:pt x="189" y="337"/>
                    <a:pt x="191" y="337"/>
                    <a:pt x="190" y="337"/>
                  </a:cubicBezTo>
                  <a:cubicBezTo>
                    <a:pt x="187" y="337"/>
                    <a:pt x="190" y="337"/>
                    <a:pt x="188" y="336"/>
                  </a:cubicBezTo>
                  <a:cubicBezTo>
                    <a:pt x="186" y="337"/>
                    <a:pt x="186" y="337"/>
                    <a:pt x="186" y="337"/>
                  </a:cubicBezTo>
                  <a:cubicBezTo>
                    <a:pt x="185" y="337"/>
                    <a:pt x="188" y="337"/>
                    <a:pt x="188" y="337"/>
                  </a:cubicBezTo>
                  <a:cubicBezTo>
                    <a:pt x="186" y="337"/>
                    <a:pt x="186" y="337"/>
                    <a:pt x="186" y="337"/>
                  </a:cubicBezTo>
                  <a:cubicBezTo>
                    <a:pt x="187" y="338"/>
                    <a:pt x="187" y="338"/>
                    <a:pt x="187" y="338"/>
                  </a:cubicBezTo>
                  <a:cubicBezTo>
                    <a:pt x="188" y="338"/>
                    <a:pt x="190" y="338"/>
                    <a:pt x="190" y="337"/>
                  </a:cubicBezTo>
                  <a:cubicBezTo>
                    <a:pt x="193" y="337"/>
                    <a:pt x="190" y="338"/>
                    <a:pt x="191" y="338"/>
                  </a:cubicBezTo>
                  <a:cubicBezTo>
                    <a:pt x="193" y="338"/>
                    <a:pt x="191" y="338"/>
                    <a:pt x="193" y="338"/>
                  </a:cubicBezTo>
                  <a:cubicBezTo>
                    <a:pt x="194" y="338"/>
                    <a:pt x="194" y="338"/>
                    <a:pt x="195" y="338"/>
                  </a:cubicBezTo>
                  <a:cubicBezTo>
                    <a:pt x="195" y="339"/>
                    <a:pt x="193" y="339"/>
                    <a:pt x="191" y="339"/>
                  </a:cubicBezTo>
                  <a:cubicBezTo>
                    <a:pt x="191" y="339"/>
                    <a:pt x="191" y="338"/>
                    <a:pt x="192" y="338"/>
                  </a:cubicBezTo>
                  <a:cubicBezTo>
                    <a:pt x="190" y="338"/>
                    <a:pt x="188" y="339"/>
                    <a:pt x="187" y="338"/>
                  </a:cubicBezTo>
                  <a:cubicBezTo>
                    <a:pt x="186" y="339"/>
                    <a:pt x="188" y="339"/>
                    <a:pt x="189" y="339"/>
                  </a:cubicBezTo>
                  <a:cubicBezTo>
                    <a:pt x="189" y="339"/>
                    <a:pt x="190" y="339"/>
                    <a:pt x="191" y="339"/>
                  </a:cubicBezTo>
                  <a:cubicBezTo>
                    <a:pt x="196" y="340"/>
                    <a:pt x="187" y="339"/>
                    <a:pt x="188" y="340"/>
                  </a:cubicBezTo>
                  <a:cubicBezTo>
                    <a:pt x="191" y="340"/>
                    <a:pt x="193" y="341"/>
                    <a:pt x="196" y="340"/>
                  </a:cubicBezTo>
                  <a:cubicBezTo>
                    <a:pt x="197" y="341"/>
                    <a:pt x="197" y="341"/>
                    <a:pt x="197" y="341"/>
                  </a:cubicBezTo>
                  <a:cubicBezTo>
                    <a:pt x="195" y="341"/>
                    <a:pt x="195" y="341"/>
                    <a:pt x="193" y="341"/>
                  </a:cubicBezTo>
                  <a:cubicBezTo>
                    <a:pt x="193" y="341"/>
                    <a:pt x="193" y="341"/>
                    <a:pt x="193" y="341"/>
                  </a:cubicBezTo>
                  <a:cubicBezTo>
                    <a:pt x="191" y="341"/>
                    <a:pt x="191" y="341"/>
                    <a:pt x="191" y="341"/>
                  </a:cubicBezTo>
                  <a:cubicBezTo>
                    <a:pt x="189" y="341"/>
                    <a:pt x="188" y="341"/>
                    <a:pt x="187" y="341"/>
                  </a:cubicBezTo>
                  <a:cubicBezTo>
                    <a:pt x="188" y="342"/>
                    <a:pt x="189" y="341"/>
                    <a:pt x="189" y="342"/>
                  </a:cubicBezTo>
                  <a:cubicBezTo>
                    <a:pt x="188" y="342"/>
                    <a:pt x="187" y="342"/>
                    <a:pt x="187" y="342"/>
                  </a:cubicBezTo>
                  <a:cubicBezTo>
                    <a:pt x="188" y="342"/>
                    <a:pt x="190" y="342"/>
                    <a:pt x="191" y="342"/>
                  </a:cubicBezTo>
                  <a:cubicBezTo>
                    <a:pt x="191" y="343"/>
                    <a:pt x="189" y="343"/>
                    <a:pt x="188" y="343"/>
                  </a:cubicBezTo>
                  <a:cubicBezTo>
                    <a:pt x="187" y="342"/>
                    <a:pt x="187" y="342"/>
                    <a:pt x="187" y="342"/>
                  </a:cubicBezTo>
                  <a:cubicBezTo>
                    <a:pt x="188" y="343"/>
                    <a:pt x="186" y="342"/>
                    <a:pt x="186" y="343"/>
                  </a:cubicBezTo>
                  <a:cubicBezTo>
                    <a:pt x="188" y="343"/>
                    <a:pt x="189" y="343"/>
                    <a:pt x="191" y="343"/>
                  </a:cubicBezTo>
                  <a:cubicBezTo>
                    <a:pt x="191" y="343"/>
                    <a:pt x="190" y="344"/>
                    <a:pt x="190" y="344"/>
                  </a:cubicBezTo>
                  <a:cubicBezTo>
                    <a:pt x="189" y="343"/>
                    <a:pt x="189" y="343"/>
                    <a:pt x="189" y="343"/>
                  </a:cubicBezTo>
                  <a:cubicBezTo>
                    <a:pt x="189" y="344"/>
                    <a:pt x="186" y="343"/>
                    <a:pt x="186" y="344"/>
                  </a:cubicBezTo>
                  <a:cubicBezTo>
                    <a:pt x="188" y="344"/>
                    <a:pt x="188" y="344"/>
                    <a:pt x="188" y="344"/>
                  </a:cubicBezTo>
                  <a:cubicBezTo>
                    <a:pt x="186" y="344"/>
                    <a:pt x="186" y="344"/>
                    <a:pt x="186" y="344"/>
                  </a:cubicBezTo>
                  <a:cubicBezTo>
                    <a:pt x="188" y="344"/>
                    <a:pt x="187" y="344"/>
                    <a:pt x="188" y="344"/>
                  </a:cubicBezTo>
                  <a:cubicBezTo>
                    <a:pt x="187" y="344"/>
                    <a:pt x="187" y="344"/>
                    <a:pt x="187" y="344"/>
                  </a:cubicBezTo>
                  <a:cubicBezTo>
                    <a:pt x="187" y="345"/>
                    <a:pt x="190" y="345"/>
                    <a:pt x="188" y="345"/>
                  </a:cubicBezTo>
                  <a:cubicBezTo>
                    <a:pt x="190" y="345"/>
                    <a:pt x="188" y="345"/>
                    <a:pt x="189" y="345"/>
                  </a:cubicBezTo>
                  <a:cubicBezTo>
                    <a:pt x="191" y="344"/>
                    <a:pt x="191" y="345"/>
                    <a:pt x="191" y="345"/>
                  </a:cubicBezTo>
                  <a:cubicBezTo>
                    <a:pt x="188" y="345"/>
                    <a:pt x="191" y="346"/>
                    <a:pt x="191" y="346"/>
                  </a:cubicBezTo>
                  <a:cubicBezTo>
                    <a:pt x="190" y="346"/>
                    <a:pt x="189" y="346"/>
                    <a:pt x="188" y="346"/>
                  </a:cubicBezTo>
                  <a:cubicBezTo>
                    <a:pt x="190" y="346"/>
                    <a:pt x="190" y="346"/>
                    <a:pt x="190" y="346"/>
                  </a:cubicBezTo>
                  <a:cubicBezTo>
                    <a:pt x="187" y="346"/>
                    <a:pt x="191" y="347"/>
                    <a:pt x="190" y="347"/>
                  </a:cubicBezTo>
                  <a:cubicBezTo>
                    <a:pt x="189" y="347"/>
                    <a:pt x="187" y="347"/>
                    <a:pt x="187" y="347"/>
                  </a:cubicBezTo>
                  <a:cubicBezTo>
                    <a:pt x="190" y="347"/>
                    <a:pt x="190" y="347"/>
                    <a:pt x="192" y="347"/>
                  </a:cubicBezTo>
                  <a:cubicBezTo>
                    <a:pt x="191" y="348"/>
                    <a:pt x="189" y="347"/>
                    <a:pt x="187" y="347"/>
                  </a:cubicBezTo>
                  <a:cubicBezTo>
                    <a:pt x="189" y="348"/>
                    <a:pt x="185" y="348"/>
                    <a:pt x="188" y="348"/>
                  </a:cubicBezTo>
                  <a:cubicBezTo>
                    <a:pt x="189" y="348"/>
                    <a:pt x="190" y="348"/>
                    <a:pt x="191" y="348"/>
                  </a:cubicBezTo>
                  <a:cubicBezTo>
                    <a:pt x="191" y="349"/>
                    <a:pt x="190" y="348"/>
                    <a:pt x="189" y="348"/>
                  </a:cubicBezTo>
                  <a:cubicBezTo>
                    <a:pt x="189" y="349"/>
                    <a:pt x="191" y="349"/>
                    <a:pt x="192" y="349"/>
                  </a:cubicBezTo>
                  <a:cubicBezTo>
                    <a:pt x="191" y="349"/>
                    <a:pt x="194" y="349"/>
                    <a:pt x="192" y="350"/>
                  </a:cubicBezTo>
                  <a:cubicBezTo>
                    <a:pt x="191" y="350"/>
                    <a:pt x="191" y="349"/>
                    <a:pt x="190" y="349"/>
                  </a:cubicBezTo>
                  <a:cubicBezTo>
                    <a:pt x="190" y="350"/>
                    <a:pt x="194" y="350"/>
                    <a:pt x="195" y="350"/>
                  </a:cubicBezTo>
                  <a:cubicBezTo>
                    <a:pt x="196" y="350"/>
                    <a:pt x="199" y="351"/>
                    <a:pt x="200" y="351"/>
                  </a:cubicBezTo>
                  <a:cubicBezTo>
                    <a:pt x="199" y="352"/>
                    <a:pt x="199" y="351"/>
                    <a:pt x="197" y="351"/>
                  </a:cubicBezTo>
                  <a:cubicBezTo>
                    <a:pt x="197" y="351"/>
                    <a:pt x="197" y="351"/>
                    <a:pt x="197" y="351"/>
                  </a:cubicBezTo>
                  <a:cubicBezTo>
                    <a:pt x="194" y="351"/>
                    <a:pt x="192" y="350"/>
                    <a:pt x="190" y="350"/>
                  </a:cubicBezTo>
                  <a:cubicBezTo>
                    <a:pt x="191" y="350"/>
                    <a:pt x="191" y="350"/>
                    <a:pt x="191" y="350"/>
                  </a:cubicBezTo>
                  <a:cubicBezTo>
                    <a:pt x="188" y="350"/>
                    <a:pt x="188" y="350"/>
                    <a:pt x="188" y="350"/>
                  </a:cubicBezTo>
                  <a:cubicBezTo>
                    <a:pt x="190" y="350"/>
                    <a:pt x="188" y="351"/>
                    <a:pt x="189" y="351"/>
                  </a:cubicBezTo>
                  <a:cubicBezTo>
                    <a:pt x="190" y="351"/>
                    <a:pt x="188" y="351"/>
                    <a:pt x="189" y="351"/>
                  </a:cubicBezTo>
                  <a:cubicBezTo>
                    <a:pt x="190" y="351"/>
                    <a:pt x="193" y="351"/>
                    <a:pt x="192" y="352"/>
                  </a:cubicBezTo>
                  <a:cubicBezTo>
                    <a:pt x="188" y="351"/>
                    <a:pt x="188" y="351"/>
                    <a:pt x="188" y="351"/>
                  </a:cubicBezTo>
                  <a:cubicBezTo>
                    <a:pt x="188" y="352"/>
                    <a:pt x="190" y="352"/>
                    <a:pt x="189" y="352"/>
                  </a:cubicBezTo>
                  <a:cubicBezTo>
                    <a:pt x="188" y="352"/>
                    <a:pt x="188" y="352"/>
                    <a:pt x="188" y="352"/>
                  </a:cubicBezTo>
                  <a:cubicBezTo>
                    <a:pt x="188" y="353"/>
                    <a:pt x="188" y="354"/>
                    <a:pt x="192" y="356"/>
                  </a:cubicBezTo>
                  <a:cubicBezTo>
                    <a:pt x="190" y="356"/>
                    <a:pt x="190" y="356"/>
                    <a:pt x="189" y="357"/>
                  </a:cubicBezTo>
                  <a:cubicBezTo>
                    <a:pt x="189" y="357"/>
                    <a:pt x="191" y="357"/>
                    <a:pt x="191" y="357"/>
                  </a:cubicBezTo>
                  <a:cubicBezTo>
                    <a:pt x="189" y="357"/>
                    <a:pt x="189" y="357"/>
                    <a:pt x="189" y="357"/>
                  </a:cubicBezTo>
                  <a:cubicBezTo>
                    <a:pt x="188" y="357"/>
                    <a:pt x="189" y="358"/>
                    <a:pt x="191" y="359"/>
                  </a:cubicBezTo>
                  <a:cubicBezTo>
                    <a:pt x="189" y="358"/>
                    <a:pt x="189" y="358"/>
                    <a:pt x="189" y="358"/>
                  </a:cubicBezTo>
                  <a:cubicBezTo>
                    <a:pt x="188" y="359"/>
                    <a:pt x="190" y="359"/>
                    <a:pt x="191" y="359"/>
                  </a:cubicBezTo>
                  <a:cubicBezTo>
                    <a:pt x="189" y="359"/>
                    <a:pt x="189" y="359"/>
                    <a:pt x="189" y="359"/>
                  </a:cubicBezTo>
                  <a:cubicBezTo>
                    <a:pt x="191" y="359"/>
                    <a:pt x="191" y="359"/>
                    <a:pt x="191" y="359"/>
                  </a:cubicBezTo>
                  <a:cubicBezTo>
                    <a:pt x="191" y="360"/>
                    <a:pt x="191" y="360"/>
                    <a:pt x="189" y="360"/>
                  </a:cubicBezTo>
                  <a:cubicBezTo>
                    <a:pt x="190" y="360"/>
                    <a:pt x="190" y="360"/>
                    <a:pt x="190" y="360"/>
                  </a:cubicBezTo>
                  <a:cubicBezTo>
                    <a:pt x="189" y="360"/>
                    <a:pt x="189" y="361"/>
                    <a:pt x="189" y="362"/>
                  </a:cubicBezTo>
                  <a:cubicBezTo>
                    <a:pt x="190" y="362"/>
                    <a:pt x="191" y="362"/>
                    <a:pt x="192" y="362"/>
                  </a:cubicBezTo>
                  <a:cubicBezTo>
                    <a:pt x="194" y="362"/>
                    <a:pt x="192" y="362"/>
                    <a:pt x="193" y="362"/>
                  </a:cubicBezTo>
                  <a:cubicBezTo>
                    <a:pt x="191" y="362"/>
                    <a:pt x="191" y="362"/>
                    <a:pt x="191" y="362"/>
                  </a:cubicBezTo>
                  <a:cubicBezTo>
                    <a:pt x="187" y="362"/>
                    <a:pt x="190" y="364"/>
                    <a:pt x="189" y="365"/>
                  </a:cubicBezTo>
                  <a:cubicBezTo>
                    <a:pt x="190" y="365"/>
                    <a:pt x="190" y="365"/>
                    <a:pt x="190" y="365"/>
                  </a:cubicBezTo>
                  <a:cubicBezTo>
                    <a:pt x="188" y="365"/>
                    <a:pt x="190" y="366"/>
                    <a:pt x="189" y="367"/>
                  </a:cubicBezTo>
                  <a:cubicBezTo>
                    <a:pt x="190" y="367"/>
                    <a:pt x="193" y="367"/>
                    <a:pt x="193" y="368"/>
                  </a:cubicBezTo>
                  <a:cubicBezTo>
                    <a:pt x="195" y="368"/>
                    <a:pt x="190" y="368"/>
                    <a:pt x="189" y="368"/>
                  </a:cubicBezTo>
                  <a:cubicBezTo>
                    <a:pt x="190" y="368"/>
                    <a:pt x="190" y="368"/>
                    <a:pt x="190" y="369"/>
                  </a:cubicBezTo>
                  <a:cubicBezTo>
                    <a:pt x="190" y="369"/>
                    <a:pt x="190" y="369"/>
                    <a:pt x="190" y="369"/>
                  </a:cubicBezTo>
                  <a:cubicBezTo>
                    <a:pt x="191" y="369"/>
                    <a:pt x="191" y="369"/>
                    <a:pt x="190" y="369"/>
                  </a:cubicBezTo>
                  <a:cubicBezTo>
                    <a:pt x="190" y="369"/>
                    <a:pt x="190" y="369"/>
                    <a:pt x="190" y="369"/>
                  </a:cubicBezTo>
                  <a:cubicBezTo>
                    <a:pt x="190" y="370"/>
                    <a:pt x="189" y="370"/>
                    <a:pt x="189" y="370"/>
                  </a:cubicBezTo>
                  <a:cubicBezTo>
                    <a:pt x="191" y="370"/>
                    <a:pt x="190" y="371"/>
                    <a:pt x="191" y="371"/>
                  </a:cubicBezTo>
                  <a:cubicBezTo>
                    <a:pt x="190" y="371"/>
                    <a:pt x="190" y="371"/>
                    <a:pt x="190" y="371"/>
                  </a:cubicBezTo>
                  <a:cubicBezTo>
                    <a:pt x="192" y="371"/>
                    <a:pt x="192" y="371"/>
                    <a:pt x="192" y="371"/>
                  </a:cubicBezTo>
                  <a:cubicBezTo>
                    <a:pt x="191" y="371"/>
                    <a:pt x="191" y="371"/>
                    <a:pt x="191" y="371"/>
                  </a:cubicBezTo>
                  <a:cubicBezTo>
                    <a:pt x="189" y="371"/>
                    <a:pt x="189" y="371"/>
                    <a:pt x="189" y="371"/>
                  </a:cubicBezTo>
                  <a:cubicBezTo>
                    <a:pt x="188" y="371"/>
                    <a:pt x="191" y="371"/>
                    <a:pt x="192" y="372"/>
                  </a:cubicBezTo>
                  <a:cubicBezTo>
                    <a:pt x="193" y="372"/>
                    <a:pt x="191" y="372"/>
                    <a:pt x="191" y="372"/>
                  </a:cubicBezTo>
                  <a:cubicBezTo>
                    <a:pt x="190" y="372"/>
                    <a:pt x="191" y="372"/>
                    <a:pt x="191" y="372"/>
                  </a:cubicBezTo>
                  <a:cubicBezTo>
                    <a:pt x="189" y="371"/>
                    <a:pt x="190" y="372"/>
                    <a:pt x="189" y="372"/>
                  </a:cubicBezTo>
                  <a:cubicBezTo>
                    <a:pt x="189" y="372"/>
                    <a:pt x="191" y="372"/>
                    <a:pt x="191" y="372"/>
                  </a:cubicBezTo>
                  <a:cubicBezTo>
                    <a:pt x="190" y="373"/>
                    <a:pt x="191" y="373"/>
                    <a:pt x="189" y="373"/>
                  </a:cubicBezTo>
                  <a:cubicBezTo>
                    <a:pt x="190" y="373"/>
                    <a:pt x="190" y="373"/>
                    <a:pt x="191" y="374"/>
                  </a:cubicBezTo>
                  <a:cubicBezTo>
                    <a:pt x="191" y="373"/>
                    <a:pt x="191" y="373"/>
                    <a:pt x="193" y="373"/>
                  </a:cubicBezTo>
                  <a:cubicBezTo>
                    <a:pt x="193" y="373"/>
                    <a:pt x="193" y="374"/>
                    <a:pt x="192" y="374"/>
                  </a:cubicBezTo>
                  <a:cubicBezTo>
                    <a:pt x="192" y="374"/>
                    <a:pt x="192" y="374"/>
                    <a:pt x="192" y="374"/>
                  </a:cubicBezTo>
                  <a:cubicBezTo>
                    <a:pt x="192" y="374"/>
                    <a:pt x="192" y="374"/>
                    <a:pt x="193" y="374"/>
                  </a:cubicBezTo>
                  <a:cubicBezTo>
                    <a:pt x="191" y="374"/>
                    <a:pt x="191" y="374"/>
                    <a:pt x="191" y="374"/>
                  </a:cubicBezTo>
                  <a:cubicBezTo>
                    <a:pt x="193" y="374"/>
                    <a:pt x="192" y="375"/>
                    <a:pt x="193" y="375"/>
                  </a:cubicBezTo>
                  <a:cubicBezTo>
                    <a:pt x="191" y="375"/>
                    <a:pt x="189" y="375"/>
                    <a:pt x="189" y="375"/>
                  </a:cubicBezTo>
                  <a:cubicBezTo>
                    <a:pt x="190" y="376"/>
                    <a:pt x="190" y="376"/>
                    <a:pt x="190" y="376"/>
                  </a:cubicBezTo>
                  <a:cubicBezTo>
                    <a:pt x="191" y="376"/>
                    <a:pt x="190" y="376"/>
                    <a:pt x="189" y="376"/>
                  </a:cubicBezTo>
                  <a:cubicBezTo>
                    <a:pt x="188" y="376"/>
                    <a:pt x="194" y="377"/>
                    <a:pt x="192" y="377"/>
                  </a:cubicBezTo>
                  <a:cubicBezTo>
                    <a:pt x="190" y="377"/>
                    <a:pt x="190" y="377"/>
                    <a:pt x="189" y="377"/>
                  </a:cubicBezTo>
                  <a:cubicBezTo>
                    <a:pt x="190" y="378"/>
                    <a:pt x="191" y="378"/>
                    <a:pt x="191" y="378"/>
                  </a:cubicBezTo>
                  <a:cubicBezTo>
                    <a:pt x="192" y="378"/>
                    <a:pt x="189" y="377"/>
                    <a:pt x="191" y="377"/>
                  </a:cubicBezTo>
                  <a:cubicBezTo>
                    <a:pt x="192" y="377"/>
                    <a:pt x="191" y="378"/>
                    <a:pt x="192" y="378"/>
                  </a:cubicBezTo>
                  <a:cubicBezTo>
                    <a:pt x="187" y="378"/>
                    <a:pt x="191" y="380"/>
                    <a:pt x="188" y="380"/>
                  </a:cubicBezTo>
                  <a:cubicBezTo>
                    <a:pt x="191" y="380"/>
                    <a:pt x="189" y="381"/>
                    <a:pt x="190" y="381"/>
                  </a:cubicBezTo>
                  <a:cubicBezTo>
                    <a:pt x="187" y="381"/>
                    <a:pt x="190" y="382"/>
                    <a:pt x="189" y="382"/>
                  </a:cubicBezTo>
                  <a:cubicBezTo>
                    <a:pt x="191" y="382"/>
                    <a:pt x="191" y="382"/>
                    <a:pt x="191" y="382"/>
                  </a:cubicBezTo>
                  <a:cubicBezTo>
                    <a:pt x="190" y="382"/>
                    <a:pt x="195" y="383"/>
                    <a:pt x="192" y="383"/>
                  </a:cubicBezTo>
                  <a:cubicBezTo>
                    <a:pt x="191" y="383"/>
                    <a:pt x="190" y="383"/>
                    <a:pt x="190" y="383"/>
                  </a:cubicBezTo>
                  <a:cubicBezTo>
                    <a:pt x="187" y="383"/>
                    <a:pt x="192" y="384"/>
                    <a:pt x="189" y="384"/>
                  </a:cubicBezTo>
                  <a:cubicBezTo>
                    <a:pt x="190" y="384"/>
                    <a:pt x="192" y="384"/>
                    <a:pt x="193" y="385"/>
                  </a:cubicBezTo>
                  <a:cubicBezTo>
                    <a:pt x="192" y="385"/>
                    <a:pt x="190" y="385"/>
                    <a:pt x="190" y="385"/>
                  </a:cubicBezTo>
                  <a:cubicBezTo>
                    <a:pt x="190" y="386"/>
                    <a:pt x="191" y="386"/>
                    <a:pt x="190" y="386"/>
                  </a:cubicBezTo>
                  <a:cubicBezTo>
                    <a:pt x="189" y="386"/>
                    <a:pt x="189" y="386"/>
                    <a:pt x="189" y="386"/>
                  </a:cubicBezTo>
                  <a:cubicBezTo>
                    <a:pt x="188" y="386"/>
                    <a:pt x="189" y="386"/>
                    <a:pt x="190" y="387"/>
                  </a:cubicBezTo>
                  <a:cubicBezTo>
                    <a:pt x="188" y="387"/>
                    <a:pt x="189" y="388"/>
                    <a:pt x="188" y="388"/>
                  </a:cubicBezTo>
                  <a:cubicBezTo>
                    <a:pt x="191" y="389"/>
                    <a:pt x="187" y="389"/>
                    <a:pt x="190" y="389"/>
                  </a:cubicBezTo>
                  <a:cubicBezTo>
                    <a:pt x="189" y="389"/>
                    <a:pt x="189" y="389"/>
                    <a:pt x="189" y="389"/>
                  </a:cubicBezTo>
                  <a:cubicBezTo>
                    <a:pt x="190" y="389"/>
                    <a:pt x="192" y="390"/>
                    <a:pt x="192" y="390"/>
                  </a:cubicBezTo>
                  <a:cubicBezTo>
                    <a:pt x="190" y="390"/>
                    <a:pt x="190" y="390"/>
                    <a:pt x="190" y="390"/>
                  </a:cubicBezTo>
                  <a:cubicBezTo>
                    <a:pt x="188" y="390"/>
                    <a:pt x="190" y="390"/>
                    <a:pt x="189" y="391"/>
                  </a:cubicBezTo>
                  <a:cubicBezTo>
                    <a:pt x="190" y="390"/>
                    <a:pt x="189" y="391"/>
                    <a:pt x="190" y="391"/>
                  </a:cubicBezTo>
                  <a:cubicBezTo>
                    <a:pt x="191" y="391"/>
                    <a:pt x="191" y="391"/>
                    <a:pt x="191" y="391"/>
                  </a:cubicBezTo>
                  <a:cubicBezTo>
                    <a:pt x="192" y="392"/>
                    <a:pt x="192" y="391"/>
                    <a:pt x="192" y="392"/>
                  </a:cubicBezTo>
                  <a:cubicBezTo>
                    <a:pt x="192" y="392"/>
                    <a:pt x="190" y="392"/>
                    <a:pt x="190" y="392"/>
                  </a:cubicBezTo>
                  <a:cubicBezTo>
                    <a:pt x="189" y="392"/>
                    <a:pt x="190" y="392"/>
                    <a:pt x="190" y="393"/>
                  </a:cubicBezTo>
                  <a:cubicBezTo>
                    <a:pt x="190" y="393"/>
                    <a:pt x="190" y="392"/>
                    <a:pt x="191" y="393"/>
                  </a:cubicBezTo>
                  <a:cubicBezTo>
                    <a:pt x="191" y="393"/>
                    <a:pt x="190" y="393"/>
                    <a:pt x="190" y="393"/>
                  </a:cubicBezTo>
                  <a:cubicBezTo>
                    <a:pt x="190" y="393"/>
                    <a:pt x="191" y="393"/>
                    <a:pt x="191" y="393"/>
                  </a:cubicBezTo>
                  <a:cubicBezTo>
                    <a:pt x="191" y="393"/>
                    <a:pt x="191" y="393"/>
                    <a:pt x="191" y="393"/>
                  </a:cubicBezTo>
                  <a:cubicBezTo>
                    <a:pt x="190" y="393"/>
                    <a:pt x="190" y="393"/>
                    <a:pt x="190" y="393"/>
                  </a:cubicBezTo>
                  <a:cubicBezTo>
                    <a:pt x="190" y="393"/>
                    <a:pt x="190" y="393"/>
                    <a:pt x="190" y="393"/>
                  </a:cubicBezTo>
                  <a:cubicBezTo>
                    <a:pt x="190" y="393"/>
                    <a:pt x="190" y="393"/>
                    <a:pt x="190" y="393"/>
                  </a:cubicBezTo>
                  <a:cubicBezTo>
                    <a:pt x="190" y="393"/>
                    <a:pt x="190" y="393"/>
                    <a:pt x="190" y="393"/>
                  </a:cubicBezTo>
                  <a:cubicBezTo>
                    <a:pt x="188" y="393"/>
                    <a:pt x="188" y="393"/>
                    <a:pt x="188" y="393"/>
                  </a:cubicBezTo>
                  <a:cubicBezTo>
                    <a:pt x="188" y="394"/>
                    <a:pt x="190" y="394"/>
                    <a:pt x="191" y="394"/>
                  </a:cubicBezTo>
                  <a:cubicBezTo>
                    <a:pt x="189" y="395"/>
                    <a:pt x="191" y="396"/>
                    <a:pt x="192" y="396"/>
                  </a:cubicBezTo>
                  <a:cubicBezTo>
                    <a:pt x="192" y="396"/>
                    <a:pt x="190" y="396"/>
                    <a:pt x="191" y="396"/>
                  </a:cubicBezTo>
                  <a:cubicBezTo>
                    <a:pt x="191" y="397"/>
                    <a:pt x="193" y="397"/>
                    <a:pt x="192" y="397"/>
                  </a:cubicBezTo>
                  <a:cubicBezTo>
                    <a:pt x="192" y="397"/>
                    <a:pt x="191" y="397"/>
                    <a:pt x="191" y="398"/>
                  </a:cubicBezTo>
                  <a:cubicBezTo>
                    <a:pt x="190" y="398"/>
                    <a:pt x="192" y="397"/>
                    <a:pt x="192" y="397"/>
                  </a:cubicBezTo>
                  <a:cubicBezTo>
                    <a:pt x="190" y="398"/>
                    <a:pt x="194" y="399"/>
                    <a:pt x="192" y="400"/>
                  </a:cubicBezTo>
                  <a:cubicBezTo>
                    <a:pt x="192" y="399"/>
                    <a:pt x="191" y="399"/>
                    <a:pt x="191" y="399"/>
                  </a:cubicBezTo>
                  <a:cubicBezTo>
                    <a:pt x="191" y="400"/>
                    <a:pt x="192" y="400"/>
                    <a:pt x="194" y="401"/>
                  </a:cubicBezTo>
                  <a:cubicBezTo>
                    <a:pt x="192" y="401"/>
                    <a:pt x="192" y="401"/>
                    <a:pt x="192" y="401"/>
                  </a:cubicBezTo>
                  <a:cubicBezTo>
                    <a:pt x="192" y="401"/>
                    <a:pt x="193" y="401"/>
                    <a:pt x="194" y="401"/>
                  </a:cubicBezTo>
                  <a:cubicBezTo>
                    <a:pt x="195" y="401"/>
                    <a:pt x="196" y="401"/>
                    <a:pt x="196" y="402"/>
                  </a:cubicBezTo>
                  <a:cubicBezTo>
                    <a:pt x="196" y="402"/>
                    <a:pt x="196" y="402"/>
                    <a:pt x="196" y="402"/>
                  </a:cubicBezTo>
                  <a:cubicBezTo>
                    <a:pt x="196" y="402"/>
                    <a:pt x="197" y="402"/>
                    <a:pt x="197" y="402"/>
                  </a:cubicBezTo>
                  <a:cubicBezTo>
                    <a:pt x="196" y="403"/>
                    <a:pt x="196" y="402"/>
                    <a:pt x="195" y="402"/>
                  </a:cubicBezTo>
                  <a:cubicBezTo>
                    <a:pt x="193" y="403"/>
                    <a:pt x="194" y="404"/>
                    <a:pt x="194" y="404"/>
                  </a:cubicBezTo>
                  <a:cubicBezTo>
                    <a:pt x="195" y="404"/>
                    <a:pt x="195" y="404"/>
                    <a:pt x="195" y="404"/>
                  </a:cubicBezTo>
                  <a:cubicBezTo>
                    <a:pt x="196" y="404"/>
                    <a:pt x="194" y="404"/>
                    <a:pt x="194" y="404"/>
                  </a:cubicBezTo>
                  <a:cubicBezTo>
                    <a:pt x="199" y="405"/>
                    <a:pt x="199" y="405"/>
                    <a:pt x="199" y="405"/>
                  </a:cubicBezTo>
                  <a:cubicBezTo>
                    <a:pt x="198" y="404"/>
                    <a:pt x="197" y="405"/>
                    <a:pt x="196" y="405"/>
                  </a:cubicBezTo>
                  <a:cubicBezTo>
                    <a:pt x="196" y="405"/>
                    <a:pt x="199" y="406"/>
                    <a:pt x="201" y="406"/>
                  </a:cubicBezTo>
                  <a:cubicBezTo>
                    <a:pt x="200" y="406"/>
                    <a:pt x="201" y="406"/>
                    <a:pt x="201" y="407"/>
                  </a:cubicBezTo>
                  <a:cubicBezTo>
                    <a:pt x="200" y="407"/>
                    <a:pt x="202" y="407"/>
                    <a:pt x="200" y="407"/>
                  </a:cubicBezTo>
                  <a:cubicBezTo>
                    <a:pt x="199" y="407"/>
                    <a:pt x="199" y="407"/>
                    <a:pt x="199" y="407"/>
                  </a:cubicBezTo>
                  <a:cubicBezTo>
                    <a:pt x="199" y="407"/>
                    <a:pt x="197" y="407"/>
                    <a:pt x="196" y="407"/>
                  </a:cubicBezTo>
                  <a:cubicBezTo>
                    <a:pt x="196" y="407"/>
                    <a:pt x="196" y="408"/>
                    <a:pt x="195" y="409"/>
                  </a:cubicBezTo>
                  <a:cubicBezTo>
                    <a:pt x="198" y="408"/>
                    <a:pt x="197" y="410"/>
                    <a:pt x="199" y="409"/>
                  </a:cubicBezTo>
                  <a:cubicBezTo>
                    <a:pt x="200" y="410"/>
                    <a:pt x="197" y="410"/>
                    <a:pt x="197" y="410"/>
                  </a:cubicBezTo>
                  <a:cubicBezTo>
                    <a:pt x="198" y="411"/>
                    <a:pt x="197" y="411"/>
                    <a:pt x="197" y="412"/>
                  </a:cubicBezTo>
                  <a:cubicBezTo>
                    <a:pt x="197" y="412"/>
                    <a:pt x="197" y="412"/>
                    <a:pt x="197" y="412"/>
                  </a:cubicBezTo>
                  <a:cubicBezTo>
                    <a:pt x="198" y="412"/>
                    <a:pt x="197" y="413"/>
                    <a:pt x="199" y="413"/>
                  </a:cubicBezTo>
                  <a:cubicBezTo>
                    <a:pt x="198" y="413"/>
                    <a:pt x="198" y="413"/>
                    <a:pt x="198" y="413"/>
                  </a:cubicBezTo>
                  <a:cubicBezTo>
                    <a:pt x="197" y="414"/>
                    <a:pt x="201" y="413"/>
                    <a:pt x="200" y="414"/>
                  </a:cubicBezTo>
                  <a:cubicBezTo>
                    <a:pt x="199" y="414"/>
                    <a:pt x="199" y="414"/>
                    <a:pt x="199" y="414"/>
                  </a:cubicBezTo>
                  <a:cubicBezTo>
                    <a:pt x="200" y="414"/>
                    <a:pt x="198" y="415"/>
                    <a:pt x="200" y="415"/>
                  </a:cubicBezTo>
                  <a:cubicBezTo>
                    <a:pt x="199" y="415"/>
                    <a:pt x="199" y="415"/>
                    <a:pt x="198" y="415"/>
                  </a:cubicBezTo>
                  <a:cubicBezTo>
                    <a:pt x="199" y="415"/>
                    <a:pt x="199" y="416"/>
                    <a:pt x="200" y="416"/>
                  </a:cubicBezTo>
                  <a:cubicBezTo>
                    <a:pt x="198" y="416"/>
                    <a:pt x="198" y="416"/>
                    <a:pt x="198" y="416"/>
                  </a:cubicBezTo>
                  <a:cubicBezTo>
                    <a:pt x="197" y="417"/>
                    <a:pt x="201" y="416"/>
                    <a:pt x="200" y="417"/>
                  </a:cubicBezTo>
                  <a:cubicBezTo>
                    <a:pt x="200" y="417"/>
                    <a:pt x="199" y="417"/>
                    <a:pt x="199" y="417"/>
                  </a:cubicBezTo>
                  <a:cubicBezTo>
                    <a:pt x="200" y="417"/>
                    <a:pt x="200" y="418"/>
                    <a:pt x="200" y="418"/>
                  </a:cubicBezTo>
                  <a:cubicBezTo>
                    <a:pt x="198" y="419"/>
                    <a:pt x="198" y="419"/>
                    <a:pt x="198" y="419"/>
                  </a:cubicBezTo>
                  <a:cubicBezTo>
                    <a:pt x="198" y="421"/>
                    <a:pt x="198" y="423"/>
                    <a:pt x="201" y="425"/>
                  </a:cubicBezTo>
                  <a:cubicBezTo>
                    <a:pt x="198" y="425"/>
                    <a:pt x="199" y="424"/>
                    <a:pt x="197" y="425"/>
                  </a:cubicBezTo>
                  <a:cubicBezTo>
                    <a:pt x="200" y="425"/>
                    <a:pt x="198" y="425"/>
                    <a:pt x="199" y="426"/>
                  </a:cubicBezTo>
                  <a:cubicBezTo>
                    <a:pt x="198" y="426"/>
                    <a:pt x="198" y="426"/>
                    <a:pt x="198" y="426"/>
                  </a:cubicBezTo>
                  <a:cubicBezTo>
                    <a:pt x="199" y="426"/>
                    <a:pt x="198" y="426"/>
                    <a:pt x="198" y="426"/>
                  </a:cubicBezTo>
                  <a:cubicBezTo>
                    <a:pt x="199" y="426"/>
                    <a:pt x="199" y="426"/>
                    <a:pt x="199" y="426"/>
                  </a:cubicBezTo>
                  <a:cubicBezTo>
                    <a:pt x="199" y="426"/>
                    <a:pt x="199" y="427"/>
                    <a:pt x="199" y="427"/>
                  </a:cubicBezTo>
                  <a:cubicBezTo>
                    <a:pt x="199" y="427"/>
                    <a:pt x="199" y="427"/>
                    <a:pt x="199" y="427"/>
                  </a:cubicBezTo>
                  <a:cubicBezTo>
                    <a:pt x="199" y="427"/>
                    <a:pt x="199" y="427"/>
                    <a:pt x="199" y="427"/>
                  </a:cubicBezTo>
                  <a:cubicBezTo>
                    <a:pt x="198" y="427"/>
                    <a:pt x="197" y="427"/>
                    <a:pt x="199" y="427"/>
                  </a:cubicBezTo>
                  <a:cubicBezTo>
                    <a:pt x="199" y="427"/>
                    <a:pt x="199" y="427"/>
                    <a:pt x="199" y="427"/>
                  </a:cubicBezTo>
                  <a:cubicBezTo>
                    <a:pt x="197" y="428"/>
                    <a:pt x="197" y="428"/>
                    <a:pt x="197" y="428"/>
                  </a:cubicBezTo>
                  <a:cubicBezTo>
                    <a:pt x="200" y="428"/>
                    <a:pt x="198" y="428"/>
                    <a:pt x="198" y="428"/>
                  </a:cubicBezTo>
                  <a:cubicBezTo>
                    <a:pt x="197" y="429"/>
                    <a:pt x="194" y="427"/>
                    <a:pt x="194" y="429"/>
                  </a:cubicBezTo>
                  <a:cubicBezTo>
                    <a:pt x="194" y="429"/>
                    <a:pt x="194" y="429"/>
                    <a:pt x="194" y="429"/>
                  </a:cubicBezTo>
                  <a:cubicBezTo>
                    <a:pt x="189" y="432"/>
                    <a:pt x="183" y="435"/>
                    <a:pt x="180" y="441"/>
                  </a:cubicBezTo>
                  <a:cubicBezTo>
                    <a:pt x="180" y="442"/>
                    <a:pt x="179" y="443"/>
                    <a:pt x="178" y="444"/>
                  </a:cubicBezTo>
                  <a:cubicBezTo>
                    <a:pt x="178" y="441"/>
                    <a:pt x="178" y="437"/>
                    <a:pt x="180" y="434"/>
                  </a:cubicBezTo>
                  <a:cubicBezTo>
                    <a:pt x="179" y="431"/>
                    <a:pt x="178" y="427"/>
                    <a:pt x="179" y="425"/>
                  </a:cubicBezTo>
                  <a:cubicBezTo>
                    <a:pt x="178" y="412"/>
                    <a:pt x="182" y="402"/>
                    <a:pt x="179" y="389"/>
                  </a:cubicBezTo>
                  <a:cubicBezTo>
                    <a:pt x="179" y="390"/>
                    <a:pt x="178" y="389"/>
                    <a:pt x="177" y="389"/>
                  </a:cubicBezTo>
                  <a:cubicBezTo>
                    <a:pt x="178" y="389"/>
                    <a:pt x="178" y="389"/>
                    <a:pt x="178" y="389"/>
                  </a:cubicBezTo>
                  <a:cubicBezTo>
                    <a:pt x="176" y="388"/>
                    <a:pt x="176" y="388"/>
                    <a:pt x="176" y="388"/>
                  </a:cubicBezTo>
                  <a:cubicBezTo>
                    <a:pt x="176" y="387"/>
                    <a:pt x="178" y="387"/>
                    <a:pt x="178" y="388"/>
                  </a:cubicBezTo>
                  <a:cubicBezTo>
                    <a:pt x="178" y="383"/>
                    <a:pt x="177" y="379"/>
                    <a:pt x="178" y="374"/>
                  </a:cubicBezTo>
                  <a:cubicBezTo>
                    <a:pt x="175" y="374"/>
                    <a:pt x="177" y="371"/>
                    <a:pt x="175" y="371"/>
                  </a:cubicBezTo>
                  <a:cubicBezTo>
                    <a:pt x="176" y="371"/>
                    <a:pt x="176" y="371"/>
                    <a:pt x="176" y="371"/>
                  </a:cubicBezTo>
                  <a:cubicBezTo>
                    <a:pt x="175" y="368"/>
                    <a:pt x="175" y="368"/>
                    <a:pt x="177" y="365"/>
                  </a:cubicBezTo>
                  <a:cubicBezTo>
                    <a:pt x="178" y="353"/>
                    <a:pt x="176" y="340"/>
                    <a:pt x="174" y="326"/>
                  </a:cubicBezTo>
                  <a:cubicBezTo>
                    <a:pt x="170" y="313"/>
                    <a:pt x="162" y="297"/>
                    <a:pt x="148" y="288"/>
                  </a:cubicBezTo>
                  <a:cubicBezTo>
                    <a:pt x="143" y="290"/>
                    <a:pt x="142" y="286"/>
                    <a:pt x="138" y="288"/>
                  </a:cubicBezTo>
                  <a:cubicBezTo>
                    <a:pt x="138" y="287"/>
                    <a:pt x="138" y="287"/>
                    <a:pt x="138" y="287"/>
                  </a:cubicBezTo>
                  <a:cubicBezTo>
                    <a:pt x="136" y="288"/>
                    <a:pt x="136" y="286"/>
                    <a:pt x="133" y="284"/>
                  </a:cubicBezTo>
                  <a:cubicBezTo>
                    <a:pt x="133" y="285"/>
                    <a:pt x="132" y="284"/>
                    <a:pt x="132" y="286"/>
                  </a:cubicBezTo>
                  <a:cubicBezTo>
                    <a:pt x="131" y="287"/>
                    <a:pt x="131" y="282"/>
                    <a:pt x="129" y="283"/>
                  </a:cubicBezTo>
                  <a:cubicBezTo>
                    <a:pt x="129" y="282"/>
                    <a:pt x="129" y="284"/>
                    <a:pt x="129" y="283"/>
                  </a:cubicBezTo>
                  <a:cubicBezTo>
                    <a:pt x="125" y="285"/>
                    <a:pt x="129" y="282"/>
                    <a:pt x="127" y="279"/>
                  </a:cubicBezTo>
                  <a:cubicBezTo>
                    <a:pt x="120" y="278"/>
                    <a:pt x="113" y="280"/>
                    <a:pt x="107" y="278"/>
                  </a:cubicBezTo>
                  <a:cubicBezTo>
                    <a:pt x="108" y="278"/>
                    <a:pt x="108" y="280"/>
                    <a:pt x="107" y="280"/>
                  </a:cubicBezTo>
                  <a:cubicBezTo>
                    <a:pt x="107" y="276"/>
                    <a:pt x="105" y="280"/>
                    <a:pt x="104" y="279"/>
                  </a:cubicBezTo>
                  <a:cubicBezTo>
                    <a:pt x="104" y="278"/>
                    <a:pt x="105" y="278"/>
                    <a:pt x="105" y="278"/>
                  </a:cubicBezTo>
                  <a:cubicBezTo>
                    <a:pt x="103" y="276"/>
                    <a:pt x="101" y="278"/>
                    <a:pt x="98" y="277"/>
                  </a:cubicBezTo>
                  <a:cubicBezTo>
                    <a:pt x="96" y="278"/>
                    <a:pt x="94" y="275"/>
                    <a:pt x="92" y="277"/>
                  </a:cubicBezTo>
                  <a:cubicBezTo>
                    <a:pt x="93" y="275"/>
                    <a:pt x="91" y="276"/>
                    <a:pt x="91" y="275"/>
                  </a:cubicBezTo>
                  <a:cubicBezTo>
                    <a:pt x="89" y="279"/>
                    <a:pt x="88" y="273"/>
                    <a:pt x="85" y="275"/>
                  </a:cubicBezTo>
                  <a:cubicBezTo>
                    <a:pt x="86" y="275"/>
                    <a:pt x="86" y="275"/>
                    <a:pt x="86" y="275"/>
                  </a:cubicBezTo>
                  <a:cubicBezTo>
                    <a:pt x="80" y="274"/>
                    <a:pt x="77" y="272"/>
                    <a:pt x="72" y="271"/>
                  </a:cubicBezTo>
                  <a:cubicBezTo>
                    <a:pt x="69" y="270"/>
                    <a:pt x="69" y="264"/>
                    <a:pt x="66" y="264"/>
                  </a:cubicBezTo>
                  <a:cubicBezTo>
                    <a:pt x="65" y="265"/>
                    <a:pt x="65" y="265"/>
                    <a:pt x="64" y="265"/>
                  </a:cubicBezTo>
                  <a:cubicBezTo>
                    <a:pt x="64" y="264"/>
                    <a:pt x="65" y="264"/>
                    <a:pt x="65" y="264"/>
                  </a:cubicBezTo>
                  <a:cubicBezTo>
                    <a:pt x="63" y="263"/>
                    <a:pt x="63" y="260"/>
                    <a:pt x="62" y="259"/>
                  </a:cubicBezTo>
                  <a:cubicBezTo>
                    <a:pt x="62" y="259"/>
                    <a:pt x="61" y="258"/>
                    <a:pt x="60" y="259"/>
                  </a:cubicBezTo>
                  <a:cubicBezTo>
                    <a:pt x="61" y="256"/>
                    <a:pt x="56" y="255"/>
                    <a:pt x="57" y="252"/>
                  </a:cubicBezTo>
                  <a:cubicBezTo>
                    <a:pt x="54" y="254"/>
                    <a:pt x="54" y="252"/>
                    <a:pt x="53" y="251"/>
                  </a:cubicBezTo>
                  <a:cubicBezTo>
                    <a:pt x="53" y="251"/>
                    <a:pt x="54" y="250"/>
                    <a:pt x="54" y="250"/>
                  </a:cubicBezTo>
                  <a:cubicBezTo>
                    <a:pt x="53" y="249"/>
                    <a:pt x="53" y="248"/>
                    <a:pt x="53" y="245"/>
                  </a:cubicBezTo>
                  <a:cubicBezTo>
                    <a:pt x="52" y="245"/>
                    <a:pt x="50" y="245"/>
                    <a:pt x="50" y="244"/>
                  </a:cubicBezTo>
                  <a:cubicBezTo>
                    <a:pt x="52" y="242"/>
                    <a:pt x="50" y="241"/>
                    <a:pt x="50" y="240"/>
                  </a:cubicBezTo>
                  <a:cubicBezTo>
                    <a:pt x="48" y="241"/>
                    <a:pt x="46" y="240"/>
                    <a:pt x="47" y="239"/>
                  </a:cubicBezTo>
                  <a:cubicBezTo>
                    <a:pt x="49" y="238"/>
                    <a:pt x="49" y="238"/>
                    <a:pt x="49" y="238"/>
                  </a:cubicBezTo>
                  <a:cubicBezTo>
                    <a:pt x="46" y="235"/>
                    <a:pt x="48" y="230"/>
                    <a:pt x="44" y="225"/>
                  </a:cubicBezTo>
                  <a:cubicBezTo>
                    <a:pt x="45" y="224"/>
                    <a:pt x="45" y="224"/>
                    <a:pt x="45" y="224"/>
                  </a:cubicBezTo>
                  <a:cubicBezTo>
                    <a:pt x="42" y="219"/>
                    <a:pt x="42" y="213"/>
                    <a:pt x="37" y="209"/>
                  </a:cubicBezTo>
                  <a:cubicBezTo>
                    <a:pt x="37" y="208"/>
                    <a:pt x="37" y="207"/>
                    <a:pt x="36" y="205"/>
                  </a:cubicBezTo>
                  <a:cubicBezTo>
                    <a:pt x="37" y="205"/>
                    <a:pt x="39" y="204"/>
                    <a:pt x="40" y="203"/>
                  </a:cubicBezTo>
                  <a:cubicBezTo>
                    <a:pt x="36" y="203"/>
                    <a:pt x="36" y="203"/>
                    <a:pt x="36" y="203"/>
                  </a:cubicBezTo>
                  <a:cubicBezTo>
                    <a:pt x="41" y="201"/>
                    <a:pt x="44" y="197"/>
                    <a:pt x="48" y="196"/>
                  </a:cubicBezTo>
                  <a:cubicBezTo>
                    <a:pt x="47" y="198"/>
                    <a:pt x="49" y="198"/>
                    <a:pt x="49" y="199"/>
                  </a:cubicBezTo>
                  <a:cubicBezTo>
                    <a:pt x="50" y="198"/>
                    <a:pt x="50" y="196"/>
                    <a:pt x="52" y="196"/>
                  </a:cubicBezTo>
                  <a:cubicBezTo>
                    <a:pt x="51" y="199"/>
                    <a:pt x="51" y="199"/>
                    <a:pt x="51" y="199"/>
                  </a:cubicBezTo>
                  <a:cubicBezTo>
                    <a:pt x="52" y="197"/>
                    <a:pt x="56" y="193"/>
                    <a:pt x="59" y="190"/>
                  </a:cubicBezTo>
                  <a:cubicBezTo>
                    <a:pt x="59" y="197"/>
                    <a:pt x="61" y="192"/>
                    <a:pt x="62" y="201"/>
                  </a:cubicBezTo>
                  <a:cubicBezTo>
                    <a:pt x="60" y="200"/>
                    <a:pt x="60" y="200"/>
                    <a:pt x="60" y="200"/>
                  </a:cubicBezTo>
                  <a:cubicBezTo>
                    <a:pt x="61" y="202"/>
                    <a:pt x="61" y="203"/>
                    <a:pt x="62" y="206"/>
                  </a:cubicBezTo>
                  <a:cubicBezTo>
                    <a:pt x="64" y="206"/>
                    <a:pt x="65" y="204"/>
                    <a:pt x="64" y="199"/>
                  </a:cubicBezTo>
                  <a:cubicBezTo>
                    <a:pt x="68" y="202"/>
                    <a:pt x="65" y="203"/>
                    <a:pt x="68" y="212"/>
                  </a:cubicBezTo>
                  <a:cubicBezTo>
                    <a:pt x="71" y="214"/>
                    <a:pt x="66" y="208"/>
                    <a:pt x="69" y="207"/>
                  </a:cubicBezTo>
                  <a:cubicBezTo>
                    <a:pt x="70" y="206"/>
                    <a:pt x="71" y="211"/>
                    <a:pt x="75" y="215"/>
                  </a:cubicBezTo>
                  <a:cubicBezTo>
                    <a:pt x="82" y="221"/>
                    <a:pt x="78" y="220"/>
                    <a:pt x="81" y="223"/>
                  </a:cubicBezTo>
                  <a:cubicBezTo>
                    <a:pt x="79" y="223"/>
                    <a:pt x="71" y="217"/>
                    <a:pt x="73" y="217"/>
                  </a:cubicBezTo>
                  <a:cubicBezTo>
                    <a:pt x="65" y="209"/>
                    <a:pt x="73" y="224"/>
                    <a:pt x="68" y="218"/>
                  </a:cubicBezTo>
                  <a:cubicBezTo>
                    <a:pt x="75" y="226"/>
                    <a:pt x="76" y="226"/>
                    <a:pt x="82" y="226"/>
                  </a:cubicBezTo>
                  <a:cubicBezTo>
                    <a:pt x="79" y="225"/>
                    <a:pt x="85" y="224"/>
                    <a:pt x="82" y="223"/>
                  </a:cubicBezTo>
                  <a:cubicBezTo>
                    <a:pt x="98" y="219"/>
                    <a:pt x="96" y="225"/>
                    <a:pt x="106" y="216"/>
                  </a:cubicBezTo>
                  <a:cubicBezTo>
                    <a:pt x="103" y="216"/>
                    <a:pt x="111" y="202"/>
                    <a:pt x="104" y="206"/>
                  </a:cubicBezTo>
                  <a:cubicBezTo>
                    <a:pt x="104" y="204"/>
                    <a:pt x="105" y="201"/>
                    <a:pt x="107" y="200"/>
                  </a:cubicBezTo>
                  <a:cubicBezTo>
                    <a:pt x="107" y="203"/>
                    <a:pt x="110" y="197"/>
                    <a:pt x="110" y="201"/>
                  </a:cubicBezTo>
                  <a:cubicBezTo>
                    <a:pt x="111" y="198"/>
                    <a:pt x="111" y="198"/>
                    <a:pt x="111" y="198"/>
                  </a:cubicBezTo>
                  <a:cubicBezTo>
                    <a:pt x="111" y="204"/>
                    <a:pt x="111" y="204"/>
                    <a:pt x="111" y="204"/>
                  </a:cubicBezTo>
                  <a:cubicBezTo>
                    <a:pt x="114" y="201"/>
                    <a:pt x="118" y="196"/>
                    <a:pt x="120" y="194"/>
                  </a:cubicBezTo>
                  <a:cubicBezTo>
                    <a:pt x="121" y="189"/>
                    <a:pt x="117" y="195"/>
                    <a:pt x="119" y="190"/>
                  </a:cubicBezTo>
                  <a:cubicBezTo>
                    <a:pt x="119" y="192"/>
                    <a:pt x="121" y="189"/>
                    <a:pt x="122" y="186"/>
                  </a:cubicBezTo>
                  <a:cubicBezTo>
                    <a:pt x="120" y="191"/>
                    <a:pt x="119" y="186"/>
                    <a:pt x="120" y="182"/>
                  </a:cubicBezTo>
                  <a:cubicBezTo>
                    <a:pt x="120" y="181"/>
                    <a:pt x="121" y="180"/>
                    <a:pt x="121" y="179"/>
                  </a:cubicBezTo>
                  <a:cubicBezTo>
                    <a:pt x="122" y="180"/>
                    <a:pt x="122" y="180"/>
                    <a:pt x="122" y="181"/>
                  </a:cubicBezTo>
                  <a:cubicBezTo>
                    <a:pt x="122" y="182"/>
                    <a:pt x="122" y="182"/>
                    <a:pt x="122" y="183"/>
                  </a:cubicBezTo>
                  <a:cubicBezTo>
                    <a:pt x="123" y="183"/>
                    <a:pt x="123" y="183"/>
                    <a:pt x="123" y="183"/>
                  </a:cubicBezTo>
                  <a:cubicBezTo>
                    <a:pt x="123" y="183"/>
                    <a:pt x="122" y="183"/>
                    <a:pt x="122" y="183"/>
                  </a:cubicBezTo>
                  <a:cubicBezTo>
                    <a:pt x="122" y="188"/>
                    <a:pt x="125" y="188"/>
                    <a:pt x="126" y="189"/>
                  </a:cubicBezTo>
                  <a:cubicBezTo>
                    <a:pt x="126" y="193"/>
                    <a:pt x="126" y="193"/>
                    <a:pt x="126" y="193"/>
                  </a:cubicBezTo>
                  <a:cubicBezTo>
                    <a:pt x="127" y="193"/>
                    <a:pt x="127" y="193"/>
                    <a:pt x="127" y="193"/>
                  </a:cubicBezTo>
                  <a:cubicBezTo>
                    <a:pt x="130" y="197"/>
                    <a:pt x="134" y="202"/>
                    <a:pt x="132" y="203"/>
                  </a:cubicBezTo>
                  <a:cubicBezTo>
                    <a:pt x="134" y="205"/>
                    <a:pt x="136" y="206"/>
                    <a:pt x="135" y="203"/>
                  </a:cubicBezTo>
                  <a:cubicBezTo>
                    <a:pt x="136" y="205"/>
                    <a:pt x="140" y="212"/>
                    <a:pt x="151" y="211"/>
                  </a:cubicBezTo>
                  <a:cubicBezTo>
                    <a:pt x="161" y="208"/>
                    <a:pt x="165" y="201"/>
                    <a:pt x="167" y="197"/>
                  </a:cubicBezTo>
                  <a:cubicBezTo>
                    <a:pt x="164" y="201"/>
                    <a:pt x="163" y="200"/>
                    <a:pt x="162" y="200"/>
                  </a:cubicBezTo>
                  <a:cubicBezTo>
                    <a:pt x="161" y="197"/>
                    <a:pt x="164" y="198"/>
                    <a:pt x="164" y="194"/>
                  </a:cubicBezTo>
                  <a:cubicBezTo>
                    <a:pt x="165" y="195"/>
                    <a:pt x="167" y="192"/>
                    <a:pt x="166" y="196"/>
                  </a:cubicBezTo>
                  <a:cubicBezTo>
                    <a:pt x="170" y="191"/>
                    <a:pt x="171" y="185"/>
                    <a:pt x="173" y="179"/>
                  </a:cubicBezTo>
                  <a:cubicBezTo>
                    <a:pt x="173" y="180"/>
                    <a:pt x="173" y="180"/>
                    <a:pt x="174" y="181"/>
                  </a:cubicBezTo>
                  <a:cubicBezTo>
                    <a:pt x="174" y="181"/>
                    <a:pt x="174" y="181"/>
                    <a:pt x="174" y="182"/>
                  </a:cubicBezTo>
                  <a:cubicBezTo>
                    <a:pt x="174" y="182"/>
                    <a:pt x="174" y="182"/>
                    <a:pt x="174" y="183"/>
                  </a:cubicBezTo>
                  <a:cubicBezTo>
                    <a:pt x="175" y="184"/>
                    <a:pt x="175" y="185"/>
                    <a:pt x="176" y="186"/>
                  </a:cubicBezTo>
                  <a:cubicBezTo>
                    <a:pt x="175" y="185"/>
                    <a:pt x="175" y="185"/>
                    <a:pt x="175" y="184"/>
                  </a:cubicBezTo>
                  <a:cubicBezTo>
                    <a:pt x="175" y="185"/>
                    <a:pt x="175" y="186"/>
                    <a:pt x="176" y="187"/>
                  </a:cubicBezTo>
                  <a:cubicBezTo>
                    <a:pt x="176" y="187"/>
                    <a:pt x="176" y="187"/>
                    <a:pt x="176" y="187"/>
                  </a:cubicBezTo>
                  <a:cubicBezTo>
                    <a:pt x="177" y="189"/>
                    <a:pt x="177" y="190"/>
                    <a:pt x="178" y="191"/>
                  </a:cubicBezTo>
                  <a:cubicBezTo>
                    <a:pt x="176" y="191"/>
                    <a:pt x="176" y="191"/>
                    <a:pt x="176" y="191"/>
                  </a:cubicBezTo>
                  <a:cubicBezTo>
                    <a:pt x="176" y="194"/>
                    <a:pt x="188" y="201"/>
                    <a:pt x="189" y="198"/>
                  </a:cubicBezTo>
                  <a:cubicBezTo>
                    <a:pt x="205" y="196"/>
                    <a:pt x="210" y="186"/>
                    <a:pt x="213" y="179"/>
                  </a:cubicBezTo>
                  <a:cubicBezTo>
                    <a:pt x="214" y="178"/>
                    <a:pt x="214" y="178"/>
                    <a:pt x="214" y="178"/>
                  </a:cubicBezTo>
                  <a:cubicBezTo>
                    <a:pt x="214" y="178"/>
                    <a:pt x="214" y="178"/>
                    <a:pt x="214" y="178"/>
                  </a:cubicBezTo>
                  <a:cubicBezTo>
                    <a:pt x="214" y="178"/>
                    <a:pt x="214" y="177"/>
                    <a:pt x="214" y="177"/>
                  </a:cubicBezTo>
                  <a:cubicBezTo>
                    <a:pt x="214" y="177"/>
                    <a:pt x="215" y="177"/>
                    <a:pt x="215" y="177"/>
                  </a:cubicBezTo>
                  <a:cubicBezTo>
                    <a:pt x="219" y="183"/>
                    <a:pt x="215" y="181"/>
                    <a:pt x="216" y="184"/>
                  </a:cubicBezTo>
                  <a:cubicBezTo>
                    <a:pt x="224" y="191"/>
                    <a:pt x="234" y="187"/>
                    <a:pt x="239" y="182"/>
                  </a:cubicBezTo>
                  <a:cubicBezTo>
                    <a:pt x="239" y="182"/>
                    <a:pt x="240" y="183"/>
                    <a:pt x="239" y="183"/>
                  </a:cubicBezTo>
                  <a:cubicBezTo>
                    <a:pt x="244" y="179"/>
                    <a:pt x="250" y="173"/>
                    <a:pt x="253" y="167"/>
                  </a:cubicBezTo>
                  <a:cubicBezTo>
                    <a:pt x="255" y="173"/>
                    <a:pt x="258" y="178"/>
                    <a:pt x="262" y="183"/>
                  </a:cubicBezTo>
                  <a:cubicBezTo>
                    <a:pt x="272" y="194"/>
                    <a:pt x="282" y="179"/>
                    <a:pt x="282" y="172"/>
                  </a:cubicBezTo>
                  <a:cubicBezTo>
                    <a:pt x="282" y="171"/>
                    <a:pt x="283" y="172"/>
                    <a:pt x="283" y="173"/>
                  </a:cubicBezTo>
                  <a:cubicBezTo>
                    <a:pt x="283" y="162"/>
                    <a:pt x="288" y="150"/>
                    <a:pt x="283" y="141"/>
                  </a:cubicBezTo>
                  <a:cubicBezTo>
                    <a:pt x="281" y="138"/>
                    <a:pt x="281" y="138"/>
                    <a:pt x="281" y="138"/>
                  </a:cubicBezTo>
                  <a:cubicBezTo>
                    <a:pt x="282" y="136"/>
                    <a:pt x="283" y="136"/>
                    <a:pt x="284" y="134"/>
                  </a:cubicBezTo>
                  <a:cubicBezTo>
                    <a:pt x="283" y="132"/>
                    <a:pt x="283" y="124"/>
                    <a:pt x="282" y="122"/>
                  </a:cubicBezTo>
                  <a:cubicBezTo>
                    <a:pt x="283" y="121"/>
                    <a:pt x="283" y="123"/>
                    <a:pt x="283" y="123"/>
                  </a:cubicBezTo>
                  <a:cubicBezTo>
                    <a:pt x="284" y="122"/>
                    <a:pt x="284" y="121"/>
                    <a:pt x="284" y="120"/>
                  </a:cubicBezTo>
                  <a:cubicBezTo>
                    <a:pt x="285" y="120"/>
                    <a:pt x="286" y="120"/>
                    <a:pt x="287" y="120"/>
                  </a:cubicBezTo>
                  <a:cubicBezTo>
                    <a:pt x="293" y="141"/>
                    <a:pt x="294" y="171"/>
                    <a:pt x="312" y="180"/>
                  </a:cubicBezTo>
                  <a:cubicBezTo>
                    <a:pt x="316" y="182"/>
                    <a:pt x="313" y="183"/>
                    <a:pt x="315" y="184"/>
                  </a:cubicBezTo>
                  <a:cubicBezTo>
                    <a:pt x="325" y="187"/>
                    <a:pt x="336" y="188"/>
                    <a:pt x="347" y="188"/>
                  </a:cubicBezTo>
                  <a:cubicBezTo>
                    <a:pt x="346" y="189"/>
                    <a:pt x="345" y="190"/>
                    <a:pt x="344" y="191"/>
                  </a:cubicBezTo>
                  <a:cubicBezTo>
                    <a:pt x="346" y="193"/>
                    <a:pt x="342" y="195"/>
                    <a:pt x="343" y="196"/>
                  </a:cubicBezTo>
                  <a:cubicBezTo>
                    <a:pt x="343" y="196"/>
                    <a:pt x="343" y="196"/>
                    <a:pt x="343" y="195"/>
                  </a:cubicBezTo>
                  <a:cubicBezTo>
                    <a:pt x="340" y="201"/>
                    <a:pt x="343" y="196"/>
                    <a:pt x="338" y="200"/>
                  </a:cubicBezTo>
                  <a:cubicBezTo>
                    <a:pt x="327" y="213"/>
                    <a:pt x="329" y="230"/>
                    <a:pt x="329" y="240"/>
                  </a:cubicBezTo>
                  <a:cubicBezTo>
                    <a:pt x="330" y="251"/>
                    <a:pt x="331" y="257"/>
                    <a:pt x="326" y="263"/>
                  </a:cubicBezTo>
                  <a:cubicBezTo>
                    <a:pt x="327" y="267"/>
                    <a:pt x="324" y="267"/>
                    <a:pt x="325" y="270"/>
                  </a:cubicBezTo>
                  <a:cubicBezTo>
                    <a:pt x="324" y="269"/>
                    <a:pt x="324" y="269"/>
                    <a:pt x="324" y="269"/>
                  </a:cubicBezTo>
                  <a:cubicBezTo>
                    <a:pt x="324" y="271"/>
                    <a:pt x="323" y="270"/>
                    <a:pt x="321" y="270"/>
                  </a:cubicBezTo>
                  <a:cubicBezTo>
                    <a:pt x="321" y="271"/>
                    <a:pt x="320" y="271"/>
                    <a:pt x="321" y="272"/>
                  </a:cubicBezTo>
                  <a:cubicBezTo>
                    <a:pt x="322" y="274"/>
                    <a:pt x="319" y="270"/>
                    <a:pt x="318" y="271"/>
                  </a:cubicBezTo>
                  <a:cubicBezTo>
                    <a:pt x="318" y="271"/>
                    <a:pt x="319" y="272"/>
                    <a:pt x="318" y="272"/>
                  </a:cubicBezTo>
                  <a:cubicBezTo>
                    <a:pt x="317" y="275"/>
                    <a:pt x="318" y="271"/>
                    <a:pt x="315" y="270"/>
                  </a:cubicBezTo>
                  <a:cubicBezTo>
                    <a:pt x="311" y="273"/>
                    <a:pt x="306" y="276"/>
                    <a:pt x="302" y="277"/>
                  </a:cubicBezTo>
                  <a:cubicBezTo>
                    <a:pt x="302" y="277"/>
                    <a:pt x="303" y="278"/>
                    <a:pt x="302" y="278"/>
                  </a:cubicBezTo>
                  <a:cubicBezTo>
                    <a:pt x="301" y="275"/>
                    <a:pt x="301" y="280"/>
                    <a:pt x="299" y="279"/>
                  </a:cubicBezTo>
                  <a:cubicBezTo>
                    <a:pt x="300" y="277"/>
                    <a:pt x="300" y="277"/>
                    <a:pt x="300" y="277"/>
                  </a:cubicBezTo>
                  <a:cubicBezTo>
                    <a:pt x="297" y="277"/>
                    <a:pt x="296" y="279"/>
                    <a:pt x="293" y="279"/>
                  </a:cubicBezTo>
                  <a:cubicBezTo>
                    <a:pt x="292" y="280"/>
                    <a:pt x="288" y="279"/>
                    <a:pt x="287" y="281"/>
                  </a:cubicBezTo>
                  <a:cubicBezTo>
                    <a:pt x="287" y="280"/>
                    <a:pt x="286" y="280"/>
                    <a:pt x="285" y="280"/>
                  </a:cubicBezTo>
                  <a:cubicBezTo>
                    <a:pt x="285" y="284"/>
                    <a:pt x="281" y="280"/>
                    <a:pt x="280" y="284"/>
                  </a:cubicBezTo>
                  <a:cubicBezTo>
                    <a:pt x="280" y="283"/>
                    <a:pt x="280" y="283"/>
                    <a:pt x="280" y="283"/>
                  </a:cubicBezTo>
                  <a:cubicBezTo>
                    <a:pt x="274" y="287"/>
                    <a:pt x="267" y="290"/>
                    <a:pt x="263" y="297"/>
                  </a:cubicBezTo>
                  <a:cubicBezTo>
                    <a:pt x="260" y="300"/>
                    <a:pt x="256" y="300"/>
                    <a:pt x="254" y="305"/>
                  </a:cubicBezTo>
                  <a:cubicBezTo>
                    <a:pt x="254" y="306"/>
                    <a:pt x="255" y="306"/>
                    <a:pt x="255" y="307"/>
                  </a:cubicBezTo>
                  <a:cubicBezTo>
                    <a:pt x="255" y="308"/>
                    <a:pt x="254" y="306"/>
                    <a:pt x="254" y="306"/>
                  </a:cubicBezTo>
                  <a:cubicBezTo>
                    <a:pt x="254" y="309"/>
                    <a:pt x="251" y="310"/>
                    <a:pt x="250" y="312"/>
                  </a:cubicBezTo>
                  <a:cubicBezTo>
                    <a:pt x="250" y="313"/>
                    <a:pt x="250" y="314"/>
                    <a:pt x="251" y="314"/>
                  </a:cubicBezTo>
                  <a:cubicBezTo>
                    <a:pt x="247" y="315"/>
                    <a:pt x="248" y="320"/>
                    <a:pt x="245" y="322"/>
                  </a:cubicBezTo>
                  <a:cubicBezTo>
                    <a:pt x="248" y="322"/>
                    <a:pt x="246" y="324"/>
                    <a:pt x="247" y="325"/>
                  </a:cubicBezTo>
                  <a:cubicBezTo>
                    <a:pt x="246" y="326"/>
                    <a:pt x="245" y="326"/>
                    <a:pt x="245" y="325"/>
                  </a:cubicBezTo>
                  <a:cubicBezTo>
                    <a:pt x="245" y="327"/>
                    <a:pt x="244" y="328"/>
                    <a:pt x="243" y="330"/>
                  </a:cubicBezTo>
                  <a:cubicBezTo>
                    <a:pt x="243" y="332"/>
                    <a:pt x="244" y="333"/>
                    <a:pt x="243" y="334"/>
                  </a:cubicBezTo>
                  <a:cubicBezTo>
                    <a:pt x="241" y="334"/>
                    <a:pt x="242" y="336"/>
                    <a:pt x="241" y="338"/>
                  </a:cubicBezTo>
                  <a:cubicBezTo>
                    <a:pt x="243" y="338"/>
                    <a:pt x="244" y="340"/>
                    <a:pt x="243" y="341"/>
                  </a:cubicBezTo>
                  <a:cubicBezTo>
                    <a:pt x="240" y="340"/>
                    <a:pt x="240" y="340"/>
                    <a:pt x="240" y="340"/>
                  </a:cubicBezTo>
                  <a:cubicBezTo>
                    <a:pt x="241" y="344"/>
                    <a:pt x="237" y="350"/>
                    <a:pt x="240" y="355"/>
                  </a:cubicBezTo>
                  <a:cubicBezTo>
                    <a:pt x="238" y="355"/>
                    <a:pt x="238" y="355"/>
                    <a:pt x="238" y="355"/>
                  </a:cubicBezTo>
                  <a:cubicBezTo>
                    <a:pt x="239" y="360"/>
                    <a:pt x="236" y="365"/>
                    <a:pt x="239" y="370"/>
                  </a:cubicBezTo>
                  <a:cubicBezTo>
                    <a:pt x="238" y="371"/>
                    <a:pt x="237" y="373"/>
                    <a:pt x="237" y="374"/>
                  </a:cubicBezTo>
                  <a:cubicBezTo>
                    <a:pt x="239" y="376"/>
                    <a:pt x="238" y="376"/>
                    <a:pt x="241" y="378"/>
                  </a:cubicBezTo>
                  <a:cubicBezTo>
                    <a:pt x="241" y="378"/>
                    <a:pt x="239" y="379"/>
                    <a:pt x="239" y="379"/>
                  </a:cubicBezTo>
                  <a:cubicBezTo>
                    <a:pt x="238" y="381"/>
                    <a:pt x="236" y="383"/>
                    <a:pt x="238" y="385"/>
                  </a:cubicBezTo>
                  <a:cubicBezTo>
                    <a:pt x="237" y="385"/>
                    <a:pt x="237" y="385"/>
                    <a:pt x="237" y="385"/>
                  </a:cubicBezTo>
                  <a:cubicBezTo>
                    <a:pt x="238" y="387"/>
                    <a:pt x="240" y="389"/>
                    <a:pt x="238" y="391"/>
                  </a:cubicBezTo>
                  <a:cubicBezTo>
                    <a:pt x="239" y="391"/>
                    <a:pt x="239" y="393"/>
                    <a:pt x="241" y="393"/>
                  </a:cubicBezTo>
                  <a:cubicBezTo>
                    <a:pt x="241" y="393"/>
                    <a:pt x="239" y="393"/>
                    <a:pt x="240" y="394"/>
                  </a:cubicBezTo>
                  <a:cubicBezTo>
                    <a:pt x="238" y="393"/>
                    <a:pt x="238" y="393"/>
                    <a:pt x="238" y="393"/>
                  </a:cubicBezTo>
                  <a:cubicBezTo>
                    <a:pt x="237" y="397"/>
                    <a:pt x="238" y="401"/>
                    <a:pt x="239" y="405"/>
                  </a:cubicBezTo>
                  <a:cubicBezTo>
                    <a:pt x="236" y="406"/>
                    <a:pt x="239" y="409"/>
                    <a:pt x="237" y="411"/>
                  </a:cubicBezTo>
                  <a:cubicBezTo>
                    <a:pt x="239" y="412"/>
                    <a:pt x="237" y="415"/>
                    <a:pt x="240" y="416"/>
                  </a:cubicBezTo>
                  <a:cubicBezTo>
                    <a:pt x="238" y="416"/>
                    <a:pt x="238" y="416"/>
                    <a:pt x="238" y="416"/>
                  </a:cubicBezTo>
                  <a:cubicBezTo>
                    <a:pt x="238" y="418"/>
                    <a:pt x="238" y="420"/>
                    <a:pt x="237" y="423"/>
                  </a:cubicBezTo>
                  <a:cubicBezTo>
                    <a:pt x="237" y="424"/>
                    <a:pt x="239" y="424"/>
                    <a:pt x="240" y="425"/>
                  </a:cubicBezTo>
                  <a:cubicBezTo>
                    <a:pt x="238" y="425"/>
                    <a:pt x="238" y="425"/>
                    <a:pt x="238" y="425"/>
                  </a:cubicBezTo>
                  <a:cubicBezTo>
                    <a:pt x="239" y="426"/>
                    <a:pt x="241" y="427"/>
                    <a:pt x="243" y="427"/>
                  </a:cubicBezTo>
                  <a:cubicBezTo>
                    <a:pt x="242" y="428"/>
                    <a:pt x="243" y="428"/>
                    <a:pt x="242" y="429"/>
                  </a:cubicBezTo>
                  <a:cubicBezTo>
                    <a:pt x="241" y="428"/>
                    <a:pt x="239" y="428"/>
                    <a:pt x="237" y="427"/>
                  </a:cubicBezTo>
                  <a:cubicBezTo>
                    <a:pt x="237" y="428"/>
                    <a:pt x="240" y="430"/>
                    <a:pt x="238" y="431"/>
                  </a:cubicBezTo>
                  <a:cubicBezTo>
                    <a:pt x="238" y="432"/>
                    <a:pt x="239" y="433"/>
                    <a:pt x="241" y="433"/>
                  </a:cubicBezTo>
                  <a:cubicBezTo>
                    <a:pt x="240" y="433"/>
                    <a:pt x="239" y="434"/>
                    <a:pt x="239" y="433"/>
                  </a:cubicBezTo>
                  <a:cubicBezTo>
                    <a:pt x="239" y="434"/>
                    <a:pt x="239" y="435"/>
                    <a:pt x="240" y="435"/>
                  </a:cubicBezTo>
                  <a:cubicBezTo>
                    <a:pt x="240" y="435"/>
                    <a:pt x="240" y="435"/>
                    <a:pt x="240" y="435"/>
                  </a:cubicBezTo>
                  <a:cubicBezTo>
                    <a:pt x="241" y="435"/>
                    <a:pt x="241" y="436"/>
                    <a:pt x="243" y="436"/>
                  </a:cubicBezTo>
                  <a:cubicBezTo>
                    <a:pt x="243" y="435"/>
                    <a:pt x="243" y="435"/>
                    <a:pt x="243" y="435"/>
                  </a:cubicBezTo>
                  <a:cubicBezTo>
                    <a:pt x="244" y="435"/>
                    <a:pt x="245" y="436"/>
                    <a:pt x="243" y="437"/>
                  </a:cubicBezTo>
                  <a:cubicBezTo>
                    <a:pt x="242" y="437"/>
                    <a:pt x="241" y="436"/>
                    <a:pt x="240" y="437"/>
                  </a:cubicBezTo>
                  <a:cubicBezTo>
                    <a:pt x="244" y="439"/>
                    <a:pt x="244" y="439"/>
                    <a:pt x="244" y="439"/>
                  </a:cubicBezTo>
                  <a:cubicBezTo>
                    <a:pt x="243" y="439"/>
                    <a:pt x="244" y="438"/>
                    <a:pt x="245" y="438"/>
                  </a:cubicBezTo>
                  <a:cubicBezTo>
                    <a:pt x="244" y="437"/>
                    <a:pt x="244" y="437"/>
                    <a:pt x="244" y="437"/>
                  </a:cubicBezTo>
                  <a:cubicBezTo>
                    <a:pt x="246" y="437"/>
                    <a:pt x="246" y="437"/>
                    <a:pt x="246" y="437"/>
                  </a:cubicBezTo>
                  <a:cubicBezTo>
                    <a:pt x="245" y="435"/>
                    <a:pt x="246" y="434"/>
                    <a:pt x="245" y="432"/>
                  </a:cubicBezTo>
                  <a:cubicBezTo>
                    <a:pt x="244" y="433"/>
                    <a:pt x="244" y="433"/>
                    <a:pt x="244" y="433"/>
                  </a:cubicBezTo>
                  <a:cubicBezTo>
                    <a:pt x="243" y="432"/>
                    <a:pt x="241" y="431"/>
                    <a:pt x="243" y="430"/>
                  </a:cubicBezTo>
                  <a:cubicBezTo>
                    <a:pt x="244" y="430"/>
                    <a:pt x="244" y="430"/>
                    <a:pt x="245" y="430"/>
                  </a:cubicBezTo>
                  <a:cubicBezTo>
                    <a:pt x="245" y="430"/>
                    <a:pt x="244" y="430"/>
                    <a:pt x="244" y="429"/>
                  </a:cubicBezTo>
                  <a:cubicBezTo>
                    <a:pt x="247" y="430"/>
                    <a:pt x="247" y="430"/>
                    <a:pt x="247" y="430"/>
                  </a:cubicBezTo>
                  <a:cubicBezTo>
                    <a:pt x="243" y="429"/>
                    <a:pt x="246" y="427"/>
                    <a:pt x="245" y="427"/>
                  </a:cubicBezTo>
                  <a:cubicBezTo>
                    <a:pt x="246" y="427"/>
                    <a:pt x="246" y="427"/>
                    <a:pt x="246" y="427"/>
                  </a:cubicBezTo>
                  <a:cubicBezTo>
                    <a:pt x="247" y="425"/>
                    <a:pt x="244" y="427"/>
                    <a:pt x="244" y="426"/>
                  </a:cubicBezTo>
                  <a:cubicBezTo>
                    <a:pt x="245" y="425"/>
                    <a:pt x="247" y="426"/>
                    <a:pt x="248" y="425"/>
                  </a:cubicBezTo>
                  <a:cubicBezTo>
                    <a:pt x="248" y="423"/>
                    <a:pt x="246" y="421"/>
                    <a:pt x="248" y="419"/>
                  </a:cubicBezTo>
                  <a:cubicBezTo>
                    <a:pt x="248" y="418"/>
                    <a:pt x="247" y="416"/>
                    <a:pt x="246" y="415"/>
                  </a:cubicBezTo>
                  <a:cubicBezTo>
                    <a:pt x="246" y="414"/>
                    <a:pt x="248" y="415"/>
                    <a:pt x="247" y="414"/>
                  </a:cubicBezTo>
                  <a:cubicBezTo>
                    <a:pt x="248" y="414"/>
                    <a:pt x="249" y="414"/>
                    <a:pt x="250" y="414"/>
                  </a:cubicBezTo>
                  <a:cubicBezTo>
                    <a:pt x="249" y="414"/>
                    <a:pt x="250" y="412"/>
                    <a:pt x="248" y="413"/>
                  </a:cubicBezTo>
                  <a:cubicBezTo>
                    <a:pt x="249" y="411"/>
                    <a:pt x="249" y="409"/>
                    <a:pt x="249" y="407"/>
                  </a:cubicBezTo>
                  <a:cubicBezTo>
                    <a:pt x="249" y="408"/>
                    <a:pt x="250" y="408"/>
                    <a:pt x="251" y="407"/>
                  </a:cubicBezTo>
                  <a:cubicBezTo>
                    <a:pt x="250" y="406"/>
                    <a:pt x="249" y="405"/>
                    <a:pt x="249" y="403"/>
                  </a:cubicBezTo>
                  <a:cubicBezTo>
                    <a:pt x="248" y="403"/>
                    <a:pt x="248" y="404"/>
                    <a:pt x="246" y="403"/>
                  </a:cubicBezTo>
                  <a:cubicBezTo>
                    <a:pt x="246" y="403"/>
                    <a:pt x="245" y="403"/>
                    <a:pt x="245" y="402"/>
                  </a:cubicBezTo>
                  <a:cubicBezTo>
                    <a:pt x="247" y="402"/>
                    <a:pt x="250" y="403"/>
                    <a:pt x="250" y="401"/>
                  </a:cubicBezTo>
                  <a:cubicBezTo>
                    <a:pt x="253" y="402"/>
                    <a:pt x="249" y="404"/>
                    <a:pt x="252" y="403"/>
                  </a:cubicBezTo>
                  <a:cubicBezTo>
                    <a:pt x="254" y="404"/>
                    <a:pt x="254" y="406"/>
                    <a:pt x="253" y="407"/>
                  </a:cubicBezTo>
                  <a:cubicBezTo>
                    <a:pt x="255" y="408"/>
                    <a:pt x="253" y="406"/>
                    <a:pt x="256" y="406"/>
                  </a:cubicBezTo>
                  <a:cubicBezTo>
                    <a:pt x="256" y="405"/>
                    <a:pt x="254" y="405"/>
                    <a:pt x="254" y="403"/>
                  </a:cubicBezTo>
                  <a:cubicBezTo>
                    <a:pt x="253" y="403"/>
                    <a:pt x="253" y="403"/>
                    <a:pt x="252" y="402"/>
                  </a:cubicBezTo>
                  <a:cubicBezTo>
                    <a:pt x="249" y="401"/>
                    <a:pt x="254" y="401"/>
                    <a:pt x="254" y="400"/>
                  </a:cubicBezTo>
                  <a:cubicBezTo>
                    <a:pt x="254" y="401"/>
                    <a:pt x="254" y="401"/>
                    <a:pt x="254" y="401"/>
                  </a:cubicBezTo>
                  <a:cubicBezTo>
                    <a:pt x="255" y="400"/>
                    <a:pt x="254" y="400"/>
                    <a:pt x="254" y="399"/>
                  </a:cubicBezTo>
                  <a:cubicBezTo>
                    <a:pt x="257" y="398"/>
                    <a:pt x="254" y="400"/>
                    <a:pt x="256" y="401"/>
                  </a:cubicBezTo>
                  <a:cubicBezTo>
                    <a:pt x="258" y="400"/>
                    <a:pt x="258" y="400"/>
                    <a:pt x="258" y="400"/>
                  </a:cubicBezTo>
                  <a:cubicBezTo>
                    <a:pt x="259" y="399"/>
                    <a:pt x="256" y="400"/>
                    <a:pt x="257" y="398"/>
                  </a:cubicBezTo>
                  <a:cubicBezTo>
                    <a:pt x="258" y="398"/>
                    <a:pt x="258" y="398"/>
                    <a:pt x="258" y="398"/>
                  </a:cubicBezTo>
                  <a:cubicBezTo>
                    <a:pt x="257" y="397"/>
                    <a:pt x="257" y="397"/>
                    <a:pt x="257" y="397"/>
                  </a:cubicBezTo>
                  <a:cubicBezTo>
                    <a:pt x="256" y="397"/>
                    <a:pt x="254" y="397"/>
                    <a:pt x="254" y="398"/>
                  </a:cubicBezTo>
                  <a:cubicBezTo>
                    <a:pt x="251" y="397"/>
                    <a:pt x="254" y="397"/>
                    <a:pt x="254" y="396"/>
                  </a:cubicBezTo>
                  <a:cubicBezTo>
                    <a:pt x="252" y="395"/>
                    <a:pt x="254" y="396"/>
                    <a:pt x="252" y="396"/>
                  </a:cubicBezTo>
                  <a:cubicBezTo>
                    <a:pt x="250" y="396"/>
                    <a:pt x="250" y="395"/>
                    <a:pt x="250" y="394"/>
                  </a:cubicBezTo>
                  <a:cubicBezTo>
                    <a:pt x="250" y="393"/>
                    <a:pt x="252" y="394"/>
                    <a:pt x="253" y="393"/>
                  </a:cubicBezTo>
                  <a:cubicBezTo>
                    <a:pt x="254" y="394"/>
                    <a:pt x="254" y="395"/>
                    <a:pt x="253" y="394"/>
                  </a:cubicBezTo>
                  <a:cubicBezTo>
                    <a:pt x="254" y="396"/>
                    <a:pt x="256" y="394"/>
                    <a:pt x="258" y="395"/>
                  </a:cubicBezTo>
                  <a:cubicBezTo>
                    <a:pt x="259" y="394"/>
                    <a:pt x="257" y="394"/>
                    <a:pt x="256" y="393"/>
                  </a:cubicBezTo>
                  <a:cubicBezTo>
                    <a:pt x="256" y="394"/>
                    <a:pt x="254" y="393"/>
                    <a:pt x="254" y="393"/>
                  </a:cubicBezTo>
                  <a:cubicBezTo>
                    <a:pt x="249" y="391"/>
                    <a:pt x="257" y="392"/>
                    <a:pt x="257" y="390"/>
                  </a:cubicBezTo>
                  <a:cubicBezTo>
                    <a:pt x="253" y="390"/>
                    <a:pt x="252" y="387"/>
                    <a:pt x="249" y="389"/>
                  </a:cubicBezTo>
                  <a:cubicBezTo>
                    <a:pt x="248" y="388"/>
                    <a:pt x="248" y="387"/>
                    <a:pt x="248" y="387"/>
                  </a:cubicBezTo>
                  <a:cubicBezTo>
                    <a:pt x="250" y="388"/>
                    <a:pt x="250" y="386"/>
                    <a:pt x="252" y="387"/>
                  </a:cubicBezTo>
                  <a:cubicBezTo>
                    <a:pt x="252" y="386"/>
                    <a:pt x="252" y="386"/>
                    <a:pt x="252" y="386"/>
                  </a:cubicBezTo>
                  <a:cubicBezTo>
                    <a:pt x="254" y="388"/>
                    <a:pt x="254" y="388"/>
                    <a:pt x="254" y="388"/>
                  </a:cubicBezTo>
                  <a:cubicBezTo>
                    <a:pt x="256" y="387"/>
                    <a:pt x="257" y="385"/>
                    <a:pt x="258" y="386"/>
                  </a:cubicBezTo>
                  <a:cubicBezTo>
                    <a:pt x="257" y="385"/>
                    <a:pt x="256" y="386"/>
                    <a:pt x="256" y="385"/>
                  </a:cubicBezTo>
                  <a:cubicBezTo>
                    <a:pt x="257" y="385"/>
                    <a:pt x="258" y="385"/>
                    <a:pt x="258" y="384"/>
                  </a:cubicBezTo>
                  <a:cubicBezTo>
                    <a:pt x="257" y="385"/>
                    <a:pt x="255" y="384"/>
                    <a:pt x="254" y="383"/>
                  </a:cubicBezTo>
                  <a:cubicBezTo>
                    <a:pt x="255" y="382"/>
                    <a:pt x="257" y="382"/>
                    <a:pt x="257" y="382"/>
                  </a:cubicBezTo>
                  <a:cubicBezTo>
                    <a:pt x="259" y="383"/>
                    <a:pt x="259" y="383"/>
                    <a:pt x="259" y="383"/>
                  </a:cubicBezTo>
                  <a:cubicBezTo>
                    <a:pt x="257" y="382"/>
                    <a:pt x="260" y="383"/>
                    <a:pt x="259" y="382"/>
                  </a:cubicBezTo>
                  <a:cubicBezTo>
                    <a:pt x="258" y="381"/>
                    <a:pt x="256" y="381"/>
                    <a:pt x="255" y="380"/>
                  </a:cubicBezTo>
                  <a:cubicBezTo>
                    <a:pt x="254" y="380"/>
                    <a:pt x="256" y="379"/>
                    <a:pt x="256" y="379"/>
                  </a:cubicBezTo>
                  <a:cubicBezTo>
                    <a:pt x="257" y="380"/>
                    <a:pt x="257" y="380"/>
                    <a:pt x="257" y="380"/>
                  </a:cubicBezTo>
                  <a:cubicBezTo>
                    <a:pt x="256" y="379"/>
                    <a:pt x="260" y="380"/>
                    <a:pt x="259" y="379"/>
                  </a:cubicBezTo>
                  <a:cubicBezTo>
                    <a:pt x="258" y="378"/>
                    <a:pt x="258" y="378"/>
                    <a:pt x="258" y="378"/>
                  </a:cubicBezTo>
                  <a:cubicBezTo>
                    <a:pt x="258" y="378"/>
                    <a:pt x="259" y="378"/>
                    <a:pt x="259" y="378"/>
                  </a:cubicBezTo>
                  <a:cubicBezTo>
                    <a:pt x="258" y="378"/>
                    <a:pt x="258" y="377"/>
                    <a:pt x="258" y="377"/>
                  </a:cubicBezTo>
                  <a:cubicBezTo>
                    <a:pt x="259" y="377"/>
                    <a:pt x="259" y="377"/>
                    <a:pt x="259" y="377"/>
                  </a:cubicBezTo>
                  <a:cubicBezTo>
                    <a:pt x="258" y="376"/>
                    <a:pt x="256" y="375"/>
                    <a:pt x="258" y="375"/>
                  </a:cubicBezTo>
                  <a:cubicBezTo>
                    <a:pt x="256" y="375"/>
                    <a:pt x="258" y="376"/>
                    <a:pt x="257" y="376"/>
                  </a:cubicBezTo>
                  <a:cubicBezTo>
                    <a:pt x="255" y="377"/>
                    <a:pt x="255" y="375"/>
                    <a:pt x="255" y="375"/>
                  </a:cubicBezTo>
                  <a:cubicBezTo>
                    <a:pt x="258" y="375"/>
                    <a:pt x="255" y="374"/>
                    <a:pt x="255" y="373"/>
                  </a:cubicBezTo>
                  <a:cubicBezTo>
                    <a:pt x="256" y="373"/>
                    <a:pt x="257" y="372"/>
                    <a:pt x="258" y="372"/>
                  </a:cubicBezTo>
                  <a:cubicBezTo>
                    <a:pt x="256" y="372"/>
                    <a:pt x="256" y="372"/>
                    <a:pt x="256" y="372"/>
                  </a:cubicBezTo>
                  <a:cubicBezTo>
                    <a:pt x="259" y="372"/>
                    <a:pt x="255" y="370"/>
                    <a:pt x="256" y="370"/>
                  </a:cubicBezTo>
                  <a:cubicBezTo>
                    <a:pt x="257" y="370"/>
                    <a:pt x="259" y="370"/>
                    <a:pt x="259" y="370"/>
                  </a:cubicBezTo>
                  <a:cubicBezTo>
                    <a:pt x="257" y="370"/>
                    <a:pt x="256" y="368"/>
                    <a:pt x="254" y="368"/>
                  </a:cubicBezTo>
                  <a:cubicBezTo>
                    <a:pt x="255" y="367"/>
                    <a:pt x="258" y="369"/>
                    <a:pt x="260" y="369"/>
                  </a:cubicBezTo>
                  <a:cubicBezTo>
                    <a:pt x="258" y="368"/>
                    <a:pt x="261" y="367"/>
                    <a:pt x="258" y="366"/>
                  </a:cubicBezTo>
                  <a:cubicBezTo>
                    <a:pt x="257" y="367"/>
                    <a:pt x="257" y="366"/>
                    <a:pt x="256" y="366"/>
                  </a:cubicBezTo>
                  <a:cubicBezTo>
                    <a:pt x="256" y="365"/>
                    <a:pt x="257" y="366"/>
                    <a:pt x="258" y="365"/>
                  </a:cubicBezTo>
                  <a:cubicBezTo>
                    <a:pt x="258" y="365"/>
                    <a:pt x="256" y="364"/>
                    <a:pt x="255" y="365"/>
                  </a:cubicBezTo>
                  <a:cubicBezTo>
                    <a:pt x="255" y="364"/>
                    <a:pt x="253" y="363"/>
                    <a:pt x="255" y="362"/>
                  </a:cubicBezTo>
                  <a:cubicBezTo>
                    <a:pt x="256" y="362"/>
                    <a:pt x="255" y="364"/>
                    <a:pt x="257" y="363"/>
                  </a:cubicBezTo>
                  <a:cubicBezTo>
                    <a:pt x="257" y="362"/>
                    <a:pt x="253" y="362"/>
                    <a:pt x="252" y="360"/>
                  </a:cubicBezTo>
                  <a:cubicBezTo>
                    <a:pt x="251" y="361"/>
                    <a:pt x="248" y="360"/>
                    <a:pt x="248" y="359"/>
                  </a:cubicBezTo>
                  <a:cubicBezTo>
                    <a:pt x="249" y="357"/>
                    <a:pt x="248" y="360"/>
                    <a:pt x="251" y="360"/>
                  </a:cubicBezTo>
                  <a:cubicBezTo>
                    <a:pt x="250" y="359"/>
                    <a:pt x="250" y="359"/>
                    <a:pt x="250" y="359"/>
                  </a:cubicBezTo>
                  <a:cubicBezTo>
                    <a:pt x="254" y="358"/>
                    <a:pt x="255" y="362"/>
                    <a:pt x="257" y="361"/>
                  </a:cubicBezTo>
                  <a:cubicBezTo>
                    <a:pt x="257" y="360"/>
                    <a:pt x="257" y="360"/>
                    <a:pt x="257" y="360"/>
                  </a:cubicBezTo>
                  <a:cubicBezTo>
                    <a:pt x="257" y="360"/>
                    <a:pt x="259" y="361"/>
                    <a:pt x="260" y="361"/>
                  </a:cubicBezTo>
                  <a:cubicBezTo>
                    <a:pt x="258" y="360"/>
                    <a:pt x="259" y="359"/>
                    <a:pt x="259" y="359"/>
                  </a:cubicBezTo>
                  <a:cubicBezTo>
                    <a:pt x="257" y="358"/>
                    <a:pt x="259" y="359"/>
                    <a:pt x="258" y="359"/>
                  </a:cubicBezTo>
                  <a:cubicBezTo>
                    <a:pt x="258" y="358"/>
                    <a:pt x="255" y="357"/>
                    <a:pt x="256" y="356"/>
                  </a:cubicBezTo>
                  <a:cubicBezTo>
                    <a:pt x="257" y="357"/>
                    <a:pt x="259" y="356"/>
                    <a:pt x="259" y="357"/>
                  </a:cubicBezTo>
                  <a:cubicBezTo>
                    <a:pt x="260" y="356"/>
                    <a:pt x="257" y="356"/>
                    <a:pt x="259" y="356"/>
                  </a:cubicBezTo>
                  <a:cubicBezTo>
                    <a:pt x="260" y="356"/>
                    <a:pt x="260" y="356"/>
                    <a:pt x="260" y="356"/>
                  </a:cubicBezTo>
                  <a:cubicBezTo>
                    <a:pt x="260" y="353"/>
                    <a:pt x="261" y="349"/>
                    <a:pt x="257" y="345"/>
                  </a:cubicBezTo>
                  <a:cubicBezTo>
                    <a:pt x="259" y="345"/>
                    <a:pt x="260" y="344"/>
                    <a:pt x="261" y="343"/>
                  </a:cubicBezTo>
                  <a:cubicBezTo>
                    <a:pt x="261" y="343"/>
                    <a:pt x="260" y="343"/>
                    <a:pt x="260" y="342"/>
                  </a:cubicBezTo>
                  <a:cubicBezTo>
                    <a:pt x="262" y="342"/>
                    <a:pt x="262" y="342"/>
                    <a:pt x="262" y="342"/>
                  </a:cubicBezTo>
                  <a:cubicBezTo>
                    <a:pt x="263" y="341"/>
                    <a:pt x="262" y="340"/>
                    <a:pt x="261" y="339"/>
                  </a:cubicBezTo>
                  <a:cubicBezTo>
                    <a:pt x="262" y="339"/>
                    <a:pt x="262" y="339"/>
                    <a:pt x="262" y="339"/>
                  </a:cubicBezTo>
                  <a:cubicBezTo>
                    <a:pt x="264" y="338"/>
                    <a:pt x="261" y="338"/>
                    <a:pt x="261" y="337"/>
                  </a:cubicBezTo>
                  <a:cubicBezTo>
                    <a:pt x="263" y="337"/>
                    <a:pt x="263" y="337"/>
                    <a:pt x="263" y="337"/>
                  </a:cubicBezTo>
                  <a:cubicBezTo>
                    <a:pt x="261" y="337"/>
                    <a:pt x="261" y="337"/>
                    <a:pt x="261" y="337"/>
                  </a:cubicBezTo>
                  <a:cubicBezTo>
                    <a:pt x="261" y="336"/>
                    <a:pt x="262" y="335"/>
                    <a:pt x="264" y="336"/>
                  </a:cubicBezTo>
                  <a:cubicBezTo>
                    <a:pt x="263" y="335"/>
                    <a:pt x="263" y="335"/>
                    <a:pt x="262" y="335"/>
                  </a:cubicBezTo>
                  <a:cubicBezTo>
                    <a:pt x="264" y="335"/>
                    <a:pt x="264" y="332"/>
                    <a:pt x="264" y="331"/>
                  </a:cubicBezTo>
                  <a:cubicBezTo>
                    <a:pt x="263" y="331"/>
                    <a:pt x="263" y="331"/>
                    <a:pt x="261" y="330"/>
                  </a:cubicBezTo>
                  <a:cubicBezTo>
                    <a:pt x="259" y="329"/>
                    <a:pt x="262" y="330"/>
                    <a:pt x="261" y="329"/>
                  </a:cubicBezTo>
                  <a:cubicBezTo>
                    <a:pt x="262" y="329"/>
                    <a:pt x="263" y="329"/>
                    <a:pt x="263" y="330"/>
                  </a:cubicBezTo>
                  <a:cubicBezTo>
                    <a:pt x="266" y="329"/>
                    <a:pt x="266" y="326"/>
                    <a:pt x="268" y="325"/>
                  </a:cubicBezTo>
                  <a:cubicBezTo>
                    <a:pt x="267" y="324"/>
                    <a:pt x="267" y="324"/>
                    <a:pt x="267" y="324"/>
                  </a:cubicBezTo>
                  <a:cubicBezTo>
                    <a:pt x="270" y="323"/>
                    <a:pt x="268" y="321"/>
                    <a:pt x="270" y="320"/>
                  </a:cubicBezTo>
                  <a:cubicBezTo>
                    <a:pt x="269" y="320"/>
                    <a:pt x="267" y="318"/>
                    <a:pt x="268" y="317"/>
                  </a:cubicBezTo>
                  <a:cubicBezTo>
                    <a:pt x="266" y="315"/>
                    <a:pt x="270" y="318"/>
                    <a:pt x="271" y="318"/>
                  </a:cubicBezTo>
                  <a:cubicBezTo>
                    <a:pt x="271" y="317"/>
                    <a:pt x="271" y="316"/>
                    <a:pt x="271" y="316"/>
                  </a:cubicBezTo>
                  <a:cubicBezTo>
                    <a:pt x="272" y="316"/>
                    <a:pt x="272" y="316"/>
                    <a:pt x="272" y="316"/>
                  </a:cubicBezTo>
                  <a:cubicBezTo>
                    <a:pt x="271" y="315"/>
                    <a:pt x="271" y="314"/>
                    <a:pt x="272" y="314"/>
                  </a:cubicBezTo>
                  <a:cubicBezTo>
                    <a:pt x="272" y="314"/>
                    <a:pt x="272" y="314"/>
                    <a:pt x="272" y="314"/>
                  </a:cubicBezTo>
                  <a:cubicBezTo>
                    <a:pt x="273" y="314"/>
                    <a:pt x="274" y="314"/>
                    <a:pt x="274" y="313"/>
                  </a:cubicBezTo>
                  <a:cubicBezTo>
                    <a:pt x="274" y="311"/>
                    <a:pt x="275" y="312"/>
                    <a:pt x="274" y="310"/>
                  </a:cubicBezTo>
                  <a:cubicBezTo>
                    <a:pt x="275" y="311"/>
                    <a:pt x="275" y="311"/>
                    <a:pt x="275" y="311"/>
                  </a:cubicBezTo>
                  <a:cubicBezTo>
                    <a:pt x="273" y="310"/>
                    <a:pt x="273" y="310"/>
                    <a:pt x="273" y="310"/>
                  </a:cubicBezTo>
                  <a:cubicBezTo>
                    <a:pt x="275" y="309"/>
                    <a:pt x="275" y="309"/>
                    <a:pt x="275" y="309"/>
                  </a:cubicBezTo>
                  <a:cubicBezTo>
                    <a:pt x="276" y="311"/>
                    <a:pt x="276" y="311"/>
                    <a:pt x="276" y="311"/>
                  </a:cubicBezTo>
                  <a:cubicBezTo>
                    <a:pt x="277" y="311"/>
                    <a:pt x="275" y="310"/>
                    <a:pt x="275" y="309"/>
                  </a:cubicBezTo>
                  <a:cubicBezTo>
                    <a:pt x="274" y="308"/>
                    <a:pt x="275" y="309"/>
                    <a:pt x="276" y="309"/>
                  </a:cubicBezTo>
                  <a:cubicBezTo>
                    <a:pt x="277" y="310"/>
                    <a:pt x="276" y="309"/>
                    <a:pt x="276" y="309"/>
                  </a:cubicBezTo>
                  <a:cubicBezTo>
                    <a:pt x="276" y="310"/>
                    <a:pt x="276" y="309"/>
                    <a:pt x="277" y="310"/>
                  </a:cubicBezTo>
                  <a:cubicBezTo>
                    <a:pt x="277" y="310"/>
                    <a:pt x="276" y="308"/>
                    <a:pt x="276" y="308"/>
                  </a:cubicBezTo>
                  <a:cubicBezTo>
                    <a:pt x="277" y="308"/>
                    <a:pt x="277" y="307"/>
                    <a:pt x="278" y="308"/>
                  </a:cubicBezTo>
                  <a:cubicBezTo>
                    <a:pt x="278" y="307"/>
                    <a:pt x="279" y="307"/>
                    <a:pt x="278" y="306"/>
                  </a:cubicBezTo>
                  <a:cubicBezTo>
                    <a:pt x="278" y="306"/>
                    <a:pt x="277" y="307"/>
                    <a:pt x="276" y="306"/>
                  </a:cubicBezTo>
                  <a:cubicBezTo>
                    <a:pt x="276" y="305"/>
                    <a:pt x="277" y="305"/>
                    <a:pt x="277" y="305"/>
                  </a:cubicBezTo>
                  <a:cubicBezTo>
                    <a:pt x="277" y="306"/>
                    <a:pt x="277" y="306"/>
                    <a:pt x="277" y="306"/>
                  </a:cubicBezTo>
                  <a:cubicBezTo>
                    <a:pt x="277" y="305"/>
                    <a:pt x="278" y="305"/>
                    <a:pt x="277" y="304"/>
                  </a:cubicBezTo>
                  <a:cubicBezTo>
                    <a:pt x="279" y="305"/>
                    <a:pt x="279" y="305"/>
                    <a:pt x="279" y="305"/>
                  </a:cubicBezTo>
                  <a:cubicBezTo>
                    <a:pt x="278" y="304"/>
                    <a:pt x="279" y="303"/>
                    <a:pt x="279" y="303"/>
                  </a:cubicBezTo>
                  <a:cubicBezTo>
                    <a:pt x="280" y="304"/>
                    <a:pt x="281" y="306"/>
                    <a:pt x="282" y="306"/>
                  </a:cubicBezTo>
                  <a:cubicBezTo>
                    <a:pt x="282" y="304"/>
                    <a:pt x="282" y="304"/>
                    <a:pt x="282" y="304"/>
                  </a:cubicBezTo>
                  <a:cubicBezTo>
                    <a:pt x="282" y="303"/>
                    <a:pt x="283" y="304"/>
                    <a:pt x="283" y="304"/>
                  </a:cubicBezTo>
                  <a:cubicBezTo>
                    <a:pt x="285" y="304"/>
                    <a:pt x="282" y="299"/>
                    <a:pt x="284" y="300"/>
                  </a:cubicBezTo>
                  <a:cubicBezTo>
                    <a:pt x="285" y="302"/>
                    <a:pt x="285" y="302"/>
                    <a:pt x="286" y="302"/>
                  </a:cubicBezTo>
                  <a:cubicBezTo>
                    <a:pt x="286" y="301"/>
                    <a:pt x="286" y="301"/>
                    <a:pt x="286" y="301"/>
                  </a:cubicBezTo>
                  <a:cubicBezTo>
                    <a:pt x="285" y="300"/>
                    <a:pt x="286" y="302"/>
                    <a:pt x="285" y="301"/>
                  </a:cubicBezTo>
                  <a:cubicBezTo>
                    <a:pt x="285" y="300"/>
                    <a:pt x="285" y="300"/>
                    <a:pt x="285" y="300"/>
                  </a:cubicBezTo>
                  <a:cubicBezTo>
                    <a:pt x="288" y="303"/>
                    <a:pt x="290" y="299"/>
                    <a:pt x="293" y="300"/>
                  </a:cubicBezTo>
                  <a:cubicBezTo>
                    <a:pt x="292" y="298"/>
                    <a:pt x="294" y="299"/>
                    <a:pt x="294" y="298"/>
                  </a:cubicBezTo>
                  <a:cubicBezTo>
                    <a:pt x="294" y="300"/>
                    <a:pt x="295" y="297"/>
                    <a:pt x="296" y="298"/>
                  </a:cubicBezTo>
                  <a:cubicBezTo>
                    <a:pt x="295" y="296"/>
                    <a:pt x="295" y="296"/>
                    <a:pt x="295" y="296"/>
                  </a:cubicBezTo>
                  <a:cubicBezTo>
                    <a:pt x="296" y="297"/>
                    <a:pt x="295" y="291"/>
                    <a:pt x="297" y="294"/>
                  </a:cubicBezTo>
                  <a:cubicBezTo>
                    <a:pt x="298" y="295"/>
                    <a:pt x="298" y="296"/>
                    <a:pt x="297" y="296"/>
                  </a:cubicBezTo>
                  <a:cubicBezTo>
                    <a:pt x="299" y="299"/>
                    <a:pt x="300" y="293"/>
                    <a:pt x="301" y="296"/>
                  </a:cubicBezTo>
                  <a:cubicBezTo>
                    <a:pt x="301" y="295"/>
                    <a:pt x="300" y="294"/>
                    <a:pt x="301" y="292"/>
                  </a:cubicBezTo>
                  <a:cubicBezTo>
                    <a:pt x="302" y="293"/>
                    <a:pt x="304" y="294"/>
                    <a:pt x="304" y="294"/>
                  </a:cubicBezTo>
                  <a:cubicBezTo>
                    <a:pt x="304" y="294"/>
                    <a:pt x="304" y="293"/>
                    <a:pt x="305" y="294"/>
                  </a:cubicBezTo>
                  <a:cubicBezTo>
                    <a:pt x="305" y="294"/>
                    <a:pt x="305" y="294"/>
                    <a:pt x="305" y="295"/>
                  </a:cubicBezTo>
                  <a:cubicBezTo>
                    <a:pt x="306" y="295"/>
                    <a:pt x="307" y="294"/>
                    <a:pt x="308" y="293"/>
                  </a:cubicBezTo>
                  <a:cubicBezTo>
                    <a:pt x="309" y="294"/>
                    <a:pt x="310" y="293"/>
                    <a:pt x="312" y="293"/>
                  </a:cubicBezTo>
                  <a:cubicBezTo>
                    <a:pt x="312" y="291"/>
                    <a:pt x="315" y="293"/>
                    <a:pt x="314" y="290"/>
                  </a:cubicBezTo>
                  <a:cubicBezTo>
                    <a:pt x="314" y="291"/>
                    <a:pt x="314" y="291"/>
                    <a:pt x="314" y="291"/>
                  </a:cubicBezTo>
                  <a:cubicBezTo>
                    <a:pt x="314" y="290"/>
                    <a:pt x="314" y="288"/>
                    <a:pt x="315" y="288"/>
                  </a:cubicBezTo>
                  <a:cubicBezTo>
                    <a:pt x="315" y="290"/>
                    <a:pt x="315" y="290"/>
                    <a:pt x="315" y="290"/>
                  </a:cubicBezTo>
                  <a:cubicBezTo>
                    <a:pt x="316" y="292"/>
                    <a:pt x="317" y="290"/>
                    <a:pt x="318" y="291"/>
                  </a:cubicBezTo>
                  <a:cubicBezTo>
                    <a:pt x="316" y="289"/>
                    <a:pt x="318" y="291"/>
                    <a:pt x="318" y="289"/>
                  </a:cubicBezTo>
                  <a:cubicBezTo>
                    <a:pt x="318" y="288"/>
                    <a:pt x="318" y="288"/>
                    <a:pt x="318" y="288"/>
                  </a:cubicBezTo>
                  <a:cubicBezTo>
                    <a:pt x="319" y="287"/>
                    <a:pt x="318" y="287"/>
                    <a:pt x="319" y="286"/>
                  </a:cubicBezTo>
                  <a:cubicBezTo>
                    <a:pt x="320" y="286"/>
                    <a:pt x="321" y="288"/>
                    <a:pt x="320" y="288"/>
                  </a:cubicBezTo>
                  <a:cubicBezTo>
                    <a:pt x="321" y="289"/>
                    <a:pt x="322" y="288"/>
                    <a:pt x="322" y="287"/>
                  </a:cubicBezTo>
                  <a:cubicBezTo>
                    <a:pt x="322" y="287"/>
                    <a:pt x="322" y="287"/>
                    <a:pt x="322" y="287"/>
                  </a:cubicBezTo>
                  <a:cubicBezTo>
                    <a:pt x="322" y="287"/>
                    <a:pt x="322" y="287"/>
                    <a:pt x="322" y="287"/>
                  </a:cubicBezTo>
                  <a:cubicBezTo>
                    <a:pt x="323" y="287"/>
                    <a:pt x="323" y="287"/>
                    <a:pt x="323" y="287"/>
                  </a:cubicBezTo>
                  <a:cubicBezTo>
                    <a:pt x="323" y="287"/>
                    <a:pt x="323" y="287"/>
                    <a:pt x="323" y="287"/>
                  </a:cubicBezTo>
                  <a:cubicBezTo>
                    <a:pt x="323" y="287"/>
                    <a:pt x="323" y="287"/>
                    <a:pt x="322" y="287"/>
                  </a:cubicBezTo>
                  <a:cubicBezTo>
                    <a:pt x="323" y="287"/>
                    <a:pt x="323" y="287"/>
                    <a:pt x="323" y="287"/>
                  </a:cubicBezTo>
                  <a:cubicBezTo>
                    <a:pt x="323" y="287"/>
                    <a:pt x="323" y="287"/>
                    <a:pt x="323" y="287"/>
                  </a:cubicBezTo>
                  <a:cubicBezTo>
                    <a:pt x="324" y="287"/>
                    <a:pt x="324" y="287"/>
                    <a:pt x="324" y="287"/>
                  </a:cubicBezTo>
                  <a:cubicBezTo>
                    <a:pt x="325" y="289"/>
                    <a:pt x="325" y="289"/>
                    <a:pt x="325" y="289"/>
                  </a:cubicBezTo>
                  <a:cubicBezTo>
                    <a:pt x="325" y="289"/>
                    <a:pt x="326" y="286"/>
                    <a:pt x="326" y="286"/>
                  </a:cubicBezTo>
                  <a:cubicBezTo>
                    <a:pt x="328" y="286"/>
                    <a:pt x="331" y="283"/>
                    <a:pt x="332" y="281"/>
                  </a:cubicBezTo>
                  <a:cubicBezTo>
                    <a:pt x="332" y="282"/>
                    <a:pt x="332" y="282"/>
                    <a:pt x="332" y="282"/>
                  </a:cubicBezTo>
                  <a:cubicBezTo>
                    <a:pt x="332" y="281"/>
                    <a:pt x="332" y="279"/>
                    <a:pt x="333" y="280"/>
                  </a:cubicBezTo>
                  <a:cubicBezTo>
                    <a:pt x="333" y="279"/>
                    <a:pt x="334" y="280"/>
                    <a:pt x="335" y="280"/>
                  </a:cubicBezTo>
                  <a:cubicBezTo>
                    <a:pt x="335" y="280"/>
                    <a:pt x="334" y="279"/>
                    <a:pt x="334" y="279"/>
                  </a:cubicBezTo>
                  <a:cubicBezTo>
                    <a:pt x="337" y="279"/>
                    <a:pt x="337" y="275"/>
                    <a:pt x="339" y="274"/>
                  </a:cubicBezTo>
                  <a:cubicBezTo>
                    <a:pt x="339" y="274"/>
                    <a:pt x="340" y="275"/>
                    <a:pt x="340" y="276"/>
                  </a:cubicBezTo>
                  <a:cubicBezTo>
                    <a:pt x="341" y="274"/>
                    <a:pt x="341" y="272"/>
                    <a:pt x="341" y="270"/>
                  </a:cubicBezTo>
                  <a:cubicBezTo>
                    <a:pt x="341" y="270"/>
                    <a:pt x="342" y="270"/>
                    <a:pt x="342" y="271"/>
                  </a:cubicBezTo>
                  <a:cubicBezTo>
                    <a:pt x="342" y="270"/>
                    <a:pt x="343" y="269"/>
                    <a:pt x="342" y="267"/>
                  </a:cubicBezTo>
                  <a:cubicBezTo>
                    <a:pt x="341" y="268"/>
                    <a:pt x="343" y="268"/>
                    <a:pt x="342" y="268"/>
                  </a:cubicBezTo>
                  <a:cubicBezTo>
                    <a:pt x="341" y="268"/>
                    <a:pt x="340" y="266"/>
                    <a:pt x="341" y="266"/>
                  </a:cubicBezTo>
                  <a:cubicBezTo>
                    <a:pt x="341" y="266"/>
                    <a:pt x="341" y="266"/>
                    <a:pt x="341" y="266"/>
                  </a:cubicBezTo>
                  <a:cubicBezTo>
                    <a:pt x="342" y="265"/>
                    <a:pt x="341" y="265"/>
                    <a:pt x="342" y="263"/>
                  </a:cubicBezTo>
                  <a:cubicBezTo>
                    <a:pt x="343" y="263"/>
                    <a:pt x="342" y="264"/>
                    <a:pt x="343" y="264"/>
                  </a:cubicBezTo>
                  <a:cubicBezTo>
                    <a:pt x="345" y="265"/>
                    <a:pt x="345" y="262"/>
                    <a:pt x="346" y="262"/>
                  </a:cubicBezTo>
                  <a:cubicBezTo>
                    <a:pt x="344" y="261"/>
                    <a:pt x="344" y="261"/>
                    <a:pt x="344" y="261"/>
                  </a:cubicBezTo>
                  <a:cubicBezTo>
                    <a:pt x="344" y="260"/>
                    <a:pt x="346" y="261"/>
                    <a:pt x="346" y="260"/>
                  </a:cubicBezTo>
                  <a:cubicBezTo>
                    <a:pt x="342" y="256"/>
                    <a:pt x="342" y="256"/>
                    <a:pt x="342" y="256"/>
                  </a:cubicBezTo>
                  <a:cubicBezTo>
                    <a:pt x="342" y="257"/>
                    <a:pt x="344" y="256"/>
                    <a:pt x="345" y="257"/>
                  </a:cubicBezTo>
                  <a:cubicBezTo>
                    <a:pt x="346" y="255"/>
                    <a:pt x="342" y="254"/>
                    <a:pt x="341" y="253"/>
                  </a:cubicBezTo>
                  <a:cubicBezTo>
                    <a:pt x="342" y="252"/>
                    <a:pt x="341" y="250"/>
                    <a:pt x="341" y="250"/>
                  </a:cubicBezTo>
                  <a:cubicBezTo>
                    <a:pt x="342" y="250"/>
                    <a:pt x="341" y="250"/>
                    <a:pt x="342" y="250"/>
                  </a:cubicBezTo>
                  <a:cubicBezTo>
                    <a:pt x="343" y="250"/>
                    <a:pt x="343" y="250"/>
                    <a:pt x="343" y="250"/>
                  </a:cubicBezTo>
                  <a:cubicBezTo>
                    <a:pt x="343" y="251"/>
                    <a:pt x="346" y="250"/>
                    <a:pt x="347" y="251"/>
                  </a:cubicBezTo>
                  <a:cubicBezTo>
                    <a:pt x="346" y="249"/>
                    <a:pt x="347" y="247"/>
                    <a:pt x="347" y="246"/>
                  </a:cubicBezTo>
                  <a:cubicBezTo>
                    <a:pt x="345" y="247"/>
                    <a:pt x="346" y="244"/>
                    <a:pt x="343" y="244"/>
                  </a:cubicBezTo>
                  <a:cubicBezTo>
                    <a:pt x="343" y="242"/>
                    <a:pt x="346" y="243"/>
                    <a:pt x="346" y="242"/>
                  </a:cubicBezTo>
                  <a:cubicBezTo>
                    <a:pt x="345" y="240"/>
                    <a:pt x="346" y="239"/>
                    <a:pt x="345" y="237"/>
                  </a:cubicBezTo>
                  <a:cubicBezTo>
                    <a:pt x="346" y="237"/>
                    <a:pt x="346" y="237"/>
                    <a:pt x="346" y="237"/>
                  </a:cubicBezTo>
                  <a:cubicBezTo>
                    <a:pt x="345" y="236"/>
                    <a:pt x="346" y="233"/>
                    <a:pt x="344" y="232"/>
                  </a:cubicBezTo>
                  <a:cubicBezTo>
                    <a:pt x="345" y="232"/>
                    <a:pt x="345" y="232"/>
                    <a:pt x="345" y="232"/>
                  </a:cubicBezTo>
                  <a:cubicBezTo>
                    <a:pt x="346" y="231"/>
                    <a:pt x="342" y="232"/>
                    <a:pt x="343" y="230"/>
                  </a:cubicBezTo>
                  <a:cubicBezTo>
                    <a:pt x="345" y="231"/>
                    <a:pt x="345" y="231"/>
                    <a:pt x="345" y="231"/>
                  </a:cubicBezTo>
                  <a:cubicBezTo>
                    <a:pt x="343" y="230"/>
                    <a:pt x="346" y="229"/>
                    <a:pt x="344" y="227"/>
                  </a:cubicBezTo>
                  <a:cubicBezTo>
                    <a:pt x="344" y="227"/>
                    <a:pt x="345" y="227"/>
                    <a:pt x="345" y="228"/>
                  </a:cubicBezTo>
                  <a:cubicBezTo>
                    <a:pt x="344" y="226"/>
                    <a:pt x="345" y="225"/>
                    <a:pt x="343" y="224"/>
                  </a:cubicBezTo>
                  <a:cubicBezTo>
                    <a:pt x="344" y="224"/>
                    <a:pt x="345" y="224"/>
                    <a:pt x="345" y="225"/>
                  </a:cubicBezTo>
                  <a:cubicBezTo>
                    <a:pt x="346" y="224"/>
                    <a:pt x="343" y="223"/>
                    <a:pt x="344" y="222"/>
                  </a:cubicBezTo>
                  <a:cubicBezTo>
                    <a:pt x="344" y="222"/>
                    <a:pt x="345" y="222"/>
                    <a:pt x="346" y="222"/>
                  </a:cubicBezTo>
                  <a:cubicBezTo>
                    <a:pt x="344" y="221"/>
                    <a:pt x="345" y="219"/>
                    <a:pt x="344" y="219"/>
                  </a:cubicBezTo>
                  <a:cubicBezTo>
                    <a:pt x="345" y="219"/>
                    <a:pt x="346" y="218"/>
                    <a:pt x="347" y="218"/>
                  </a:cubicBezTo>
                  <a:cubicBezTo>
                    <a:pt x="348" y="213"/>
                    <a:pt x="351" y="208"/>
                    <a:pt x="353" y="202"/>
                  </a:cubicBezTo>
                  <a:cubicBezTo>
                    <a:pt x="355" y="203"/>
                    <a:pt x="353" y="204"/>
                    <a:pt x="355" y="204"/>
                  </a:cubicBezTo>
                  <a:cubicBezTo>
                    <a:pt x="353" y="203"/>
                    <a:pt x="355" y="203"/>
                    <a:pt x="355" y="202"/>
                  </a:cubicBezTo>
                  <a:cubicBezTo>
                    <a:pt x="356" y="202"/>
                    <a:pt x="356" y="202"/>
                    <a:pt x="356" y="202"/>
                  </a:cubicBezTo>
                  <a:cubicBezTo>
                    <a:pt x="356" y="201"/>
                    <a:pt x="357" y="202"/>
                    <a:pt x="357" y="201"/>
                  </a:cubicBezTo>
                  <a:cubicBezTo>
                    <a:pt x="357" y="200"/>
                    <a:pt x="357" y="200"/>
                    <a:pt x="357" y="200"/>
                  </a:cubicBezTo>
                  <a:cubicBezTo>
                    <a:pt x="356" y="199"/>
                    <a:pt x="360" y="201"/>
                    <a:pt x="358" y="199"/>
                  </a:cubicBezTo>
                  <a:cubicBezTo>
                    <a:pt x="360" y="200"/>
                    <a:pt x="360" y="200"/>
                    <a:pt x="360" y="200"/>
                  </a:cubicBezTo>
                  <a:cubicBezTo>
                    <a:pt x="359" y="197"/>
                    <a:pt x="361" y="199"/>
                    <a:pt x="361" y="197"/>
                  </a:cubicBezTo>
                  <a:cubicBezTo>
                    <a:pt x="361" y="197"/>
                    <a:pt x="361" y="197"/>
                    <a:pt x="361" y="197"/>
                  </a:cubicBezTo>
                  <a:cubicBezTo>
                    <a:pt x="363" y="198"/>
                    <a:pt x="362" y="194"/>
                    <a:pt x="363" y="195"/>
                  </a:cubicBezTo>
                  <a:cubicBezTo>
                    <a:pt x="364" y="194"/>
                    <a:pt x="365" y="193"/>
                    <a:pt x="364" y="191"/>
                  </a:cubicBezTo>
                  <a:cubicBezTo>
                    <a:pt x="365" y="193"/>
                    <a:pt x="365" y="193"/>
                    <a:pt x="365" y="193"/>
                  </a:cubicBezTo>
                  <a:cubicBezTo>
                    <a:pt x="366" y="192"/>
                    <a:pt x="368" y="191"/>
                    <a:pt x="369" y="190"/>
                  </a:cubicBezTo>
                  <a:cubicBezTo>
                    <a:pt x="374" y="190"/>
                    <a:pt x="379" y="190"/>
                    <a:pt x="383" y="191"/>
                  </a:cubicBezTo>
                  <a:cubicBezTo>
                    <a:pt x="386" y="192"/>
                    <a:pt x="388" y="193"/>
                    <a:pt x="390" y="194"/>
                  </a:cubicBezTo>
                  <a:cubicBezTo>
                    <a:pt x="389" y="196"/>
                    <a:pt x="388" y="198"/>
                    <a:pt x="388" y="200"/>
                  </a:cubicBezTo>
                  <a:cubicBezTo>
                    <a:pt x="387" y="201"/>
                    <a:pt x="386" y="199"/>
                    <a:pt x="386" y="199"/>
                  </a:cubicBezTo>
                  <a:cubicBezTo>
                    <a:pt x="384" y="205"/>
                    <a:pt x="377" y="203"/>
                    <a:pt x="373" y="209"/>
                  </a:cubicBezTo>
                  <a:cubicBezTo>
                    <a:pt x="369" y="210"/>
                    <a:pt x="365" y="215"/>
                    <a:pt x="365" y="215"/>
                  </a:cubicBezTo>
                  <a:cubicBezTo>
                    <a:pt x="382" y="216"/>
                    <a:pt x="389" y="211"/>
                    <a:pt x="399" y="205"/>
                  </a:cubicBezTo>
                  <a:cubicBezTo>
                    <a:pt x="401" y="203"/>
                    <a:pt x="402" y="201"/>
                    <a:pt x="403" y="198"/>
                  </a:cubicBezTo>
                  <a:cubicBezTo>
                    <a:pt x="405" y="199"/>
                    <a:pt x="406" y="199"/>
                    <a:pt x="406" y="198"/>
                  </a:cubicBezTo>
                  <a:cubicBezTo>
                    <a:pt x="405" y="197"/>
                    <a:pt x="404" y="197"/>
                    <a:pt x="404" y="196"/>
                  </a:cubicBezTo>
                  <a:cubicBezTo>
                    <a:pt x="404" y="194"/>
                    <a:pt x="405" y="191"/>
                    <a:pt x="406" y="188"/>
                  </a:cubicBezTo>
                  <a:cubicBezTo>
                    <a:pt x="398" y="164"/>
                    <a:pt x="382" y="170"/>
                    <a:pt x="375" y="170"/>
                  </a:cubicBezTo>
                  <a:cubicBezTo>
                    <a:pt x="367" y="172"/>
                    <a:pt x="361" y="175"/>
                    <a:pt x="356" y="179"/>
                  </a:cubicBezTo>
                  <a:cubicBezTo>
                    <a:pt x="356" y="179"/>
                    <a:pt x="356" y="179"/>
                    <a:pt x="357" y="180"/>
                  </a:cubicBezTo>
                  <a:cubicBezTo>
                    <a:pt x="354" y="179"/>
                    <a:pt x="351" y="179"/>
                    <a:pt x="349" y="179"/>
                  </a:cubicBezTo>
                  <a:cubicBezTo>
                    <a:pt x="332" y="177"/>
                    <a:pt x="315" y="175"/>
                    <a:pt x="313" y="163"/>
                  </a:cubicBezTo>
                  <a:cubicBezTo>
                    <a:pt x="308" y="154"/>
                    <a:pt x="303" y="139"/>
                    <a:pt x="301" y="128"/>
                  </a:cubicBezTo>
                  <a:cubicBezTo>
                    <a:pt x="300" y="124"/>
                    <a:pt x="300" y="121"/>
                    <a:pt x="299" y="117"/>
                  </a:cubicBezTo>
                  <a:cubicBezTo>
                    <a:pt x="323" y="112"/>
                    <a:pt x="296" y="118"/>
                    <a:pt x="307" y="115"/>
                  </a:cubicBezTo>
                  <a:cubicBezTo>
                    <a:pt x="307" y="115"/>
                    <a:pt x="307" y="115"/>
                    <a:pt x="307" y="115"/>
                  </a:cubicBezTo>
                  <a:cubicBezTo>
                    <a:pt x="307" y="114"/>
                    <a:pt x="307" y="114"/>
                    <a:pt x="307" y="114"/>
                  </a:cubicBezTo>
                  <a:cubicBezTo>
                    <a:pt x="306" y="113"/>
                    <a:pt x="306" y="113"/>
                    <a:pt x="306" y="113"/>
                  </a:cubicBezTo>
                  <a:cubicBezTo>
                    <a:pt x="306" y="110"/>
                    <a:pt x="306" y="110"/>
                    <a:pt x="306" y="110"/>
                  </a:cubicBezTo>
                  <a:cubicBezTo>
                    <a:pt x="303" y="103"/>
                    <a:pt x="304" y="96"/>
                    <a:pt x="292" y="85"/>
                  </a:cubicBezTo>
                  <a:cubicBezTo>
                    <a:pt x="277" y="75"/>
                    <a:pt x="266" y="83"/>
                    <a:pt x="261" y="92"/>
                  </a:cubicBezTo>
                  <a:cubicBezTo>
                    <a:pt x="260" y="93"/>
                    <a:pt x="259" y="94"/>
                    <a:pt x="258" y="95"/>
                  </a:cubicBezTo>
                  <a:cubicBezTo>
                    <a:pt x="257" y="95"/>
                    <a:pt x="257" y="95"/>
                    <a:pt x="257" y="95"/>
                  </a:cubicBezTo>
                  <a:cubicBezTo>
                    <a:pt x="255" y="97"/>
                    <a:pt x="253" y="98"/>
                    <a:pt x="251" y="102"/>
                  </a:cubicBezTo>
                  <a:cubicBezTo>
                    <a:pt x="251" y="102"/>
                    <a:pt x="251" y="102"/>
                    <a:pt x="251" y="102"/>
                  </a:cubicBezTo>
                  <a:cubicBezTo>
                    <a:pt x="251" y="106"/>
                    <a:pt x="245" y="110"/>
                    <a:pt x="247" y="113"/>
                  </a:cubicBezTo>
                  <a:cubicBezTo>
                    <a:pt x="245" y="115"/>
                    <a:pt x="245" y="115"/>
                    <a:pt x="245" y="115"/>
                  </a:cubicBezTo>
                  <a:cubicBezTo>
                    <a:pt x="246" y="120"/>
                    <a:pt x="243" y="122"/>
                    <a:pt x="245" y="127"/>
                  </a:cubicBezTo>
                  <a:cubicBezTo>
                    <a:pt x="244" y="126"/>
                    <a:pt x="244" y="126"/>
                    <a:pt x="244" y="126"/>
                  </a:cubicBezTo>
                  <a:cubicBezTo>
                    <a:pt x="243" y="133"/>
                    <a:pt x="248" y="140"/>
                    <a:pt x="246" y="142"/>
                  </a:cubicBezTo>
                  <a:cubicBezTo>
                    <a:pt x="246" y="144"/>
                    <a:pt x="246" y="145"/>
                    <a:pt x="247" y="147"/>
                  </a:cubicBezTo>
                  <a:cubicBezTo>
                    <a:pt x="241" y="158"/>
                    <a:pt x="234" y="167"/>
                    <a:pt x="228" y="171"/>
                  </a:cubicBezTo>
                  <a:cubicBezTo>
                    <a:pt x="228" y="169"/>
                    <a:pt x="226" y="166"/>
                    <a:pt x="223" y="162"/>
                  </a:cubicBezTo>
                  <a:cubicBezTo>
                    <a:pt x="223" y="162"/>
                    <a:pt x="223" y="162"/>
                    <a:pt x="224" y="162"/>
                  </a:cubicBezTo>
                  <a:cubicBezTo>
                    <a:pt x="224" y="162"/>
                    <a:pt x="223" y="161"/>
                    <a:pt x="223" y="161"/>
                  </a:cubicBezTo>
                  <a:cubicBezTo>
                    <a:pt x="223" y="161"/>
                    <a:pt x="223" y="161"/>
                    <a:pt x="223" y="160"/>
                  </a:cubicBezTo>
                  <a:cubicBezTo>
                    <a:pt x="228" y="153"/>
                    <a:pt x="228" y="143"/>
                    <a:pt x="231" y="134"/>
                  </a:cubicBezTo>
                  <a:cubicBezTo>
                    <a:pt x="231" y="134"/>
                    <a:pt x="232" y="136"/>
                    <a:pt x="232" y="137"/>
                  </a:cubicBezTo>
                  <a:cubicBezTo>
                    <a:pt x="233" y="129"/>
                    <a:pt x="233" y="121"/>
                    <a:pt x="230" y="115"/>
                  </a:cubicBezTo>
                  <a:cubicBezTo>
                    <a:pt x="231" y="115"/>
                    <a:pt x="231" y="115"/>
                    <a:pt x="232" y="117"/>
                  </a:cubicBezTo>
                  <a:cubicBezTo>
                    <a:pt x="231" y="111"/>
                    <a:pt x="229" y="105"/>
                    <a:pt x="227" y="103"/>
                  </a:cubicBezTo>
                  <a:cubicBezTo>
                    <a:pt x="227" y="107"/>
                    <a:pt x="228" y="103"/>
                    <a:pt x="228" y="106"/>
                  </a:cubicBezTo>
                  <a:cubicBezTo>
                    <a:pt x="228" y="110"/>
                    <a:pt x="225" y="104"/>
                    <a:pt x="223" y="100"/>
                  </a:cubicBezTo>
                  <a:cubicBezTo>
                    <a:pt x="223" y="100"/>
                    <a:pt x="223" y="100"/>
                    <a:pt x="223" y="100"/>
                  </a:cubicBezTo>
                  <a:cubicBezTo>
                    <a:pt x="220" y="96"/>
                    <a:pt x="218" y="95"/>
                    <a:pt x="213" y="96"/>
                  </a:cubicBezTo>
                  <a:cubicBezTo>
                    <a:pt x="209" y="95"/>
                    <a:pt x="216" y="95"/>
                    <a:pt x="214" y="94"/>
                  </a:cubicBezTo>
                  <a:cubicBezTo>
                    <a:pt x="211" y="90"/>
                    <a:pt x="201" y="99"/>
                    <a:pt x="201" y="100"/>
                  </a:cubicBezTo>
                  <a:cubicBezTo>
                    <a:pt x="200" y="102"/>
                    <a:pt x="199" y="104"/>
                    <a:pt x="200" y="104"/>
                  </a:cubicBezTo>
                  <a:cubicBezTo>
                    <a:pt x="198" y="108"/>
                    <a:pt x="198" y="105"/>
                    <a:pt x="197" y="108"/>
                  </a:cubicBezTo>
                  <a:cubicBezTo>
                    <a:pt x="196" y="112"/>
                    <a:pt x="197" y="116"/>
                    <a:pt x="199" y="120"/>
                  </a:cubicBezTo>
                  <a:cubicBezTo>
                    <a:pt x="198" y="119"/>
                    <a:pt x="196" y="123"/>
                    <a:pt x="195" y="120"/>
                  </a:cubicBezTo>
                  <a:cubicBezTo>
                    <a:pt x="196" y="129"/>
                    <a:pt x="200" y="133"/>
                    <a:pt x="202" y="137"/>
                  </a:cubicBezTo>
                  <a:cubicBezTo>
                    <a:pt x="202" y="140"/>
                    <a:pt x="205" y="147"/>
                    <a:pt x="207" y="149"/>
                  </a:cubicBezTo>
                  <a:cubicBezTo>
                    <a:pt x="206" y="151"/>
                    <a:pt x="206" y="147"/>
                    <a:pt x="205" y="147"/>
                  </a:cubicBezTo>
                  <a:cubicBezTo>
                    <a:pt x="205" y="151"/>
                    <a:pt x="205" y="151"/>
                    <a:pt x="205" y="151"/>
                  </a:cubicBezTo>
                  <a:cubicBezTo>
                    <a:pt x="202" y="146"/>
                    <a:pt x="203" y="153"/>
                    <a:pt x="201" y="150"/>
                  </a:cubicBezTo>
                  <a:cubicBezTo>
                    <a:pt x="202" y="153"/>
                    <a:pt x="204" y="158"/>
                    <a:pt x="206" y="163"/>
                  </a:cubicBezTo>
                  <a:cubicBezTo>
                    <a:pt x="203" y="170"/>
                    <a:pt x="201" y="172"/>
                    <a:pt x="194" y="178"/>
                  </a:cubicBezTo>
                  <a:cubicBezTo>
                    <a:pt x="195" y="178"/>
                    <a:pt x="192" y="180"/>
                    <a:pt x="194" y="181"/>
                  </a:cubicBezTo>
                  <a:cubicBezTo>
                    <a:pt x="194" y="183"/>
                    <a:pt x="192" y="183"/>
                    <a:pt x="191" y="183"/>
                  </a:cubicBezTo>
                  <a:cubicBezTo>
                    <a:pt x="192" y="182"/>
                    <a:pt x="193" y="182"/>
                    <a:pt x="192" y="176"/>
                  </a:cubicBezTo>
                  <a:cubicBezTo>
                    <a:pt x="186" y="156"/>
                    <a:pt x="180" y="130"/>
                    <a:pt x="179" y="108"/>
                  </a:cubicBezTo>
                  <a:cubicBezTo>
                    <a:pt x="179" y="110"/>
                    <a:pt x="178" y="110"/>
                    <a:pt x="178" y="108"/>
                  </a:cubicBezTo>
                  <a:cubicBezTo>
                    <a:pt x="181" y="106"/>
                    <a:pt x="176" y="101"/>
                    <a:pt x="177" y="97"/>
                  </a:cubicBezTo>
                  <a:cubicBezTo>
                    <a:pt x="178" y="97"/>
                    <a:pt x="178" y="99"/>
                    <a:pt x="178" y="100"/>
                  </a:cubicBezTo>
                  <a:cubicBezTo>
                    <a:pt x="179" y="89"/>
                    <a:pt x="176" y="81"/>
                    <a:pt x="177" y="71"/>
                  </a:cubicBezTo>
                  <a:cubicBezTo>
                    <a:pt x="175" y="62"/>
                    <a:pt x="178" y="51"/>
                    <a:pt x="176" y="45"/>
                  </a:cubicBezTo>
                  <a:cubicBezTo>
                    <a:pt x="177" y="46"/>
                    <a:pt x="176" y="41"/>
                    <a:pt x="177" y="39"/>
                  </a:cubicBezTo>
                  <a:cubicBezTo>
                    <a:pt x="176" y="36"/>
                    <a:pt x="176" y="34"/>
                    <a:pt x="176" y="31"/>
                  </a:cubicBezTo>
                  <a:cubicBezTo>
                    <a:pt x="176" y="30"/>
                    <a:pt x="176" y="29"/>
                    <a:pt x="176" y="28"/>
                  </a:cubicBezTo>
                  <a:cubicBezTo>
                    <a:pt x="176" y="27"/>
                    <a:pt x="176" y="27"/>
                    <a:pt x="176" y="27"/>
                  </a:cubicBezTo>
                  <a:cubicBezTo>
                    <a:pt x="176" y="23"/>
                    <a:pt x="177" y="18"/>
                    <a:pt x="176" y="14"/>
                  </a:cubicBezTo>
                  <a:cubicBezTo>
                    <a:pt x="176" y="13"/>
                    <a:pt x="175" y="2"/>
                    <a:pt x="174" y="1"/>
                  </a:cubicBezTo>
                  <a:cubicBezTo>
                    <a:pt x="173" y="0"/>
                    <a:pt x="172" y="6"/>
                    <a:pt x="170" y="6"/>
                  </a:cubicBezTo>
                  <a:cubicBezTo>
                    <a:pt x="162" y="5"/>
                    <a:pt x="168" y="10"/>
                    <a:pt x="161" y="11"/>
                  </a:cubicBezTo>
                  <a:cubicBezTo>
                    <a:pt x="157" y="12"/>
                    <a:pt x="156" y="13"/>
                    <a:pt x="154" y="16"/>
                  </a:cubicBezTo>
                  <a:cubicBezTo>
                    <a:pt x="155" y="20"/>
                    <a:pt x="155" y="24"/>
                    <a:pt x="155" y="28"/>
                  </a:cubicBezTo>
                  <a:cubicBezTo>
                    <a:pt x="156" y="67"/>
                    <a:pt x="156" y="67"/>
                    <a:pt x="156" y="67"/>
                  </a:cubicBezTo>
                  <a:cubicBezTo>
                    <a:pt x="156" y="75"/>
                    <a:pt x="154" y="84"/>
                    <a:pt x="153" y="92"/>
                  </a:cubicBezTo>
                  <a:cubicBezTo>
                    <a:pt x="148" y="91"/>
                    <a:pt x="142" y="91"/>
                    <a:pt x="139" y="94"/>
                  </a:cubicBezTo>
                  <a:cubicBezTo>
                    <a:pt x="137" y="95"/>
                    <a:pt x="135" y="96"/>
                    <a:pt x="134" y="98"/>
                  </a:cubicBezTo>
                  <a:cubicBezTo>
                    <a:pt x="125" y="103"/>
                    <a:pt x="119" y="113"/>
                    <a:pt x="119" y="118"/>
                  </a:cubicBezTo>
                  <a:cubicBezTo>
                    <a:pt x="118" y="121"/>
                    <a:pt x="118" y="124"/>
                    <a:pt x="118" y="127"/>
                  </a:cubicBezTo>
                  <a:cubicBezTo>
                    <a:pt x="115" y="132"/>
                    <a:pt x="113" y="140"/>
                    <a:pt x="112" y="144"/>
                  </a:cubicBezTo>
                  <a:cubicBezTo>
                    <a:pt x="111" y="152"/>
                    <a:pt x="111" y="155"/>
                    <a:pt x="111" y="160"/>
                  </a:cubicBezTo>
                  <a:cubicBezTo>
                    <a:pt x="111" y="163"/>
                    <a:pt x="109" y="164"/>
                    <a:pt x="108" y="165"/>
                  </a:cubicBezTo>
                  <a:cubicBezTo>
                    <a:pt x="105" y="174"/>
                    <a:pt x="100" y="181"/>
                    <a:pt x="100" y="189"/>
                  </a:cubicBezTo>
                  <a:cubicBezTo>
                    <a:pt x="99" y="189"/>
                    <a:pt x="99" y="189"/>
                    <a:pt x="99" y="189"/>
                  </a:cubicBezTo>
                  <a:cubicBezTo>
                    <a:pt x="98" y="195"/>
                    <a:pt x="93" y="208"/>
                    <a:pt x="88" y="208"/>
                  </a:cubicBezTo>
                  <a:cubicBezTo>
                    <a:pt x="88" y="210"/>
                    <a:pt x="83" y="208"/>
                    <a:pt x="85" y="211"/>
                  </a:cubicBezTo>
                  <a:cubicBezTo>
                    <a:pt x="82" y="210"/>
                    <a:pt x="85" y="209"/>
                    <a:pt x="82" y="208"/>
                  </a:cubicBezTo>
                  <a:cubicBezTo>
                    <a:pt x="83" y="209"/>
                    <a:pt x="84" y="208"/>
                    <a:pt x="85" y="208"/>
                  </a:cubicBezTo>
                  <a:cubicBezTo>
                    <a:pt x="78" y="200"/>
                    <a:pt x="79" y="178"/>
                    <a:pt x="79" y="161"/>
                  </a:cubicBezTo>
                  <a:cubicBezTo>
                    <a:pt x="81" y="156"/>
                    <a:pt x="80" y="144"/>
                    <a:pt x="81" y="133"/>
                  </a:cubicBezTo>
                  <a:cubicBezTo>
                    <a:pt x="81" y="131"/>
                    <a:pt x="81" y="131"/>
                    <a:pt x="81" y="131"/>
                  </a:cubicBezTo>
                  <a:cubicBezTo>
                    <a:pt x="82" y="131"/>
                    <a:pt x="82" y="131"/>
                    <a:pt x="83" y="131"/>
                  </a:cubicBezTo>
                  <a:cubicBezTo>
                    <a:pt x="83" y="131"/>
                    <a:pt x="83" y="130"/>
                    <a:pt x="83" y="130"/>
                  </a:cubicBezTo>
                  <a:cubicBezTo>
                    <a:pt x="83" y="129"/>
                    <a:pt x="83" y="129"/>
                    <a:pt x="83" y="129"/>
                  </a:cubicBezTo>
                  <a:cubicBezTo>
                    <a:pt x="83" y="128"/>
                    <a:pt x="83" y="128"/>
                    <a:pt x="83" y="128"/>
                  </a:cubicBezTo>
                  <a:cubicBezTo>
                    <a:pt x="82" y="128"/>
                    <a:pt x="82" y="128"/>
                    <a:pt x="81" y="128"/>
                  </a:cubicBezTo>
                  <a:cubicBezTo>
                    <a:pt x="81" y="127"/>
                    <a:pt x="81" y="127"/>
                    <a:pt x="81" y="127"/>
                  </a:cubicBezTo>
                  <a:cubicBezTo>
                    <a:pt x="82" y="128"/>
                    <a:pt x="82" y="128"/>
                    <a:pt x="83" y="128"/>
                  </a:cubicBezTo>
                  <a:cubicBezTo>
                    <a:pt x="83" y="128"/>
                    <a:pt x="83" y="128"/>
                    <a:pt x="83" y="128"/>
                  </a:cubicBezTo>
                  <a:cubicBezTo>
                    <a:pt x="83" y="127"/>
                    <a:pt x="83" y="127"/>
                    <a:pt x="83" y="127"/>
                  </a:cubicBezTo>
                  <a:cubicBezTo>
                    <a:pt x="83" y="127"/>
                    <a:pt x="83" y="127"/>
                    <a:pt x="83" y="127"/>
                  </a:cubicBezTo>
                  <a:cubicBezTo>
                    <a:pt x="83" y="127"/>
                    <a:pt x="83" y="127"/>
                    <a:pt x="83" y="127"/>
                  </a:cubicBezTo>
                  <a:cubicBezTo>
                    <a:pt x="83" y="127"/>
                    <a:pt x="83" y="127"/>
                    <a:pt x="83" y="127"/>
                  </a:cubicBezTo>
                  <a:cubicBezTo>
                    <a:pt x="83" y="127"/>
                    <a:pt x="82" y="127"/>
                    <a:pt x="81" y="127"/>
                  </a:cubicBezTo>
                  <a:cubicBezTo>
                    <a:pt x="81" y="126"/>
                    <a:pt x="81" y="126"/>
                    <a:pt x="81" y="126"/>
                  </a:cubicBezTo>
                  <a:cubicBezTo>
                    <a:pt x="62" y="125"/>
                    <a:pt x="75" y="126"/>
                    <a:pt x="71" y="127"/>
                  </a:cubicBezTo>
                  <a:cubicBezTo>
                    <a:pt x="71" y="127"/>
                    <a:pt x="71" y="127"/>
                    <a:pt x="71" y="127"/>
                  </a:cubicBezTo>
                  <a:cubicBezTo>
                    <a:pt x="66" y="126"/>
                    <a:pt x="63" y="126"/>
                    <a:pt x="69" y="126"/>
                  </a:cubicBezTo>
                  <a:cubicBezTo>
                    <a:pt x="69" y="127"/>
                    <a:pt x="69" y="127"/>
                    <a:pt x="69" y="127"/>
                  </a:cubicBezTo>
                  <a:cubicBezTo>
                    <a:pt x="69" y="127"/>
                    <a:pt x="69" y="127"/>
                    <a:pt x="69" y="127"/>
                  </a:cubicBezTo>
                  <a:cubicBezTo>
                    <a:pt x="70" y="127"/>
                    <a:pt x="70" y="127"/>
                    <a:pt x="71" y="127"/>
                  </a:cubicBezTo>
                  <a:cubicBezTo>
                    <a:pt x="71" y="127"/>
                    <a:pt x="71" y="127"/>
                    <a:pt x="71" y="127"/>
                  </a:cubicBezTo>
                  <a:cubicBezTo>
                    <a:pt x="70" y="127"/>
                    <a:pt x="70" y="127"/>
                    <a:pt x="69" y="127"/>
                  </a:cubicBezTo>
                  <a:cubicBezTo>
                    <a:pt x="69" y="129"/>
                    <a:pt x="69" y="131"/>
                    <a:pt x="71" y="129"/>
                  </a:cubicBezTo>
                  <a:cubicBezTo>
                    <a:pt x="71" y="129"/>
                    <a:pt x="71" y="129"/>
                    <a:pt x="71" y="130"/>
                  </a:cubicBezTo>
                  <a:cubicBezTo>
                    <a:pt x="71" y="130"/>
                    <a:pt x="71" y="130"/>
                    <a:pt x="71" y="130"/>
                  </a:cubicBezTo>
                  <a:cubicBezTo>
                    <a:pt x="70" y="132"/>
                    <a:pt x="70" y="134"/>
                    <a:pt x="70" y="136"/>
                  </a:cubicBezTo>
                  <a:cubicBezTo>
                    <a:pt x="70" y="138"/>
                    <a:pt x="70" y="139"/>
                    <a:pt x="70" y="140"/>
                  </a:cubicBezTo>
                  <a:cubicBezTo>
                    <a:pt x="70" y="140"/>
                    <a:pt x="70" y="140"/>
                    <a:pt x="70" y="140"/>
                  </a:cubicBezTo>
                  <a:cubicBezTo>
                    <a:pt x="69" y="144"/>
                    <a:pt x="69" y="147"/>
                    <a:pt x="68" y="151"/>
                  </a:cubicBezTo>
                  <a:cubicBezTo>
                    <a:pt x="68" y="151"/>
                    <a:pt x="67" y="151"/>
                    <a:pt x="67" y="152"/>
                  </a:cubicBezTo>
                  <a:cubicBezTo>
                    <a:pt x="67" y="153"/>
                    <a:pt x="67" y="155"/>
                    <a:pt x="67" y="156"/>
                  </a:cubicBezTo>
                  <a:cubicBezTo>
                    <a:pt x="67" y="160"/>
                    <a:pt x="66" y="164"/>
                    <a:pt x="64" y="168"/>
                  </a:cubicBezTo>
                  <a:cubicBezTo>
                    <a:pt x="64" y="168"/>
                    <a:pt x="64" y="169"/>
                    <a:pt x="64" y="169"/>
                  </a:cubicBezTo>
                  <a:cubicBezTo>
                    <a:pt x="63" y="164"/>
                    <a:pt x="64" y="157"/>
                    <a:pt x="65" y="155"/>
                  </a:cubicBezTo>
                  <a:cubicBezTo>
                    <a:pt x="63" y="149"/>
                    <a:pt x="64" y="160"/>
                    <a:pt x="62" y="159"/>
                  </a:cubicBezTo>
                  <a:cubicBezTo>
                    <a:pt x="62" y="163"/>
                    <a:pt x="62" y="166"/>
                    <a:pt x="63" y="171"/>
                  </a:cubicBezTo>
                  <a:cubicBezTo>
                    <a:pt x="62" y="174"/>
                    <a:pt x="63" y="175"/>
                    <a:pt x="61" y="179"/>
                  </a:cubicBezTo>
                  <a:cubicBezTo>
                    <a:pt x="60" y="178"/>
                    <a:pt x="60" y="178"/>
                    <a:pt x="60" y="178"/>
                  </a:cubicBezTo>
                  <a:cubicBezTo>
                    <a:pt x="58" y="183"/>
                    <a:pt x="58" y="185"/>
                    <a:pt x="58" y="188"/>
                  </a:cubicBezTo>
                  <a:cubicBezTo>
                    <a:pt x="54" y="190"/>
                    <a:pt x="55" y="191"/>
                    <a:pt x="51" y="193"/>
                  </a:cubicBezTo>
                  <a:cubicBezTo>
                    <a:pt x="54" y="190"/>
                    <a:pt x="55" y="186"/>
                    <a:pt x="55" y="183"/>
                  </a:cubicBezTo>
                  <a:cubicBezTo>
                    <a:pt x="51" y="187"/>
                    <a:pt x="48" y="194"/>
                    <a:pt x="43" y="194"/>
                  </a:cubicBezTo>
                  <a:cubicBezTo>
                    <a:pt x="38" y="196"/>
                    <a:pt x="35" y="199"/>
                    <a:pt x="35" y="201"/>
                  </a:cubicBezTo>
                  <a:cubicBezTo>
                    <a:pt x="36" y="200"/>
                    <a:pt x="31" y="201"/>
                    <a:pt x="34" y="199"/>
                  </a:cubicBezTo>
                  <a:cubicBezTo>
                    <a:pt x="32" y="200"/>
                    <a:pt x="30" y="201"/>
                    <a:pt x="29" y="201"/>
                  </a:cubicBezTo>
                  <a:cubicBezTo>
                    <a:pt x="29" y="201"/>
                    <a:pt x="29" y="201"/>
                    <a:pt x="29" y="201"/>
                  </a:cubicBezTo>
                  <a:cubicBezTo>
                    <a:pt x="28" y="201"/>
                    <a:pt x="28" y="200"/>
                    <a:pt x="28" y="199"/>
                  </a:cubicBezTo>
                  <a:cubicBezTo>
                    <a:pt x="26" y="197"/>
                    <a:pt x="23" y="193"/>
                    <a:pt x="19" y="196"/>
                  </a:cubicBezTo>
                  <a:cubicBezTo>
                    <a:pt x="19" y="194"/>
                    <a:pt x="19" y="194"/>
                    <a:pt x="19" y="194"/>
                  </a:cubicBezTo>
                  <a:cubicBezTo>
                    <a:pt x="16" y="196"/>
                    <a:pt x="12" y="198"/>
                    <a:pt x="9" y="198"/>
                  </a:cubicBezTo>
                  <a:cubicBezTo>
                    <a:pt x="9" y="200"/>
                    <a:pt x="8" y="202"/>
                    <a:pt x="10" y="203"/>
                  </a:cubicBezTo>
                  <a:cubicBezTo>
                    <a:pt x="9" y="204"/>
                    <a:pt x="7" y="201"/>
                    <a:pt x="8" y="203"/>
                  </a:cubicBezTo>
                  <a:cubicBezTo>
                    <a:pt x="7" y="201"/>
                    <a:pt x="7" y="201"/>
                    <a:pt x="7" y="201"/>
                  </a:cubicBezTo>
                  <a:cubicBezTo>
                    <a:pt x="1" y="206"/>
                    <a:pt x="3" y="212"/>
                    <a:pt x="3" y="217"/>
                  </a:cubicBezTo>
                  <a:cubicBezTo>
                    <a:pt x="0" y="218"/>
                    <a:pt x="3" y="221"/>
                    <a:pt x="2" y="224"/>
                  </a:cubicBezTo>
                  <a:cubicBezTo>
                    <a:pt x="3" y="226"/>
                    <a:pt x="2" y="229"/>
                    <a:pt x="5" y="229"/>
                  </a:cubicBezTo>
                  <a:cubicBezTo>
                    <a:pt x="4" y="230"/>
                    <a:pt x="4" y="230"/>
                    <a:pt x="4" y="230"/>
                  </a:cubicBezTo>
                  <a:cubicBezTo>
                    <a:pt x="4" y="232"/>
                    <a:pt x="4" y="235"/>
                    <a:pt x="5" y="237"/>
                  </a:cubicBezTo>
                  <a:cubicBezTo>
                    <a:pt x="5" y="239"/>
                    <a:pt x="7" y="238"/>
                    <a:pt x="8" y="239"/>
                  </a:cubicBezTo>
                  <a:cubicBezTo>
                    <a:pt x="7" y="240"/>
                    <a:pt x="7" y="240"/>
                    <a:pt x="7" y="240"/>
                  </a:cubicBezTo>
                  <a:cubicBezTo>
                    <a:pt x="8" y="241"/>
                    <a:pt x="10" y="240"/>
                    <a:pt x="12" y="240"/>
                  </a:cubicBezTo>
                  <a:cubicBezTo>
                    <a:pt x="12" y="241"/>
                    <a:pt x="12" y="241"/>
                    <a:pt x="12" y="242"/>
                  </a:cubicBezTo>
                  <a:cubicBezTo>
                    <a:pt x="11" y="242"/>
                    <a:pt x="9" y="242"/>
                    <a:pt x="7" y="242"/>
                  </a:cubicBezTo>
                  <a:cubicBezTo>
                    <a:pt x="8" y="244"/>
                    <a:pt x="11" y="244"/>
                    <a:pt x="10" y="246"/>
                  </a:cubicBezTo>
                  <a:cubicBezTo>
                    <a:pt x="11" y="247"/>
                    <a:pt x="12" y="248"/>
                    <a:pt x="14" y="247"/>
                  </a:cubicBezTo>
                  <a:cubicBezTo>
                    <a:pt x="13" y="247"/>
                    <a:pt x="14" y="248"/>
                    <a:pt x="13" y="248"/>
                  </a:cubicBezTo>
                  <a:cubicBezTo>
                    <a:pt x="13" y="249"/>
                    <a:pt x="14" y="249"/>
                    <a:pt x="15" y="249"/>
                  </a:cubicBezTo>
                  <a:cubicBezTo>
                    <a:pt x="15" y="249"/>
                    <a:pt x="15" y="249"/>
                    <a:pt x="15" y="249"/>
                  </a:cubicBezTo>
                  <a:cubicBezTo>
                    <a:pt x="16" y="248"/>
                    <a:pt x="17" y="249"/>
                    <a:pt x="18" y="247"/>
                  </a:cubicBezTo>
                  <a:cubicBezTo>
                    <a:pt x="17" y="247"/>
                    <a:pt x="17" y="247"/>
                    <a:pt x="17" y="246"/>
                  </a:cubicBezTo>
                  <a:cubicBezTo>
                    <a:pt x="18" y="246"/>
                    <a:pt x="19" y="246"/>
                    <a:pt x="19" y="248"/>
                  </a:cubicBezTo>
                  <a:cubicBezTo>
                    <a:pt x="18" y="249"/>
                    <a:pt x="16" y="249"/>
                    <a:pt x="17" y="250"/>
                  </a:cubicBezTo>
                  <a:cubicBezTo>
                    <a:pt x="18" y="250"/>
                    <a:pt x="20" y="249"/>
                    <a:pt x="21" y="248"/>
                  </a:cubicBezTo>
                  <a:cubicBezTo>
                    <a:pt x="20" y="249"/>
                    <a:pt x="19" y="248"/>
                    <a:pt x="20" y="246"/>
                  </a:cubicBezTo>
                  <a:cubicBezTo>
                    <a:pt x="19" y="247"/>
                    <a:pt x="19" y="247"/>
                    <a:pt x="19" y="247"/>
                  </a:cubicBezTo>
                  <a:cubicBezTo>
                    <a:pt x="20" y="246"/>
                    <a:pt x="20" y="246"/>
                    <a:pt x="20" y="246"/>
                  </a:cubicBezTo>
                  <a:cubicBezTo>
                    <a:pt x="18" y="245"/>
                    <a:pt x="19" y="243"/>
                    <a:pt x="17" y="243"/>
                  </a:cubicBezTo>
                  <a:cubicBezTo>
                    <a:pt x="16" y="245"/>
                    <a:pt x="16" y="245"/>
                    <a:pt x="16" y="245"/>
                  </a:cubicBezTo>
                  <a:cubicBezTo>
                    <a:pt x="15" y="244"/>
                    <a:pt x="13" y="244"/>
                    <a:pt x="13" y="243"/>
                  </a:cubicBezTo>
                  <a:cubicBezTo>
                    <a:pt x="14" y="243"/>
                    <a:pt x="15" y="242"/>
                    <a:pt x="15" y="241"/>
                  </a:cubicBezTo>
                  <a:cubicBezTo>
                    <a:pt x="15" y="241"/>
                    <a:pt x="14" y="241"/>
                    <a:pt x="15" y="241"/>
                  </a:cubicBezTo>
                  <a:cubicBezTo>
                    <a:pt x="17" y="240"/>
                    <a:pt x="17" y="240"/>
                    <a:pt x="17" y="240"/>
                  </a:cubicBezTo>
                  <a:cubicBezTo>
                    <a:pt x="14" y="242"/>
                    <a:pt x="15" y="238"/>
                    <a:pt x="14" y="238"/>
                  </a:cubicBezTo>
                  <a:cubicBezTo>
                    <a:pt x="15" y="238"/>
                    <a:pt x="15" y="238"/>
                    <a:pt x="15" y="238"/>
                  </a:cubicBezTo>
                  <a:cubicBezTo>
                    <a:pt x="15" y="236"/>
                    <a:pt x="13" y="239"/>
                    <a:pt x="13" y="238"/>
                  </a:cubicBezTo>
                  <a:cubicBezTo>
                    <a:pt x="13" y="237"/>
                    <a:pt x="15" y="237"/>
                    <a:pt x="16" y="235"/>
                  </a:cubicBezTo>
                  <a:cubicBezTo>
                    <a:pt x="15" y="234"/>
                    <a:pt x="12" y="233"/>
                    <a:pt x="14" y="230"/>
                  </a:cubicBezTo>
                  <a:cubicBezTo>
                    <a:pt x="13" y="229"/>
                    <a:pt x="12" y="228"/>
                    <a:pt x="11" y="227"/>
                  </a:cubicBezTo>
                  <a:cubicBezTo>
                    <a:pt x="10" y="226"/>
                    <a:pt x="13" y="227"/>
                    <a:pt x="12" y="226"/>
                  </a:cubicBezTo>
                  <a:cubicBezTo>
                    <a:pt x="13" y="226"/>
                    <a:pt x="14" y="225"/>
                    <a:pt x="15" y="225"/>
                  </a:cubicBezTo>
                  <a:cubicBezTo>
                    <a:pt x="14" y="225"/>
                    <a:pt x="15" y="223"/>
                    <a:pt x="12" y="224"/>
                  </a:cubicBezTo>
                  <a:cubicBezTo>
                    <a:pt x="13" y="222"/>
                    <a:pt x="13" y="221"/>
                    <a:pt x="13" y="219"/>
                  </a:cubicBezTo>
                  <a:cubicBezTo>
                    <a:pt x="13" y="219"/>
                    <a:pt x="14" y="219"/>
                    <a:pt x="15" y="219"/>
                  </a:cubicBezTo>
                  <a:cubicBezTo>
                    <a:pt x="14" y="218"/>
                    <a:pt x="12" y="217"/>
                    <a:pt x="13" y="216"/>
                  </a:cubicBezTo>
                  <a:cubicBezTo>
                    <a:pt x="12" y="215"/>
                    <a:pt x="12" y="216"/>
                    <a:pt x="10" y="215"/>
                  </a:cubicBezTo>
                  <a:cubicBezTo>
                    <a:pt x="10" y="215"/>
                    <a:pt x="9" y="215"/>
                    <a:pt x="9" y="214"/>
                  </a:cubicBezTo>
                  <a:cubicBezTo>
                    <a:pt x="11" y="214"/>
                    <a:pt x="14" y="215"/>
                    <a:pt x="14" y="214"/>
                  </a:cubicBezTo>
                  <a:cubicBezTo>
                    <a:pt x="17" y="215"/>
                    <a:pt x="13" y="216"/>
                    <a:pt x="16" y="216"/>
                  </a:cubicBezTo>
                  <a:cubicBezTo>
                    <a:pt x="18" y="216"/>
                    <a:pt x="18" y="218"/>
                    <a:pt x="17" y="219"/>
                  </a:cubicBezTo>
                  <a:cubicBezTo>
                    <a:pt x="19" y="220"/>
                    <a:pt x="17" y="218"/>
                    <a:pt x="19" y="218"/>
                  </a:cubicBezTo>
                  <a:cubicBezTo>
                    <a:pt x="19" y="217"/>
                    <a:pt x="18" y="217"/>
                    <a:pt x="18" y="216"/>
                  </a:cubicBezTo>
                  <a:cubicBezTo>
                    <a:pt x="18" y="216"/>
                    <a:pt x="17" y="216"/>
                    <a:pt x="17" y="216"/>
                  </a:cubicBezTo>
                  <a:cubicBezTo>
                    <a:pt x="17" y="215"/>
                    <a:pt x="18" y="215"/>
                    <a:pt x="18" y="215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7" y="216"/>
                    <a:pt x="17" y="216"/>
                    <a:pt x="17" y="216"/>
                  </a:cubicBezTo>
                  <a:cubicBezTo>
                    <a:pt x="17" y="216"/>
                    <a:pt x="17" y="216"/>
                    <a:pt x="17" y="216"/>
                  </a:cubicBezTo>
                  <a:cubicBezTo>
                    <a:pt x="17" y="216"/>
                    <a:pt x="17" y="216"/>
                    <a:pt x="17" y="216"/>
                  </a:cubicBezTo>
                  <a:cubicBezTo>
                    <a:pt x="17" y="215"/>
                    <a:pt x="17" y="215"/>
                    <a:pt x="17" y="215"/>
                  </a:cubicBezTo>
                  <a:cubicBezTo>
                    <a:pt x="17" y="215"/>
                    <a:pt x="17" y="216"/>
                    <a:pt x="17" y="216"/>
                  </a:cubicBezTo>
                  <a:cubicBezTo>
                    <a:pt x="17" y="216"/>
                    <a:pt x="17" y="216"/>
                    <a:pt x="17" y="216"/>
                  </a:cubicBezTo>
                  <a:cubicBezTo>
                    <a:pt x="17" y="215"/>
                    <a:pt x="17" y="215"/>
                    <a:pt x="17" y="215"/>
                  </a:cubicBezTo>
                  <a:cubicBezTo>
                    <a:pt x="17" y="215"/>
                    <a:pt x="17" y="215"/>
                    <a:pt x="17" y="215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7" y="215"/>
                    <a:pt x="17" y="215"/>
                    <a:pt x="17" y="216"/>
                  </a:cubicBezTo>
                  <a:cubicBezTo>
                    <a:pt x="17" y="216"/>
                    <a:pt x="17" y="216"/>
                    <a:pt x="17" y="216"/>
                  </a:cubicBezTo>
                  <a:cubicBezTo>
                    <a:pt x="16" y="216"/>
                    <a:pt x="16" y="215"/>
                    <a:pt x="16" y="215"/>
                  </a:cubicBezTo>
                  <a:cubicBezTo>
                    <a:pt x="14" y="214"/>
                    <a:pt x="17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7" y="214"/>
                    <a:pt x="17" y="215"/>
                    <a:pt x="17" y="215"/>
                  </a:cubicBezTo>
                  <a:cubicBezTo>
                    <a:pt x="17" y="215"/>
                    <a:pt x="17" y="215"/>
                    <a:pt x="17" y="215"/>
                  </a:cubicBezTo>
                  <a:cubicBezTo>
                    <a:pt x="17" y="216"/>
                    <a:pt x="17" y="216"/>
                    <a:pt x="17" y="216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8" y="215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5"/>
                    <a:pt x="17" y="215"/>
                    <a:pt x="17" y="215"/>
                  </a:cubicBezTo>
                  <a:cubicBezTo>
                    <a:pt x="17" y="215"/>
                    <a:pt x="17" y="215"/>
                    <a:pt x="18" y="215"/>
                  </a:cubicBezTo>
                  <a:cubicBezTo>
                    <a:pt x="17" y="215"/>
                    <a:pt x="17" y="215"/>
                    <a:pt x="17" y="215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20" y="212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8" y="213"/>
                  </a:cubicBezTo>
                  <a:cubicBezTo>
                    <a:pt x="19" y="213"/>
                    <a:pt x="19" y="213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9" y="213"/>
                    <a:pt x="19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3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8" y="216"/>
                    <a:pt x="18" y="216"/>
                    <a:pt x="18" y="216"/>
                  </a:cubicBezTo>
                  <a:cubicBezTo>
                    <a:pt x="18" y="216"/>
                    <a:pt x="18" y="216"/>
                    <a:pt x="18" y="216"/>
                  </a:cubicBezTo>
                  <a:cubicBezTo>
                    <a:pt x="19" y="216"/>
                    <a:pt x="18" y="215"/>
                    <a:pt x="19" y="215"/>
                  </a:cubicBezTo>
                  <a:cubicBezTo>
                    <a:pt x="19" y="215"/>
                    <a:pt x="19" y="215"/>
                    <a:pt x="19" y="215"/>
                  </a:cubicBezTo>
                  <a:cubicBezTo>
                    <a:pt x="19" y="215"/>
                    <a:pt x="19" y="215"/>
                    <a:pt x="19" y="215"/>
                  </a:cubicBezTo>
                  <a:cubicBezTo>
                    <a:pt x="19" y="215"/>
                    <a:pt x="19" y="216"/>
                    <a:pt x="19" y="216"/>
                  </a:cubicBezTo>
                  <a:cubicBezTo>
                    <a:pt x="19" y="216"/>
                    <a:pt x="19" y="216"/>
                    <a:pt x="19" y="215"/>
                  </a:cubicBezTo>
                  <a:cubicBezTo>
                    <a:pt x="19" y="216"/>
                    <a:pt x="19" y="216"/>
                    <a:pt x="19" y="216"/>
                  </a:cubicBezTo>
                  <a:cubicBezTo>
                    <a:pt x="19" y="215"/>
                    <a:pt x="20" y="217"/>
                    <a:pt x="20" y="215"/>
                  </a:cubicBezTo>
                  <a:cubicBezTo>
                    <a:pt x="19" y="215"/>
                    <a:pt x="19" y="215"/>
                    <a:pt x="19" y="215"/>
                  </a:cubicBezTo>
                  <a:cubicBezTo>
                    <a:pt x="20" y="215"/>
                    <a:pt x="18" y="215"/>
                    <a:pt x="19" y="214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9" y="214"/>
                    <a:pt x="19" y="214"/>
                    <a:pt x="19" y="213"/>
                  </a:cubicBezTo>
                  <a:cubicBezTo>
                    <a:pt x="19" y="213"/>
                    <a:pt x="19" y="214"/>
                    <a:pt x="19" y="214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9" y="214"/>
                    <a:pt x="20" y="214"/>
                    <a:pt x="20" y="214"/>
                  </a:cubicBezTo>
                  <a:cubicBezTo>
                    <a:pt x="20" y="214"/>
                    <a:pt x="19" y="214"/>
                    <a:pt x="20" y="215"/>
                  </a:cubicBezTo>
                  <a:cubicBezTo>
                    <a:pt x="22" y="215"/>
                    <a:pt x="22" y="215"/>
                    <a:pt x="22" y="215"/>
                  </a:cubicBezTo>
                  <a:cubicBezTo>
                    <a:pt x="21" y="216"/>
                    <a:pt x="21" y="216"/>
                    <a:pt x="21" y="216"/>
                  </a:cubicBezTo>
                  <a:cubicBezTo>
                    <a:pt x="20" y="216"/>
                    <a:pt x="20" y="216"/>
                    <a:pt x="20" y="216"/>
                  </a:cubicBezTo>
                  <a:cubicBezTo>
                    <a:pt x="21" y="216"/>
                    <a:pt x="21" y="216"/>
                    <a:pt x="21" y="216"/>
                  </a:cubicBezTo>
                  <a:cubicBezTo>
                    <a:pt x="20" y="217"/>
                    <a:pt x="20" y="217"/>
                    <a:pt x="20" y="217"/>
                  </a:cubicBezTo>
                  <a:cubicBezTo>
                    <a:pt x="21" y="216"/>
                    <a:pt x="21" y="216"/>
                    <a:pt x="21" y="216"/>
                  </a:cubicBezTo>
                  <a:cubicBezTo>
                    <a:pt x="21" y="217"/>
                    <a:pt x="21" y="217"/>
                    <a:pt x="21" y="217"/>
                  </a:cubicBezTo>
                  <a:cubicBezTo>
                    <a:pt x="20" y="218"/>
                    <a:pt x="23" y="217"/>
                    <a:pt x="22" y="218"/>
                  </a:cubicBezTo>
                  <a:cubicBezTo>
                    <a:pt x="21" y="218"/>
                    <a:pt x="20" y="219"/>
                    <a:pt x="20" y="219"/>
                  </a:cubicBezTo>
                  <a:cubicBezTo>
                    <a:pt x="22" y="218"/>
                    <a:pt x="23" y="219"/>
                    <a:pt x="25" y="218"/>
                  </a:cubicBezTo>
                  <a:cubicBezTo>
                    <a:pt x="24" y="219"/>
                    <a:pt x="21" y="219"/>
                    <a:pt x="20" y="220"/>
                  </a:cubicBezTo>
                  <a:cubicBezTo>
                    <a:pt x="22" y="220"/>
                    <a:pt x="19" y="222"/>
                    <a:pt x="22" y="221"/>
                  </a:cubicBezTo>
                  <a:cubicBezTo>
                    <a:pt x="22" y="220"/>
                    <a:pt x="23" y="221"/>
                    <a:pt x="25" y="220"/>
                  </a:cubicBezTo>
                  <a:cubicBezTo>
                    <a:pt x="25" y="222"/>
                    <a:pt x="23" y="221"/>
                    <a:pt x="23" y="222"/>
                  </a:cubicBezTo>
                  <a:cubicBezTo>
                    <a:pt x="23" y="222"/>
                    <a:pt x="25" y="222"/>
                    <a:pt x="26" y="221"/>
                  </a:cubicBezTo>
                  <a:cubicBezTo>
                    <a:pt x="26" y="222"/>
                    <a:pt x="28" y="222"/>
                    <a:pt x="27" y="223"/>
                  </a:cubicBezTo>
                  <a:cubicBezTo>
                    <a:pt x="25" y="224"/>
                    <a:pt x="26" y="222"/>
                    <a:pt x="25" y="223"/>
                  </a:cubicBezTo>
                  <a:cubicBezTo>
                    <a:pt x="25" y="224"/>
                    <a:pt x="29" y="222"/>
                    <a:pt x="30" y="224"/>
                  </a:cubicBezTo>
                  <a:cubicBezTo>
                    <a:pt x="31" y="223"/>
                    <a:pt x="34" y="223"/>
                    <a:pt x="35" y="224"/>
                  </a:cubicBezTo>
                  <a:cubicBezTo>
                    <a:pt x="35" y="226"/>
                    <a:pt x="34" y="223"/>
                    <a:pt x="32" y="224"/>
                  </a:cubicBezTo>
                  <a:cubicBezTo>
                    <a:pt x="32" y="225"/>
                    <a:pt x="32" y="225"/>
                    <a:pt x="32" y="225"/>
                  </a:cubicBezTo>
                  <a:cubicBezTo>
                    <a:pt x="30" y="227"/>
                    <a:pt x="27" y="224"/>
                    <a:pt x="25" y="225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6"/>
                    <a:pt x="24" y="226"/>
                    <a:pt x="23" y="227"/>
                  </a:cubicBezTo>
                  <a:cubicBezTo>
                    <a:pt x="25" y="226"/>
                    <a:pt x="24" y="228"/>
                    <a:pt x="25" y="228"/>
                  </a:cubicBezTo>
                  <a:cubicBezTo>
                    <a:pt x="26" y="228"/>
                    <a:pt x="24" y="228"/>
                    <a:pt x="25" y="228"/>
                  </a:cubicBezTo>
                  <a:cubicBezTo>
                    <a:pt x="26" y="228"/>
                    <a:pt x="29" y="228"/>
                    <a:pt x="28" y="230"/>
                  </a:cubicBezTo>
                  <a:cubicBezTo>
                    <a:pt x="27" y="229"/>
                    <a:pt x="26" y="230"/>
                    <a:pt x="25" y="230"/>
                  </a:cubicBezTo>
                  <a:cubicBezTo>
                    <a:pt x="24" y="231"/>
                    <a:pt x="27" y="230"/>
                    <a:pt x="26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5" y="233"/>
                    <a:pt x="26" y="241"/>
                    <a:pt x="32" y="242"/>
                  </a:cubicBezTo>
                  <a:cubicBezTo>
                    <a:pt x="31" y="243"/>
                    <a:pt x="31" y="245"/>
                    <a:pt x="30" y="247"/>
                  </a:cubicBezTo>
                  <a:cubicBezTo>
                    <a:pt x="31" y="246"/>
                    <a:pt x="32" y="246"/>
                    <a:pt x="33" y="247"/>
                  </a:cubicBezTo>
                  <a:cubicBezTo>
                    <a:pt x="31" y="248"/>
                    <a:pt x="31" y="248"/>
                    <a:pt x="31" y="248"/>
                  </a:cubicBezTo>
                  <a:cubicBezTo>
                    <a:pt x="30" y="250"/>
                    <a:pt x="33" y="251"/>
                    <a:pt x="34" y="251"/>
                  </a:cubicBezTo>
                  <a:cubicBezTo>
                    <a:pt x="33" y="252"/>
                    <a:pt x="33" y="252"/>
                    <a:pt x="33" y="252"/>
                  </a:cubicBezTo>
                  <a:cubicBezTo>
                    <a:pt x="32" y="254"/>
                    <a:pt x="34" y="253"/>
                    <a:pt x="35" y="253"/>
                  </a:cubicBezTo>
                  <a:cubicBezTo>
                    <a:pt x="34" y="254"/>
                    <a:pt x="34" y="254"/>
                    <a:pt x="34" y="254"/>
                  </a:cubicBezTo>
                  <a:cubicBezTo>
                    <a:pt x="35" y="254"/>
                    <a:pt x="35" y="254"/>
                    <a:pt x="35" y="254"/>
                  </a:cubicBezTo>
                  <a:cubicBezTo>
                    <a:pt x="36" y="255"/>
                    <a:pt x="36" y="256"/>
                    <a:pt x="34" y="257"/>
                  </a:cubicBezTo>
                  <a:cubicBezTo>
                    <a:pt x="35" y="257"/>
                    <a:pt x="35" y="257"/>
                    <a:pt x="36" y="256"/>
                  </a:cubicBezTo>
                  <a:cubicBezTo>
                    <a:pt x="35" y="258"/>
                    <a:pt x="36" y="261"/>
                    <a:pt x="38" y="262"/>
                  </a:cubicBezTo>
                  <a:cubicBezTo>
                    <a:pt x="38" y="261"/>
                    <a:pt x="39" y="261"/>
                    <a:pt x="40" y="260"/>
                  </a:cubicBezTo>
                  <a:cubicBezTo>
                    <a:pt x="42" y="259"/>
                    <a:pt x="40" y="260"/>
                    <a:pt x="41" y="260"/>
                  </a:cubicBezTo>
                  <a:cubicBezTo>
                    <a:pt x="41" y="261"/>
                    <a:pt x="40" y="262"/>
                    <a:pt x="39" y="262"/>
                  </a:cubicBezTo>
                  <a:cubicBezTo>
                    <a:pt x="38" y="265"/>
                    <a:pt x="42" y="267"/>
                    <a:pt x="44" y="270"/>
                  </a:cubicBezTo>
                  <a:cubicBezTo>
                    <a:pt x="44" y="270"/>
                    <a:pt x="44" y="270"/>
                    <a:pt x="45" y="270"/>
                  </a:cubicBezTo>
                  <a:cubicBezTo>
                    <a:pt x="44" y="273"/>
                    <a:pt x="48" y="273"/>
                    <a:pt x="48" y="276"/>
                  </a:cubicBezTo>
                  <a:cubicBezTo>
                    <a:pt x="49" y="275"/>
                    <a:pt x="51" y="273"/>
                    <a:pt x="52" y="274"/>
                  </a:cubicBezTo>
                  <a:cubicBezTo>
                    <a:pt x="54" y="274"/>
                    <a:pt x="50" y="276"/>
                    <a:pt x="50" y="279"/>
                  </a:cubicBezTo>
                  <a:cubicBezTo>
                    <a:pt x="51" y="278"/>
                    <a:pt x="52" y="279"/>
                    <a:pt x="53" y="279"/>
                  </a:cubicBezTo>
                  <a:cubicBezTo>
                    <a:pt x="52" y="280"/>
                    <a:pt x="52" y="280"/>
                    <a:pt x="52" y="280"/>
                  </a:cubicBezTo>
                  <a:cubicBezTo>
                    <a:pt x="54" y="279"/>
                    <a:pt x="55" y="280"/>
                    <a:pt x="55" y="281"/>
                  </a:cubicBezTo>
                  <a:cubicBezTo>
                    <a:pt x="55" y="281"/>
                    <a:pt x="55" y="281"/>
                    <a:pt x="55" y="281"/>
                  </a:cubicBezTo>
                  <a:cubicBezTo>
                    <a:pt x="55" y="282"/>
                    <a:pt x="55" y="283"/>
                    <a:pt x="56" y="284"/>
                  </a:cubicBezTo>
                  <a:cubicBezTo>
                    <a:pt x="57" y="282"/>
                    <a:pt x="58" y="284"/>
                    <a:pt x="59" y="283"/>
                  </a:cubicBezTo>
                  <a:cubicBezTo>
                    <a:pt x="59" y="284"/>
                    <a:pt x="59" y="284"/>
                    <a:pt x="59" y="284"/>
                  </a:cubicBezTo>
                  <a:cubicBezTo>
                    <a:pt x="60" y="283"/>
                    <a:pt x="60" y="283"/>
                    <a:pt x="60" y="283"/>
                  </a:cubicBezTo>
                  <a:cubicBezTo>
                    <a:pt x="61" y="285"/>
                    <a:pt x="61" y="285"/>
                    <a:pt x="61" y="285"/>
                  </a:cubicBezTo>
                  <a:cubicBezTo>
                    <a:pt x="59" y="285"/>
                    <a:pt x="59" y="285"/>
                    <a:pt x="59" y="285"/>
                  </a:cubicBezTo>
                  <a:cubicBezTo>
                    <a:pt x="60" y="287"/>
                    <a:pt x="60" y="285"/>
                    <a:pt x="62" y="284"/>
                  </a:cubicBezTo>
                  <a:cubicBezTo>
                    <a:pt x="63" y="284"/>
                    <a:pt x="62" y="285"/>
                    <a:pt x="62" y="286"/>
                  </a:cubicBezTo>
                  <a:cubicBezTo>
                    <a:pt x="62" y="287"/>
                    <a:pt x="62" y="285"/>
                    <a:pt x="61" y="285"/>
                  </a:cubicBezTo>
                  <a:cubicBezTo>
                    <a:pt x="60" y="286"/>
                    <a:pt x="62" y="286"/>
                    <a:pt x="61" y="287"/>
                  </a:cubicBezTo>
                  <a:cubicBezTo>
                    <a:pt x="62" y="287"/>
                    <a:pt x="63" y="286"/>
                    <a:pt x="63" y="286"/>
                  </a:cubicBezTo>
                  <a:cubicBezTo>
                    <a:pt x="64" y="287"/>
                    <a:pt x="65" y="287"/>
                    <a:pt x="65" y="289"/>
                  </a:cubicBezTo>
                  <a:cubicBezTo>
                    <a:pt x="65" y="288"/>
                    <a:pt x="66" y="289"/>
                    <a:pt x="67" y="288"/>
                  </a:cubicBezTo>
                  <a:cubicBezTo>
                    <a:pt x="66" y="288"/>
                    <a:pt x="66" y="287"/>
                    <a:pt x="66" y="286"/>
                  </a:cubicBezTo>
                  <a:cubicBezTo>
                    <a:pt x="67" y="286"/>
                    <a:pt x="68" y="286"/>
                    <a:pt x="68" y="287"/>
                  </a:cubicBezTo>
                  <a:cubicBezTo>
                    <a:pt x="67" y="287"/>
                    <a:pt x="67" y="287"/>
                    <a:pt x="67" y="287"/>
                  </a:cubicBezTo>
                  <a:cubicBezTo>
                    <a:pt x="68" y="287"/>
                    <a:pt x="69" y="288"/>
                    <a:pt x="69" y="286"/>
                  </a:cubicBezTo>
                  <a:cubicBezTo>
                    <a:pt x="69" y="289"/>
                    <a:pt x="69" y="289"/>
                    <a:pt x="69" y="289"/>
                  </a:cubicBezTo>
                  <a:cubicBezTo>
                    <a:pt x="70" y="288"/>
                    <a:pt x="71" y="288"/>
                    <a:pt x="72" y="288"/>
                  </a:cubicBezTo>
                  <a:cubicBezTo>
                    <a:pt x="71" y="290"/>
                    <a:pt x="69" y="291"/>
                    <a:pt x="71" y="292"/>
                  </a:cubicBezTo>
                  <a:cubicBezTo>
                    <a:pt x="73" y="291"/>
                    <a:pt x="73" y="291"/>
                    <a:pt x="73" y="291"/>
                  </a:cubicBezTo>
                  <a:cubicBezTo>
                    <a:pt x="74" y="291"/>
                    <a:pt x="74" y="292"/>
                    <a:pt x="74" y="293"/>
                  </a:cubicBezTo>
                  <a:cubicBezTo>
                    <a:pt x="76" y="294"/>
                    <a:pt x="77" y="289"/>
                    <a:pt x="79" y="291"/>
                  </a:cubicBezTo>
                  <a:cubicBezTo>
                    <a:pt x="78" y="293"/>
                    <a:pt x="78" y="293"/>
                    <a:pt x="79" y="294"/>
                  </a:cubicBezTo>
                  <a:cubicBezTo>
                    <a:pt x="79" y="293"/>
                    <a:pt x="79" y="293"/>
                    <a:pt x="80" y="293"/>
                  </a:cubicBezTo>
                  <a:cubicBezTo>
                    <a:pt x="80" y="292"/>
                    <a:pt x="79" y="294"/>
                    <a:pt x="79" y="293"/>
                  </a:cubicBezTo>
                  <a:cubicBezTo>
                    <a:pt x="79" y="291"/>
                    <a:pt x="80" y="292"/>
                    <a:pt x="80" y="292"/>
                  </a:cubicBezTo>
                  <a:cubicBezTo>
                    <a:pt x="81" y="296"/>
                    <a:pt x="86" y="294"/>
                    <a:pt x="88" y="296"/>
                  </a:cubicBezTo>
                  <a:cubicBezTo>
                    <a:pt x="88" y="294"/>
                    <a:pt x="90" y="295"/>
                    <a:pt x="90" y="295"/>
                  </a:cubicBezTo>
                  <a:cubicBezTo>
                    <a:pt x="90" y="297"/>
                    <a:pt x="92" y="294"/>
                    <a:pt x="93" y="296"/>
                  </a:cubicBezTo>
                  <a:cubicBezTo>
                    <a:pt x="92" y="293"/>
                    <a:pt x="92" y="293"/>
                    <a:pt x="92" y="293"/>
                  </a:cubicBezTo>
                  <a:cubicBezTo>
                    <a:pt x="94" y="295"/>
                    <a:pt x="95" y="290"/>
                    <a:pt x="96" y="293"/>
                  </a:cubicBezTo>
                  <a:cubicBezTo>
                    <a:pt x="97" y="293"/>
                    <a:pt x="96" y="294"/>
                    <a:pt x="95" y="295"/>
                  </a:cubicBezTo>
                  <a:cubicBezTo>
                    <a:pt x="96" y="298"/>
                    <a:pt x="99" y="293"/>
                    <a:pt x="100" y="296"/>
                  </a:cubicBezTo>
                  <a:cubicBezTo>
                    <a:pt x="100" y="295"/>
                    <a:pt x="99" y="293"/>
                    <a:pt x="101" y="292"/>
                  </a:cubicBezTo>
                  <a:cubicBezTo>
                    <a:pt x="101" y="294"/>
                    <a:pt x="103" y="295"/>
                    <a:pt x="103" y="295"/>
                  </a:cubicBezTo>
                  <a:cubicBezTo>
                    <a:pt x="104" y="295"/>
                    <a:pt x="104" y="294"/>
                    <a:pt x="105" y="295"/>
                  </a:cubicBezTo>
                  <a:cubicBezTo>
                    <a:pt x="104" y="296"/>
                    <a:pt x="104" y="296"/>
                    <a:pt x="104" y="296"/>
                  </a:cubicBezTo>
                  <a:cubicBezTo>
                    <a:pt x="105" y="297"/>
                    <a:pt x="106" y="296"/>
                    <a:pt x="107" y="295"/>
                  </a:cubicBezTo>
                  <a:cubicBezTo>
                    <a:pt x="108" y="297"/>
                    <a:pt x="110" y="296"/>
                    <a:pt x="111" y="297"/>
                  </a:cubicBezTo>
                  <a:cubicBezTo>
                    <a:pt x="112" y="295"/>
                    <a:pt x="113" y="299"/>
                    <a:pt x="113" y="295"/>
                  </a:cubicBezTo>
                  <a:cubicBezTo>
                    <a:pt x="114" y="296"/>
                    <a:pt x="114" y="296"/>
                    <a:pt x="114" y="296"/>
                  </a:cubicBezTo>
                  <a:cubicBezTo>
                    <a:pt x="114" y="296"/>
                    <a:pt x="115" y="294"/>
                    <a:pt x="115" y="294"/>
                  </a:cubicBezTo>
                  <a:cubicBezTo>
                    <a:pt x="115" y="296"/>
                    <a:pt x="115" y="296"/>
                    <a:pt x="115" y="296"/>
                  </a:cubicBezTo>
                  <a:cubicBezTo>
                    <a:pt x="114" y="298"/>
                    <a:pt x="117" y="296"/>
                    <a:pt x="117" y="298"/>
                  </a:cubicBezTo>
                  <a:cubicBezTo>
                    <a:pt x="116" y="296"/>
                    <a:pt x="117" y="298"/>
                    <a:pt x="118" y="296"/>
                  </a:cubicBezTo>
                  <a:cubicBezTo>
                    <a:pt x="118" y="296"/>
                    <a:pt x="118" y="296"/>
                    <a:pt x="118" y="296"/>
                  </a:cubicBezTo>
                  <a:cubicBezTo>
                    <a:pt x="120" y="296"/>
                    <a:pt x="119" y="295"/>
                    <a:pt x="120" y="295"/>
                  </a:cubicBezTo>
                  <a:cubicBezTo>
                    <a:pt x="121" y="295"/>
                    <a:pt x="120" y="297"/>
                    <a:pt x="120" y="297"/>
                  </a:cubicBezTo>
                  <a:cubicBezTo>
                    <a:pt x="120" y="298"/>
                    <a:pt x="121" y="298"/>
                    <a:pt x="122" y="297"/>
                  </a:cubicBezTo>
                  <a:cubicBezTo>
                    <a:pt x="122" y="298"/>
                    <a:pt x="122" y="298"/>
                    <a:pt x="123" y="298"/>
                  </a:cubicBezTo>
                  <a:cubicBezTo>
                    <a:pt x="123" y="298"/>
                    <a:pt x="123" y="298"/>
                    <a:pt x="123" y="298"/>
                  </a:cubicBezTo>
                  <a:cubicBezTo>
                    <a:pt x="123" y="298"/>
                    <a:pt x="124" y="298"/>
                    <a:pt x="124" y="299"/>
                  </a:cubicBezTo>
                  <a:cubicBezTo>
                    <a:pt x="123" y="300"/>
                    <a:pt x="123" y="300"/>
                    <a:pt x="123" y="300"/>
                  </a:cubicBezTo>
                  <a:cubicBezTo>
                    <a:pt x="124" y="300"/>
                    <a:pt x="125" y="299"/>
                    <a:pt x="125" y="298"/>
                  </a:cubicBezTo>
                  <a:cubicBezTo>
                    <a:pt x="127" y="300"/>
                    <a:pt x="131" y="300"/>
                    <a:pt x="132" y="300"/>
                  </a:cubicBezTo>
                  <a:cubicBezTo>
                    <a:pt x="131" y="299"/>
                    <a:pt x="131" y="301"/>
                    <a:pt x="131" y="300"/>
                  </a:cubicBezTo>
                  <a:cubicBezTo>
                    <a:pt x="132" y="300"/>
                    <a:pt x="133" y="299"/>
                    <a:pt x="133" y="300"/>
                  </a:cubicBezTo>
                  <a:cubicBezTo>
                    <a:pt x="134" y="300"/>
                    <a:pt x="133" y="301"/>
                    <a:pt x="134" y="302"/>
                  </a:cubicBezTo>
                  <a:cubicBezTo>
                    <a:pt x="133" y="302"/>
                    <a:pt x="135" y="300"/>
                    <a:pt x="134" y="300"/>
                  </a:cubicBezTo>
                  <a:cubicBezTo>
                    <a:pt x="134" y="303"/>
                    <a:pt x="138" y="301"/>
                    <a:pt x="139" y="304"/>
                  </a:cubicBezTo>
                  <a:cubicBezTo>
                    <a:pt x="139" y="303"/>
                    <a:pt x="138" y="304"/>
                    <a:pt x="137" y="305"/>
                  </a:cubicBezTo>
                  <a:cubicBezTo>
                    <a:pt x="139" y="305"/>
                    <a:pt x="141" y="305"/>
                    <a:pt x="143" y="304"/>
                  </a:cubicBezTo>
                  <a:cubicBezTo>
                    <a:pt x="142" y="305"/>
                    <a:pt x="142" y="305"/>
                    <a:pt x="141" y="305"/>
                  </a:cubicBezTo>
                  <a:cubicBezTo>
                    <a:pt x="142" y="306"/>
                    <a:pt x="143" y="307"/>
                    <a:pt x="144" y="306"/>
                  </a:cubicBezTo>
                  <a:cubicBezTo>
                    <a:pt x="145" y="305"/>
                    <a:pt x="144" y="307"/>
                    <a:pt x="144" y="306"/>
                  </a:cubicBezTo>
                  <a:cubicBezTo>
                    <a:pt x="144" y="305"/>
                    <a:pt x="146" y="305"/>
                    <a:pt x="146" y="306"/>
                  </a:cubicBezTo>
                  <a:cubicBezTo>
                    <a:pt x="146" y="306"/>
                    <a:pt x="146" y="306"/>
                    <a:pt x="146" y="306"/>
                  </a:cubicBezTo>
                  <a:cubicBezTo>
                    <a:pt x="147" y="307"/>
                    <a:pt x="147" y="306"/>
                    <a:pt x="148" y="307"/>
                  </a:cubicBezTo>
                  <a:cubicBezTo>
                    <a:pt x="148" y="308"/>
                    <a:pt x="147" y="307"/>
                    <a:pt x="147" y="308"/>
                  </a:cubicBezTo>
                  <a:cubicBezTo>
                    <a:pt x="145" y="310"/>
                    <a:pt x="147" y="311"/>
                    <a:pt x="147" y="311"/>
                  </a:cubicBezTo>
                  <a:cubicBezTo>
                    <a:pt x="149" y="311"/>
                    <a:pt x="149" y="311"/>
                    <a:pt x="149" y="311"/>
                  </a:cubicBezTo>
                  <a:cubicBezTo>
                    <a:pt x="150" y="311"/>
                    <a:pt x="148" y="312"/>
                    <a:pt x="148" y="312"/>
                  </a:cubicBezTo>
                  <a:cubicBezTo>
                    <a:pt x="154" y="312"/>
                    <a:pt x="154" y="312"/>
                    <a:pt x="154" y="312"/>
                  </a:cubicBezTo>
                  <a:cubicBezTo>
                    <a:pt x="153" y="312"/>
                    <a:pt x="152" y="314"/>
                    <a:pt x="151" y="314"/>
                  </a:cubicBezTo>
                  <a:cubicBezTo>
                    <a:pt x="152" y="315"/>
                    <a:pt x="155" y="315"/>
                    <a:pt x="157" y="315"/>
                  </a:cubicBezTo>
                  <a:cubicBezTo>
                    <a:pt x="157" y="316"/>
                    <a:pt x="158" y="317"/>
                    <a:pt x="159" y="318"/>
                  </a:cubicBezTo>
                  <a:cubicBezTo>
                    <a:pt x="158" y="319"/>
                    <a:pt x="159" y="317"/>
                    <a:pt x="158" y="318"/>
                  </a:cubicBezTo>
                  <a:cubicBezTo>
                    <a:pt x="157" y="319"/>
                    <a:pt x="157" y="319"/>
                    <a:pt x="157" y="319"/>
                  </a:cubicBezTo>
                  <a:cubicBezTo>
                    <a:pt x="156" y="318"/>
                    <a:pt x="154" y="320"/>
                    <a:pt x="153" y="320"/>
                  </a:cubicBezTo>
                  <a:cubicBezTo>
                    <a:pt x="155" y="320"/>
                    <a:pt x="154" y="323"/>
                    <a:pt x="154" y="325"/>
                  </a:cubicBezTo>
                  <a:cubicBezTo>
                    <a:pt x="157" y="323"/>
                    <a:pt x="156" y="326"/>
                    <a:pt x="159" y="325"/>
                  </a:cubicBezTo>
                  <a:cubicBezTo>
                    <a:pt x="160" y="327"/>
                    <a:pt x="157" y="327"/>
                    <a:pt x="156" y="328"/>
                  </a:cubicBezTo>
                  <a:cubicBezTo>
                    <a:pt x="158" y="329"/>
                    <a:pt x="158" y="331"/>
                    <a:pt x="158" y="333"/>
                  </a:cubicBezTo>
                  <a:cubicBezTo>
                    <a:pt x="158" y="333"/>
                    <a:pt x="158" y="333"/>
                    <a:pt x="158" y="333"/>
                  </a:cubicBezTo>
                  <a:cubicBezTo>
                    <a:pt x="159" y="334"/>
                    <a:pt x="158" y="337"/>
                    <a:pt x="161" y="338"/>
                  </a:cubicBezTo>
                  <a:cubicBezTo>
                    <a:pt x="160" y="338"/>
                    <a:pt x="160" y="338"/>
                    <a:pt x="159" y="338"/>
                  </a:cubicBezTo>
                  <a:cubicBezTo>
                    <a:pt x="159" y="340"/>
                    <a:pt x="163" y="338"/>
                    <a:pt x="162" y="340"/>
                  </a:cubicBezTo>
                  <a:cubicBezTo>
                    <a:pt x="160" y="339"/>
                    <a:pt x="160" y="339"/>
                    <a:pt x="160" y="339"/>
                  </a:cubicBezTo>
                  <a:cubicBezTo>
                    <a:pt x="162" y="340"/>
                    <a:pt x="160" y="342"/>
                    <a:pt x="162" y="343"/>
                  </a:cubicBezTo>
                  <a:cubicBezTo>
                    <a:pt x="161" y="343"/>
                    <a:pt x="161" y="343"/>
                    <a:pt x="160" y="343"/>
                  </a:cubicBezTo>
                  <a:cubicBezTo>
                    <a:pt x="161" y="344"/>
                    <a:pt x="161" y="345"/>
                    <a:pt x="163" y="346"/>
                  </a:cubicBezTo>
                  <a:cubicBezTo>
                    <a:pt x="162" y="347"/>
                    <a:pt x="161" y="346"/>
                    <a:pt x="160" y="346"/>
                  </a:cubicBezTo>
                  <a:cubicBezTo>
                    <a:pt x="160" y="347"/>
                    <a:pt x="163" y="347"/>
                    <a:pt x="162" y="348"/>
                  </a:cubicBezTo>
                  <a:cubicBezTo>
                    <a:pt x="162" y="349"/>
                    <a:pt x="161" y="349"/>
                    <a:pt x="161" y="349"/>
                  </a:cubicBezTo>
                  <a:cubicBezTo>
                    <a:pt x="162" y="350"/>
                    <a:pt x="162" y="351"/>
                    <a:pt x="163" y="352"/>
                  </a:cubicBezTo>
                  <a:cubicBezTo>
                    <a:pt x="162" y="352"/>
                    <a:pt x="162" y="353"/>
                    <a:pt x="161" y="353"/>
                  </a:cubicBezTo>
                  <a:cubicBezTo>
                    <a:pt x="161" y="360"/>
                    <a:pt x="162" y="366"/>
                    <a:pt x="164" y="372"/>
                  </a:cubicBezTo>
                  <a:cubicBezTo>
                    <a:pt x="161" y="374"/>
                    <a:pt x="162" y="371"/>
                    <a:pt x="161" y="372"/>
                  </a:cubicBezTo>
                  <a:cubicBezTo>
                    <a:pt x="163" y="372"/>
                    <a:pt x="161" y="373"/>
                    <a:pt x="162" y="375"/>
                  </a:cubicBezTo>
                  <a:cubicBezTo>
                    <a:pt x="162" y="375"/>
                    <a:pt x="162" y="375"/>
                    <a:pt x="162" y="375"/>
                  </a:cubicBezTo>
                  <a:cubicBezTo>
                    <a:pt x="162" y="376"/>
                    <a:pt x="161" y="376"/>
                    <a:pt x="162" y="377"/>
                  </a:cubicBezTo>
                  <a:cubicBezTo>
                    <a:pt x="162" y="377"/>
                    <a:pt x="162" y="377"/>
                    <a:pt x="162" y="377"/>
                  </a:cubicBezTo>
                  <a:cubicBezTo>
                    <a:pt x="164" y="378"/>
                    <a:pt x="159" y="379"/>
                    <a:pt x="162" y="379"/>
                  </a:cubicBezTo>
                  <a:cubicBezTo>
                    <a:pt x="161" y="380"/>
                    <a:pt x="161" y="380"/>
                    <a:pt x="161" y="380"/>
                  </a:cubicBezTo>
                  <a:cubicBezTo>
                    <a:pt x="163" y="381"/>
                    <a:pt x="160" y="382"/>
                    <a:pt x="162" y="383"/>
                  </a:cubicBezTo>
                  <a:cubicBezTo>
                    <a:pt x="162" y="383"/>
                    <a:pt x="162" y="383"/>
                    <a:pt x="162" y="383"/>
                  </a:cubicBezTo>
                  <a:cubicBezTo>
                    <a:pt x="161" y="384"/>
                    <a:pt x="165" y="386"/>
                    <a:pt x="163" y="386"/>
                  </a:cubicBezTo>
                  <a:cubicBezTo>
                    <a:pt x="163" y="388"/>
                    <a:pt x="164" y="389"/>
                    <a:pt x="166" y="389"/>
                  </a:cubicBezTo>
                  <a:cubicBezTo>
                    <a:pt x="165" y="390"/>
                    <a:pt x="164" y="389"/>
                    <a:pt x="163" y="389"/>
                  </a:cubicBezTo>
                  <a:cubicBezTo>
                    <a:pt x="164" y="394"/>
                    <a:pt x="164" y="400"/>
                    <a:pt x="167" y="404"/>
                  </a:cubicBezTo>
                  <a:cubicBezTo>
                    <a:pt x="166" y="404"/>
                    <a:pt x="166" y="404"/>
                    <a:pt x="165" y="404"/>
                  </a:cubicBezTo>
                  <a:cubicBezTo>
                    <a:pt x="168" y="406"/>
                    <a:pt x="163" y="409"/>
                    <a:pt x="168" y="411"/>
                  </a:cubicBezTo>
                  <a:cubicBezTo>
                    <a:pt x="170" y="412"/>
                    <a:pt x="170" y="412"/>
                    <a:pt x="170" y="412"/>
                  </a:cubicBezTo>
                  <a:cubicBezTo>
                    <a:pt x="169" y="412"/>
                    <a:pt x="168" y="412"/>
                    <a:pt x="167" y="413"/>
                  </a:cubicBezTo>
                  <a:cubicBezTo>
                    <a:pt x="168" y="413"/>
                    <a:pt x="167" y="415"/>
                    <a:pt x="169" y="416"/>
                  </a:cubicBezTo>
                  <a:cubicBezTo>
                    <a:pt x="168" y="416"/>
                    <a:pt x="168" y="416"/>
                    <a:pt x="168" y="416"/>
                  </a:cubicBezTo>
                  <a:cubicBezTo>
                    <a:pt x="167" y="417"/>
                    <a:pt x="170" y="418"/>
                    <a:pt x="169" y="419"/>
                  </a:cubicBezTo>
                  <a:cubicBezTo>
                    <a:pt x="169" y="419"/>
                    <a:pt x="169" y="419"/>
                    <a:pt x="169" y="419"/>
                  </a:cubicBezTo>
                  <a:cubicBezTo>
                    <a:pt x="166" y="425"/>
                    <a:pt x="163" y="434"/>
                    <a:pt x="168" y="438"/>
                  </a:cubicBezTo>
                  <a:cubicBezTo>
                    <a:pt x="169" y="440"/>
                    <a:pt x="166" y="439"/>
                    <a:pt x="166" y="440"/>
                  </a:cubicBezTo>
                  <a:cubicBezTo>
                    <a:pt x="170" y="444"/>
                    <a:pt x="167" y="452"/>
                    <a:pt x="173" y="453"/>
                  </a:cubicBezTo>
                  <a:cubicBezTo>
                    <a:pt x="173" y="454"/>
                    <a:pt x="173" y="454"/>
                    <a:pt x="173" y="455"/>
                  </a:cubicBezTo>
                  <a:cubicBezTo>
                    <a:pt x="173" y="455"/>
                    <a:pt x="173" y="456"/>
                    <a:pt x="174" y="456"/>
                  </a:cubicBezTo>
                  <a:cubicBezTo>
                    <a:pt x="171" y="457"/>
                    <a:pt x="174" y="460"/>
                    <a:pt x="172" y="462"/>
                  </a:cubicBezTo>
                  <a:cubicBezTo>
                    <a:pt x="175" y="462"/>
                    <a:pt x="174" y="463"/>
                    <a:pt x="174" y="464"/>
                  </a:cubicBezTo>
                  <a:cubicBezTo>
                    <a:pt x="174" y="464"/>
                    <a:pt x="173" y="464"/>
                    <a:pt x="173" y="464"/>
                  </a:cubicBezTo>
                  <a:cubicBezTo>
                    <a:pt x="173" y="466"/>
                    <a:pt x="173" y="466"/>
                    <a:pt x="172" y="468"/>
                  </a:cubicBezTo>
                  <a:cubicBezTo>
                    <a:pt x="172" y="469"/>
                    <a:pt x="174" y="469"/>
                    <a:pt x="173" y="470"/>
                  </a:cubicBezTo>
                  <a:cubicBezTo>
                    <a:pt x="171" y="471"/>
                    <a:pt x="173" y="472"/>
                    <a:pt x="172" y="473"/>
                  </a:cubicBezTo>
                  <a:cubicBezTo>
                    <a:pt x="174" y="473"/>
                    <a:pt x="175" y="474"/>
                    <a:pt x="175" y="475"/>
                  </a:cubicBezTo>
                  <a:cubicBezTo>
                    <a:pt x="172" y="475"/>
                    <a:pt x="172" y="475"/>
                    <a:pt x="172" y="475"/>
                  </a:cubicBezTo>
                  <a:cubicBezTo>
                    <a:pt x="174" y="477"/>
                    <a:pt x="170" y="481"/>
                    <a:pt x="174" y="485"/>
                  </a:cubicBezTo>
                  <a:cubicBezTo>
                    <a:pt x="172" y="485"/>
                    <a:pt x="172" y="485"/>
                    <a:pt x="172" y="485"/>
                  </a:cubicBezTo>
                  <a:cubicBezTo>
                    <a:pt x="174" y="488"/>
                    <a:pt x="173" y="491"/>
                    <a:pt x="176" y="494"/>
                  </a:cubicBezTo>
                  <a:cubicBezTo>
                    <a:pt x="175" y="495"/>
                    <a:pt x="175" y="496"/>
                    <a:pt x="175" y="497"/>
                  </a:cubicBezTo>
                  <a:cubicBezTo>
                    <a:pt x="176" y="498"/>
                    <a:pt x="176" y="499"/>
                    <a:pt x="178" y="499"/>
                  </a:cubicBezTo>
                  <a:cubicBezTo>
                    <a:pt x="178" y="500"/>
                    <a:pt x="177" y="500"/>
                    <a:pt x="177" y="500"/>
                  </a:cubicBezTo>
                  <a:cubicBezTo>
                    <a:pt x="176" y="501"/>
                    <a:pt x="174" y="504"/>
                    <a:pt x="177" y="504"/>
                  </a:cubicBezTo>
                  <a:cubicBezTo>
                    <a:pt x="175" y="505"/>
                    <a:pt x="175" y="505"/>
                    <a:pt x="175" y="505"/>
                  </a:cubicBezTo>
                  <a:cubicBezTo>
                    <a:pt x="177" y="506"/>
                    <a:pt x="179" y="507"/>
                    <a:pt x="177" y="508"/>
                  </a:cubicBezTo>
                  <a:cubicBezTo>
                    <a:pt x="178" y="509"/>
                    <a:pt x="179" y="510"/>
                    <a:pt x="181" y="509"/>
                  </a:cubicBezTo>
                  <a:cubicBezTo>
                    <a:pt x="181" y="510"/>
                    <a:pt x="178" y="510"/>
                    <a:pt x="180" y="510"/>
                  </a:cubicBezTo>
                  <a:cubicBezTo>
                    <a:pt x="178" y="510"/>
                    <a:pt x="178" y="510"/>
                    <a:pt x="178" y="510"/>
                  </a:cubicBezTo>
                  <a:cubicBezTo>
                    <a:pt x="177" y="513"/>
                    <a:pt x="179" y="515"/>
                    <a:pt x="180" y="518"/>
                  </a:cubicBezTo>
                  <a:cubicBezTo>
                    <a:pt x="178" y="519"/>
                    <a:pt x="181" y="520"/>
                    <a:pt x="179" y="522"/>
                  </a:cubicBezTo>
                  <a:cubicBezTo>
                    <a:pt x="181" y="523"/>
                    <a:pt x="179" y="525"/>
                    <a:pt x="182" y="525"/>
                  </a:cubicBezTo>
                  <a:cubicBezTo>
                    <a:pt x="181" y="525"/>
                    <a:pt x="181" y="525"/>
                    <a:pt x="181" y="525"/>
                  </a:cubicBezTo>
                  <a:cubicBezTo>
                    <a:pt x="181" y="526"/>
                    <a:pt x="181" y="528"/>
                    <a:pt x="180" y="530"/>
                  </a:cubicBezTo>
                  <a:cubicBezTo>
                    <a:pt x="180" y="531"/>
                    <a:pt x="182" y="530"/>
                    <a:pt x="183" y="531"/>
                  </a:cubicBezTo>
                  <a:cubicBezTo>
                    <a:pt x="182" y="531"/>
                    <a:pt x="182" y="531"/>
                    <a:pt x="182" y="531"/>
                  </a:cubicBezTo>
                  <a:cubicBezTo>
                    <a:pt x="183" y="532"/>
                    <a:pt x="185" y="532"/>
                    <a:pt x="186" y="532"/>
                  </a:cubicBezTo>
                  <a:cubicBezTo>
                    <a:pt x="185" y="533"/>
                    <a:pt x="186" y="533"/>
                    <a:pt x="185" y="533"/>
                  </a:cubicBezTo>
                  <a:cubicBezTo>
                    <a:pt x="185" y="533"/>
                    <a:pt x="183" y="533"/>
                    <a:pt x="181" y="532"/>
                  </a:cubicBezTo>
                  <a:cubicBezTo>
                    <a:pt x="181" y="534"/>
                    <a:pt x="184" y="534"/>
                    <a:pt x="182" y="535"/>
                  </a:cubicBezTo>
                  <a:cubicBezTo>
                    <a:pt x="182" y="536"/>
                    <a:pt x="182" y="536"/>
                    <a:pt x="184" y="536"/>
                  </a:cubicBezTo>
                  <a:cubicBezTo>
                    <a:pt x="184" y="536"/>
                    <a:pt x="183" y="537"/>
                    <a:pt x="182" y="537"/>
                  </a:cubicBezTo>
                  <a:cubicBezTo>
                    <a:pt x="183" y="537"/>
                    <a:pt x="183" y="538"/>
                    <a:pt x="184" y="538"/>
                  </a:cubicBezTo>
                  <a:cubicBezTo>
                    <a:pt x="184" y="538"/>
                    <a:pt x="184" y="537"/>
                    <a:pt x="184" y="537"/>
                  </a:cubicBezTo>
                  <a:cubicBezTo>
                    <a:pt x="185" y="537"/>
                    <a:pt x="185" y="538"/>
                    <a:pt x="187" y="538"/>
                  </a:cubicBezTo>
                  <a:cubicBezTo>
                    <a:pt x="187" y="537"/>
                    <a:pt x="186" y="537"/>
                    <a:pt x="186" y="537"/>
                  </a:cubicBezTo>
                  <a:cubicBezTo>
                    <a:pt x="188" y="537"/>
                    <a:pt x="188" y="538"/>
                    <a:pt x="187" y="538"/>
                  </a:cubicBezTo>
                  <a:cubicBezTo>
                    <a:pt x="186" y="539"/>
                    <a:pt x="185" y="538"/>
                    <a:pt x="184" y="539"/>
                  </a:cubicBezTo>
                  <a:cubicBezTo>
                    <a:pt x="188" y="540"/>
                    <a:pt x="188" y="540"/>
                    <a:pt x="188" y="540"/>
                  </a:cubicBezTo>
                  <a:cubicBezTo>
                    <a:pt x="186" y="540"/>
                    <a:pt x="187" y="539"/>
                    <a:pt x="189" y="539"/>
                  </a:cubicBezTo>
                  <a:cubicBezTo>
                    <a:pt x="188" y="538"/>
                    <a:pt x="188" y="538"/>
                    <a:pt x="188" y="538"/>
                  </a:cubicBezTo>
                  <a:cubicBezTo>
                    <a:pt x="189" y="538"/>
                    <a:pt x="189" y="538"/>
                    <a:pt x="189" y="538"/>
                  </a:cubicBezTo>
                  <a:cubicBezTo>
                    <a:pt x="189" y="537"/>
                    <a:pt x="190" y="536"/>
                    <a:pt x="189" y="535"/>
                  </a:cubicBezTo>
                  <a:cubicBezTo>
                    <a:pt x="187" y="536"/>
                    <a:pt x="187" y="536"/>
                    <a:pt x="187" y="536"/>
                  </a:cubicBezTo>
                  <a:cubicBezTo>
                    <a:pt x="187" y="535"/>
                    <a:pt x="185" y="535"/>
                    <a:pt x="187" y="534"/>
                  </a:cubicBezTo>
                  <a:cubicBezTo>
                    <a:pt x="187" y="534"/>
                    <a:pt x="188" y="534"/>
                    <a:pt x="189" y="534"/>
                  </a:cubicBezTo>
                  <a:cubicBezTo>
                    <a:pt x="189" y="534"/>
                    <a:pt x="188" y="533"/>
                    <a:pt x="188" y="533"/>
                  </a:cubicBezTo>
                  <a:cubicBezTo>
                    <a:pt x="191" y="533"/>
                    <a:pt x="191" y="533"/>
                    <a:pt x="191" y="533"/>
                  </a:cubicBezTo>
                  <a:cubicBezTo>
                    <a:pt x="187" y="533"/>
                    <a:pt x="189" y="532"/>
                    <a:pt x="189" y="531"/>
                  </a:cubicBezTo>
                  <a:cubicBezTo>
                    <a:pt x="189" y="531"/>
                    <a:pt x="189" y="531"/>
                    <a:pt x="189" y="531"/>
                  </a:cubicBezTo>
                  <a:cubicBezTo>
                    <a:pt x="190" y="530"/>
                    <a:pt x="188" y="532"/>
                    <a:pt x="188" y="531"/>
                  </a:cubicBezTo>
                  <a:cubicBezTo>
                    <a:pt x="188" y="530"/>
                    <a:pt x="191" y="530"/>
                    <a:pt x="192" y="530"/>
                  </a:cubicBezTo>
                  <a:cubicBezTo>
                    <a:pt x="191" y="529"/>
                    <a:pt x="189" y="527"/>
                    <a:pt x="191" y="526"/>
                  </a:cubicBezTo>
                  <a:cubicBezTo>
                    <a:pt x="190" y="525"/>
                    <a:pt x="189" y="524"/>
                    <a:pt x="188" y="524"/>
                  </a:cubicBezTo>
                  <a:cubicBezTo>
                    <a:pt x="188" y="523"/>
                    <a:pt x="191" y="523"/>
                    <a:pt x="190" y="523"/>
                  </a:cubicBezTo>
                  <a:cubicBezTo>
                    <a:pt x="190" y="523"/>
                    <a:pt x="191" y="522"/>
                    <a:pt x="192" y="522"/>
                  </a:cubicBezTo>
                  <a:cubicBezTo>
                    <a:pt x="191" y="522"/>
                    <a:pt x="192" y="521"/>
                    <a:pt x="190" y="522"/>
                  </a:cubicBezTo>
                  <a:cubicBezTo>
                    <a:pt x="190" y="520"/>
                    <a:pt x="191" y="519"/>
                    <a:pt x="190" y="518"/>
                  </a:cubicBezTo>
                  <a:cubicBezTo>
                    <a:pt x="190" y="518"/>
                    <a:pt x="192" y="518"/>
                    <a:pt x="193" y="518"/>
                  </a:cubicBezTo>
                  <a:cubicBezTo>
                    <a:pt x="191" y="517"/>
                    <a:pt x="190" y="516"/>
                    <a:pt x="190" y="515"/>
                  </a:cubicBezTo>
                  <a:cubicBezTo>
                    <a:pt x="189" y="515"/>
                    <a:pt x="189" y="516"/>
                    <a:pt x="187" y="516"/>
                  </a:cubicBezTo>
                  <a:cubicBezTo>
                    <a:pt x="187" y="516"/>
                    <a:pt x="186" y="516"/>
                    <a:pt x="186" y="515"/>
                  </a:cubicBezTo>
                  <a:cubicBezTo>
                    <a:pt x="188" y="515"/>
                    <a:pt x="191" y="515"/>
                    <a:pt x="191" y="514"/>
                  </a:cubicBezTo>
                  <a:cubicBezTo>
                    <a:pt x="193" y="514"/>
                    <a:pt x="190" y="515"/>
                    <a:pt x="193" y="515"/>
                  </a:cubicBezTo>
                  <a:cubicBezTo>
                    <a:pt x="195" y="515"/>
                    <a:pt x="196" y="517"/>
                    <a:pt x="194" y="517"/>
                  </a:cubicBezTo>
                  <a:cubicBezTo>
                    <a:pt x="197" y="518"/>
                    <a:pt x="195" y="516"/>
                    <a:pt x="197" y="516"/>
                  </a:cubicBezTo>
                  <a:cubicBezTo>
                    <a:pt x="197" y="516"/>
                    <a:pt x="195" y="515"/>
                    <a:pt x="195" y="514"/>
                  </a:cubicBezTo>
                  <a:cubicBezTo>
                    <a:pt x="194" y="514"/>
                    <a:pt x="194" y="515"/>
                    <a:pt x="193" y="514"/>
                  </a:cubicBezTo>
                  <a:cubicBezTo>
                    <a:pt x="190" y="514"/>
                    <a:pt x="194" y="513"/>
                    <a:pt x="194" y="513"/>
                  </a:cubicBezTo>
                  <a:cubicBezTo>
                    <a:pt x="195" y="513"/>
                    <a:pt x="195" y="513"/>
                    <a:pt x="195" y="513"/>
                  </a:cubicBezTo>
                  <a:cubicBezTo>
                    <a:pt x="196" y="512"/>
                    <a:pt x="194" y="512"/>
                    <a:pt x="194" y="511"/>
                  </a:cubicBezTo>
                  <a:cubicBezTo>
                    <a:pt x="197" y="511"/>
                    <a:pt x="195" y="513"/>
                    <a:pt x="197" y="513"/>
                  </a:cubicBezTo>
                  <a:cubicBezTo>
                    <a:pt x="199" y="512"/>
                    <a:pt x="199" y="512"/>
                    <a:pt x="199" y="512"/>
                  </a:cubicBezTo>
                  <a:cubicBezTo>
                    <a:pt x="199" y="511"/>
                    <a:pt x="196" y="512"/>
                    <a:pt x="197" y="511"/>
                  </a:cubicBezTo>
                  <a:cubicBezTo>
                    <a:pt x="198" y="511"/>
                    <a:pt x="198" y="511"/>
                    <a:pt x="198" y="511"/>
                  </a:cubicBezTo>
                  <a:cubicBezTo>
                    <a:pt x="197" y="510"/>
                    <a:pt x="197" y="510"/>
                    <a:pt x="197" y="510"/>
                  </a:cubicBezTo>
                  <a:cubicBezTo>
                    <a:pt x="196" y="510"/>
                    <a:pt x="194" y="510"/>
                    <a:pt x="195" y="511"/>
                  </a:cubicBezTo>
                  <a:cubicBezTo>
                    <a:pt x="191" y="511"/>
                    <a:pt x="194" y="511"/>
                    <a:pt x="193" y="510"/>
                  </a:cubicBezTo>
                  <a:cubicBezTo>
                    <a:pt x="192" y="509"/>
                    <a:pt x="194" y="510"/>
                    <a:pt x="192" y="510"/>
                  </a:cubicBezTo>
                  <a:cubicBezTo>
                    <a:pt x="190" y="510"/>
                    <a:pt x="190" y="510"/>
                    <a:pt x="190" y="509"/>
                  </a:cubicBezTo>
                  <a:cubicBezTo>
                    <a:pt x="190" y="508"/>
                    <a:pt x="192" y="509"/>
                    <a:pt x="193" y="508"/>
                  </a:cubicBezTo>
                  <a:cubicBezTo>
                    <a:pt x="193" y="508"/>
                    <a:pt x="193" y="509"/>
                    <a:pt x="192" y="509"/>
                  </a:cubicBezTo>
                  <a:cubicBezTo>
                    <a:pt x="194" y="510"/>
                    <a:pt x="196" y="508"/>
                    <a:pt x="197" y="509"/>
                  </a:cubicBezTo>
                  <a:cubicBezTo>
                    <a:pt x="198" y="508"/>
                    <a:pt x="196" y="508"/>
                    <a:pt x="196" y="508"/>
                  </a:cubicBezTo>
                  <a:cubicBezTo>
                    <a:pt x="195" y="508"/>
                    <a:pt x="194" y="508"/>
                    <a:pt x="193" y="508"/>
                  </a:cubicBezTo>
                  <a:cubicBezTo>
                    <a:pt x="188" y="507"/>
                    <a:pt x="197" y="507"/>
                    <a:pt x="196" y="506"/>
                  </a:cubicBezTo>
                  <a:cubicBezTo>
                    <a:pt x="193" y="506"/>
                    <a:pt x="191" y="504"/>
                    <a:pt x="188" y="506"/>
                  </a:cubicBezTo>
                  <a:cubicBezTo>
                    <a:pt x="187" y="505"/>
                    <a:pt x="187" y="505"/>
                    <a:pt x="187" y="505"/>
                  </a:cubicBezTo>
                  <a:cubicBezTo>
                    <a:pt x="189" y="505"/>
                    <a:pt x="189" y="504"/>
                    <a:pt x="191" y="504"/>
                  </a:cubicBezTo>
                  <a:cubicBezTo>
                    <a:pt x="191" y="504"/>
                    <a:pt x="191" y="504"/>
                    <a:pt x="191" y="504"/>
                  </a:cubicBezTo>
                  <a:cubicBezTo>
                    <a:pt x="193" y="504"/>
                    <a:pt x="193" y="504"/>
                    <a:pt x="193" y="504"/>
                  </a:cubicBezTo>
                  <a:cubicBezTo>
                    <a:pt x="195" y="504"/>
                    <a:pt x="196" y="503"/>
                    <a:pt x="197" y="503"/>
                  </a:cubicBezTo>
                  <a:cubicBezTo>
                    <a:pt x="196" y="502"/>
                    <a:pt x="195" y="503"/>
                    <a:pt x="194" y="502"/>
                  </a:cubicBezTo>
                  <a:cubicBezTo>
                    <a:pt x="195" y="502"/>
                    <a:pt x="195" y="502"/>
                    <a:pt x="196" y="502"/>
                  </a:cubicBezTo>
                  <a:cubicBezTo>
                    <a:pt x="195" y="502"/>
                    <a:pt x="193" y="503"/>
                    <a:pt x="193" y="502"/>
                  </a:cubicBezTo>
                  <a:cubicBezTo>
                    <a:pt x="193" y="501"/>
                    <a:pt x="195" y="500"/>
                    <a:pt x="195" y="501"/>
                  </a:cubicBezTo>
                  <a:cubicBezTo>
                    <a:pt x="197" y="501"/>
                    <a:pt x="197" y="501"/>
                    <a:pt x="197" y="501"/>
                  </a:cubicBezTo>
                  <a:cubicBezTo>
                    <a:pt x="195" y="501"/>
                    <a:pt x="198" y="501"/>
                    <a:pt x="197" y="500"/>
                  </a:cubicBezTo>
                  <a:cubicBezTo>
                    <a:pt x="196" y="500"/>
                    <a:pt x="194" y="500"/>
                    <a:pt x="193" y="500"/>
                  </a:cubicBezTo>
                  <a:cubicBezTo>
                    <a:pt x="192" y="499"/>
                    <a:pt x="194" y="499"/>
                    <a:pt x="193" y="499"/>
                  </a:cubicBezTo>
                  <a:cubicBezTo>
                    <a:pt x="195" y="500"/>
                    <a:pt x="195" y="500"/>
                    <a:pt x="195" y="500"/>
                  </a:cubicBezTo>
                  <a:cubicBezTo>
                    <a:pt x="194" y="499"/>
                    <a:pt x="198" y="499"/>
                    <a:pt x="197" y="498"/>
                  </a:cubicBezTo>
                  <a:cubicBezTo>
                    <a:pt x="195" y="498"/>
                    <a:pt x="195" y="498"/>
                    <a:pt x="195" y="498"/>
                  </a:cubicBezTo>
                  <a:cubicBezTo>
                    <a:pt x="196" y="498"/>
                    <a:pt x="196" y="498"/>
                    <a:pt x="197" y="498"/>
                  </a:cubicBezTo>
                  <a:cubicBezTo>
                    <a:pt x="196" y="498"/>
                    <a:pt x="196" y="497"/>
                    <a:pt x="196" y="497"/>
                  </a:cubicBezTo>
                  <a:cubicBezTo>
                    <a:pt x="197" y="497"/>
                    <a:pt x="197" y="497"/>
                    <a:pt x="197" y="497"/>
                  </a:cubicBezTo>
                  <a:cubicBezTo>
                    <a:pt x="196" y="497"/>
                    <a:pt x="193" y="496"/>
                    <a:pt x="196" y="496"/>
                  </a:cubicBezTo>
                  <a:cubicBezTo>
                    <a:pt x="193" y="496"/>
                    <a:pt x="196" y="496"/>
                    <a:pt x="194" y="497"/>
                  </a:cubicBezTo>
                  <a:cubicBezTo>
                    <a:pt x="192" y="497"/>
                    <a:pt x="193" y="496"/>
                    <a:pt x="192" y="496"/>
                  </a:cubicBezTo>
                  <a:cubicBezTo>
                    <a:pt x="195" y="496"/>
                    <a:pt x="192" y="495"/>
                    <a:pt x="192" y="495"/>
                  </a:cubicBezTo>
                  <a:cubicBezTo>
                    <a:pt x="193" y="494"/>
                    <a:pt x="194" y="494"/>
                    <a:pt x="194" y="494"/>
                  </a:cubicBezTo>
                  <a:cubicBezTo>
                    <a:pt x="193" y="494"/>
                    <a:pt x="193" y="494"/>
                    <a:pt x="193" y="494"/>
                  </a:cubicBezTo>
                  <a:cubicBezTo>
                    <a:pt x="196" y="493"/>
                    <a:pt x="192" y="493"/>
                    <a:pt x="193" y="492"/>
                  </a:cubicBezTo>
                  <a:cubicBezTo>
                    <a:pt x="194" y="492"/>
                    <a:pt x="195" y="492"/>
                    <a:pt x="196" y="492"/>
                  </a:cubicBezTo>
                  <a:cubicBezTo>
                    <a:pt x="193" y="493"/>
                    <a:pt x="193" y="491"/>
                    <a:pt x="191" y="491"/>
                  </a:cubicBezTo>
                  <a:cubicBezTo>
                    <a:pt x="192" y="490"/>
                    <a:pt x="194" y="492"/>
                    <a:pt x="196" y="491"/>
                  </a:cubicBezTo>
                  <a:cubicBezTo>
                    <a:pt x="194" y="491"/>
                    <a:pt x="197" y="490"/>
                    <a:pt x="195" y="490"/>
                  </a:cubicBezTo>
                  <a:cubicBezTo>
                    <a:pt x="194" y="491"/>
                    <a:pt x="193" y="490"/>
                    <a:pt x="192" y="490"/>
                  </a:cubicBezTo>
                  <a:cubicBezTo>
                    <a:pt x="192" y="489"/>
                    <a:pt x="193" y="490"/>
                    <a:pt x="194" y="489"/>
                  </a:cubicBezTo>
                  <a:cubicBezTo>
                    <a:pt x="193" y="489"/>
                    <a:pt x="191" y="488"/>
                    <a:pt x="191" y="489"/>
                  </a:cubicBezTo>
                  <a:cubicBezTo>
                    <a:pt x="191" y="488"/>
                    <a:pt x="189" y="488"/>
                    <a:pt x="190" y="487"/>
                  </a:cubicBezTo>
                  <a:cubicBezTo>
                    <a:pt x="192" y="487"/>
                    <a:pt x="191" y="488"/>
                    <a:pt x="192" y="488"/>
                  </a:cubicBezTo>
                  <a:cubicBezTo>
                    <a:pt x="192" y="487"/>
                    <a:pt x="188" y="488"/>
                    <a:pt x="187" y="487"/>
                  </a:cubicBezTo>
                  <a:cubicBezTo>
                    <a:pt x="187" y="487"/>
                    <a:pt x="184" y="487"/>
                    <a:pt x="183" y="486"/>
                  </a:cubicBezTo>
                  <a:cubicBezTo>
                    <a:pt x="183" y="485"/>
                    <a:pt x="184" y="487"/>
                    <a:pt x="186" y="486"/>
                  </a:cubicBezTo>
                  <a:cubicBezTo>
                    <a:pt x="185" y="486"/>
                    <a:pt x="185" y="486"/>
                    <a:pt x="185" y="486"/>
                  </a:cubicBezTo>
                  <a:cubicBezTo>
                    <a:pt x="188" y="485"/>
                    <a:pt x="190" y="487"/>
                    <a:pt x="193" y="486"/>
                  </a:cubicBezTo>
                  <a:cubicBezTo>
                    <a:pt x="192" y="486"/>
                    <a:pt x="192" y="486"/>
                    <a:pt x="192" y="486"/>
                  </a:cubicBezTo>
                  <a:cubicBezTo>
                    <a:pt x="195" y="486"/>
                    <a:pt x="195" y="486"/>
                    <a:pt x="195" y="486"/>
                  </a:cubicBezTo>
                  <a:cubicBezTo>
                    <a:pt x="193" y="486"/>
                    <a:pt x="194" y="485"/>
                    <a:pt x="194" y="484"/>
                  </a:cubicBezTo>
                  <a:cubicBezTo>
                    <a:pt x="192" y="484"/>
                    <a:pt x="194" y="485"/>
                    <a:pt x="193" y="485"/>
                  </a:cubicBezTo>
                  <a:cubicBezTo>
                    <a:pt x="192" y="484"/>
                    <a:pt x="190" y="484"/>
                    <a:pt x="191" y="483"/>
                  </a:cubicBezTo>
                  <a:cubicBezTo>
                    <a:pt x="192" y="484"/>
                    <a:pt x="193" y="483"/>
                    <a:pt x="194" y="483"/>
                  </a:cubicBezTo>
                  <a:cubicBezTo>
                    <a:pt x="195" y="483"/>
                    <a:pt x="192" y="483"/>
                    <a:pt x="193" y="482"/>
                  </a:cubicBezTo>
                  <a:cubicBezTo>
                    <a:pt x="194" y="483"/>
                    <a:pt x="194" y="483"/>
                    <a:pt x="194" y="483"/>
                  </a:cubicBezTo>
                  <a:cubicBezTo>
                    <a:pt x="194" y="480"/>
                    <a:pt x="194" y="478"/>
                    <a:pt x="190" y="476"/>
                  </a:cubicBezTo>
                  <a:cubicBezTo>
                    <a:pt x="191" y="475"/>
                    <a:pt x="191" y="475"/>
                    <a:pt x="193" y="474"/>
                  </a:cubicBezTo>
                  <a:cubicBezTo>
                    <a:pt x="192" y="474"/>
                    <a:pt x="191" y="474"/>
                    <a:pt x="191" y="473"/>
                  </a:cubicBezTo>
                  <a:cubicBezTo>
                    <a:pt x="193" y="473"/>
                    <a:pt x="193" y="473"/>
                    <a:pt x="193" y="473"/>
                  </a:cubicBezTo>
                  <a:cubicBezTo>
                    <a:pt x="194" y="472"/>
                    <a:pt x="192" y="472"/>
                    <a:pt x="191" y="471"/>
                  </a:cubicBezTo>
                  <a:cubicBezTo>
                    <a:pt x="193" y="471"/>
                    <a:pt x="193" y="471"/>
                    <a:pt x="193" y="471"/>
                  </a:cubicBezTo>
                  <a:cubicBezTo>
                    <a:pt x="194" y="471"/>
                    <a:pt x="192" y="470"/>
                    <a:pt x="191" y="470"/>
                  </a:cubicBezTo>
                  <a:cubicBezTo>
                    <a:pt x="193" y="470"/>
                    <a:pt x="193" y="470"/>
                    <a:pt x="193" y="470"/>
                  </a:cubicBezTo>
                  <a:cubicBezTo>
                    <a:pt x="191" y="470"/>
                    <a:pt x="191" y="470"/>
                    <a:pt x="191" y="470"/>
                  </a:cubicBezTo>
                  <a:cubicBezTo>
                    <a:pt x="191" y="469"/>
                    <a:pt x="191" y="468"/>
                    <a:pt x="193" y="469"/>
                  </a:cubicBezTo>
                  <a:cubicBezTo>
                    <a:pt x="193" y="469"/>
                    <a:pt x="192" y="468"/>
                    <a:pt x="192" y="468"/>
                  </a:cubicBezTo>
                  <a:cubicBezTo>
                    <a:pt x="193" y="468"/>
                    <a:pt x="193" y="467"/>
                    <a:pt x="193" y="466"/>
                  </a:cubicBezTo>
                  <a:cubicBezTo>
                    <a:pt x="192" y="466"/>
                    <a:pt x="191" y="466"/>
                    <a:pt x="190" y="466"/>
                  </a:cubicBezTo>
                  <a:cubicBezTo>
                    <a:pt x="188" y="465"/>
                    <a:pt x="190" y="466"/>
                    <a:pt x="189" y="465"/>
                  </a:cubicBezTo>
                  <a:cubicBezTo>
                    <a:pt x="190" y="465"/>
                    <a:pt x="191" y="465"/>
                    <a:pt x="192" y="465"/>
                  </a:cubicBezTo>
                  <a:cubicBezTo>
                    <a:pt x="195" y="465"/>
                    <a:pt x="192" y="462"/>
                    <a:pt x="193" y="461"/>
                  </a:cubicBezTo>
                  <a:cubicBezTo>
                    <a:pt x="192" y="460"/>
                    <a:pt x="192" y="460"/>
                    <a:pt x="192" y="460"/>
                  </a:cubicBezTo>
                  <a:cubicBezTo>
                    <a:pt x="195" y="460"/>
                    <a:pt x="193" y="459"/>
                    <a:pt x="194" y="458"/>
                  </a:cubicBezTo>
                  <a:cubicBezTo>
                    <a:pt x="193" y="458"/>
                    <a:pt x="191" y="457"/>
                    <a:pt x="191" y="456"/>
                  </a:cubicBezTo>
                  <a:cubicBezTo>
                    <a:pt x="189" y="455"/>
                    <a:pt x="193" y="457"/>
                    <a:pt x="195" y="457"/>
                  </a:cubicBezTo>
                  <a:cubicBezTo>
                    <a:pt x="194" y="456"/>
                    <a:pt x="194" y="456"/>
                    <a:pt x="194" y="456"/>
                  </a:cubicBezTo>
                  <a:cubicBezTo>
                    <a:pt x="194" y="456"/>
                    <a:pt x="194" y="456"/>
                    <a:pt x="194" y="456"/>
                  </a:cubicBezTo>
                  <a:cubicBezTo>
                    <a:pt x="194" y="455"/>
                    <a:pt x="193" y="454"/>
                    <a:pt x="194" y="454"/>
                  </a:cubicBezTo>
                  <a:cubicBezTo>
                    <a:pt x="194" y="454"/>
                    <a:pt x="194" y="454"/>
                    <a:pt x="194" y="454"/>
                  </a:cubicBezTo>
                  <a:cubicBezTo>
                    <a:pt x="195" y="454"/>
                    <a:pt x="196" y="455"/>
                    <a:pt x="196" y="454"/>
                  </a:cubicBezTo>
                  <a:cubicBezTo>
                    <a:pt x="194" y="453"/>
                    <a:pt x="196" y="453"/>
                    <a:pt x="194" y="452"/>
                  </a:cubicBezTo>
                  <a:cubicBezTo>
                    <a:pt x="195" y="452"/>
                    <a:pt x="195" y="452"/>
                    <a:pt x="195" y="452"/>
                  </a:cubicBezTo>
                  <a:cubicBezTo>
                    <a:pt x="194" y="451"/>
                    <a:pt x="194" y="451"/>
                    <a:pt x="194" y="451"/>
                  </a:cubicBezTo>
                  <a:cubicBezTo>
                    <a:pt x="195" y="451"/>
                    <a:pt x="195" y="451"/>
                    <a:pt x="195" y="451"/>
                  </a:cubicBezTo>
                  <a:cubicBezTo>
                    <a:pt x="196" y="453"/>
                    <a:pt x="196" y="453"/>
                    <a:pt x="196" y="453"/>
                  </a:cubicBezTo>
                  <a:cubicBezTo>
                    <a:pt x="197" y="452"/>
                    <a:pt x="195" y="452"/>
                    <a:pt x="194" y="451"/>
                  </a:cubicBezTo>
                  <a:cubicBezTo>
                    <a:pt x="193" y="450"/>
                    <a:pt x="195" y="450"/>
                    <a:pt x="195" y="451"/>
                  </a:cubicBezTo>
                  <a:cubicBezTo>
                    <a:pt x="196" y="451"/>
                    <a:pt x="195" y="451"/>
                    <a:pt x="195" y="451"/>
                  </a:cubicBezTo>
                  <a:cubicBezTo>
                    <a:pt x="196" y="452"/>
                    <a:pt x="196" y="451"/>
                    <a:pt x="196" y="452"/>
                  </a:cubicBezTo>
                  <a:cubicBezTo>
                    <a:pt x="196" y="451"/>
                    <a:pt x="195" y="450"/>
                    <a:pt x="195" y="450"/>
                  </a:cubicBezTo>
                  <a:cubicBezTo>
                    <a:pt x="195" y="451"/>
                    <a:pt x="196" y="450"/>
                    <a:pt x="197" y="451"/>
                  </a:cubicBezTo>
                  <a:cubicBezTo>
                    <a:pt x="196" y="450"/>
                    <a:pt x="197" y="450"/>
                    <a:pt x="196" y="450"/>
                  </a:cubicBezTo>
                  <a:cubicBezTo>
                    <a:pt x="196" y="450"/>
                    <a:pt x="195" y="449"/>
                    <a:pt x="194" y="449"/>
                  </a:cubicBezTo>
                  <a:cubicBezTo>
                    <a:pt x="194" y="448"/>
                    <a:pt x="194" y="448"/>
                    <a:pt x="195" y="448"/>
                  </a:cubicBezTo>
                  <a:cubicBezTo>
                    <a:pt x="195" y="449"/>
                    <a:pt x="195" y="449"/>
                    <a:pt x="195" y="449"/>
                  </a:cubicBezTo>
                  <a:cubicBezTo>
                    <a:pt x="195" y="448"/>
                    <a:pt x="196" y="448"/>
                    <a:pt x="194" y="447"/>
                  </a:cubicBezTo>
                  <a:cubicBezTo>
                    <a:pt x="196" y="449"/>
                    <a:pt x="196" y="449"/>
                    <a:pt x="196" y="449"/>
                  </a:cubicBezTo>
                  <a:cubicBezTo>
                    <a:pt x="196" y="448"/>
                    <a:pt x="196" y="448"/>
                    <a:pt x="196" y="447"/>
                  </a:cubicBezTo>
                  <a:cubicBezTo>
                    <a:pt x="197" y="448"/>
                    <a:pt x="198" y="450"/>
                    <a:pt x="199" y="450"/>
                  </a:cubicBezTo>
                  <a:cubicBezTo>
                    <a:pt x="198" y="448"/>
                    <a:pt x="198" y="448"/>
                    <a:pt x="198" y="448"/>
                  </a:cubicBezTo>
                  <a:cubicBezTo>
                    <a:pt x="199" y="448"/>
                    <a:pt x="199" y="448"/>
                    <a:pt x="199" y="449"/>
                  </a:cubicBezTo>
                  <a:cubicBezTo>
                    <a:pt x="200" y="449"/>
                    <a:pt x="198" y="444"/>
                    <a:pt x="199" y="445"/>
                  </a:cubicBezTo>
                  <a:cubicBezTo>
                    <a:pt x="200" y="447"/>
                    <a:pt x="200" y="447"/>
                    <a:pt x="201" y="447"/>
                  </a:cubicBezTo>
                  <a:cubicBezTo>
                    <a:pt x="200" y="446"/>
                    <a:pt x="200" y="446"/>
                    <a:pt x="200" y="446"/>
                  </a:cubicBezTo>
                  <a:cubicBezTo>
                    <a:pt x="200" y="446"/>
                    <a:pt x="201" y="448"/>
                    <a:pt x="200" y="447"/>
                  </a:cubicBezTo>
                  <a:cubicBezTo>
                    <a:pt x="199" y="446"/>
                    <a:pt x="200" y="446"/>
                    <a:pt x="200" y="445"/>
                  </a:cubicBezTo>
                  <a:cubicBezTo>
                    <a:pt x="200" y="446"/>
                    <a:pt x="201" y="447"/>
                    <a:pt x="202" y="447"/>
                  </a:cubicBezTo>
                  <a:cubicBezTo>
                    <a:pt x="202" y="447"/>
                    <a:pt x="202" y="447"/>
                    <a:pt x="202" y="447"/>
                  </a:cubicBezTo>
                  <a:cubicBezTo>
                    <a:pt x="205" y="449"/>
                    <a:pt x="200" y="450"/>
                    <a:pt x="204" y="454"/>
                  </a:cubicBezTo>
                  <a:cubicBezTo>
                    <a:pt x="205" y="456"/>
                    <a:pt x="206" y="463"/>
                    <a:pt x="206" y="463"/>
                  </a:cubicBezTo>
                  <a:cubicBezTo>
                    <a:pt x="214" y="451"/>
                    <a:pt x="212" y="449"/>
                    <a:pt x="214" y="446"/>
                  </a:cubicBezTo>
                  <a:cubicBezTo>
                    <a:pt x="214" y="447"/>
                    <a:pt x="214" y="447"/>
                    <a:pt x="214" y="447"/>
                  </a:cubicBezTo>
                  <a:cubicBezTo>
                    <a:pt x="214" y="446"/>
                    <a:pt x="214" y="446"/>
                    <a:pt x="214" y="446"/>
                  </a:cubicBezTo>
                  <a:cubicBezTo>
                    <a:pt x="214" y="446"/>
                    <a:pt x="215" y="446"/>
                    <a:pt x="215" y="446"/>
                  </a:cubicBezTo>
                  <a:cubicBezTo>
                    <a:pt x="215" y="446"/>
                    <a:pt x="215" y="447"/>
                    <a:pt x="216" y="445"/>
                  </a:cubicBezTo>
                  <a:cubicBezTo>
                    <a:pt x="216" y="445"/>
                    <a:pt x="216" y="445"/>
                    <a:pt x="216" y="445"/>
                  </a:cubicBezTo>
                  <a:cubicBezTo>
                    <a:pt x="216" y="445"/>
                    <a:pt x="217" y="443"/>
                    <a:pt x="217" y="443"/>
                  </a:cubicBezTo>
                  <a:cubicBezTo>
                    <a:pt x="216" y="445"/>
                    <a:pt x="216" y="445"/>
                    <a:pt x="216" y="445"/>
                  </a:cubicBezTo>
                  <a:cubicBezTo>
                    <a:pt x="216" y="447"/>
                    <a:pt x="217" y="446"/>
                    <a:pt x="217" y="447"/>
                  </a:cubicBezTo>
                  <a:cubicBezTo>
                    <a:pt x="217" y="445"/>
                    <a:pt x="217" y="447"/>
                    <a:pt x="218" y="445"/>
                  </a:cubicBezTo>
                  <a:cubicBezTo>
                    <a:pt x="218" y="445"/>
                    <a:pt x="218" y="445"/>
                    <a:pt x="218" y="445"/>
                  </a:cubicBezTo>
                  <a:cubicBezTo>
                    <a:pt x="219" y="445"/>
                    <a:pt x="219" y="444"/>
                    <a:pt x="220" y="444"/>
                  </a:cubicBezTo>
                  <a:cubicBezTo>
                    <a:pt x="220" y="444"/>
                    <a:pt x="219" y="446"/>
                    <a:pt x="219" y="446"/>
                  </a:cubicBezTo>
                  <a:cubicBezTo>
                    <a:pt x="219" y="447"/>
                    <a:pt x="219" y="447"/>
                    <a:pt x="220" y="447"/>
                  </a:cubicBezTo>
                  <a:cubicBezTo>
                    <a:pt x="220" y="447"/>
                    <a:pt x="220" y="446"/>
                    <a:pt x="220" y="446"/>
                  </a:cubicBezTo>
                  <a:cubicBezTo>
                    <a:pt x="220" y="446"/>
                    <a:pt x="220" y="446"/>
                    <a:pt x="220" y="447"/>
                  </a:cubicBezTo>
                  <a:cubicBezTo>
                    <a:pt x="220" y="446"/>
                    <a:pt x="220" y="446"/>
                    <a:pt x="220" y="446"/>
                  </a:cubicBezTo>
                  <a:cubicBezTo>
                    <a:pt x="220" y="446"/>
                    <a:pt x="220" y="446"/>
                    <a:pt x="220" y="447"/>
                  </a:cubicBezTo>
                  <a:cubicBezTo>
                    <a:pt x="220" y="447"/>
                    <a:pt x="220" y="447"/>
                    <a:pt x="220" y="447"/>
                  </a:cubicBezTo>
                  <a:cubicBezTo>
                    <a:pt x="220" y="447"/>
                    <a:pt x="220" y="447"/>
                    <a:pt x="220" y="447"/>
                  </a:cubicBezTo>
                  <a:cubicBezTo>
                    <a:pt x="220" y="447"/>
                    <a:pt x="220" y="447"/>
                    <a:pt x="220" y="447"/>
                  </a:cubicBezTo>
                  <a:cubicBezTo>
                    <a:pt x="220" y="447"/>
                    <a:pt x="220" y="447"/>
                    <a:pt x="220" y="448"/>
                  </a:cubicBezTo>
                  <a:cubicBezTo>
                    <a:pt x="220" y="449"/>
                    <a:pt x="220" y="449"/>
                    <a:pt x="220" y="449"/>
                  </a:cubicBezTo>
                  <a:cubicBezTo>
                    <a:pt x="220" y="449"/>
                    <a:pt x="221" y="448"/>
                    <a:pt x="221" y="447"/>
                  </a:cubicBezTo>
                  <a:cubicBezTo>
                    <a:pt x="222" y="449"/>
                    <a:pt x="224" y="448"/>
                    <a:pt x="225" y="448"/>
                  </a:cubicBezTo>
                  <a:cubicBezTo>
                    <a:pt x="225" y="448"/>
                    <a:pt x="224" y="449"/>
                    <a:pt x="225" y="449"/>
                  </a:cubicBezTo>
                  <a:cubicBezTo>
                    <a:pt x="225" y="449"/>
                    <a:pt x="226" y="448"/>
                    <a:pt x="226" y="449"/>
                  </a:cubicBezTo>
                  <a:cubicBezTo>
                    <a:pt x="226" y="448"/>
                    <a:pt x="225" y="450"/>
                    <a:pt x="225" y="450"/>
                  </a:cubicBezTo>
                  <a:cubicBezTo>
                    <a:pt x="225" y="451"/>
                    <a:pt x="226" y="449"/>
                    <a:pt x="226" y="449"/>
                  </a:cubicBezTo>
                  <a:cubicBezTo>
                    <a:pt x="225" y="452"/>
                    <a:pt x="229" y="450"/>
                    <a:pt x="229" y="452"/>
                  </a:cubicBezTo>
                  <a:cubicBezTo>
                    <a:pt x="229" y="451"/>
                    <a:pt x="228" y="452"/>
                    <a:pt x="227" y="452"/>
                  </a:cubicBezTo>
                  <a:cubicBezTo>
                    <a:pt x="228" y="452"/>
                    <a:pt x="229" y="452"/>
                    <a:pt x="232" y="452"/>
                  </a:cubicBezTo>
                  <a:cubicBezTo>
                    <a:pt x="230" y="453"/>
                    <a:pt x="230" y="453"/>
                    <a:pt x="230" y="453"/>
                  </a:cubicBezTo>
                  <a:cubicBezTo>
                    <a:pt x="230" y="453"/>
                    <a:pt x="231" y="453"/>
                    <a:pt x="232" y="453"/>
                  </a:cubicBezTo>
                  <a:cubicBezTo>
                    <a:pt x="233" y="452"/>
                    <a:pt x="234" y="452"/>
                    <a:pt x="234" y="452"/>
                  </a:cubicBezTo>
                  <a:cubicBezTo>
                    <a:pt x="234" y="452"/>
                    <a:pt x="234" y="452"/>
                    <a:pt x="234" y="452"/>
                  </a:cubicBezTo>
                  <a:cubicBezTo>
                    <a:pt x="235" y="453"/>
                    <a:pt x="235" y="452"/>
                    <a:pt x="236" y="453"/>
                  </a:cubicBezTo>
                  <a:cubicBezTo>
                    <a:pt x="235" y="454"/>
                    <a:pt x="235" y="453"/>
                    <a:pt x="234" y="454"/>
                  </a:cubicBezTo>
                  <a:cubicBezTo>
                    <a:pt x="232" y="455"/>
                    <a:pt x="233" y="456"/>
                    <a:pt x="233" y="456"/>
                  </a:cubicBezTo>
                  <a:cubicBezTo>
                    <a:pt x="235" y="456"/>
                    <a:pt x="235" y="456"/>
                    <a:pt x="235" y="456"/>
                  </a:cubicBezTo>
                  <a:cubicBezTo>
                    <a:pt x="236" y="456"/>
                    <a:pt x="234" y="457"/>
                    <a:pt x="234" y="457"/>
                  </a:cubicBezTo>
                  <a:cubicBezTo>
                    <a:pt x="239" y="456"/>
                    <a:pt x="239" y="456"/>
                    <a:pt x="239" y="456"/>
                  </a:cubicBezTo>
                  <a:cubicBezTo>
                    <a:pt x="238" y="456"/>
                    <a:pt x="237" y="458"/>
                    <a:pt x="236" y="457"/>
                  </a:cubicBezTo>
                  <a:cubicBezTo>
                    <a:pt x="237" y="458"/>
                    <a:pt x="240" y="458"/>
                    <a:pt x="241" y="458"/>
                  </a:cubicBezTo>
                  <a:cubicBezTo>
                    <a:pt x="241" y="459"/>
                    <a:pt x="243" y="459"/>
                    <a:pt x="243" y="460"/>
                  </a:cubicBezTo>
                  <a:cubicBezTo>
                    <a:pt x="242" y="460"/>
                    <a:pt x="243" y="459"/>
                    <a:pt x="242" y="460"/>
                  </a:cubicBezTo>
                  <a:cubicBezTo>
                    <a:pt x="240" y="461"/>
                    <a:pt x="240" y="461"/>
                    <a:pt x="240" y="461"/>
                  </a:cubicBezTo>
                  <a:cubicBezTo>
                    <a:pt x="240" y="460"/>
                    <a:pt x="238" y="461"/>
                    <a:pt x="237" y="461"/>
                  </a:cubicBezTo>
                  <a:cubicBezTo>
                    <a:pt x="238" y="462"/>
                    <a:pt x="238" y="463"/>
                    <a:pt x="237" y="464"/>
                  </a:cubicBezTo>
                  <a:cubicBezTo>
                    <a:pt x="240" y="463"/>
                    <a:pt x="239" y="465"/>
                    <a:pt x="242" y="465"/>
                  </a:cubicBezTo>
                  <a:cubicBezTo>
                    <a:pt x="242" y="466"/>
                    <a:pt x="240" y="466"/>
                    <a:pt x="239" y="466"/>
                  </a:cubicBezTo>
                  <a:cubicBezTo>
                    <a:pt x="240" y="467"/>
                    <a:pt x="240" y="468"/>
                    <a:pt x="240" y="469"/>
                  </a:cubicBezTo>
                  <a:cubicBezTo>
                    <a:pt x="240" y="469"/>
                    <a:pt x="240" y="469"/>
                    <a:pt x="240" y="469"/>
                  </a:cubicBezTo>
                  <a:cubicBezTo>
                    <a:pt x="240" y="470"/>
                    <a:pt x="240" y="472"/>
                    <a:pt x="242" y="472"/>
                  </a:cubicBezTo>
                  <a:cubicBezTo>
                    <a:pt x="241" y="472"/>
                    <a:pt x="241" y="472"/>
                    <a:pt x="241" y="472"/>
                  </a:cubicBezTo>
                  <a:cubicBezTo>
                    <a:pt x="240" y="473"/>
                    <a:pt x="244" y="472"/>
                    <a:pt x="243" y="474"/>
                  </a:cubicBezTo>
                  <a:cubicBezTo>
                    <a:pt x="242" y="473"/>
                    <a:pt x="242" y="473"/>
                    <a:pt x="242" y="473"/>
                  </a:cubicBezTo>
                  <a:cubicBezTo>
                    <a:pt x="243" y="474"/>
                    <a:pt x="241" y="475"/>
                    <a:pt x="243" y="476"/>
                  </a:cubicBezTo>
                  <a:cubicBezTo>
                    <a:pt x="242" y="476"/>
                    <a:pt x="242" y="476"/>
                    <a:pt x="241" y="475"/>
                  </a:cubicBezTo>
                  <a:cubicBezTo>
                    <a:pt x="242" y="476"/>
                    <a:pt x="242" y="477"/>
                    <a:pt x="243" y="478"/>
                  </a:cubicBezTo>
                  <a:cubicBezTo>
                    <a:pt x="241" y="478"/>
                    <a:pt x="241" y="478"/>
                    <a:pt x="241" y="478"/>
                  </a:cubicBezTo>
                  <a:cubicBezTo>
                    <a:pt x="240" y="478"/>
                    <a:pt x="244" y="478"/>
                    <a:pt x="243" y="479"/>
                  </a:cubicBezTo>
                  <a:cubicBezTo>
                    <a:pt x="243" y="479"/>
                    <a:pt x="242" y="480"/>
                    <a:pt x="242" y="480"/>
                  </a:cubicBezTo>
                  <a:cubicBezTo>
                    <a:pt x="243" y="480"/>
                    <a:pt x="243" y="481"/>
                    <a:pt x="243" y="481"/>
                  </a:cubicBezTo>
                  <a:cubicBezTo>
                    <a:pt x="241" y="482"/>
                    <a:pt x="241" y="482"/>
                    <a:pt x="241" y="482"/>
                  </a:cubicBezTo>
                  <a:cubicBezTo>
                    <a:pt x="241" y="486"/>
                    <a:pt x="241" y="490"/>
                    <a:pt x="243" y="494"/>
                  </a:cubicBezTo>
                  <a:cubicBezTo>
                    <a:pt x="240" y="494"/>
                    <a:pt x="241" y="493"/>
                    <a:pt x="240" y="493"/>
                  </a:cubicBezTo>
                  <a:cubicBezTo>
                    <a:pt x="242" y="493"/>
                    <a:pt x="240" y="494"/>
                    <a:pt x="241" y="495"/>
                  </a:cubicBezTo>
                  <a:cubicBezTo>
                    <a:pt x="241" y="495"/>
                    <a:pt x="241" y="495"/>
                    <a:pt x="241" y="495"/>
                  </a:cubicBezTo>
                  <a:cubicBezTo>
                    <a:pt x="241" y="496"/>
                    <a:pt x="240" y="496"/>
                    <a:pt x="240" y="497"/>
                  </a:cubicBezTo>
                  <a:cubicBezTo>
                    <a:pt x="241" y="497"/>
                    <a:pt x="241" y="497"/>
                    <a:pt x="241" y="497"/>
                  </a:cubicBezTo>
                  <a:cubicBezTo>
                    <a:pt x="242" y="497"/>
                    <a:pt x="238" y="498"/>
                    <a:pt x="241" y="498"/>
                  </a:cubicBezTo>
                  <a:cubicBezTo>
                    <a:pt x="239" y="499"/>
                    <a:pt x="239" y="499"/>
                    <a:pt x="239" y="499"/>
                  </a:cubicBezTo>
                  <a:cubicBezTo>
                    <a:pt x="242" y="499"/>
                    <a:pt x="238" y="499"/>
                    <a:pt x="240" y="500"/>
                  </a:cubicBezTo>
                  <a:cubicBezTo>
                    <a:pt x="240" y="500"/>
                    <a:pt x="240" y="500"/>
                    <a:pt x="240" y="500"/>
                  </a:cubicBezTo>
                  <a:cubicBezTo>
                    <a:pt x="239" y="501"/>
                    <a:pt x="243" y="502"/>
                    <a:pt x="241" y="502"/>
                  </a:cubicBezTo>
                  <a:cubicBezTo>
                    <a:pt x="241" y="503"/>
                    <a:pt x="242" y="504"/>
                    <a:pt x="244" y="504"/>
                  </a:cubicBezTo>
                  <a:cubicBezTo>
                    <a:pt x="241" y="504"/>
                    <a:pt x="241" y="504"/>
                    <a:pt x="241" y="504"/>
                  </a:cubicBezTo>
                  <a:cubicBezTo>
                    <a:pt x="242" y="507"/>
                    <a:pt x="241" y="511"/>
                    <a:pt x="244" y="513"/>
                  </a:cubicBezTo>
                  <a:cubicBezTo>
                    <a:pt x="243" y="513"/>
                    <a:pt x="243" y="513"/>
                    <a:pt x="243" y="513"/>
                  </a:cubicBezTo>
                  <a:cubicBezTo>
                    <a:pt x="245" y="515"/>
                    <a:pt x="241" y="517"/>
                    <a:pt x="245" y="518"/>
                  </a:cubicBezTo>
                  <a:cubicBezTo>
                    <a:pt x="247" y="518"/>
                    <a:pt x="247" y="518"/>
                    <a:pt x="247" y="518"/>
                  </a:cubicBezTo>
                  <a:cubicBezTo>
                    <a:pt x="244" y="519"/>
                    <a:pt x="244" y="519"/>
                    <a:pt x="244" y="519"/>
                  </a:cubicBezTo>
                  <a:cubicBezTo>
                    <a:pt x="246" y="519"/>
                    <a:pt x="245" y="520"/>
                    <a:pt x="247" y="521"/>
                  </a:cubicBezTo>
                  <a:cubicBezTo>
                    <a:pt x="245" y="521"/>
                    <a:pt x="245" y="521"/>
                    <a:pt x="245" y="521"/>
                  </a:cubicBezTo>
                  <a:cubicBezTo>
                    <a:pt x="245" y="521"/>
                    <a:pt x="247" y="522"/>
                    <a:pt x="247" y="523"/>
                  </a:cubicBezTo>
                  <a:cubicBezTo>
                    <a:pt x="246" y="523"/>
                    <a:pt x="246" y="523"/>
                    <a:pt x="246" y="523"/>
                  </a:cubicBezTo>
                  <a:cubicBezTo>
                    <a:pt x="243" y="527"/>
                    <a:pt x="241" y="532"/>
                    <a:pt x="246" y="534"/>
                  </a:cubicBezTo>
                  <a:cubicBezTo>
                    <a:pt x="247" y="535"/>
                    <a:pt x="243" y="535"/>
                    <a:pt x="244" y="536"/>
                  </a:cubicBezTo>
                  <a:cubicBezTo>
                    <a:pt x="247" y="538"/>
                    <a:pt x="245" y="541"/>
                    <a:pt x="247" y="543"/>
                  </a:cubicBezTo>
                  <a:cubicBezTo>
                    <a:pt x="246" y="546"/>
                    <a:pt x="244" y="545"/>
                    <a:pt x="243" y="548"/>
                  </a:cubicBezTo>
                  <a:cubicBezTo>
                    <a:pt x="243" y="547"/>
                    <a:pt x="243" y="547"/>
                    <a:pt x="243" y="547"/>
                  </a:cubicBezTo>
                  <a:cubicBezTo>
                    <a:pt x="242" y="549"/>
                    <a:pt x="241" y="547"/>
                    <a:pt x="240" y="546"/>
                  </a:cubicBezTo>
                  <a:cubicBezTo>
                    <a:pt x="240" y="547"/>
                    <a:pt x="239" y="547"/>
                    <a:pt x="240" y="549"/>
                  </a:cubicBezTo>
                  <a:cubicBezTo>
                    <a:pt x="239" y="550"/>
                    <a:pt x="238" y="546"/>
                    <a:pt x="238" y="547"/>
                  </a:cubicBezTo>
                  <a:cubicBezTo>
                    <a:pt x="238" y="546"/>
                    <a:pt x="238" y="548"/>
                    <a:pt x="238" y="548"/>
                  </a:cubicBezTo>
                  <a:cubicBezTo>
                    <a:pt x="236" y="550"/>
                    <a:pt x="238" y="546"/>
                    <a:pt x="235" y="545"/>
                  </a:cubicBezTo>
                  <a:cubicBezTo>
                    <a:pt x="232" y="546"/>
                    <a:pt x="228" y="548"/>
                    <a:pt x="225" y="547"/>
                  </a:cubicBezTo>
                  <a:cubicBezTo>
                    <a:pt x="225" y="547"/>
                    <a:pt x="225" y="549"/>
                    <a:pt x="225" y="549"/>
                  </a:cubicBezTo>
                  <a:cubicBezTo>
                    <a:pt x="224" y="546"/>
                    <a:pt x="224" y="550"/>
                    <a:pt x="223" y="549"/>
                  </a:cubicBezTo>
                  <a:cubicBezTo>
                    <a:pt x="223" y="548"/>
                    <a:pt x="223" y="548"/>
                    <a:pt x="223" y="547"/>
                  </a:cubicBezTo>
                  <a:cubicBezTo>
                    <a:pt x="222" y="546"/>
                    <a:pt x="220" y="548"/>
                    <a:pt x="219" y="547"/>
                  </a:cubicBezTo>
                  <a:cubicBezTo>
                    <a:pt x="218" y="549"/>
                    <a:pt x="216" y="546"/>
                    <a:pt x="215" y="548"/>
                  </a:cubicBezTo>
                  <a:cubicBezTo>
                    <a:pt x="215" y="546"/>
                    <a:pt x="214" y="547"/>
                    <a:pt x="214" y="546"/>
                  </a:cubicBezTo>
                  <a:cubicBezTo>
                    <a:pt x="213" y="550"/>
                    <a:pt x="211" y="545"/>
                    <a:pt x="210" y="547"/>
                  </a:cubicBezTo>
                  <a:cubicBezTo>
                    <a:pt x="210" y="547"/>
                    <a:pt x="210" y="547"/>
                    <a:pt x="210" y="547"/>
                  </a:cubicBezTo>
                  <a:cubicBezTo>
                    <a:pt x="206" y="547"/>
                    <a:pt x="202" y="547"/>
                    <a:pt x="198" y="549"/>
                  </a:cubicBezTo>
                  <a:cubicBezTo>
                    <a:pt x="195" y="549"/>
                    <a:pt x="193" y="546"/>
                    <a:pt x="190" y="547"/>
                  </a:cubicBezTo>
                  <a:cubicBezTo>
                    <a:pt x="190" y="548"/>
                    <a:pt x="190" y="549"/>
                    <a:pt x="190" y="549"/>
                  </a:cubicBezTo>
                  <a:cubicBezTo>
                    <a:pt x="189" y="549"/>
                    <a:pt x="190" y="548"/>
                    <a:pt x="190" y="547"/>
                  </a:cubicBezTo>
                  <a:cubicBezTo>
                    <a:pt x="188" y="549"/>
                    <a:pt x="187" y="547"/>
                    <a:pt x="185" y="547"/>
                  </a:cubicBezTo>
                  <a:cubicBezTo>
                    <a:pt x="185" y="548"/>
                    <a:pt x="184" y="548"/>
                    <a:pt x="185" y="549"/>
                  </a:cubicBezTo>
                  <a:cubicBezTo>
                    <a:pt x="183" y="546"/>
                    <a:pt x="181" y="550"/>
                    <a:pt x="179" y="548"/>
                  </a:cubicBezTo>
                  <a:cubicBezTo>
                    <a:pt x="179" y="552"/>
                    <a:pt x="178" y="550"/>
                    <a:pt x="177" y="551"/>
                  </a:cubicBezTo>
                  <a:cubicBezTo>
                    <a:pt x="177" y="551"/>
                    <a:pt x="177" y="550"/>
                    <a:pt x="177" y="549"/>
                  </a:cubicBezTo>
                  <a:cubicBezTo>
                    <a:pt x="175" y="550"/>
                    <a:pt x="175" y="550"/>
                    <a:pt x="173" y="549"/>
                  </a:cubicBezTo>
                  <a:cubicBezTo>
                    <a:pt x="172" y="549"/>
                    <a:pt x="172" y="551"/>
                    <a:pt x="171" y="551"/>
                  </a:cubicBezTo>
                  <a:cubicBezTo>
                    <a:pt x="171" y="548"/>
                    <a:pt x="170" y="550"/>
                    <a:pt x="169" y="550"/>
                  </a:cubicBezTo>
                  <a:cubicBezTo>
                    <a:pt x="169" y="552"/>
                    <a:pt x="168" y="553"/>
                    <a:pt x="167" y="552"/>
                  </a:cubicBezTo>
                  <a:cubicBezTo>
                    <a:pt x="168" y="549"/>
                    <a:pt x="168" y="549"/>
                    <a:pt x="168" y="549"/>
                  </a:cubicBezTo>
                  <a:cubicBezTo>
                    <a:pt x="165" y="551"/>
                    <a:pt x="162" y="548"/>
                    <a:pt x="159" y="551"/>
                  </a:cubicBezTo>
                  <a:cubicBezTo>
                    <a:pt x="159" y="549"/>
                    <a:pt x="159" y="549"/>
                    <a:pt x="159" y="549"/>
                  </a:cubicBezTo>
                  <a:cubicBezTo>
                    <a:pt x="156" y="550"/>
                    <a:pt x="154" y="548"/>
                    <a:pt x="151" y="549"/>
                  </a:cubicBezTo>
                  <a:cubicBezTo>
                    <a:pt x="150" y="548"/>
                    <a:pt x="150" y="547"/>
                    <a:pt x="149" y="547"/>
                  </a:cubicBezTo>
                  <a:cubicBezTo>
                    <a:pt x="148" y="548"/>
                    <a:pt x="148" y="548"/>
                    <a:pt x="146" y="549"/>
                  </a:cubicBezTo>
                  <a:cubicBezTo>
                    <a:pt x="146" y="549"/>
                    <a:pt x="146" y="548"/>
                    <a:pt x="147" y="547"/>
                  </a:cubicBezTo>
                  <a:cubicBezTo>
                    <a:pt x="146" y="546"/>
                    <a:pt x="147" y="544"/>
                    <a:pt x="145" y="545"/>
                  </a:cubicBezTo>
                  <a:cubicBezTo>
                    <a:pt x="146" y="545"/>
                    <a:pt x="146" y="545"/>
                    <a:pt x="146" y="545"/>
                  </a:cubicBezTo>
                  <a:cubicBezTo>
                    <a:pt x="145" y="545"/>
                    <a:pt x="143" y="545"/>
                    <a:pt x="144" y="544"/>
                  </a:cubicBezTo>
                  <a:cubicBezTo>
                    <a:pt x="143" y="544"/>
                    <a:pt x="142" y="543"/>
                    <a:pt x="140" y="544"/>
                  </a:cubicBezTo>
                  <a:cubicBezTo>
                    <a:pt x="140" y="543"/>
                    <a:pt x="143" y="543"/>
                    <a:pt x="141" y="543"/>
                  </a:cubicBezTo>
                  <a:cubicBezTo>
                    <a:pt x="143" y="543"/>
                    <a:pt x="143" y="543"/>
                    <a:pt x="143" y="543"/>
                  </a:cubicBezTo>
                  <a:cubicBezTo>
                    <a:pt x="143" y="541"/>
                    <a:pt x="142" y="539"/>
                    <a:pt x="142" y="537"/>
                  </a:cubicBezTo>
                  <a:cubicBezTo>
                    <a:pt x="145" y="537"/>
                    <a:pt x="142" y="534"/>
                    <a:pt x="144" y="534"/>
                  </a:cubicBezTo>
                  <a:cubicBezTo>
                    <a:pt x="143" y="533"/>
                    <a:pt x="146" y="532"/>
                    <a:pt x="143" y="530"/>
                  </a:cubicBezTo>
                  <a:cubicBezTo>
                    <a:pt x="144" y="531"/>
                    <a:pt x="144" y="531"/>
                    <a:pt x="144" y="531"/>
                  </a:cubicBezTo>
                  <a:cubicBezTo>
                    <a:pt x="145" y="530"/>
                    <a:pt x="146" y="528"/>
                    <a:pt x="147" y="527"/>
                  </a:cubicBezTo>
                  <a:cubicBezTo>
                    <a:pt x="148" y="527"/>
                    <a:pt x="146" y="526"/>
                    <a:pt x="146" y="525"/>
                  </a:cubicBezTo>
                  <a:cubicBezTo>
                    <a:pt x="147" y="525"/>
                    <a:pt x="147" y="525"/>
                    <a:pt x="147" y="525"/>
                  </a:cubicBezTo>
                  <a:cubicBezTo>
                    <a:pt x="147" y="524"/>
                    <a:pt x="145" y="523"/>
                    <a:pt x="145" y="522"/>
                  </a:cubicBezTo>
                  <a:cubicBezTo>
                    <a:pt x="146" y="522"/>
                    <a:pt x="145" y="521"/>
                    <a:pt x="146" y="521"/>
                  </a:cubicBezTo>
                  <a:cubicBezTo>
                    <a:pt x="146" y="522"/>
                    <a:pt x="147" y="523"/>
                    <a:pt x="149" y="525"/>
                  </a:cubicBezTo>
                  <a:cubicBezTo>
                    <a:pt x="150" y="525"/>
                    <a:pt x="147" y="522"/>
                    <a:pt x="149" y="523"/>
                  </a:cubicBezTo>
                  <a:cubicBezTo>
                    <a:pt x="150" y="522"/>
                    <a:pt x="150" y="521"/>
                    <a:pt x="149" y="520"/>
                  </a:cubicBezTo>
                  <a:cubicBezTo>
                    <a:pt x="149" y="521"/>
                    <a:pt x="150" y="520"/>
                    <a:pt x="150" y="521"/>
                  </a:cubicBezTo>
                  <a:cubicBezTo>
                    <a:pt x="151" y="521"/>
                    <a:pt x="151" y="520"/>
                    <a:pt x="151" y="520"/>
                  </a:cubicBezTo>
                  <a:cubicBezTo>
                    <a:pt x="150" y="520"/>
                    <a:pt x="150" y="520"/>
                    <a:pt x="150" y="520"/>
                  </a:cubicBezTo>
                  <a:cubicBezTo>
                    <a:pt x="149" y="519"/>
                    <a:pt x="150" y="518"/>
                    <a:pt x="148" y="517"/>
                  </a:cubicBezTo>
                  <a:cubicBezTo>
                    <a:pt x="148" y="517"/>
                    <a:pt x="149" y="518"/>
                    <a:pt x="148" y="518"/>
                  </a:cubicBezTo>
                  <a:cubicBezTo>
                    <a:pt x="147" y="517"/>
                    <a:pt x="148" y="516"/>
                    <a:pt x="149" y="516"/>
                  </a:cubicBezTo>
                  <a:cubicBezTo>
                    <a:pt x="150" y="517"/>
                    <a:pt x="150" y="519"/>
                    <a:pt x="151" y="519"/>
                  </a:cubicBezTo>
                  <a:cubicBezTo>
                    <a:pt x="150" y="515"/>
                    <a:pt x="150" y="515"/>
                    <a:pt x="150" y="515"/>
                  </a:cubicBezTo>
                  <a:cubicBezTo>
                    <a:pt x="150" y="516"/>
                    <a:pt x="149" y="516"/>
                    <a:pt x="148" y="515"/>
                  </a:cubicBezTo>
                  <a:cubicBezTo>
                    <a:pt x="148" y="516"/>
                    <a:pt x="148" y="516"/>
                    <a:pt x="148" y="516"/>
                  </a:cubicBezTo>
                  <a:cubicBezTo>
                    <a:pt x="147" y="515"/>
                    <a:pt x="147" y="515"/>
                    <a:pt x="147" y="515"/>
                  </a:cubicBezTo>
                  <a:cubicBezTo>
                    <a:pt x="147" y="516"/>
                    <a:pt x="145" y="516"/>
                    <a:pt x="145" y="517"/>
                  </a:cubicBezTo>
                  <a:cubicBezTo>
                    <a:pt x="147" y="518"/>
                    <a:pt x="147" y="518"/>
                    <a:pt x="147" y="518"/>
                  </a:cubicBezTo>
                  <a:cubicBezTo>
                    <a:pt x="146" y="519"/>
                    <a:pt x="147" y="521"/>
                    <a:pt x="146" y="520"/>
                  </a:cubicBezTo>
                  <a:cubicBezTo>
                    <a:pt x="145" y="519"/>
                    <a:pt x="145" y="519"/>
                    <a:pt x="144" y="519"/>
                  </a:cubicBezTo>
                  <a:cubicBezTo>
                    <a:pt x="144" y="519"/>
                    <a:pt x="144" y="519"/>
                    <a:pt x="144" y="519"/>
                  </a:cubicBezTo>
                  <a:cubicBezTo>
                    <a:pt x="142" y="518"/>
                    <a:pt x="142" y="518"/>
                    <a:pt x="142" y="518"/>
                  </a:cubicBezTo>
                  <a:cubicBezTo>
                    <a:pt x="145" y="520"/>
                    <a:pt x="142" y="520"/>
                    <a:pt x="142" y="521"/>
                  </a:cubicBezTo>
                  <a:cubicBezTo>
                    <a:pt x="142" y="520"/>
                    <a:pt x="142" y="520"/>
                    <a:pt x="142" y="520"/>
                  </a:cubicBezTo>
                  <a:cubicBezTo>
                    <a:pt x="140" y="521"/>
                    <a:pt x="143" y="521"/>
                    <a:pt x="143" y="522"/>
                  </a:cubicBezTo>
                  <a:cubicBezTo>
                    <a:pt x="142" y="522"/>
                    <a:pt x="140" y="520"/>
                    <a:pt x="139" y="520"/>
                  </a:cubicBezTo>
                  <a:cubicBezTo>
                    <a:pt x="138" y="521"/>
                    <a:pt x="139" y="524"/>
                    <a:pt x="137" y="524"/>
                  </a:cubicBezTo>
                  <a:cubicBezTo>
                    <a:pt x="136" y="525"/>
                    <a:pt x="137" y="526"/>
                    <a:pt x="137" y="528"/>
                  </a:cubicBezTo>
                  <a:cubicBezTo>
                    <a:pt x="137" y="529"/>
                    <a:pt x="135" y="527"/>
                    <a:pt x="136" y="528"/>
                  </a:cubicBezTo>
                  <a:cubicBezTo>
                    <a:pt x="135" y="527"/>
                    <a:pt x="134" y="527"/>
                    <a:pt x="133" y="527"/>
                  </a:cubicBezTo>
                  <a:cubicBezTo>
                    <a:pt x="134" y="527"/>
                    <a:pt x="132" y="528"/>
                    <a:pt x="135" y="529"/>
                  </a:cubicBezTo>
                  <a:cubicBezTo>
                    <a:pt x="133" y="529"/>
                    <a:pt x="132" y="532"/>
                    <a:pt x="133" y="533"/>
                  </a:cubicBezTo>
                  <a:cubicBezTo>
                    <a:pt x="133" y="533"/>
                    <a:pt x="131" y="532"/>
                    <a:pt x="130" y="532"/>
                  </a:cubicBezTo>
                  <a:cubicBezTo>
                    <a:pt x="131" y="534"/>
                    <a:pt x="132" y="535"/>
                    <a:pt x="131" y="536"/>
                  </a:cubicBezTo>
                  <a:cubicBezTo>
                    <a:pt x="133" y="537"/>
                    <a:pt x="133" y="536"/>
                    <a:pt x="135" y="537"/>
                  </a:cubicBezTo>
                  <a:cubicBezTo>
                    <a:pt x="135" y="537"/>
                    <a:pt x="136" y="537"/>
                    <a:pt x="136" y="537"/>
                  </a:cubicBezTo>
                  <a:cubicBezTo>
                    <a:pt x="134" y="537"/>
                    <a:pt x="131" y="537"/>
                    <a:pt x="131" y="538"/>
                  </a:cubicBezTo>
                  <a:cubicBezTo>
                    <a:pt x="128" y="538"/>
                    <a:pt x="132" y="536"/>
                    <a:pt x="129" y="536"/>
                  </a:cubicBezTo>
                  <a:cubicBezTo>
                    <a:pt x="126" y="535"/>
                    <a:pt x="127" y="533"/>
                    <a:pt x="128" y="533"/>
                  </a:cubicBezTo>
                  <a:cubicBezTo>
                    <a:pt x="126" y="531"/>
                    <a:pt x="128" y="533"/>
                    <a:pt x="126" y="533"/>
                  </a:cubicBezTo>
                  <a:cubicBezTo>
                    <a:pt x="126" y="534"/>
                    <a:pt x="127" y="535"/>
                    <a:pt x="127" y="536"/>
                  </a:cubicBezTo>
                  <a:cubicBezTo>
                    <a:pt x="128" y="537"/>
                    <a:pt x="128" y="536"/>
                    <a:pt x="129" y="537"/>
                  </a:cubicBezTo>
                  <a:cubicBezTo>
                    <a:pt x="131" y="539"/>
                    <a:pt x="127" y="539"/>
                    <a:pt x="127" y="539"/>
                  </a:cubicBezTo>
                  <a:cubicBezTo>
                    <a:pt x="126" y="538"/>
                    <a:pt x="126" y="538"/>
                    <a:pt x="126" y="538"/>
                  </a:cubicBezTo>
                  <a:cubicBezTo>
                    <a:pt x="125" y="539"/>
                    <a:pt x="127" y="540"/>
                    <a:pt x="127" y="541"/>
                  </a:cubicBezTo>
                  <a:cubicBezTo>
                    <a:pt x="124" y="541"/>
                    <a:pt x="126" y="539"/>
                    <a:pt x="124" y="538"/>
                  </a:cubicBezTo>
                  <a:cubicBezTo>
                    <a:pt x="122" y="539"/>
                    <a:pt x="122" y="539"/>
                    <a:pt x="122" y="539"/>
                  </a:cubicBezTo>
                  <a:cubicBezTo>
                    <a:pt x="122" y="542"/>
                    <a:pt x="125" y="540"/>
                    <a:pt x="124" y="542"/>
                  </a:cubicBezTo>
                  <a:cubicBezTo>
                    <a:pt x="123" y="542"/>
                    <a:pt x="123" y="542"/>
                    <a:pt x="123" y="542"/>
                  </a:cubicBezTo>
                  <a:cubicBezTo>
                    <a:pt x="124" y="543"/>
                    <a:pt x="124" y="543"/>
                    <a:pt x="124" y="543"/>
                  </a:cubicBezTo>
                  <a:cubicBezTo>
                    <a:pt x="125" y="543"/>
                    <a:pt x="127" y="543"/>
                    <a:pt x="126" y="542"/>
                  </a:cubicBezTo>
                  <a:cubicBezTo>
                    <a:pt x="130" y="542"/>
                    <a:pt x="127" y="543"/>
                    <a:pt x="128" y="544"/>
                  </a:cubicBezTo>
                  <a:cubicBezTo>
                    <a:pt x="130" y="545"/>
                    <a:pt x="127" y="544"/>
                    <a:pt x="129" y="543"/>
                  </a:cubicBezTo>
                  <a:cubicBezTo>
                    <a:pt x="131" y="543"/>
                    <a:pt x="131" y="544"/>
                    <a:pt x="131" y="545"/>
                  </a:cubicBezTo>
                  <a:cubicBezTo>
                    <a:pt x="132" y="546"/>
                    <a:pt x="130" y="546"/>
                    <a:pt x="129" y="547"/>
                  </a:cubicBezTo>
                  <a:cubicBezTo>
                    <a:pt x="128" y="546"/>
                    <a:pt x="128" y="545"/>
                    <a:pt x="129" y="545"/>
                  </a:cubicBezTo>
                  <a:cubicBezTo>
                    <a:pt x="127" y="544"/>
                    <a:pt x="125" y="547"/>
                    <a:pt x="124" y="546"/>
                  </a:cubicBezTo>
                  <a:cubicBezTo>
                    <a:pt x="123" y="548"/>
                    <a:pt x="125" y="547"/>
                    <a:pt x="126" y="548"/>
                  </a:cubicBezTo>
                  <a:cubicBezTo>
                    <a:pt x="126" y="547"/>
                    <a:pt x="128" y="547"/>
                    <a:pt x="128" y="547"/>
                  </a:cubicBezTo>
                  <a:cubicBezTo>
                    <a:pt x="133" y="548"/>
                    <a:pt x="125" y="549"/>
                    <a:pt x="127" y="551"/>
                  </a:cubicBezTo>
                  <a:cubicBezTo>
                    <a:pt x="130" y="550"/>
                    <a:pt x="132" y="552"/>
                    <a:pt x="134" y="549"/>
                  </a:cubicBezTo>
                  <a:cubicBezTo>
                    <a:pt x="135" y="549"/>
                    <a:pt x="136" y="550"/>
                    <a:pt x="136" y="550"/>
                  </a:cubicBezTo>
                  <a:cubicBezTo>
                    <a:pt x="134" y="551"/>
                    <a:pt x="135" y="552"/>
                    <a:pt x="133" y="552"/>
                  </a:cubicBezTo>
                  <a:cubicBezTo>
                    <a:pt x="133" y="553"/>
                    <a:pt x="133" y="553"/>
                    <a:pt x="133" y="553"/>
                  </a:cubicBezTo>
                  <a:cubicBezTo>
                    <a:pt x="130" y="553"/>
                    <a:pt x="130" y="553"/>
                    <a:pt x="130" y="553"/>
                  </a:cubicBezTo>
                  <a:cubicBezTo>
                    <a:pt x="130" y="554"/>
                    <a:pt x="129" y="557"/>
                    <a:pt x="129" y="558"/>
                  </a:cubicBezTo>
                  <a:cubicBezTo>
                    <a:pt x="130" y="558"/>
                    <a:pt x="130" y="556"/>
                    <a:pt x="131" y="557"/>
                  </a:cubicBezTo>
                  <a:cubicBezTo>
                    <a:pt x="130" y="557"/>
                    <a:pt x="130" y="559"/>
                    <a:pt x="131" y="559"/>
                  </a:cubicBezTo>
                  <a:cubicBezTo>
                    <a:pt x="130" y="558"/>
                    <a:pt x="133" y="557"/>
                    <a:pt x="134" y="557"/>
                  </a:cubicBezTo>
                  <a:cubicBezTo>
                    <a:pt x="134" y="558"/>
                    <a:pt x="134" y="560"/>
                    <a:pt x="133" y="560"/>
                  </a:cubicBezTo>
                  <a:cubicBezTo>
                    <a:pt x="131" y="561"/>
                    <a:pt x="131" y="561"/>
                    <a:pt x="131" y="561"/>
                  </a:cubicBezTo>
                  <a:cubicBezTo>
                    <a:pt x="133" y="560"/>
                    <a:pt x="131" y="562"/>
                    <a:pt x="132" y="562"/>
                  </a:cubicBezTo>
                  <a:cubicBezTo>
                    <a:pt x="133" y="561"/>
                    <a:pt x="135" y="560"/>
                    <a:pt x="136" y="559"/>
                  </a:cubicBezTo>
                  <a:cubicBezTo>
                    <a:pt x="137" y="559"/>
                    <a:pt x="136" y="561"/>
                    <a:pt x="137" y="561"/>
                  </a:cubicBezTo>
                  <a:cubicBezTo>
                    <a:pt x="135" y="561"/>
                    <a:pt x="135" y="561"/>
                    <a:pt x="135" y="561"/>
                  </a:cubicBezTo>
                  <a:cubicBezTo>
                    <a:pt x="136" y="562"/>
                    <a:pt x="133" y="564"/>
                    <a:pt x="135" y="564"/>
                  </a:cubicBezTo>
                  <a:cubicBezTo>
                    <a:pt x="136" y="563"/>
                    <a:pt x="136" y="563"/>
                    <a:pt x="136" y="563"/>
                  </a:cubicBezTo>
                  <a:cubicBezTo>
                    <a:pt x="136" y="564"/>
                    <a:pt x="136" y="564"/>
                    <a:pt x="135" y="564"/>
                  </a:cubicBezTo>
                  <a:close/>
                  <a:moveTo>
                    <a:pt x="181" y="303"/>
                  </a:moveTo>
                  <a:cubicBezTo>
                    <a:pt x="181" y="303"/>
                    <a:pt x="181" y="303"/>
                    <a:pt x="181" y="303"/>
                  </a:cubicBezTo>
                  <a:cubicBezTo>
                    <a:pt x="181" y="303"/>
                    <a:pt x="181" y="303"/>
                    <a:pt x="181" y="303"/>
                  </a:cubicBezTo>
                  <a:cubicBezTo>
                    <a:pt x="181" y="303"/>
                    <a:pt x="181" y="303"/>
                    <a:pt x="181" y="303"/>
                  </a:cubicBezTo>
                  <a:close/>
                  <a:moveTo>
                    <a:pt x="191" y="308"/>
                  </a:moveTo>
                  <a:cubicBezTo>
                    <a:pt x="190" y="307"/>
                    <a:pt x="190" y="306"/>
                    <a:pt x="190" y="306"/>
                  </a:cubicBezTo>
                  <a:cubicBezTo>
                    <a:pt x="191" y="308"/>
                    <a:pt x="191" y="308"/>
                    <a:pt x="191" y="308"/>
                  </a:cubicBezTo>
                  <a:cubicBezTo>
                    <a:pt x="191" y="308"/>
                    <a:pt x="191" y="308"/>
                    <a:pt x="191" y="308"/>
                  </a:cubicBezTo>
                  <a:close/>
                  <a:moveTo>
                    <a:pt x="199" y="323"/>
                  </a:moveTo>
                  <a:cubicBezTo>
                    <a:pt x="199" y="323"/>
                    <a:pt x="199" y="323"/>
                    <a:pt x="199" y="324"/>
                  </a:cubicBezTo>
                  <a:cubicBezTo>
                    <a:pt x="199" y="324"/>
                    <a:pt x="199" y="324"/>
                    <a:pt x="199" y="324"/>
                  </a:cubicBezTo>
                  <a:cubicBezTo>
                    <a:pt x="199" y="324"/>
                    <a:pt x="199" y="324"/>
                    <a:pt x="199" y="324"/>
                  </a:cubicBezTo>
                  <a:cubicBezTo>
                    <a:pt x="199" y="324"/>
                    <a:pt x="200" y="324"/>
                    <a:pt x="200" y="324"/>
                  </a:cubicBezTo>
                  <a:cubicBezTo>
                    <a:pt x="200" y="324"/>
                    <a:pt x="200" y="324"/>
                    <a:pt x="200" y="324"/>
                  </a:cubicBezTo>
                  <a:cubicBezTo>
                    <a:pt x="198" y="324"/>
                    <a:pt x="198" y="324"/>
                    <a:pt x="199" y="323"/>
                  </a:cubicBezTo>
                  <a:close/>
                  <a:moveTo>
                    <a:pt x="198" y="307"/>
                  </a:moveTo>
                  <a:cubicBezTo>
                    <a:pt x="198" y="307"/>
                    <a:pt x="198" y="307"/>
                    <a:pt x="198" y="307"/>
                  </a:cubicBezTo>
                  <a:cubicBezTo>
                    <a:pt x="198" y="307"/>
                    <a:pt x="198" y="306"/>
                    <a:pt x="198" y="306"/>
                  </a:cubicBezTo>
                  <a:cubicBezTo>
                    <a:pt x="198" y="307"/>
                    <a:pt x="198" y="307"/>
                    <a:pt x="198" y="307"/>
                  </a:cubicBezTo>
                  <a:cubicBezTo>
                    <a:pt x="197" y="308"/>
                    <a:pt x="197" y="304"/>
                    <a:pt x="197" y="307"/>
                  </a:cubicBezTo>
                  <a:cubicBezTo>
                    <a:pt x="197" y="305"/>
                    <a:pt x="197" y="305"/>
                    <a:pt x="197" y="305"/>
                  </a:cubicBezTo>
                  <a:cubicBezTo>
                    <a:pt x="196" y="308"/>
                    <a:pt x="196" y="304"/>
                    <a:pt x="196" y="306"/>
                  </a:cubicBezTo>
                  <a:cubicBezTo>
                    <a:pt x="196" y="306"/>
                    <a:pt x="196" y="306"/>
                    <a:pt x="196" y="306"/>
                  </a:cubicBezTo>
                  <a:cubicBezTo>
                    <a:pt x="195" y="305"/>
                    <a:pt x="194" y="309"/>
                    <a:pt x="194" y="307"/>
                  </a:cubicBezTo>
                  <a:cubicBezTo>
                    <a:pt x="194" y="307"/>
                    <a:pt x="193" y="307"/>
                    <a:pt x="193" y="309"/>
                  </a:cubicBezTo>
                  <a:cubicBezTo>
                    <a:pt x="193" y="307"/>
                    <a:pt x="193" y="307"/>
                    <a:pt x="193" y="307"/>
                  </a:cubicBezTo>
                  <a:cubicBezTo>
                    <a:pt x="192" y="307"/>
                    <a:pt x="192" y="307"/>
                    <a:pt x="191" y="308"/>
                  </a:cubicBezTo>
                  <a:cubicBezTo>
                    <a:pt x="191" y="307"/>
                    <a:pt x="191" y="307"/>
                    <a:pt x="191" y="307"/>
                  </a:cubicBezTo>
                  <a:cubicBezTo>
                    <a:pt x="190" y="306"/>
                    <a:pt x="189" y="304"/>
                    <a:pt x="189" y="304"/>
                  </a:cubicBezTo>
                  <a:cubicBezTo>
                    <a:pt x="188" y="302"/>
                    <a:pt x="189" y="304"/>
                    <a:pt x="189" y="303"/>
                  </a:cubicBezTo>
                  <a:cubicBezTo>
                    <a:pt x="189" y="302"/>
                    <a:pt x="189" y="303"/>
                    <a:pt x="188" y="302"/>
                  </a:cubicBezTo>
                  <a:cubicBezTo>
                    <a:pt x="188" y="300"/>
                    <a:pt x="188" y="300"/>
                    <a:pt x="188" y="300"/>
                  </a:cubicBezTo>
                  <a:cubicBezTo>
                    <a:pt x="188" y="300"/>
                    <a:pt x="189" y="302"/>
                    <a:pt x="190" y="303"/>
                  </a:cubicBezTo>
                  <a:cubicBezTo>
                    <a:pt x="190" y="303"/>
                    <a:pt x="190" y="303"/>
                    <a:pt x="189" y="302"/>
                  </a:cubicBezTo>
                  <a:cubicBezTo>
                    <a:pt x="190" y="304"/>
                    <a:pt x="191" y="305"/>
                    <a:pt x="191" y="307"/>
                  </a:cubicBezTo>
                  <a:cubicBezTo>
                    <a:pt x="192" y="308"/>
                    <a:pt x="190" y="305"/>
                    <a:pt x="191" y="305"/>
                  </a:cubicBezTo>
                  <a:cubicBezTo>
                    <a:pt x="191" y="306"/>
                    <a:pt x="190" y="304"/>
                    <a:pt x="190" y="303"/>
                  </a:cubicBezTo>
                  <a:cubicBezTo>
                    <a:pt x="188" y="298"/>
                    <a:pt x="192" y="306"/>
                    <a:pt x="192" y="305"/>
                  </a:cubicBezTo>
                  <a:cubicBezTo>
                    <a:pt x="190" y="302"/>
                    <a:pt x="191" y="301"/>
                    <a:pt x="189" y="298"/>
                  </a:cubicBezTo>
                  <a:cubicBezTo>
                    <a:pt x="189" y="297"/>
                    <a:pt x="189" y="296"/>
                    <a:pt x="189" y="297"/>
                  </a:cubicBezTo>
                  <a:cubicBezTo>
                    <a:pt x="190" y="299"/>
                    <a:pt x="190" y="298"/>
                    <a:pt x="190" y="300"/>
                  </a:cubicBezTo>
                  <a:cubicBezTo>
                    <a:pt x="191" y="300"/>
                    <a:pt x="191" y="300"/>
                    <a:pt x="191" y="300"/>
                  </a:cubicBezTo>
                  <a:cubicBezTo>
                    <a:pt x="191" y="302"/>
                    <a:pt x="191" y="302"/>
                    <a:pt x="191" y="302"/>
                  </a:cubicBezTo>
                  <a:cubicBezTo>
                    <a:pt x="193" y="306"/>
                    <a:pt x="193" y="306"/>
                    <a:pt x="193" y="306"/>
                  </a:cubicBezTo>
                  <a:cubicBezTo>
                    <a:pt x="193" y="305"/>
                    <a:pt x="192" y="304"/>
                    <a:pt x="193" y="303"/>
                  </a:cubicBezTo>
                  <a:cubicBezTo>
                    <a:pt x="193" y="304"/>
                    <a:pt x="193" y="305"/>
                    <a:pt x="193" y="305"/>
                  </a:cubicBezTo>
                  <a:cubicBezTo>
                    <a:pt x="193" y="304"/>
                    <a:pt x="192" y="302"/>
                    <a:pt x="192" y="302"/>
                  </a:cubicBezTo>
                  <a:cubicBezTo>
                    <a:pt x="193" y="301"/>
                    <a:pt x="194" y="303"/>
                    <a:pt x="194" y="304"/>
                  </a:cubicBezTo>
                  <a:cubicBezTo>
                    <a:pt x="194" y="306"/>
                    <a:pt x="194" y="306"/>
                    <a:pt x="194" y="306"/>
                  </a:cubicBezTo>
                  <a:cubicBezTo>
                    <a:pt x="194" y="304"/>
                    <a:pt x="194" y="306"/>
                    <a:pt x="194" y="306"/>
                  </a:cubicBezTo>
                  <a:cubicBezTo>
                    <a:pt x="194" y="304"/>
                    <a:pt x="194" y="303"/>
                    <a:pt x="193" y="301"/>
                  </a:cubicBezTo>
                  <a:cubicBezTo>
                    <a:pt x="193" y="301"/>
                    <a:pt x="194" y="302"/>
                    <a:pt x="194" y="302"/>
                  </a:cubicBezTo>
                  <a:cubicBezTo>
                    <a:pt x="194" y="303"/>
                    <a:pt x="194" y="303"/>
                    <a:pt x="194" y="303"/>
                  </a:cubicBezTo>
                  <a:cubicBezTo>
                    <a:pt x="194" y="303"/>
                    <a:pt x="195" y="306"/>
                    <a:pt x="195" y="305"/>
                  </a:cubicBezTo>
                  <a:cubicBezTo>
                    <a:pt x="195" y="304"/>
                    <a:pt x="195" y="304"/>
                    <a:pt x="195" y="304"/>
                  </a:cubicBezTo>
                  <a:cubicBezTo>
                    <a:pt x="195" y="304"/>
                    <a:pt x="195" y="305"/>
                    <a:pt x="195" y="305"/>
                  </a:cubicBezTo>
                  <a:cubicBezTo>
                    <a:pt x="195" y="304"/>
                    <a:pt x="195" y="304"/>
                    <a:pt x="195" y="304"/>
                  </a:cubicBezTo>
                  <a:cubicBezTo>
                    <a:pt x="196" y="305"/>
                    <a:pt x="196" y="305"/>
                    <a:pt x="196" y="305"/>
                  </a:cubicBezTo>
                  <a:cubicBezTo>
                    <a:pt x="196" y="304"/>
                    <a:pt x="195" y="302"/>
                    <a:pt x="196" y="304"/>
                  </a:cubicBezTo>
                  <a:cubicBezTo>
                    <a:pt x="195" y="301"/>
                    <a:pt x="196" y="304"/>
                    <a:pt x="195" y="303"/>
                  </a:cubicBezTo>
                  <a:cubicBezTo>
                    <a:pt x="194" y="301"/>
                    <a:pt x="195" y="301"/>
                    <a:pt x="195" y="301"/>
                  </a:cubicBezTo>
                  <a:cubicBezTo>
                    <a:pt x="196" y="303"/>
                    <a:pt x="195" y="301"/>
                    <a:pt x="196" y="301"/>
                  </a:cubicBezTo>
                  <a:cubicBezTo>
                    <a:pt x="196" y="302"/>
                    <a:pt x="196" y="302"/>
                    <a:pt x="196" y="303"/>
                  </a:cubicBezTo>
                  <a:cubicBezTo>
                    <a:pt x="196" y="301"/>
                    <a:pt x="196" y="301"/>
                    <a:pt x="196" y="301"/>
                  </a:cubicBezTo>
                  <a:cubicBezTo>
                    <a:pt x="197" y="304"/>
                    <a:pt x="196" y="300"/>
                    <a:pt x="197" y="301"/>
                  </a:cubicBezTo>
                  <a:cubicBezTo>
                    <a:pt x="197" y="302"/>
                    <a:pt x="197" y="303"/>
                    <a:pt x="198" y="304"/>
                  </a:cubicBezTo>
                  <a:cubicBezTo>
                    <a:pt x="197" y="301"/>
                    <a:pt x="197" y="301"/>
                    <a:pt x="196" y="299"/>
                  </a:cubicBezTo>
                  <a:cubicBezTo>
                    <a:pt x="197" y="300"/>
                    <a:pt x="197" y="302"/>
                    <a:pt x="198" y="304"/>
                  </a:cubicBezTo>
                  <a:cubicBezTo>
                    <a:pt x="198" y="302"/>
                    <a:pt x="199" y="305"/>
                    <a:pt x="198" y="302"/>
                  </a:cubicBezTo>
                  <a:cubicBezTo>
                    <a:pt x="198" y="302"/>
                    <a:pt x="198" y="301"/>
                    <a:pt x="197" y="300"/>
                  </a:cubicBezTo>
                  <a:cubicBezTo>
                    <a:pt x="198" y="300"/>
                    <a:pt x="198" y="301"/>
                    <a:pt x="198" y="302"/>
                  </a:cubicBezTo>
                  <a:cubicBezTo>
                    <a:pt x="198" y="301"/>
                    <a:pt x="198" y="299"/>
                    <a:pt x="198" y="299"/>
                  </a:cubicBezTo>
                  <a:cubicBezTo>
                    <a:pt x="198" y="299"/>
                    <a:pt x="198" y="296"/>
                    <a:pt x="198" y="298"/>
                  </a:cubicBezTo>
                  <a:cubicBezTo>
                    <a:pt x="199" y="300"/>
                    <a:pt x="198" y="299"/>
                    <a:pt x="198" y="300"/>
                  </a:cubicBezTo>
                  <a:cubicBezTo>
                    <a:pt x="199" y="300"/>
                    <a:pt x="198" y="296"/>
                    <a:pt x="198" y="295"/>
                  </a:cubicBezTo>
                  <a:cubicBezTo>
                    <a:pt x="198" y="294"/>
                    <a:pt x="197" y="291"/>
                    <a:pt x="197" y="290"/>
                  </a:cubicBezTo>
                  <a:cubicBezTo>
                    <a:pt x="198" y="291"/>
                    <a:pt x="197" y="291"/>
                    <a:pt x="198" y="293"/>
                  </a:cubicBezTo>
                  <a:cubicBezTo>
                    <a:pt x="198" y="293"/>
                    <a:pt x="198" y="293"/>
                    <a:pt x="198" y="293"/>
                  </a:cubicBezTo>
                  <a:cubicBezTo>
                    <a:pt x="199" y="296"/>
                    <a:pt x="198" y="298"/>
                    <a:pt x="199" y="300"/>
                  </a:cubicBezTo>
                  <a:cubicBezTo>
                    <a:pt x="199" y="299"/>
                    <a:pt x="199" y="299"/>
                    <a:pt x="199" y="299"/>
                  </a:cubicBezTo>
                  <a:cubicBezTo>
                    <a:pt x="200" y="302"/>
                    <a:pt x="200" y="302"/>
                    <a:pt x="200" y="302"/>
                  </a:cubicBezTo>
                  <a:cubicBezTo>
                    <a:pt x="200" y="300"/>
                    <a:pt x="200" y="301"/>
                    <a:pt x="200" y="301"/>
                  </a:cubicBezTo>
                  <a:cubicBezTo>
                    <a:pt x="200" y="299"/>
                    <a:pt x="200" y="302"/>
                    <a:pt x="200" y="300"/>
                  </a:cubicBezTo>
                  <a:cubicBezTo>
                    <a:pt x="200" y="300"/>
                    <a:pt x="200" y="297"/>
                    <a:pt x="200" y="298"/>
                  </a:cubicBezTo>
                  <a:cubicBezTo>
                    <a:pt x="201" y="301"/>
                    <a:pt x="201" y="301"/>
                    <a:pt x="201" y="301"/>
                  </a:cubicBezTo>
                  <a:cubicBezTo>
                    <a:pt x="201" y="302"/>
                    <a:pt x="201" y="299"/>
                    <a:pt x="201" y="300"/>
                  </a:cubicBezTo>
                  <a:cubicBezTo>
                    <a:pt x="201" y="301"/>
                    <a:pt x="201" y="301"/>
                    <a:pt x="201" y="301"/>
                  </a:cubicBezTo>
                  <a:cubicBezTo>
                    <a:pt x="202" y="301"/>
                    <a:pt x="203" y="301"/>
                    <a:pt x="204" y="297"/>
                  </a:cubicBezTo>
                  <a:cubicBezTo>
                    <a:pt x="204" y="298"/>
                    <a:pt x="204" y="299"/>
                    <a:pt x="205" y="300"/>
                  </a:cubicBezTo>
                  <a:cubicBezTo>
                    <a:pt x="205" y="299"/>
                    <a:pt x="205" y="298"/>
                    <a:pt x="205" y="298"/>
                  </a:cubicBezTo>
                  <a:cubicBezTo>
                    <a:pt x="205" y="300"/>
                    <a:pt x="205" y="300"/>
                    <a:pt x="205" y="300"/>
                  </a:cubicBezTo>
                  <a:cubicBezTo>
                    <a:pt x="206" y="301"/>
                    <a:pt x="206" y="299"/>
                    <a:pt x="206" y="298"/>
                  </a:cubicBezTo>
                  <a:cubicBezTo>
                    <a:pt x="206" y="299"/>
                    <a:pt x="206" y="299"/>
                    <a:pt x="206" y="299"/>
                  </a:cubicBezTo>
                  <a:cubicBezTo>
                    <a:pt x="207" y="300"/>
                    <a:pt x="207" y="298"/>
                    <a:pt x="207" y="298"/>
                  </a:cubicBezTo>
                  <a:cubicBezTo>
                    <a:pt x="207" y="299"/>
                    <a:pt x="207" y="299"/>
                    <a:pt x="207" y="299"/>
                  </a:cubicBezTo>
                  <a:cubicBezTo>
                    <a:pt x="207" y="298"/>
                    <a:pt x="207" y="298"/>
                    <a:pt x="207" y="298"/>
                  </a:cubicBezTo>
                  <a:cubicBezTo>
                    <a:pt x="207" y="297"/>
                    <a:pt x="207" y="297"/>
                    <a:pt x="207" y="299"/>
                  </a:cubicBezTo>
                  <a:cubicBezTo>
                    <a:pt x="208" y="298"/>
                    <a:pt x="208" y="298"/>
                    <a:pt x="208" y="298"/>
                  </a:cubicBezTo>
                  <a:cubicBezTo>
                    <a:pt x="208" y="299"/>
                    <a:pt x="208" y="299"/>
                    <a:pt x="209" y="298"/>
                  </a:cubicBezTo>
                  <a:cubicBezTo>
                    <a:pt x="209" y="298"/>
                    <a:pt x="209" y="297"/>
                    <a:pt x="209" y="296"/>
                  </a:cubicBezTo>
                  <a:cubicBezTo>
                    <a:pt x="209" y="293"/>
                    <a:pt x="209" y="296"/>
                    <a:pt x="209" y="295"/>
                  </a:cubicBezTo>
                  <a:cubicBezTo>
                    <a:pt x="209" y="297"/>
                    <a:pt x="209" y="297"/>
                    <a:pt x="209" y="297"/>
                  </a:cubicBezTo>
                  <a:cubicBezTo>
                    <a:pt x="209" y="300"/>
                    <a:pt x="210" y="298"/>
                    <a:pt x="211" y="299"/>
                  </a:cubicBezTo>
                  <a:cubicBezTo>
                    <a:pt x="211" y="297"/>
                    <a:pt x="211" y="297"/>
                    <a:pt x="211" y="297"/>
                  </a:cubicBezTo>
                  <a:cubicBezTo>
                    <a:pt x="211" y="300"/>
                    <a:pt x="212" y="297"/>
                    <a:pt x="212" y="299"/>
                  </a:cubicBezTo>
                  <a:cubicBezTo>
                    <a:pt x="213" y="298"/>
                    <a:pt x="213" y="295"/>
                    <a:pt x="214" y="295"/>
                  </a:cubicBezTo>
                  <a:cubicBezTo>
                    <a:pt x="214" y="293"/>
                    <a:pt x="213" y="298"/>
                    <a:pt x="213" y="299"/>
                  </a:cubicBezTo>
                  <a:cubicBezTo>
                    <a:pt x="213" y="298"/>
                    <a:pt x="214" y="298"/>
                    <a:pt x="214" y="298"/>
                  </a:cubicBezTo>
                  <a:cubicBezTo>
                    <a:pt x="214" y="298"/>
                    <a:pt x="214" y="298"/>
                    <a:pt x="214" y="298"/>
                  </a:cubicBezTo>
                  <a:cubicBezTo>
                    <a:pt x="214" y="297"/>
                    <a:pt x="215" y="296"/>
                    <a:pt x="215" y="297"/>
                  </a:cubicBezTo>
                  <a:cubicBezTo>
                    <a:pt x="214" y="298"/>
                    <a:pt x="214" y="298"/>
                    <a:pt x="214" y="298"/>
                  </a:cubicBezTo>
                  <a:cubicBezTo>
                    <a:pt x="215" y="298"/>
                    <a:pt x="214" y="299"/>
                    <a:pt x="215" y="299"/>
                  </a:cubicBezTo>
                  <a:cubicBezTo>
                    <a:pt x="215" y="297"/>
                    <a:pt x="215" y="298"/>
                    <a:pt x="216" y="297"/>
                  </a:cubicBezTo>
                  <a:cubicBezTo>
                    <a:pt x="215" y="298"/>
                    <a:pt x="215" y="298"/>
                    <a:pt x="215" y="298"/>
                  </a:cubicBezTo>
                  <a:cubicBezTo>
                    <a:pt x="216" y="296"/>
                    <a:pt x="216" y="296"/>
                    <a:pt x="216" y="296"/>
                  </a:cubicBezTo>
                  <a:cubicBezTo>
                    <a:pt x="216" y="297"/>
                    <a:pt x="216" y="297"/>
                    <a:pt x="216" y="297"/>
                  </a:cubicBezTo>
                  <a:cubicBezTo>
                    <a:pt x="215" y="299"/>
                    <a:pt x="215" y="299"/>
                    <a:pt x="215" y="299"/>
                  </a:cubicBezTo>
                  <a:cubicBezTo>
                    <a:pt x="215" y="300"/>
                    <a:pt x="216" y="297"/>
                    <a:pt x="216" y="297"/>
                  </a:cubicBezTo>
                  <a:cubicBezTo>
                    <a:pt x="217" y="296"/>
                    <a:pt x="216" y="297"/>
                    <a:pt x="216" y="298"/>
                  </a:cubicBezTo>
                  <a:cubicBezTo>
                    <a:pt x="216" y="298"/>
                    <a:pt x="216" y="297"/>
                    <a:pt x="216" y="298"/>
                  </a:cubicBezTo>
                  <a:cubicBezTo>
                    <a:pt x="215" y="299"/>
                    <a:pt x="216" y="298"/>
                    <a:pt x="215" y="299"/>
                  </a:cubicBezTo>
                  <a:cubicBezTo>
                    <a:pt x="215" y="299"/>
                    <a:pt x="216" y="297"/>
                    <a:pt x="216" y="298"/>
                  </a:cubicBezTo>
                  <a:cubicBezTo>
                    <a:pt x="216" y="298"/>
                    <a:pt x="217" y="298"/>
                    <a:pt x="216" y="299"/>
                  </a:cubicBezTo>
                  <a:cubicBezTo>
                    <a:pt x="216" y="298"/>
                    <a:pt x="216" y="299"/>
                    <a:pt x="217" y="298"/>
                  </a:cubicBezTo>
                  <a:cubicBezTo>
                    <a:pt x="217" y="298"/>
                    <a:pt x="217" y="297"/>
                    <a:pt x="217" y="296"/>
                  </a:cubicBezTo>
                  <a:cubicBezTo>
                    <a:pt x="218" y="296"/>
                    <a:pt x="218" y="296"/>
                    <a:pt x="218" y="296"/>
                  </a:cubicBezTo>
                  <a:cubicBezTo>
                    <a:pt x="217" y="297"/>
                    <a:pt x="217" y="297"/>
                    <a:pt x="217" y="297"/>
                  </a:cubicBezTo>
                  <a:cubicBezTo>
                    <a:pt x="218" y="296"/>
                    <a:pt x="218" y="297"/>
                    <a:pt x="218" y="296"/>
                  </a:cubicBezTo>
                  <a:cubicBezTo>
                    <a:pt x="217" y="298"/>
                    <a:pt x="217" y="298"/>
                    <a:pt x="217" y="298"/>
                  </a:cubicBezTo>
                  <a:cubicBezTo>
                    <a:pt x="218" y="297"/>
                    <a:pt x="218" y="297"/>
                    <a:pt x="219" y="297"/>
                  </a:cubicBezTo>
                  <a:cubicBezTo>
                    <a:pt x="218" y="298"/>
                    <a:pt x="216" y="300"/>
                    <a:pt x="216" y="300"/>
                  </a:cubicBezTo>
                  <a:cubicBezTo>
                    <a:pt x="218" y="299"/>
                    <a:pt x="218" y="299"/>
                    <a:pt x="218" y="299"/>
                  </a:cubicBezTo>
                  <a:cubicBezTo>
                    <a:pt x="218" y="299"/>
                    <a:pt x="218" y="299"/>
                    <a:pt x="217" y="300"/>
                  </a:cubicBezTo>
                  <a:cubicBezTo>
                    <a:pt x="217" y="301"/>
                    <a:pt x="220" y="296"/>
                    <a:pt x="220" y="298"/>
                  </a:cubicBezTo>
                  <a:cubicBezTo>
                    <a:pt x="218" y="299"/>
                    <a:pt x="218" y="299"/>
                    <a:pt x="218" y="300"/>
                  </a:cubicBezTo>
                  <a:cubicBezTo>
                    <a:pt x="219" y="299"/>
                    <a:pt x="219" y="299"/>
                    <a:pt x="219" y="299"/>
                  </a:cubicBezTo>
                  <a:cubicBezTo>
                    <a:pt x="219" y="298"/>
                    <a:pt x="218" y="300"/>
                    <a:pt x="219" y="299"/>
                  </a:cubicBezTo>
                  <a:cubicBezTo>
                    <a:pt x="219" y="298"/>
                    <a:pt x="219" y="298"/>
                    <a:pt x="220" y="298"/>
                  </a:cubicBezTo>
                  <a:cubicBezTo>
                    <a:pt x="217" y="301"/>
                    <a:pt x="219" y="300"/>
                    <a:pt x="218" y="301"/>
                  </a:cubicBezTo>
                  <a:cubicBezTo>
                    <a:pt x="220" y="300"/>
                    <a:pt x="219" y="301"/>
                    <a:pt x="219" y="301"/>
                  </a:cubicBezTo>
                  <a:cubicBezTo>
                    <a:pt x="217" y="302"/>
                    <a:pt x="220" y="301"/>
                    <a:pt x="218" y="302"/>
                  </a:cubicBezTo>
                  <a:cubicBezTo>
                    <a:pt x="221" y="300"/>
                    <a:pt x="221" y="300"/>
                    <a:pt x="221" y="300"/>
                  </a:cubicBezTo>
                  <a:cubicBezTo>
                    <a:pt x="219" y="301"/>
                    <a:pt x="224" y="299"/>
                    <a:pt x="222" y="300"/>
                  </a:cubicBezTo>
                  <a:cubicBezTo>
                    <a:pt x="221" y="301"/>
                    <a:pt x="220" y="301"/>
                    <a:pt x="220" y="301"/>
                  </a:cubicBezTo>
                  <a:cubicBezTo>
                    <a:pt x="217" y="303"/>
                    <a:pt x="222" y="301"/>
                    <a:pt x="219" y="302"/>
                  </a:cubicBezTo>
                  <a:cubicBezTo>
                    <a:pt x="223" y="301"/>
                    <a:pt x="223" y="301"/>
                    <a:pt x="223" y="301"/>
                  </a:cubicBezTo>
                  <a:cubicBezTo>
                    <a:pt x="222" y="302"/>
                    <a:pt x="221" y="302"/>
                    <a:pt x="220" y="303"/>
                  </a:cubicBezTo>
                  <a:cubicBezTo>
                    <a:pt x="221" y="302"/>
                    <a:pt x="221" y="302"/>
                    <a:pt x="221" y="303"/>
                  </a:cubicBezTo>
                  <a:cubicBezTo>
                    <a:pt x="220" y="303"/>
                    <a:pt x="220" y="303"/>
                    <a:pt x="220" y="303"/>
                  </a:cubicBezTo>
                  <a:cubicBezTo>
                    <a:pt x="219" y="303"/>
                    <a:pt x="220" y="303"/>
                    <a:pt x="221" y="303"/>
                  </a:cubicBezTo>
                  <a:cubicBezTo>
                    <a:pt x="219" y="303"/>
                    <a:pt x="221" y="304"/>
                    <a:pt x="219" y="304"/>
                  </a:cubicBezTo>
                  <a:cubicBezTo>
                    <a:pt x="222" y="304"/>
                    <a:pt x="218" y="304"/>
                    <a:pt x="222" y="304"/>
                  </a:cubicBezTo>
                  <a:cubicBezTo>
                    <a:pt x="221" y="304"/>
                    <a:pt x="221" y="304"/>
                    <a:pt x="221" y="304"/>
                  </a:cubicBezTo>
                  <a:cubicBezTo>
                    <a:pt x="222" y="304"/>
                    <a:pt x="223" y="304"/>
                    <a:pt x="224" y="305"/>
                  </a:cubicBezTo>
                  <a:cubicBezTo>
                    <a:pt x="222" y="305"/>
                    <a:pt x="222" y="305"/>
                    <a:pt x="222" y="305"/>
                  </a:cubicBezTo>
                  <a:cubicBezTo>
                    <a:pt x="221" y="305"/>
                    <a:pt x="221" y="305"/>
                    <a:pt x="221" y="305"/>
                  </a:cubicBezTo>
                  <a:cubicBezTo>
                    <a:pt x="221" y="305"/>
                    <a:pt x="221" y="304"/>
                    <a:pt x="221" y="304"/>
                  </a:cubicBezTo>
                  <a:cubicBezTo>
                    <a:pt x="221" y="304"/>
                    <a:pt x="221" y="305"/>
                    <a:pt x="221" y="305"/>
                  </a:cubicBezTo>
                  <a:cubicBezTo>
                    <a:pt x="219" y="305"/>
                    <a:pt x="221" y="305"/>
                    <a:pt x="220" y="305"/>
                  </a:cubicBezTo>
                  <a:cubicBezTo>
                    <a:pt x="222" y="305"/>
                    <a:pt x="220" y="305"/>
                    <a:pt x="221" y="305"/>
                  </a:cubicBezTo>
                  <a:cubicBezTo>
                    <a:pt x="221" y="305"/>
                    <a:pt x="221" y="305"/>
                    <a:pt x="221" y="305"/>
                  </a:cubicBezTo>
                  <a:cubicBezTo>
                    <a:pt x="221" y="306"/>
                    <a:pt x="222" y="306"/>
                    <a:pt x="222" y="306"/>
                  </a:cubicBezTo>
                  <a:cubicBezTo>
                    <a:pt x="222" y="306"/>
                    <a:pt x="221" y="305"/>
                    <a:pt x="221" y="305"/>
                  </a:cubicBezTo>
                  <a:cubicBezTo>
                    <a:pt x="222" y="305"/>
                    <a:pt x="222" y="305"/>
                    <a:pt x="222" y="305"/>
                  </a:cubicBezTo>
                  <a:cubicBezTo>
                    <a:pt x="223" y="306"/>
                    <a:pt x="223" y="306"/>
                    <a:pt x="223" y="306"/>
                  </a:cubicBezTo>
                  <a:cubicBezTo>
                    <a:pt x="223" y="306"/>
                    <a:pt x="222" y="306"/>
                    <a:pt x="222" y="306"/>
                  </a:cubicBezTo>
                  <a:cubicBezTo>
                    <a:pt x="222" y="306"/>
                    <a:pt x="221" y="306"/>
                    <a:pt x="222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0" y="306"/>
                    <a:pt x="221" y="306"/>
                    <a:pt x="221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1" y="307"/>
                    <a:pt x="221" y="307"/>
                    <a:pt x="222" y="307"/>
                  </a:cubicBezTo>
                  <a:cubicBezTo>
                    <a:pt x="222" y="307"/>
                    <a:pt x="221" y="307"/>
                    <a:pt x="221" y="307"/>
                  </a:cubicBezTo>
                  <a:cubicBezTo>
                    <a:pt x="221" y="307"/>
                    <a:pt x="221" y="307"/>
                    <a:pt x="221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8"/>
                    <a:pt x="222" y="308"/>
                    <a:pt x="222" y="309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8"/>
                    <a:pt x="222" y="308"/>
                    <a:pt x="222" y="309"/>
                  </a:cubicBezTo>
                  <a:cubicBezTo>
                    <a:pt x="222" y="310"/>
                    <a:pt x="222" y="309"/>
                    <a:pt x="222" y="309"/>
                  </a:cubicBezTo>
                  <a:cubicBezTo>
                    <a:pt x="222" y="310"/>
                    <a:pt x="222" y="312"/>
                    <a:pt x="222" y="311"/>
                  </a:cubicBezTo>
                  <a:cubicBezTo>
                    <a:pt x="222" y="311"/>
                    <a:pt x="222" y="311"/>
                    <a:pt x="222" y="311"/>
                  </a:cubicBezTo>
                  <a:cubicBezTo>
                    <a:pt x="222" y="311"/>
                    <a:pt x="222" y="312"/>
                    <a:pt x="221" y="312"/>
                  </a:cubicBezTo>
                  <a:cubicBezTo>
                    <a:pt x="221" y="311"/>
                    <a:pt x="221" y="311"/>
                    <a:pt x="221" y="310"/>
                  </a:cubicBezTo>
                  <a:cubicBezTo>
                    <a:pt x="221" y="308"/>
                    <a:pt x="221" y="309"/>
                    <a:pt x="220" y="309"/>
                  </a:cubicBezTo>
                  <a:cubicBezTo>
                    <a:pt x="220" y="310"/>
                    <a:pt x="220" y="310"/>
                    <a:pt x="220" y="310"/>
                  </a:cubicBezTo>
                  <a:cubicBezTo>
                    <a:pt x="220" y="311"/>
                    <a:pt x="220" y="309"/>
                    <a:pt x="220" y="309"/>
                  </a:cubicBezTo>
                  <a:cubicBezTo>
                    <a:pt x="219" y="314"/>
                    <a:pt x="219" y="314"/>
                    <a:pt x="219" y="314"/>
                  </a:cubicBezTo>
                  <a:cubicBezTo>
                    <a:pt x="219" y="313"/>
                    <a:pt x="219" y="311"/>
                    <a:pt x="219" y="310"/>
                  </a:cubicBezTo>
                  <a:cubicBezTo>
                    <a:pt x="219" y="311"/>
                    <a:pt x="218" y="314"/>
                    <a:pt x="217" y="315"/>
                  </a:cubicBezTo>
                  <a:cubicBezTo>
                    <a:pt x="217" y="315"/>
                    <a:pt x="216" y="316"/>
                    <a:pt x="216" y="316"/>
                  </a:cubicBezTo>
                  <a:cubicBezTo>
                    <a:pt x="216" y="314"/>
                    <a:pt x="216" y="316"/>
                    <a:pt x="216" y="315"/>
                  </a:cubicBezTo>
                  <a:cubicBezTo>
                    <a:pt x="216" y="313"/>
                    <a:pt x="216" y="313"/>
                    <a:pt x="216" y="313"/>
                  </a:cubicBezTo>
                  <a:cubicBezTo>
                    <a:pt x="217" y="313"/>
                    <a:pt x="217" y="311"/>
                    <a:pt x="217" y="310"/>
                  </a:cubicBezTo>
                  <a:cubicBezTo>
                    <a:pt x="217" y="311"/>
                    <a:pt x="216" y="309"/>
                    <a:pt x="216" y="309"/>
                  </a:cubicBezTo>
                  <a:cubicBezTo>
                    <a:pt x="215" y="312"/>
                    <a:pt x="215" y="310"/>
                    <a:pt x="214" y="313"/>
                  </a:cubicBezTo>
                  <a:cubicBezTo>
                    <a:pt x="214" y="313"/>
                    <a:pt x="214" y="311"/>
                    <a:pt x="214" y="310"/>
                  </a:cubicBezTo>
                  <a:cubicBezTo>
                    <a:pt x="213" y="311"/>
                    <a:pt x="213" y="310"/>
                    <a:pt x="212" y="310"/>
                  </a:cubicBezTo>
                  <a:cubicBezTo>
                    <a:pt x="213" y="310"/>
                    <a:pt x="213" y="310"/>
                    <a:pt x="213" y="310"/>
                  </a:cubicBezTo>
                  <a:cubicBezTo>
                    <a:pt x="212" y="310"/>
                    <a:pt x="211" y="309"/>
                    <a:pt x="210" y="312"/>
                  </a:cubicBezTo>
                  <a:cubicBezTo>
                    <a:pt x="211" y="310"/>
                    <a:pt x="211" y="310"/>
                    <a:pt x="211" y="310"/>
                  </a:cubicBezTo>
                  <a:cubicBezTo>
                    <a:pt x="210" y="309"/>
                    <a:pt x="210" y="313"/>
                    <a:pt x="209" y="312"/>
                  </a:cubicBezTo>
                  <a:cubicBezTo>
                    <a:pt x="210" y="310"/>
                    <a:pt x="210" y="310"/>
                    <a:pt x="210" y="310"/>
                  </a:cubicBezTo>
                  <a:cubicBezTo>
                    <a:pt x="209" y="312"/>
                    <a:pt x="209" y="309"/>
                    <a:pt x="208" y="311"/>
                  </a:cubicBezTo>
                  <a:cubicBezTo>
                    <a:pt x="209" y="310"/>
                    <a:pt x="209" y="310"/>
                    <a:pt x="209" y="310"/>
                  </a:cubicBezTo>
                  <a:cubicBezTo>
                    <a:pt x="208" y="310"/>
                    <a:pt x="208" y="310"/>
                    <a:pt x="207" y="311"/>
                  </a:cubicBezTo>
                  <a:cubicBezTo>
                    <a:pt x="208" y="309"/>
                    <a:pt x="208" y="309"/>
                    <a:pt x="208" y="309"/>
                  </a:cubicBezTo>
                  <a:cubicBezTo>
                    <a:pt x="208" y="308"/>
                    <a:pt x="207" y="311"/>
                    <a:pt x="207" y="311"/>
                  </a:cubicBezTo>
                  <a:cubicBezTo>
                    <a:pt x="207" y="310"/>
                    <a:pt x="207" y="309"/>
                    <a:pt x="207" y="309"/>
                  </a:cubicBezTo>
                  <a:cubicBezTo>
                    <a:pt x="206" y="310"/>
                    <a:pt x="206" y="310"/>
                    <a:pt x="205" y="311"/>
                  </a:cubicBezTo>
                  <a:cubicBezTo>
                    <a:pt x="206" y="309"/>
                    <a:pt x="206" y="309"/>
                    <a:pt x="206" y="309"/>
                  </a:cubicBezTo>
                  <a:cubicBezTo>
                    <a:pt x="203" y="308"/>
                    <a:pt x="201" y="307"/>
                    <a:pt x="199" y="309"/>
                  </a:cubicBezTo>
                  <a:cubicBezTo>
                    <a:pt x="199" y="306"/>
                    <a:pt x="199" y="308"/>
                    <a:pt x="199" y="306"/>
                  </a:cubicBezTo>
                  <a:cubicBezTo>
                    <a:pt x="199" y="308"/>
                    <a:pt x="199" y="306"/>
                    <a:pt x="198" y="307"/>
                  </a:cubicBezTo>
                  <a:close/>
                  <a:moveTo>
                    <a:pt x="221" y="306"/>
                  </a:moveTo>
                  <a:cubicBezTo>
                    <a:pt x="221" y="306"/>
                    <a:pt x="222" y="306"/>
                    <a:pt x="222" y="306"/>
                  </a:cubicBezTo>
                  <a:cubicBezTo>
                    <a:pt x="222" y="306"/>
                    <a:pt x="222" y="306"/>
                    <a:pt x="222" y="306"/>
                  </a:cubicBezTo>
                  <a:cubicBezTo>
                    <a:pt x="222" y="306"/>
                    <a:pt x="222" y="306"/>
                    <a:pt x="222" y="306"/>
                  </a:cubicBezTo>
                  <a:cubicBezTo>
                    <a:pt x="222" y="306"/>
                    <a:pt x="222" y="306"/>
                    <a:pt x="222" y="306"/>
                  </a:cubicBezTo>
                  <a:cubicBezTo>
                    <a:pt x="222" y="306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6"/>
                    <a:pt x="222" y="306"/>
                  </a:cubicBezTo>
                  <a:cubicBezTo>
                    <a:pt x="222" y="306"/>
                    <a:pt x="221" y="306"/>
                    <a:pt x="221" y="306"/>
                  </a:cubicBezTo>
                  <a:close/>
                  <a:moveTo>
                    <a:pt x="222" y="306"/>
                  </a:moveTo>
                  <a:cubicBezTo>
                    <a:pt x="222" y="306"/>
                    <a:pt x="222" y="306"/>
                    <a:pt x="222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2" y="306"/>
                    <a:pt x="222" y="306"/>
                    <a:pt x="222" y="306"/>
                  </a:cubicBezTo>
                  <a:close/>
                  <a:moveTo>
                    <a:pt x="222" y="307"/>
                  </a:move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lose/>
                  <a:moveTo>
                    <a:pt x="222" y="307"/>
                  </a:move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lose/>
                  <a:moveTo>
                    <a:pt x="222" y="307"/>
                  </a:moveTo>
                  <a:cubicBezTo>
                    <a:pt x="222" y="307"/>
                    <a:pt x="222" y="307"/>
                    <a:pt x="222" y="307"/>
                  </a:cubicBezTo>
                  <a:cubicBezTo>
                    <a:pt x="222" y="306"/>
                    <a:pt x="222" y="307"/>
                    <a:pt x="222" y="307"/>
                  </a:cubicBezTo>
                  <a:close/>
                  <a:moveTo>
                    <a:pt x="382" y="181"/>
                  </a:moveTo>
                  <a:cubicBezTo>
                    <a:pt x="383" y="179"/>
                    <a:pt x="383" y="179"/>
                    <a:pt x="383" y="179"/>
                  </a:cubicBezTo>
                  <a:cubicBezTo>
                    <a:pt x="384" y="180"/>
                    <a:pt x="384" y="181"/>
                    <a:pt x="384" y="182"/>
                  </a:cubicBezTo>
                  <a:cubicBezTo>
                    <a:pt x="385" y="180"/>
                    <a:pt x="387" y="181"/>
                    <a:pt x="387" y="180"/>
                  </a:cubicBezTo>
                  <a:cubicBezTo>
                    <a:pt x="388" y="180"/>
                    <a:pt x="387" y="181"/>
                    <a:pt x="387" y="181"/>
                  </a:cubicBezTo>
                  <a:cubicBezTo>
                    <a:pt x="388" y="181"/>
                    <a:pt x="391" y="180"/>
                    <a:pt x="392" y="181"/>
                  </a:cubicBezTo>
                  <a:cubicBezTo>
                    <a:pt x="391" y="182"/>
                    <a:pt x="391" y="182"/>
                    <a:pt x="391" y="182"/>
                  </a:cubicBezTo>
                  <a:cubicBezTo>
                    <a:pt x="393" y="184"/>
                    <a:pt x="393" y="186"/>
                    <a:pt x="393" y="188"/>
                  </a:cubicBezTo>
                  <a:cubicBezTo>
                    <a:pt x="389" y="186"/>
                    <a:pt x="384" y="185"/>
                    <a:pt x="380" y="183"/>
                  </a:cubicBezTo>
                  <a:cubicBezTo>
                    <a:pt x="381" y="183"/>
                    <a:pt x="382" y="183"/>
                    <a:pt x="382" y="181"/>
                  </a:cubicBezTo>
                  <a:close/>
                  <a:moveTo>
                    <a:pt x="262" y="151"/>
                  </a:moveTo>
                  <a:cubicBezTo>
                    <a:pt x="262" y="150"/>
                    <a:pt x="262" y="150"/>
                    <a:pt x="262" y="150"/>
                  </a:cubicBezTo>
                  <a:cubicBezTo>
                    <a:pt x="262" y="150"/>
                    <a:pt x="262" y="150"/>
                    <a:pt x="262" y="150"/>
                  </a:cubicBezTo>
                  <a:cubicBezTo>
                    <a:pt x="263" y="148"/>
                    <a:pt x="264" y="146"/>
                    <a:pt x="264" y="144"/>
                  </a:cubicBezTo>
                  <a:cubicBezTo>
                    <a:pt x="265" y="144"/>
                    <a:pt x="265" y="145"/>
                    <a:pt x="265" y="146"/>
                  </a:cubicBezTo>
                  <a:cubicBezTo>
                    <a:pt x="267" y="141"/>
                    <a:pt x="267" y="135"/>
                    <a:pt x="267" y="130"/>
                  </a:cubicBezTo>
                  <a:cubicBezTo>
                    <a:pt x="268" y="130"/>
                    <a:pt x="268" y="131"/>
                    <a:pt x="269" y="133"/>
                  </a:cubicBezTo>
                  <a:cubicBezTo>
                    <a:pt x="271" y="128"/>
                    <a:pt x="267" y="127"/>
                    <a:pt x="269" y="122"/>
                  </a:cubicBezTo>
                  <a:cubicBezTo>
                    <a:pt x="270" y="121"/>
                    <a:pt x="271" y="118"/>
                    <a:pt x="271" y="119"/>
                  </a:cubicBezTo>
                  <a:cubicBezTo>
                    <a:pt x="271" y="117"/>
                    <a:pt x="272" y="109"/>
                    <a:pt x="271" y="107"/>
                  </a:cubicBezTo>
                  <a:cubicBezTo>
                    <a:pt x="272" y="106"/>
                    <a:pt x="272" y="105"/>
                    <a:pt x="273" y="103"/>
                  </a:cubicBezTo>
                  <a:cubicBezTo>
                    <a:pt x="274" y="104"/>
                    <a:pt x="274" y="105"/>
                    <a:pt x="275" y="107"/>
                  </a:cubicBezTo>
                  <a:cubicBezTo>
                    <a:pt x="274" y="107"/>
                    <a:pt x="273" y="107"/>
                    <a:pt x="272" y="107"/>
                  </a:cubicBezTo>
                  <a:cubicBezTo>
                    <a:pt x="272" y="107"/>
                    <a:pt x="272" y="107"/>
                    <a:pt x="272" y="107"/>
                  </a:cubicBezTo>
                  <a:cubicBezTo>
                    <a:pt x="272" y="107"/>
                    <a:pt x="272" y="107"/>
                    <a:pt x="272" y="107"/>
                  </a:cubicBezTo>
                  <a:cubicBezTo>
                    <a:pt x="272" y="108"/>
                    <a:pt x="272" y="108"/>
                    <a:pt x="272" y="108"/>
                  </a:cubicBezTo>
                  <a:cubicBezTo>
                    <a:pt x="272" y="111"/>
                    <a:pt x="272" y="111"/>
                    <a:pt x="272" y="111"/>
                  </a:cubicBezTo>
                  <a:cubicBezTo>
                    <a:pt x="272" y="120"/>
                    <a:pt x="272" y="120"/>
                    <a:pt x="272" y="120"/>
                  </a:cubicBezTo>
                  <a:cubicBezTo>
                    <a:pt x="272" y="133"/>
                    <a:pt x="272" y="145"/>
                    <a:pt x="271" y="156"/>
                  </a:cubicBezTo>
                  <a:cubicBezTo>
                    <a:pt x="271" y="160"/>
                    <a:pt x="271" y="162"/>
                    <a:pt x="270" y="164"/>
                  </a:cubicBezTo>
                  <a:cubicBezTo>
                    <a:pt x="268" y="161"/>
                    <a:pt x="265" y="157"/>
                    <a:pt x="265" y="152"/>
                  </a:cubicBezTo>
                  <a:cubicBezTo>
                    <a:pt x="265" y="155"/>
                    <a:pt x="263" y="153"/>
                    <a:pt x="262" y="151"/>
                  </a:cubicBezTo>
                  <a:cubicBezTo>
                    <a:pt x="262" y="151"/>
                    <a:pt x="262" y="151"/>
                    <a:pt x="262" y="151"/>
                  </a:cubicBezTo>
                  <a:close/>
                  <a:moveTo>
                    <a:pt x="212" y="121"/>
                  </a:moveTo>
                  <a:cubicBezTo>
                    <a:pt x="212" y="118"/>
                    <a:pt x="212" y="116"/>
                    <a:pt x="213" y="114"/>
                  </a:cubicBezTo>
                  <a:cubicBezTo>
                    <a:pt x="215" y="119"/>
                    <a:pt x="215" y="127"/>
                    <a:pt x="213" y="134"/>
                  </a:cubicBezTo>
                  <a:cubicBezTo>
                    <a:pt x="212" y="129"/>
                    <a:pt x="211" y="125"/>
                    <a:pt x="212" y="121"/>
                  </a:cubicBezTo>
                  <a:close/>
                  <a:moveTo>
                    <a:pt x="191" y="185"/>
                  </a:moveTo>
                  <a:cubicBezTo>
                    <a:pt x="191" y="185"/>
                    <a:pt x="191" y="184"/>
                    <a:pt x="191" y="185"/>
                  </a:cubicBezTo>
                  <a:cubicBezTo>
                    <a:pt x="190" y="185"/>
                    <a:pt x="190" y="184"/>
                    <a:pt x="190" y="184"/>
                  </a:cubicBezTo>
                  <a:cubicBezTo>
                    <a:pt x="190" y="184"/>
                    <a:pt x="191" y="184"/>
                    <a:pt x="191" y="185"/>
                  </a:cubicBezTo>
                  <a:close/>
                  <a:moveTo>
                    <a:pt x="148" y="192"/>
                  </a:moveTo>
                  <a:cubicBezTo>
                    <a:pt x="148" y="191"/>
                    <a:pt x="148" y="192"/>
                    <a:pt x="148" y="192"/>
                  </a:cubicBezTo>
                  <a:cubicBezTo>
                    <a:pt x="148" y="192"/>
                    <a:pt x="148" y="192"/>
                    <a:pt x="148" y="191"/>
                  </a:cubicBezTo>
                  <a:cubicBezTo>
                    <a:pt x="148" y="191"/>
                    <a:pt x="148" y="192"/>
                    <a:pt x="148" y="192"/>
                  </a:cubicBezTo>
                  <a:close/>
                  <a:moveTo>
                    <a:pt x="134" y="148"/>
                  </a:moveTo>
                  <a:cubicBezTo>
                    <a:pt x="136" y="149"/>
                    <a:pt x="136" y="149"/>
                    <a:pt x="136" y="149"/>
                  </a:cubicBezTo>
                  <a:cubicBezTo>
                    <a:pt x="135" y="142"/>
                    <a:pt x="136" y="133"/>
                    <a:pt x="139" y="125"/>
                  </a:cubicBezTo>
                  <a:cubicBezTo>
                    <a:pt x="140" y="124"/>
                    <a:pt x="140" y="124"/>
                    <a:pt x="140" y="124"/>
                  </a:cubicBezTo>
                  <a:cubicBezTo>
                    <a:pt x="140" y="124"/>
                    <a:pt x="140" y="124"/>
                    <a:pt x="139" y="124"/>
                  </a:cubicBezTo>
                  <a:cubicBezTo>
                    <a:pt x="140" y="123"/>
                    <a:pt x="140" y="123"/>
                    <a:pt x="140" y="122"/>
                  </a:cubicBezTo>
                  <a:cubicBezTo>
                    <a:pt x="140" y="121"/>
                    <a:pt x="141" y="120"/>
                    <a:pt x="141" y="120"/>
                  </a:cubicBezTo>
                  <a:cubicBezTo>
                    <a:pt x="142" y="120"/>
                    <a:pt x="142" y="121"/>
                    <a:pt x="142" y="120"/>
                  </a:cubicBezTo>
                  <a:cubicBezTo>
                    <a:pt x="142" y="119"/>
                    <a:pt x="144" y="118"/>
                    <a:pt x="145" y="117"/>
                  </a:cubicBezTo>
                  <a:cubicBezTo>
                    <a:pt x="146" y="117"/>
                    <a:pt x="147" y="118"/>
                    <a:pt x="149" y="118"/>
                  </a:cubicBezTo>
                  <a:cubicBezTo>
                    <a:pt x="142" y="122"/>
                    <a:pt x="144" y="121"/>
                    <a:pt x="149" y="118"/>
                  </a:cubicBezTo>
                  <a:cubicBezTo>
                    <a:pt x="149" y="118"/>
                    <a:pt x="150" y="119"/>
                    <a:pt x="151" y="119"/>
                  </a:cubicBezTo>
                  <a:cubicBezTo>
                    <a:pt x="151" y="121"/>
                    <a:pt x="151" y="121"/>
                    <a:pt x="151" y="121"/>
                  </a:cubicBezTo>
                  <a:cubicBezTo>
                    <a:pt x="152" y="121"/>
                    <a:pt x="154" y="120"/>
                    <a:pt x="155" y="120"/>
                  </a:cubicBezTo>
                  <a:cubicBezTo>
                    <a:pt x="155" y="123"/>
                    <a:pt x="154" y="119"/>
                    <a:pt x="153" y="121"/>
                  </a:cubicBezTo>
                  <a:cubicBezTo>
                    <a:pt x="155" y="129"/>
                    <a:pt x="153" y="139"/>
                    <a:pt x="153" y="149"/>
                  </a:cubicBezTo>
                  <a:cubicBezTo>
                    <a:pt x="154" y="151"/>
                    <a:pt x="154" y="153"/>
                    <a:pt x="155" y="153"/>
                  </a:cubicBezTo>
                  <a:cubicBezTo>
                    <a:pt x="152" y="164"/>
                    <a:pt x="154" y="178"/>
                    <a:pt x="149" y="185"/>
                  </a:cubicBezTo>
                  <a:cubicBezTo>
                    <a:pt x="153" y="184"/>
                    <a:pt x="150" y="189"/>
                    <a:pt x="149" y="191"/>
                  </a:cubicBezTo>
                  <a:cubicBezTo>
                    <a:pt x="148" y="189"/>
                    <a:pt x="146" y="186"/>
                    <a:pt x="144" y="183"/>
                  </a:cubicBezTo>
                  <a:cubicBezTo>
                    <a:pt x="143" y="180"/>
                    <a:pt x="140" y="179"/>
                    <a:pt x="140" y="174"/>
                  </a:cubicBezTo>
                  <a:cubicBezTo>
                    <a:pt x="141" y="170"/>
                    <a:pt x="137" y="163"/>
                    <a:pt x="137" y="158"/>
                  </a:cubicBezTo>
                  <a:cubicBezTo>
                    <a:pt x="136" y="160"/>
                    <a:pt x="133" y="153"/>
                    <a:pt x="134" y="148"/>
                  </a:cubicBezTo>
                  <a:close/>
                  <a:moveTo>
                    <a:pt x="65" y="183"/>
                  </a:moveTo>
                  <a:cubicBezTo>
                    <a:pt x="65" y="185"/>
                    <a:pt x="63" y="186"/>
                    <a:pt x="63" y="187"/>
                  </a:cubicBezTo>
                  <a:cubicBezTo>
                    <a:pt x="63" y="187"/>
                    <a:pt x="63" y="187"/>
                    <a:pt x="63" y="187"/>
                  </a:cubicBezTo>
                  <a:cubicBezTo>
                    <a:pt x="64" y="186"/>
                    <a:pt x="64" y="186"/>
                    <a:pt x="63" y="186"/>
                  </a:cubicBezTo>
                  <a:cubicBezTo>
                    <a:pt x="63" y="184"/>
                    <a:pt x="63" y="184"/>
                    <a:pt x="63" y="184"/>
                  </a:cubicBezTo>
                  <a:cubicBezTo>
                    <a:pt x="64" y="183"/>
                    <a:pt x="65" y="183"/>
                    <a:pt x="65" y="183"/>
                  </a:cubicBezTo>
                  <a:close/>
                  <a:moveTo>
                    <a:pt x="63" y="185"/>
                  </a:moveTo>
                  <a:cubicBezTo>
                    <a:pt x="63" y="185"/>
                    <a:pt x="63" y="186"/>
                    <a:pt x="63" y="186"/>
                  </a:cubicBezTo>
                  <a:cubicBezTo>
                    <a:pt x="62" y="186"/>
                    <a:pt x="62" y="186"/>
                    <a:pt x="63" y="185"/>
                  </a:cubicBezTo>
                  <a:close/>
                  <a:moveTo>
                    <a:pt x="62" y="188"/>
                  </a:moveTo>
                  <a:cubicBezTo>
                    <a:pt x="62" y="188"/>
                    <a:pt x="62" y="188"/>
                    <a:pt x="63" y="187"/>
                  </a:cubicBezTo>
                  <a:cubicBezTo>
                    <a:pt x="63" y="190"/>
                    <a:pt x="64" y="192"/>
                    <a:pt x="64" y="196"/>
                  </a:cubicBezTo>
                  <a:cubicBezTo>
                    <a:pt x="62" y="197"/>
                    <a:pt x="62" y="192"/>
                    <a:pt x="62" y="188"/>
                  </a:cubicBezTo>
                  <a:close/>
                  <a:moveTo>
                    <a:pt x="16" y="210"/>
                  </a:moveTo>
                  <a:cubicBezTo>
                    <a:pt x="16" y="210"/>
                    <a:pt x="16" y="210"/>
                    <a:pt x="16" y="210"/>
                  </a:cubicBezTo>
                  <a:cubicBezTo>
                    <a:pt x="16" y="210"/>
                    <a:pt x="16" y="210"/>
                    <a:pt x="16" y="210"/>
                  </a:cubicBezTo>
                  <a:cubicBezTo>
                    <a:pt x="16" y="210"/>
                    <a:pt x="16" y="210"/>
                    <a:pt x="16" y="210"/>
                  </a:cubicBezTo>
                  <a:close/>
                  <a:moveTo>
                    <a:pt x="17" y="208"/>
                  </a:moveTo>
                  <a:cubicBezTo>
                    <a:pt x="17" y="208"/>
                    <a:pt x="17" y="208"/>
                    <a:pt x="17" y="207"/>
                  </a:cubicBezTo>
                  <a:cubicBezTo>
                    <a:pt x="17" y="207"/>
                    <a:pt x="17" y="206"/>
                    <a:pt x="18" y="206"/>
                  </a:cubicBezTo>
                  <a:cubicBezTo>
                    <a:pt x="18" y="207"/>
                    <a:pt x="18" y="207"/>
                    <a:pt x="18" y="208"/>
                  </a:cubicBezTo>
                  <a:cubicBezTo>
                    <a:pt x="18" y="208"/>
                    <a:pt x="18" y="208"/>
                    <a:pt x="17" y="208"/>
                  </a:cubicBezTo>
                  <a:close/>
                  <a:moveTo>
                    <a:pt x="18" y="212"/>
                  </a:move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lose/>
                  <a:moveTo>
                    <a:pt x="19" y="213"/>
                  </a:move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lose/>
                  <a:moveTo>
                    <a:pt x="20" y="214"/>
                  </a:moveTo>
                  <a:cubicBezTo>
                    <a:pt x="20" y="214"/>
                    <a:pt x="20" y="214"/>
                    <a:pt x="20" y="214"/>
                  </a:cubicBezTo>
                  <a:cubicBezTo>
                    <a:pt x="20" y="214"/>
                    <a:pt x="20" y="214"/>
                    <a:pt x="20" y="214"/>
                  </a:cubicBezTo>
                  <a:cubicBezTo>
                    <a:pt x="20" y="214"/>
                    <a:pt x="20" y="214"/>
                    <a:pt x="21" y="214"/>
                  </a:cubicBezTo>
                  <a:cubicBezTo>
                    <a:pt x="21" y="214"/>
                    <a:pt x="20" y="214"/>
                    <a:pt x="20" y="214"/>
                  </a:cubicBezTo>
                  <a:close/>
                  <a:moveTo>
                    <a:pt x="21" y="217"/>
                  </a:moveTo>
                  <a:cubicBezTo>
                    <a:pt x="21" y="216"/>
                    <a:pt x="21" y="216"/>
                    <a:pt x="21" y="216"/>
                  </a:cubicBezTo>
                  <a:cubicBezTo>
                    <a:pt x="22" y="216"/>
                    <a:pt x="22" y="216"/>
                    <a:pt x="22" y="216"/>
                  </a:cubicBezTo>
                  <a:cubicBezTo>
                    <a:pt x="22" y="216"/>
                    <a:pt x="21" y="216"/>
                    <a:pt x="21" y="217"/>
                  </a:cubicBezTo>
                  <a:close/>
                  <a:moveTo>
                    <a:pt x="21" y="214"/>
                  </a:moveTo>
                  <a:cubicBezTo>
                    <a:pt x="21" y="214"/>
                    <a:pt x="21" y="214"/>
                    <a:pt x="21" y="214"/>
                  </a:cubicBezTo>
                  <a:cubicBezTo>
                    <a:pt x="21" y="214"/>
                    <a:pt x="21" y="214"/>
                    <a:pt x="21" y="214"/>
                  </a:cubicBezTo>
                  <a:cubicBezTo>
                    <a:pt x="21" y="214"/>
                    <a:pt x="21" y="214"/>
                    <a:pt x="21" y="214"/>
                  </a:cubicBezTo>
                  <a:cubicBezTo>
                    <a:pt x="21" y="214"/>
                    <a:pt x="20" y="214"/>
                    <a:pt x="20" y="214"/>
                  </a:cubicBezTo>
                  <a:cubicBezTo>
                    <a:pt x="21" y="214"/>
                    <a:pt x="21" y="214"/>
                    <a:pt x="21" y="214"/>
                  </a:cubicBezTo>
                  <a:cubicBezTo>
                    <a:pt x="21" y="214"/>
                    <a:pt x="21" y="214"/>
                    <a:pt x="21" y="214"/>
                  </a:cubicBezTo>
                  <a:cubicBezTo>
                    <a:pt x="22" y="214"/>
                    <a:pt x="22" y="214"/>
                    <a:pt x="22" y="214"/>
                  </a:cubicBezTo>
                  <a:lnTo>
                    <a:pt x="21" y="214"/>
                  </a:lnTo>
                  <a:close/>
                  <a:moveTo>
                    <a:pt x="122" y="297"/>
                  </a:moveTo>
                  <a:cubicBezTo>
                    <a:pt x="122" y="297"/>
                    <a:pt x="122" y="297"/>
                    <a:pt x="122" y="297"/>
                  </a:cubicBezTo>
                  <a:cubicBezTo>
                    <a:pt x="122" y="297"/>
                    <a:pt x="122" y="297"/>
                    <a:pt x="122" y="297"/>
                  </a:cubicBezTo>
                  <a:close/>
                  <a:moveTo>
                    <a:pt x="123" y="297"/>
                  </a:moveTo>
                  <a:cubicBezTo>
                    <a:pt x="122" y="298"/>
                    <a:pt x="122" y="297"/>
                    <a:pt x="122" y="297"/>
                  </a:cubicBezTo>
                  <a:cubicBezTo>
                    <a:pt x="122" y="297"/>
                    <a:pt x="122" y="297"/>
                    <a:pt x="123" y="297"/>
                  </a:cubicBezTo>
                  <a:cubicBezTo>
                    <a:pt x="123" y="297"/>
                    <a:pt x="123" y="297"/>
                    <a:pt x="123" y="297"/>
                  </a:cubicBezTo>
                  <a:close/>
                  <a:moveTo>
                    <a:pt x="213" y="429"/>
                  </a:moveTo>
                  <a:cubicBezTo>
                    <a:pt x="213" y="429"/>
                    <a:pt x="213" y="429"/>
                    <a:pt x="213" y="429"/>
                  </a:cubicBezTo>
                  <a:cubicBezTo>
                    <a:pt x="213" y="429"/>
                    <a:pt x="213" y="429"/>
                    <a:pt x="213" y="429"/>
                  </a:cubicBezTo>
                  <a:cubicBezTo>
                    <a:pt x="213" y="429"/>
                    <a:pt x="213" y="429"/>
                    <a:pt x="213" y="429"/>
                  </a:cubicBezTo>
                  <a:cubicBezTo>
                    <a:pt x="213" y="429"/>
                    <a:pt x="213" y="429"/>
                    <a:pt x="213" y="4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2" name="Freeform 437"/>
            <p:cNvSpPr/>
            <p:nvPr>
              <p:custDataLst>
                <p:tags r:id="rId36"/>
              </p:custDataLst>
            </p:nvPr>
          </p:nvSpPr>
          <p:spPr bwMode="auto">
            <a:xfrm>
              <a:off x="3695" y="2760"/>
              <a:ext cx="4" cy="2"/>
            </a:xfrm>
            <a:custGeom>
              <a:avLst/>
              <a:gdLst>
                <a:gd name="T0" fmla="*/ 1 w 2"/>
                <a:gd name="T1" fmla="*/ 0 h 1"/>
                <a:gd name="T2" fmla="*/ 2 w 2"/>
                <a:gd name="T3" fmla="*/ 0 h 1"/>
                <a:gd name="T4" fmla="*/ 1 w 2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1" y="0"/>
                  </a:moveTo>
                  <a:cubicBezTo>
                    <a:pt x="0" y="0"/>
                    <a:pt x="1" y="1"/>
                    <a:pt x="2" y="0"/>
                  </a:cubicBez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3" name="Freeform 438"/>
            <p:cNvSpPr/>
            <p:nvPr>
              <p:custDataLst>
                <p:tags r:id="rId37"/>
              </p:custDataLst>
            </p:nvPr>
          </p:nvSpPr>
          <p:spPr bwMode="auto">
            <a:xfrm>
              <a:off x="3699" y="2760"/>
              <a:ext cx="5" cy="4"/>
            </a:xfrm>
            <a:custGeom>
              <a:avLst/>
              <a:gdLst>
                <a:gd name="T0" fmla="*/ 1 w 2"/>
                <a:gd name="T1" fmla="*/ 2 h 2"/>
                <a:gd name="T2" fmla="*/ 2 w 2"/>
                <a:gd name="T3" fmla="*/ 1 h 2"/>
                <a:gd name="T4" fmla="*/ 1 w 2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1" y="2"/>
                  </a:moveTo>
                  <a:cubicBezTo>
                    <a:pt x="1" y="2"/>
                    <a:pt x="2" y="1"/>
                    <a:pt x="2" y="1"/>
                  </a:cubicBezTo>
                  <a:cubicBezTo>
                    <a:pt x="0" y="0"/>
                    <a:pt x="2" y="2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4" name="Freeform 439"/>
            <p:cNvSpPr/>
            <p:nvPr>
              <p:custDataLst>
                <p:tags r:id="rId38"/>
              </p:custDataLst>
            </p:nvPr>
          </p:nvSpPr>
          <p:spPr bwMode="auto">
            <a:xfrm>
              <a:off x="3916" y="2586"/>
              <a:ext cx="4" cy="2"/>
            </a:xfrm>
            <a:custGeom>
              <a:avLst/>
              <a:gdLst>
                <a:gd name="T0" fmla="*/ 0 w 2"/>
                <a:gd name="T1" fmla="*/ 1 h 1"/>
                <a:gd name="T2" fmla="*/ 1 w 2"/>
                <a:gd name="T3" fmla="*/ 0 h 1"/>
                <a:gd name="T4" fmla="*/ 0 w 2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cubicBezTo>
                    <a:pt x="0" y="0"/>
                    <a:pt x="2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5" name="Freeform 440"/>
            <p:cNvSpPr/>
            <p:nvPr>
              <p:custDataLst>
                <p:tags r:id="rId39"/>
              </p:custDataLst>
            </p:nvPr>
          </p:nvSpPr>
          <p:spPr bwMode="auto">
            <a:xfrm>
              <a:off x="3941" y="2610"/>
              <a:ext cx="5" cy="0"/>
            </a:xfrm>
            <a:custGeom>
              <a:avLst/>
              <a:gdLst>
                <a:gd name="T0" fmla="*/ 0 w 5"/>
                <a:gd name="T1" fmla="*/ 0 w 5"/>
                <a:gd name="T2" fmla="*/ 5 w 5"/>
                <a:gd name="T3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6" name="Freeform 441"/>
            <p:cNvSpPr/>
            <p:nvPr>
              <p:custDataLst>
                <p:tags r:id="rId40"/>
              </p:custDataLst>
            </p:nvPr>
          </p:nvSpPr>
          <p:spPr bwMode="auto">
            <a:xfrm>
              <a:off x="3729" y="2272"/>
              <a:ext cx="2" cy="5"/>
            </a:xfrm>
            <a:custGeom>
              <a:avLst/>
              <a:gdLst>
                <a:gd name="T0" fmla="*/ 0 w 1"/>
                <a:gd name="T1" fmla="*/ 2 h 2"/>
                <a:gd name="T2" fmla="*/ 1 w 1"/>
                <a:gd name="T3" fmla="*/ 1 h 2"/>
                <a:gd name="T4" fmla="*/ 0 w 1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0" y="1"/>
                    <a:pt x="1" y="0"/>
                    <a:pt x="1" y="1"/>
                  </a:cubicBezTo>
                  <a:cubicBezTo>
                    <a:pt x="1" y="1"/>
                    <a:pt x="0" y="1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7" name="Freeform 442"/>
            <p:cNvSpPr/>
            <p:nvPr>
              <p:custDataLst>
                <p:tags r:id="rId41"/>
              </p:custDataLst>
            </p:nvPr>
          </p:nvSpPr>
          <p:spPr bwMode="auto">
            <a:xfrm>
              <a:off x="3852" y="2714"/>
              <a:ext cx="2" cy="0"/>
            </a:xfrm>
            <a:custGeom>
              <a:avLst/>
              <a:gdLst>
                <a:gd name="T0" fmla="*/ 0 w 1"/>
                <a:gd name="T1" fmla="*/ 1 w 1"/>
                <a:gd name="T2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8" name="Freeform 443"/>
            <p:cNvSpPr/>
            <p:nvPr>
              <p:custDataLst>
                <p:tags r:id="rId42"/>
              </p:custDataLst>
            </p:nvPr>
          </p:nvSpPr>
          <p:spPr bwMode="auto">
            <a:xfrm>
              <a:off x="3850" y="2692"/>
              <a:ext cx="4" cy="2"/>
            </a:xfrm>
            <a:custGeom>
              <a:avLst/>
              <a:gdLst>
                <a:gd name="T0" fmla="*/ 1 w 2"/>
                <a:gd name="T1" fmla="*/ 1 h 1"/>
                <a:gd name="T2" fmla="*/ 1 w 2"/>
                <a:gd name="T3" fmla="*/ 0 h 1"/>
                <a:gd name="T4" fmla="*/ 1 w 2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1" y="1"/>
                  </a:moveTo>
                  <a:cubicBezTo>
                    <a:pt x="2" y="1"/>
                    <a:pt x="0" y="1"/>
                    <a:pt x="1" y="0"/>
                  </a:cubicBezTo>
                  <a:cubicBezTo>
                    <a:pt x="0" y="1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9" name="Freeform 444"/>
            <p:cNvSpPr/>
            <p:nvPr>
              <p:custDataLst>
                <p:tags r:id="rId43"/>
              </p:custDataLst>
            </p:nvPr>
          </p:nvSpPr>
          <p:spPr bwMode="auto">
            <a:xfrm>
              <a:off x="3848" y="2686"/>
              <a:ext cx="2" cy="2"/>
            </a:xfrm>
            <a:custGeom>
              <a:avLst/>
              <a:gdLst>
                <a:gd name="T0" fmla="*/ 1 w 1"/>
                <a:gd name="T1" fmla="*/ 1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10" name="Freeform 445"/>
            <p:cNvSpPr/>
            <p:nvPr>
              <p:custDataLst>
                <p:tags r:id="rId44"/>
              </p:custDataLst>
            </p:nvPr>
          </p:nvSpPr>
          <p:spPr bwMode="auto">
            <a:xfrm>
              <a:off x="3846" y="2711"/>
              <a:ext cx="4" cy="3"/>
            </a:xfrm>
            <a:custGeom>
              <a:avLst/>
              <a:gdLst>
                <a:gd name="T0" fmla="*/ 0 w 2"/>
                <a:gd name="T1" fmla="*/ 1 h 1"/>
                <a:gd name="T2" fmla="*/ 2 w 2"/>
                <a:gd name="T3" fmla="*/ 0 h 1"/>
                <a:gd name="T4" fmla="*/ 0 w 2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cubicBezTo>
                    <a:pt x="2" y="1"/>
                    <a:pt x="1" y="0"/>
                    <a:pt x="2" y="0"/>
                  </a:cubicBezTo>
                  <a:cubicBezTo>
                    <a:pt x="1" y="1"/>
                    <a:pt x="0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11" name="Freeform 446"/>
            <p:cNvSpPr/>
            <p:nvPr>
              <p:custDataLst>
                <p:tags r:id="rId45"/>
              </p:custDataLst>
            </p:nvPr>
          </p:nvSpPr>
          <p:spPr bwMode="auto">
            <a:xfrm>
              <a:off x="3822" y="2773"/>
              <a:ext cx="5" cy="2"/>
            </a:xfrm>
            <a:custGeom>
              <a:avLst/>
              <a:gdLst>
                <a:gd name="T0" fmla="*/ 1 w 2"/>
                <a:gd name="T1" fmla="*/ 1 h 1"/>
                <a:gd name="T2" fmla="*/ 0 w 2"/>
                <a:gd name="T3" fmla="*/ 0 h 1"/>
                <a:gd name="T4" fmla="*/ 1 w 2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1" y="1"/>
                  </a:moveTo>
                  <a:cubicBezTo>
                    <a:pt x="2" y="0"/>
                    <a:pt x="1" y="1"/>
                    <a:pt x="0" y="0"/>
                  </a:cubicBezTo>
                  <a:cubicBezTo>
                    <a:pt x="0" y="1"/>
                    <a:pt x="0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12" name="Freeform 447"/>
            <p:cNvSpPr/>
            <p:nvPr>
              <p:custDataLst>
                <p:tags r:id="rId46"/>
              </p:custDataLst>
            </p:nvPr>
          </p:nvSpPr>
          <p:spPr bwMode="auto">
            <a:xfrm>
              <a:off x="3765" y="2315"/>
              <a:ext cx="4" cy="0"/>
            </a:xfrm>
            <a:custGeom>
              <a:avLst/>
              <a:gdLst>
                <a:gd name="T0" fmla="*/ 0 w 4"/>
                <a:gd name="T1" fmla="*/ 0 w 4"/>
                <a:gd name="T2" fmla="*/ 4 w 4"/>
                <a:gd name="T3" fmla="*/ 0 w 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13" name="Freeform 448"/>
            <p:cNvSpPr/>
            <p:nvPr>
              <p:custDataLst>
                <p:tags r:id="rId47"/>
              </p:custDataLst>
            </p:nvPr>
          </p:nvSpPr>
          <p:spPr bwMode="auto">
            <a:xfrm>
              <a:off x="3842" y="2733"/>
              <a:ext cx="4" cy="0"/>
            </a:xfrm>
            <a:custGeom>
              <a:avLst/>
              <a:gdLst>
                <a:gd name="T0" fmla="*/ 1 w 2"/>
                <a:gd name="T1" fmla="*/ 2 w 2"/>
                <a:gd name="T2" fmla="*/ 1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cubicBezTo>
                    <a:pt x="1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1" y="0"/>
                    <a:pt x="0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14" name="Freeform 449"/>
            <p:cNvSpPr/>
            <p:nvPr>
              <p:custDataLst>
                <p:tags r:id="rId48"/>
              </p:custDataLst>
            </p:nvPr>
          </p:nvSpPr>
          <p:spPr bwMode="auto">
            <a:xfrm>
              <a:off x="3822" y="2769"/>
              <a:ext cx="7" cy="2"/>
            </a:xfrm>
            <a:custGeom>
              <a:avLst/>
              <a:gdLst>
                <a:gd name="T0" fmla="*/ 0 w 3"/>
                <a:gd name="T1" fmla="*/ 1 h 1"/>
                <a:gd name="T2" fmla="*/ 3 w 3"/>
                <a:gd name="T3" fmla="*/ 1 h 1"/>
                <a:gd name="T4" fmla="*/ 0 w 3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1">
                  <a:moveTo>
                    <a:pt x="0" y="1"/>
                  </a:moveTo>
                  <a:cubicBezTo>
                    <a:pt x="3" y="1"/>
                    <a:pt x="3" y="1"/>
                    <a:pt x="3" y="1"/>
                  </a:cubicBezTo>
                  <a:cubicBezTo>
                    <a:pt x="2" y="0"/>
                    <a:pt x="1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15" name="Freeform 450"/>
            <p:cNvSpPr/>
            <p:nvPr>
              <p:custDataLst>
                <p:tags r:id="rId49"/>
              </p:custDataLst>
            </p:nvPr>
          </p:nvSpPr>
          <p:spPr bwMode="auto">
            <a:xfrm>
              <a:off x="3846" y="2731"/>
              <a:ext cx="2" cy="0"/>
            </a:xfrm>
            <a:custGeom>
              <a:avLst/>
              <a:gdLst>
                <a:gd name="T0" fmla="*/ 1 w 1"/>
                <a:gd name="T1" fmla="*/ 0 w 1"/>
                <a:gd name="T2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16" name="Freeform 451"/>
            <p:cNvSpPr/>
            <p:nvPr>
              <p:custDataLst>
                <p:tags r:id="rId50"/>
              </p:custDataLst>
            </p:nvPr>
          </p:nvSpPr>
          <p:spPr bwMode="auto">
            <a:xfrm>
              <a:off x="3844" y="2724"/>
              <a:ext cx="4" cy="2"/>
            </a:xfrm>
            <a:custGeom>
              <a:avLst/>
              <a:gdLst>
                <a:gd name="T0" fmla="*/ 0 w 2"/>
                <a:gd name="T1" fmla="*/ 0 h 1"/>
                <a:gd name="T2" fmla="*/ 2 w 2"/>
                <a:gd name="T3" fmla="*/ 1 h 1"/>
                <a:gd name="T4" fmla="*/ 0 w 2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17" name="Freeform 452"/>
            <p:cNvSpPr/>
            <p:nvPr>
              <p:custDataLst>
                <p:tags r:id="rId51"/>
              </p:custDataLst>
            </p:nvPr>
          </p:nvSpPr>
          <p:spPr bwMode="auto">
            <a:xfrm>
              <a:off x="3844" y="2728"/>
              <a:ext cx="8" cy="3"/>
            </a:xfrm>
            <a:custGeom>
              <a:avLst/>
              <a:gdLst>
                <a:gd name="T0" fmla="*/ 0 w 4"/>
                <a:gd name="T1" fmla="*/ 1 h 1"/>
                <a:gd name="T2" fmla="*/ 1 w 4"/>
                <a:gd name="T3" fmla="*/ 1 h 1"/>
                <a:gd name="T4" fmla="*/ 2 w 4"/>
                <a:gd name="T5" fmla="*/ 0 h 1"/>
                <a:gd name="T6" fmla="*/ 4 w 4"/>
                <a:gd name="T7" fmla="*/ 0 h 1"/>
                <a:gd name="T8" fmla="*/ 0 w 4"/>
                <a:gd name="T9" fmla="*/ 1 h 1"/>
                <a:gd name="T10" fmla="*/ 0 w 4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1">
                  <a:moveTo>
                    <a:pt x="0" y="1"/>
                  </a:moveTo>
                  <a:cubicBezTo>
                    <a:pt x="0" y="1"/>
                    <a:pt x="1" y="1"/>
                    <a:pt x="1" y="1"/>
                  </a:cubicBezTo>
                  <a:cubicBezTo>
                    <a:pt x="2" y="1"/>
                    <a:pt x="3" y="0"/>
                    <a:pt x="2" y="0"/>
                  </a:cubicBezTo>
                  <a:cubicBezTo>
                    <a:pt x="3" y="0"/>
                    <a:pt x="4" y="0"/>
                    <a:pt x="4" y="0"/>
                  </a:cubicBezTo>
                  <a:cubicBezTo>
                    <a:pt x="3" y="0"/>
                    <a:pt x="1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07010" y="1066800"/>
            <a:ext cx="261810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07010" y="1765300"/>
            <a:ext cx="8678545" cy="39846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1110615"/>
            <a:ext cx="5746115" cy="7213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Homework</a:t>
            </a:r>
          </a:p>
        </p:txBody>
      </p:sp>
      <p:pic>
        <p:nvPicPr>
          <p:cNvPr id="13" name="图片 1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8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33730" y="2689860"/>
            <a:ext cx="7886700" cy="2001520"/>
          </a:xfrm>
        </p:spPr>
        <p:txBody>
          <a:bodyPr/>
          <a:lstStyle/>
          <a:p>
            <a:r>
              <a:rPr lang="en-US" altLang="zh-CN" sz="4000" dirty="0"/>
              <a:t>Homework 3-1</a:t>
            </a:r>
          </a:p>
          <a:p>
            <a:pPr lvl="1"/>
            <a:r>
              <a:rPr lang="en-US" altLang="zh-CN" sz="3200"/>
              <a:t> Textbook </a:t>
            </a:r>
            <a:r>
              <a:rPr lang="en-US" altLang="zh-CN" sz="3200" dirty="0"/>
              <a:t>Exercises 4.2</a:t>
            </a:r>
            <a:r>
              <a:rPr lang="en-US" altLang="zh-CN" sz="3200"/>
              <a:t>,  4.5, 4.9</a:t>
            </a:r>
            <a:endParaRPr lang="en-US" altLang="zh-CN" sz="320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65"/>
              <a:t>Trees and Binary trees – Lecture 4-1</a:t>
            </a:r>
            <a:endParaRPr lang="zh-CN" altLang="en-US" sz="465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z="465" smtClean="0"/>
              <a:pPr>
                <a:defRPr/>
              </a:pPr>
              <a:t>37</a:t>
            </a:fld>
            <a:endParaRPr lang="zh-CN" altLang="en-US" sz="465"/>
          </a:p>
        </p:txBody>
      </p:sp>
      <p:sp>
        <p:nvSpPr>
          <p:cNvPr id="10" name="日期占位符 3"/>
          <p:cNvSpPr>
            <a:spLocks noGrp="1"/>
          </p:cNvSpPr>
          <p:nvPr>
            <p:ph type="dt" sz="quarter" idx="10"/>
            <p:custDataLst>
              <p:tags r:id="rId5"/>
            </p:custDataLst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CN" sz="790"/>
              <a:t>23/09/11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7616666" y="4661218"/>
            <a:ext cx="898208" cy="852488"/>
            <a:chOff x="4219575" y="3103563"/>
            <a:chExt cx="746125" cy="708025"/>
          </a:xfrm>
          <a:solidFill>
            <a:schemeClr val="accent5">
              <a:lumMod val="75000"/>
              <a:alpha val="42000"/>
            </a:schemeClr>
          </a:solidFill>
        </p:grpSpPr>
        <p:sp>
          <p:nvSpPr>
            <p:cNvPr id="16740" name="Freeform 356"/>
            <p:cNvSpPr/>
            <p:nvPr>
              <p:custDataLst>
                <p:tags r:id="rId6"/>
              </p:custDataLst>
            </p:nvPr>
          </p:nvSpPr>
          <p:spPr bwMode="auto">
            <a:xfrm>
              <a:off x="4276725" y="3703638"/>
              <a:ext cx="17463" cy="60325"/>
            </a:xfrm>
            <a:custGeom>
              <a:avLst/>
              <a:gdLst/>
              <a:ahLst/>
              <a:cxnLst>
                <a:cxn ang="0">
                  <a:pos x="24" y="4"/>
                </a:cxn>
                <a:cxn ang="0">
                  <a:pos x="24" y="4"/>
                </a:cxn>
                <a:cxn ang="0">
                  <a:pos x="22" y="18"/>
                </a:cxn>
                <a:cxn ang="0">
                  <a:pos x="20" y="31"/>
                </a:cxn>
                <a:cxn ang="0">
                  <a:pos x="12" y="57"/>
                </a:cxn>
                <a:cxn ang="0">
                  <a:pos x="7" y="69"/>
                </a:cxn>
                <a:cxn ang="0">
                  <a:pos x="4" y="83"/>
                </a:cxn>
                <a:cxn ang="0">
                  <a:pos x="1" y="95"/>
                </a:cxn>
                <a:cxn ang="0">
                  <a:pos x="0" y="109"/>
                </a:cxn>
                <a:cxn ang="0">
                  <a:pos x="0" y="109"/>
                </a:cxn>
                <a:cxn ang="0">
                  <a:pos x="0" y="111"/>
                </a:cxn>
                <a:cxn ang="0">
                  <a:pos x="1" y="113"/>
                </a:cxn>
                <a:cxn ang="0">
                  <a:pos x="3" y="114"/>
                </a:cxn>
                <a:cxn ang="0">
                  <a:pos x="4" y="114"/>
                </a:cxn>
                <a:cxn ang="0">
                  <a:pos x="6" y="114"/>
                </a:cxn>
                <a:cxn ang="0">
                  <a:pos x="7" y="113"/>
                </a:cxn>
                <a:cxn ang="0">
                  <a:pos x="9" y="111"/>
                </a:cxn>
                <a:cxn ang="0">
                  <a:pos x="10" y="109"/>
                </a:cxn>
                <a:cxn ang="0">
                  <a:pos x="10" y="109"/>
                </a:cxn>
                <a:cxn ang="0">
                  <a:pos x="11" y="95"/>
                </a:cxn>
                <a:cxn ang="0">
                  <a:pos x="14" y="83"/>
                </a:cxn>
                <a:cxn ang="0">
                  <a:pos x="17" y="69"/>
                </a:cxn>
                <a:cxn ang="0">
                  <a:pos x="21" y="57"/>
                </a:cxn>
                <a:cxn ang="0">
                  <a:pos x="29" y="31"/>
                </a:cxn>
                <a:cxn ang="0">
                  <a:pos x="32" y="18"/>
                </a:cxn>
                <a:cxn ang="0">
                  <a:pos x="33" y="4"/>
                </a:cxn>
                <a:cxn ang="0">
                  <a:pos x="33" y="4"/>
                </a:cxn>
                <a:cxn ang="0">
                  <a:pos x="33" y="2"/>
                </a:cxn>
                <a:cxn ang="0">
                  <a:pos x="32" y="1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0"/>
                </a:cxn>
                <a:cxn ang="0">
                  <a:pos x="25" y="1"/>
                </a:cxn>
                <a:cxn ang="0">
                  <a:pos x="24" y="2"/>
                </a:cxn>
                <a:cxn ang="0">
                  <a:pos x="24" y="4"/>
                </a:cxn>
                <a:cxn ang="0">
                  <a:pos x="24" y="4"/>
                </a:cxn>
              </a:cxnLst>
              <a:rect l="0" t="0" r="r" b="b"/>
              <a:pathLst>
                <a:path w="33" h="114">
                  <a:moveTo>
                    <a:pt x="24" y="4"/>
                  </a:moveTo>
                  <a:lnTo>
                    <a:pt x="24" y="4"/>
                  </a:lnTo>
                  <a:lnTo>
                    <a:pt x="22" y="18"/>
                  </a:lnTo>
                  <a:lnTo>
                    <a:pt x="20" y="31"/>
                  </a:lnTo>
                  <a:lnTo>
                    <a:pt x="12" y="57"/>
                  </a:lnTo>
                  <a:lnTo>
                    <a:pt x="7" y="69"/>
                  </a:lnTo>
                  <a:lnTo>
                    <a:pt x="4" y="83"/>
                  </a:lnTo>
                  <a:lnTo>
                    <a:pt x="1" y="95"/>
                  </a:lnTo>
                  <a:lnTo>
                    <a:pt x="0" y="109"/>
                  </a:lnTo>
                  <a:lnTo>
                    <a:pt x="0" y="109"/>
                  </a:lnTo>
                  <a:lnTo>
                    <a:pt x="0" y="111"/>
                  </a:lnTo>
                  <a:lnTo>
                    <a:pt x="1" y="113"/>
                  </a:lnTo>
                  <a:lnTo>
                    <a:pt x="3" y="114"/>
                  </a:lnTo>
                  <a:lnTo>
                    <a:pt x="4" y="114"/>
                  </a:lnTo>
                  <a:lnTo>
                    <a:pt x="6" y="114"/>
                  </a:lnTo>
                  <a:lnTo>
                    <a:pt x="7" y="113"/>
                  </a:lnTo>
                  <a:lnTo>
                    <a:pt x="9" y="111"/>
                  </a:lnTo>
                  <a:lnTo>
                    <a:pt x="10" y="109"/>
                  </a:lnTo>
                  <a:lnTo>
                    <a:pt x="10" y="109"/>
                  </a:lnTo>
                  <a:lnTo>
                    <a:pt x="11" y="95"/>
                  </a:lnTo>
                  <a:lnTo>
                    <a:pt x="14" y="83"/>
                  </a:lnTo>
                  <a:lnTo>
                    <a:pt x="17" y="69"/>
                  </a:lnTo>
                  <a:lnTo>
                    <a:pt x="21" y="57"/>
                  </a:lnTo>
                  <a:lnTo>
                    <a:pt x="29" y="31"/>
                  </a:lnTo>
                  <a:lnTo>
                    <a:pt x="32" y="18"/>
                  </a:lnTo>
                  <a:lnTo>
                    <a:pt x="33" y="4"/>
                  </a:lnTo>
                  <a:lnTo>
                    <a:pt x="33" y="4"/>
                  </a:lnTo>
                  <a:lnTo>
                    <a:pt x="33" y="2"/>
                  </a:lnTo>
                  <a:lnTo>
                    <a:pt x="32" y="1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1"/>
                  </a:lnTo>
                  <a:lnTo>
                    <a:pt x="24" y="2"/>
                  </a:lnTo>
                  <a:lnTo>
                    <a:pt x="24" y="4"/>
                  </a:lnTo>
                  <a:lnTo>
                    <a:pt x="24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1" name="Freeform 357"/>
            <p:cNvSpPr/>
            <p:nvPr>
              <p:custDataLst>
                <p:tags r:id="rId7"/>
              </p:custDataLst>
            </p:nvPr>
          </p:nvSpPr>
          <p:spPr bwMode="auto">
            <a:xfrm>
              <a:off x="4314825" y="3724275"/>
              <a:ext cx="17463" cy="57150"/>
            </a:xfrm>
            <a:custGeom>
              <a:avLst/>
              <a:gdLst/>
              <a:ahLst/>
              <a:cxnLst>
                <a:cxn ang="0">
                  <a:pos x="23" y="4"/>
                </a:cxn>
                <a:cxn ang="0">
                  <a:pos x="23" y="4"/>
                </a:cxn>
                <a:cxn ang="0">
                  <a:pos x="18" y="17"/>
                </a:cxn>
                <a:cxn ang="0">
                  <a:pos x="14" y="29"/>
                </a:cxn>
                <a:cxn ang="0">
                  <a:pos x="9" y="43"/>
                </a:cxn>
                <a:cxn ang="0">
                  <a:pos x="4" y="55"/>
                </a:cxn>
                <a:cxn ang="0">
                  <a:pos x="4" y="55"/>
                </a:cxn>
                <a:cxn ang="0">
                  <a:pos x="2" y="68"/>
                </a:cxn>
                <a:cxn ang="0">
                  <a:pos x="1" y="80"/>
                </a:cxn>
                <a:cxn ang="0">
                  <a:pos x="0" y="105"/>
                </a:cxn>
                <a:cxn ang="0">
                  <a:pos x="0" y="105"/>
                </a:cxn>
                <a:cxn ang="0">
                  <a:pos x="0" y="106"/>
                </a:cxn>
                <a:cxn ang="0">
                  <a:pos x="1" y="108"/>
                </a:cxn>
                <a:cxn ang="0">
                  <a:pos x="2" y="109"/>
                </a:cxn>
                <a:cxn ang="0">
                  <a:pos x="4" y="109"/>
                </a:cxn>
                <a:cxn ang="0">
                  <a:pos x="6" y="109"/>
                </a:cxn>
                <a:cxn ang="0">
                  <a:pos x="7" y="108"/>
                </a:cxn>
                <a:cxn ang="0">
                  <a:pos x="8" y="106"/>
                </a:cxn>
                <a:cxn ang="0">
                  <a:pos x="9" y="105"/>
                </a:cxn>
                <a:cxn ang="0">
                  <a:pos x="9" y="105"/>
                </a:cxn>
                <a:cxn ang="0">
                  <a:pos x="9" y="93"/>
                </a:cxn>
                <a:cxn ang="0">
                  <a:pos x="11" y="83"/>
                </a:cxn>
                <a:cxn ang="0">
                  <a:pos x="13" y="62"/>
                </a:cxn>
                <a:cxn ang="0">
                  <a:pos x="13" y="62"/>
                </a:cxn>
                <a:cxn ang="0">
                  <a:pos x="14" y="55"/>
                </a:cxn>
                <a:cxn ang="0">
                  <a:pos x="16" y="48"/>
                </a:cxn>
                <a:cxn ang="0">
                  <a:pos x="21" y="33"/>
                </a:cxn>
                <a:cxn ang="0">
                  <a:pos x="27" y="20"/>
                </a:cxn>
                <a:cxn ang="0">
                  <a:pos x="33" y="6"/>
                </a:cxn>
                <a:cxn ang="0">
                  <a:pos x="33" y="6"/>
                </a:cxn>
                <a:cxn ang="0">
                  <a:pos x="33" y="4"/>
                </a:cxn>
                <a:cxn ang="0">
                  <a:pos x="32" y="3"/>
                </a:cxn>
                <a:cxn ang="0">
                  <a:pos x="31" y="1"/>
                </a:cxn>
                <a:cxn ang="0">
                  <a:pos x="28" y="0"/>
                </a:cxn>
                <a:cxn ang="0">
                  <a:pos x="27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4"/>
                </a:cxn>
                <a:cxn ang="0">
                  <a:pos x="23" y="4"/>
                </a:cxn>
              </a:cxnLst>
              <a:rect l="0" t="0" r="r" b="b"/>
              <a:pathLst>
                <a:path w="33" h="109">
                  <a:moveTo>
                    <a:pt x="23" y="4"/>
                  </a:moveTo>
                  <a:lnTo>
                    <a:pt x="23" y="4"/>
                  </a:lnTo>
                  <a:lnTo>
                    <a:pt x="18" y="17"/>
                  </a:lnTo>
                  <a:lnTo>
                    <a:pt x="14" y="29"/>
                  </a:lnTo>
                  <a:lnTo>
                    <a:pt x="9" y="43"/>
                  </a:lnTo>
                  <a:lnTo>
                    <a:pt x="4" y="55"/>
                  </a:lnTo>
                  <a:lnTo>
                    <a:pt x="4" y="55"/>
                  </a:lnTo>
                  <a:lnTo>
                    <a:pt x="2" y="68"/>
                  </a:lnTo>
                  <a:lnTo>
                    <a:pt x="1" y="80"/>
                  </a:lnTo>
                  <a:lnTo>
                    <a:pt x="0" y="105"/>
                  </a:lnTo>
                  <a:lnTo>
                    <a:pt x="0" y="105"/>
                  </a:lnTo>
                  <a:lnTo>
                    <a:pt x="0" y="106"/>
                  </a:lnTo>
                  <a:lnTo>
                    <a:pt x="1" y="108"/>
                  </a:lnTo>
                  <a:lnTo>
                    <a:pt x="2" y="109"/>
                  </a:lnTo>
                  <a:lnTo>
                    <a:pt x="4" y="109"/>
                  </a:lnTo>
                  <a:lnTo>
                    <a:pt x="6" y="109"/>
                  </a:lnTo>
                  <a:lnTo>
                    <a:pt x="7" y="108"/>
                  </a:lnTo>
                  <a:lnTo>
                    <a:pt x="8" y="106"/>
                  </a:lnTo>
                  <a:lnTo>
                    <a:pt x="9" y="105"/>
                  </a:lnTo>
                  <a:lnTo>
                    <a:pt x="9" y="105"/>
                  </a:lnTo>
                  <a:lnTo>
                    <a:pt x="9" y="93"/>
                  </a:lnTo>
                  <a:lnTo>
                    <a:pt x="11" y="83"/>
                  </a:lnTo>
                  <a:lnTo>
                    <a:pt x="13" y="62"/>
                  </a:lnTo>
                  <a:lnTo>
                    <a:pt x="13" y="62"/>
                  </a:lnTo>
                  <a:lnTo>
                    <a:pt x="14" y="55"/>
                  </a:lnTo>
                  <a:lnTo>
                    <a:pt x="16" y="48"/>
                  </a:lnTo>
                  <a:lnTo>
                    <a:pt x="21" y="33"/>
                  </a:lnTo>
                  <a:lnTo>
                    <a:pt x="27" y="20"/>
                  </a:lnTo>
                  <a:lnTo>
                    <a:pt x="33" y="6"/>
                  </a:lnTo>
                  <a:lnTo>
                    <a:pt x="33" y="6"/>
                  </a:lnTo>
                  <a:lnTo>
                    <a:pt x="33" y="4"/>
                  </a:lnTo>
                  <a:lnTo>
                    <a:pt x="32" y="3"/>
                  </a:lnTo>
                  <a:lnTo>
                    <a:pt x="31" y="1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4"/>
                  </a:lnTo>
                  <a:lnTo>
                    <a:pt x="23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2" name="Freeform 358"/>
            <p:cNvSpPr/>
            <p:nvPr>
              <p:custDataLst>
                <p:tags r:id="rId8"/>
              </p:custDataLst>
            </p:nvPr>
          </p:nvSpPr>
          <p:spPr bwMode="auto">
            <a:xfrm>
              <a:off x="4352925" y="3725863"/>
              <a:ext cx="22225" cy="55563"/>
            </a:xfrm>
            <a:custGeom>
              <a:avLst/>
              <a:gdLst/>
              <a:ahLst/>
              <a:cxnLst>
                <a:cxn ang="0">
                  <a:pos x="33" y="5"/>
                </a:cxn>
                <a:cxn ang="0">
                  <a:pos x="33" y="5"/>
                </a:cxn>
                <a:cxn ang="0">
                  <a:pos x="32" y="11"/>
                </a:cxn>
                <a:cxn ang="0">
                  <a:pos x="30" y="17"/>
                </a:cxn>
                <a:cxn ang="0">
                  <a:pos x="25" y="30"/>
                </a:cxn>
                <a:cxn ang="0">
                  <a:pos x="18" y="41"/>
                </a:cxn>
                <a:cxn ang="0">
                  <a:pos x="13" y="52"/>
                </a:cxn>
                <a:cxn ang="0">
                  <a:pos x="13" y="52"/>
                </a:cxn>
                <a:cxn ang="0">
                  <a:pos x="9" y="64"/>
                </a:cxn>
                <a:cxn ang="0">
                  <a:pos x="5" y="75"/>
                </a:cxn>
                <a:cxn ang="0">
                  <a:pos x="0" y="98"/>
                </a:cxn>
                <a:cxn ang="0">
                  <a:pos x="0" y="98"/>
                </a:cxn>
                <a:cxn ang="0">
                  <a:pos x="0" y="100"/>
                </a:cxn>
                <a:cxn ang="0">
                  <a:pos x="0" y="102"/>
                </a:cxn>
                <a:cxn ang="0">
                  <a:pos x="1" y="103"/>
                </a:cxn>
                <a:cxn ang="0">
                  <a:pos x="3" y="104"/>
                </a:cxn>
                <a:cxn ang="0">
                  <a:pos x="5" y="104"/>
                </a:cxn>
                <a:cxn ang="0">
                  <a:pos x="6" y="104"/>
                </a:cxn>
                <a:cxn ang="0">
                  <a:pos x="8" y="103"/>
                </a:cxn>
                <a:cxn ang="0">
                  <a:pos x="8" y="101"/>
                </a:cxn>
                <a:cxn ang="0">
                  <a:pos x="8" y="101"/>
                </a:cxn>
                <a:cxn ang="0">
                  <a:pos x="16" y="72"/>
                </a:cxn>
                <a:cxn ang="0">
                  <a:pos x="21" y="58"/>
                </a:cxn>
                <a:cxn ang="0">
                  <a:pos x="27" y="45"/>
                </a:cxn>
                <a:cxn ang="0">
                  <a:pos x="27" y="45"/>
                </a:cxn>
                <a:cxn ang="0">
                  <a:pos x="36" y="25"/>
                </a:cxn>
                <a:cxn ang="0">
                  <a:pos x="40" y="15"/>
                </a:cxn>
                <a:cxn ang="0">
                  <a:pos x="42" y="5"/>
                </a:cxn>
                <a:cxn ang="0">
                  <a:pos x="42" y="5"/>
                </a:cxn>
                <a:cxn ang="0">
                  <a:pos x="42" y="3"/>
                </a:cxn>
                <a:cxn ang="0">
                  <a:pos x="41" y="1"/>
                </a:cxn>
                <a:cxn ang="0">
                  <a:pos x="39" y="1"/>
                </a:cxn>
                <a:cxn ang="0">
                  <a:pos x="38" y="0"/>
                </a:cxn>
                <a:cxn ang="0">
                  <a:pos x="34" y="1"/>
                </a:cxn>
                <a:cxn ang="0">
                  <a:pos x="33" y="3"/>
                </a:cxn>
                <a:cxn ang="0">
                  <a:pos x="33" y="5"/>
                </a:cxn>
                <a:cxn ang="0">
                  <a:pos x="33" y="5"/>
                </a:cxn>
              </a:cxnLst>
              <a:rect l="0" t="0" r="r" b="b"/>
              <a:pathLst>
                <a:path w="42" h="104">
                  <a:moveTo>
                    <a:pt x="33" y="5"/>
                  </a:moveTo>
                  <a:lnTo>
                    <a:pt x="33" y="5"/>
                  </a:lnTo>
                  <a:lnTo>
                    <a:pt x="32" y="11"/>
                  </a:lnTo>
                  <a:lnTo>
                    <a:pt x="30" y="17"/>
                  </a:lnTo>
                  <a:lnTo>
                    <a:pt x="25" y="30"/>
                  </a:lnTo>
                  <a:lnTo>
                    <a:pt x="18" y="41"/>
                  </a:lnTo>
                  <a:lnTo>
                    <a:pt x="13" y="52"/>
                  </a:lnTo>
                  <a:lnTo>
                    <a:pt x="13" y="52"/>
                  </a:lnTo>
                  <a:lnTo>
                    <a:pt x="9" y="64"/>
                  </a:lnTo>
                  <a:lnTo>
                    <a:pt x="5" y="75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1" y="103"/>
                  </a:lnTo>
                  <a:lnTo>
                    <a:pt x="3" y="104"/>
                  </a:lnTo>
                  <a:lnTo>
                    <a:pt x="5" y="104"/>
                  </a:lnTo>
                  <a:lnTo>
                    <a:pt x="6" y="104"/>
                  </a:lnTo>
                  <a:lnTo>
                    <a:pt x="8" y="103"/>
                  </a:lnTo>
                  <a:lnTo>
                    <a:pt x="8" y="101"/>
                  </a:lnTo>
                  <a:lnTo>
                    <a:pt x="8" y="101"/>
                  </a:lnTo>
                  <a:lnTo>
                    <a:pt x="16" y="72"/>
                  </a:lnTo>
                  <a:lnTo>
                    <a:pt x="21" y="58"/>
                  </a:lnTo>
                  <a:lnTo>
                    <a:pt x="27" y="45"/>
                  </a:lnTo>
                  <a:lnTo>
                    <a:pt x="27" y="45"/>
                  </a:lnTo>
                  <a:lnTo>
                    <a:pt x="36" y="25"/>
                  </a:lnTo>
                  <a:lnTo>
                    <a:pt x="40" y="15"/>
                  </a:lnTo>
                  <a:lnTo>
                    <a:pt x="42" y="5"/>
                  </a:lnTo>
                  <a:lnTo>
                    <a:pt x="42" y="5"/>
                  </a:lnTo>
                  <a:lnTo>
                    <a:pt x="42" y="3"/>
                  </a:lnTo>
                  <a:lnTo>
                    <a:pt x="41" y="1"/>
                  </a:lnTo>
                  <a:lnTo>
                    <a:pt x="39" y="1"/>
                  </a:lnTo>
                  <a:lnTo>
                    <a:pt x="38" y="0"/>
                  </a:lnTo>
                  <a:lnTo>
                    <a:pt x="34" y="1"/>
                  </a:lnTo>
                  <a:lnTo>
                    <a:pt x="33" y="3"/>
                  </a:lnTo>
                  <a:lnTo>
                    <a:pt x="33" y="5"/>
                  </a:lnTo>
                  <a:lnTo>
                    <a:pt x="33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3" name="Freeform 359"/>
            <p:cNvSpPr/>
            <p:nvPr>
              <p:custDataLst>
                <p:tags r:id="rId9"/>
              </p:custDataLst>
            </p:nvPr>
          </p:nvSpPr>
          <p:spPr bwMode="auto">
            <a:xfrm>
              <a:off x="4387850" y="3729038"/>
              <a:ext cx="26988" cy="57150"/>
            </a:xfrm>
            <a:custGeom>
              <a:avLst/>
              <a:gdLst/>
              <a:ahLst/>
              <a:cxnLst>
                <a:cxn ang="0">
                  <a:pos x="42" y="4"/>
                </a:cxn>
                <a:cxn ang="0">
                  <a:pos x="42" y="4"/>
                </a:cxn>
                <a:cxn ang="0">
                  <a:pos x="41" y="10"/>
                </a:cxn>
                <a:cxn ang="0">
                  <a:pos x="40" y="15"/>
                </a:cxn>
                <a:cxn ang="0">
                  <a:pos x="35" y="26"/>
                </a:cxn>
                <a:cxn ang="0">
                  <a:pos x="24" y="44"/>
                </a:cxn>
                <a:cxn ang="0">
                  <a:pos x="24" y="44"/>
                </a:cxn>
                <a:cxn ang="0">
                  <a:pos x="22" y="49"/>
                </a:cxn>
                <a:cxn ang="0">
                  <a:pos x="20" y="56"/>
                </a:cxn>
                <a:cxn ang="0">
                  <a:pos x="16" y="67"/>
                </a:cxn>
                <a:cxn ang="0">
                  <a:pos x="16" y="67"/>
                </a:cxn>
                <a:cxn ang="0">
                  <a:pos x="9" y="84"/>
                </a:cxn>
                <a:cxn ang="0">
                  <a:pos x="0" y="101"/>
                </a:cxn>
                <a:cxn ang="0">
                  <a:pos x="0" y="101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1" y="107"/>
                </a:cxn>
                <a:cxn ang="0">
                  <a:pos x="2" y="108"/>
                </a:cxn>
                <a:cxn ang="0">
                  <a:pos x="4" y="108"/>
                </a:cxn>
                <a:cxn ang="0">
                  <a:pos x="6" y="108"/>
                </a:cxn>
                <a:cxn ang="0">
                  <a:pos x="7" y="108"/>
                </a:cxn>
                <a:cxn ang="0">
                  <a:pos x="8" y="106"/>
                </a:cxn>
                <a:cxn ang="0">
                  <a:pos x="8" y="106"/>
                </a:cxn>
                <a:cxn ang="0">
                  <a:pos x="22" y="77"/>
                </a:cxn>
                <a:cxn ang="0">
                  <a:pos x="22" y="77"/>
                </a:cxn>
                <a:cxn ang="0">
                  <a:pos x="25" y="70"/>
                </a:cxn>
                <a:cxn ang="0">
                  <a:pos x="28" y="62"/>
                </a:cxn>
                <a:cxn ang="0">
                  <a:pos x="31" y="53"/>
                </a:cxn>
                <a:cxn ang="0">
                  <a:pos x="34" y="46"/>
                </a:cxn>
                <a:cxn ang="0">
                  <a:pos x="34" y="46"/>
                </a:cxn>
                <a:cxn ang="0">
                  <a:pos x="45" y="26"/>
                </a:cxn>
                <a:cxn ang="0">
                  <a:pos x="49" y="15"/>
                </a:cxn>
                <a:cxn ang="0">
                  <a:pos x="51" y="10"/>
                </a:cxn>
                <a:cxn ang="0">
                  <a:pos x="52" y="4"/>
                </a:cxn>
                <a:cxn ang="0">
                  <a:pos x="52" y="4"/>
                </a:cxn>
                <a:cxn ang="0">
                  <a:pos x="52" y="2"/>
                </a:cxn>
                <a:cxn ang="0">
                  <a:pos x="51" y="1"/>
                </a:cxn>
                <a:cxn ang="0">
                  <a:pos x="49" y="0"/>
                </a:cxn>
                <a:cxn ang="0">
                  <a:pos x="47" y="0"/>
                </a:cxn>
                <a:cxn ang="0">
                  <a:pos x="44" y="1"/>
                </a:cxn>
                <a:cxn ang="0">
                  <a:pos x="43" y="2"/>
                </a:cxn>
                <a:cxn ang="0">
                  <a:pos x="42" y="4"/>
                </a:cxn>
                <a:cxn ang="0">
                  <a:pos x="42" y="4"/>
                </a:cxn>
              </a:cxnLst>
              <a:rect l="0" t="0" r="r" b="b"/>
              <a:pathLst>
                <a:path w="52" h="108">
                  <a:moveTo>
                    <a:pt x="42" y="4"/>
                  </a:moveTo>
                  <a:lnTo>
                    <a:pt x="42" y="4"/>
                  </a:lnTo>
                  <a:lnTo>
                    <a:pt x="41" y="10"/>
                  </a:lnTo>
                  <a:lnTo>
                    <a:pt x="40" y="15"/>
                  </a:lnTo>
                  <a:lnTo>
                    <a:pt x="35" y="26"/>
                  </a:lnTo>
                  <a:lnTo>
                    <a:pt x="24" y="44"/>
                  </a:lnTo>
                  <a:lnTo>
                    <a:pt x="24" y="44"/>
                  </a:lnTo>
                  <a:lnTo>
                    <a:pt x="22" y="49"/>
                  </a:lnTo>
                  <a:lnTo>
                    <a:pt x="20" y="56"/>
                  </a:lnTo>
                  <a:lnTo>
                    <a:pt x="16" y="67"/>
                  </a:lnTo>
                  <a:lnTo>
                    <a:pt x="16" y="67"/>
                  </a:lnTo>
                  <a:lnTo>
                    <a:pt x="9" y="84"/>
                  </a:lnTo>
                  <a:lnTo>
                    <a:pt x="0" y="101"/>
                  </a:lnTo>
                  <a:lnTo>
                    <a:pt x="0" y="101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1" y="107"/>
                  </a:lnTo>
                  <a:lnTo>
                    <a:pt x="2" y="108"/>
                  </a:lnTo>
                  <a:lnTo>
                    <a:pt x="4" y="108"/>
                  </a:lnTo>
                  <a:lnTo>
                    <a:pt x="6" y="108"/>
                  </a:lnTo>
                  <a:lnTo>
                    <a:pt x="7" y="108"/>
                  </a:lnTo>
                  <a:lnTo>
                    <a:pt x="8" y="106"/>
                  </a:lnTo>
                  <a:lnTo>
                    <a:pt x="8" y="106"/>
                  </a:lnTo>
                  <a:lnTo>
                    <a:pt x="22" y="77"/>
                  </a:lnTo>
                  <a:lnTo>
                    <a:pt x="22" y="77"/>
                  </a:lnTo>
                  <a:lnTo>
                    <a:pt x="25" y="70"/>
                  </a:lnTo>
                  <a:lnTo>
                    <a:pt x="28" y="62"/>
                  </a:lnTo>
                  <a:lnTo>
                    <a:pt x="31" y="53"/>
                  </a:lnTo>
                  <a:lnTo>
                    <a:pt x="34" y="46"/>
                  </a:lnTo>
                  <a:lnTo>
                    <a:pt x="34" y="46"/>
                  </a:lnTo>
                  <a:lnTo>
                    <a:pt x="45" y="26"/>
                  </a:lnTo>
                  <a:lnTo>
                    <a:pt x="49" y="15"/>
                  </a:lnTo>
                  <a:lnTo>
                    <a:pt x="51" y="10"/>
                  </a:lnTo>
                  <a:lnTo>
                    <a:pt x="52" y="4"/>
                  </a:lnTo>
                  <a:lnTo>
                    <a:pt x="52" y="4"/>
                  </a:lnTo>
                  <a:lnTo>
                    <a:pt x="52" y="2"/>
                  </a:lnTo>
                  <a:lnTo>
                    <a:pt x="51" y="1"/>
                  </a:lnTo>
                  <a:lnTo>
                    <a:pt x="49" y="0"/>
                  </a:lnTo>
                  <a:lnTo>
                    <a:pt x="47" y="0"/>
                  </a:lnTo>
                  <a:lnTo>
                    <a:pt x="44" y="1"/>
                  </a:lnTo>
                  <a:lnTo>
                    <a:pt x="43" y="2"/>
                  </a:lnTo>
                  <a:lnTo>
                    <a:pt x="42" y="4"/>
                  </a:lnTo>
                  <a:lnTo>
                    <a:pt x="42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4" name="Freeform 360"/>
            <p:cNvSpPr/>
            <p:nvPr>
              <p:custDataLst>
                <p:tags r:id="rId10"/>
              </p:custDataLst>
            </p:nvPr>
          </p:nvSpPr>
          <p:spPr bwMode="auto">
            <a:xfrm>
              <a:off x="4438650" y="3730625"/>
              <a:ext cx="23813" cy="55563"/>
            </a:xfrm>
            <a:custGeom>
              <a:avLst/>
              <a:gdLst/>
              <a:ahLst/>
              <a:cxnLst>
                <a:cxn ang="0">
                  <a:pos x="37" y="5"/>
                </a:cxn>
                <a:cxn ang="0">
                  <a:pos x="37" y="5"/>
                </a:cxn>
                <a:cxn ang="0">
                  <a:pos x="35" y="17"/>
                </a:cxn>
                <a:cxn ang="0">
                  <a:pos x="32" y="29"/>
                </a:cxn>
                <a:cxn ang="0">
                  <a:pos x="27" y="41"/>
                </a:cxn>
                <a:cxn ang="0">
                  <a:pos x="21" y="53"/>
                </a:cxn>
                <a:cxn ang="0">
                  <a:pos x="8" y="75"/>
                </a:cxn>
                <a:cxn ang="0">
                  <a:pos x="3" y="87"/>
                </a:cxn>
                <a:cxn ang="0">
                  <a:pos x="0" y="99"/>
                </a:cxn>
                <a:cxn ang="0">
                  <a:pos x="0" y="99"/>
                </a:cxn>
                <a:cxn ang="0">
                  <a:pos x="0" y="100"/>
                </a:cxn>
                <a:cxn ang="0">
                  <a:pos x="0" y="102"/>
                </a:cxn>
                <a:cxn ang="0">
                  <a:pos x="2" y="103"/>
                </a:cxn>
                <a:cxn ang="0">
                  <a:pos x="3" y="104"/>
                </a:cxn>
                <a:cxn ang="0">
                  <a:pos x="5" y="104"/>
                </a:cxn>
                <a:cxn ang="0">
                  <a:pos x="6" y="104"/>
                </a:cxn>
                <a:cxn ang="0">
                  <a:pos x="8" y="103"/>
                </a:cxn>
                <a:cxn ang="0">
                  <a:pos x="9" y="101"/>
                </a:cxn>
                <a:cxn ang="0">
                  <a:pos x="9" y="101"/>
                </a:cxn>
                <a:cxn ang="0">
                  <a:pos x="12" y="89"/>
                </a:cxn>
                <a:cxn ang="0">
                  <a:pos x="17" y="76"/>
                </a:cxn>
                <a:cxn ang="0">
                  <a:pos x="30" y="54"/>
                </a:cxn>
                <a:cxn ang="0">
                  <a:pos x="36" y="42"/>
                </a:cxn>
                <a:cxn ang="0">
                  <a:pos x="41" y="30"/>
                </a:cxn>
                <a:cxn ang="0">
                  <a:pos x="45" y="17"/>
                </a:cxn>
                <a:cxn ang="0">
                  <a:pos x="46" y="5"/>
                </a:cxn>
                <a:cxn ang="0">
                  <a:pos x="46" y="5"/>
                </a:cxn>
                <a:cxn ang="0">
                  <a:pos x="46" y="3"/>
                </a:cxn>
                <a:cxn ang="0">
                  <a:pos x="45" y="2"/>
                </a:cxn>
                <a:cxn ang="0">
                  <a:pos x="44" y="1"/>
                </a:cxn>
                <a:cxn ang="0">
                  <a:pos x="42" y="0"/>
                </a:cxn>
                <a:cxn ang="0">
                  <a:pos x="40" y="1"/>
                </a:cxn>
                <a:cxn ang="0">
                  <a:pos x="39" y="2"/>
                </a:cxn>
                <a:cxn ang="0">
                  <a:pos x="38" y="3"/>
                </a:cxn>
                <a:cxn ang="0">
                  <a:pos x="37" y="5"/>
                </a:cxn>
                <a:cxn ang="0">
                  <a:pos x="37" y="5"/>
                </a:cxn>
              </a:cxnLst>
              <a:rect l="0" t="0" r="r" b="b"/>
              <a:pathLst>
                <a:path w="46" h="104">
                  <a:moveTo>
                    <a:pt x="37" y="5"/>
                  </a:moveTo>
                  <a:lnTo>
                    <a:pt x="37" y="5"/>
                  </a:lnTo>
                  <a:lnTo>
                    <a:pt x="35" y="17"/>
                  </a:lnTo>
                  <a:lnTo>
                    <a:pt x="32" y="29"/>
                  </a:lnTo>
                  <a:lnTo>
                    <a:pt x="27" y="41"/>
                  </a:lnTo>
                  <a:lnTo>
                    <a:pt x="21" y="53"/>
                  </a:lnTo>
                  <a:lnTo>
                    <a:pt x="8" y="75"/>
                  </a:lnTo>
                  <a:lnTo>
                    <a:pt x="3" y="87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2" y="103"/>
                  </a:lnTo>
                  <a:lnTo>
                    <a:pt x="3" y="104"/>
                  </a:lnTo>
                  <a:lnTo>
                    <a:pt x="5" y="104"/>
                  </a:lnTo>
                  <a:lnTo>
                    <a:pt x="6" y="104"/>
                  </a:lnTo>
                  <a:lnTo>
                    <a:pt x="8" y="103"/>
                  </a:lnTo>
                  <a:lnTo>
                    <a:pt x="9" y="101"/>
                  </a:lnTo>
                  <a:lnTo>
                    <a:pt x="9" y="101"/>
                  </a:lnTo>
                  <a:lnTo>
                    <a:pt x="12" y="89"/>
                  </a:lnTo>
                  <a:lnTo>
                    <a:pt x="17" y="76"/>
                  </a:lnTo>
                  <a:lnTo>
                    <a:pt x="30" y="54"/>
                  </a:lnTo>
                  <a:lnTo>
                    <a:pt x="36" y="42"/>
                  </a:lnTo>
                  <a:lnTo>
                    <a:pt x="41" y="30"/>
                  </a:lnTo>
                  <a:lnTo>
                    <a:pt x="45" y="17"/>
                  </a:lnTo>
                  <a:lnTo>
                    <a:pt x="46" y="5"/>
                  </a:lnTo>
                  <a:lnTo>
                    <a:pt x="46" y="5"/>
                  </a:lnTo>
                  <a:lnTo>
                    <a:pt x="46" y="3"/>
                  </a:lnTo>
                  <a:lnTo>
                    <a:pt x="45" y="2"/>
                  </a:lnTo>
                  <a:lnTo>
                    <a:pt x="44" y="1"/>
                  </a:lnTo>
                  <a:lnTo>
                    <a:pt x="42" y="0"/>
                  </a:lnTo>
                  <a:lnTo>
                    <a:pt x="40" y="1"/>
                  </a:lnTo>
                  <a:lnTo>
                    <a:pt x="39" y="2"/>
                  </a:lnTo>
                  <a:lnTo>
                    <a:pt x="38" y="3"/>
                  </a:lnTo>
                  <a:lnTo>
                    <a:pt x="37" y="5"/>
                  </a:lnTo>
                  <a:lnTo>
                    <a:pt x="37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5" name="Freeform 361"/>
            <p:cNvSpPr/>
            <p:nvPr>
              <p:custDataLst>
                <p:tags r:id="rId11"/>
              </p:custDataLst>
            </p:nvPr>
          </p:nvSpPr>
          <p:spPr bwMode="auto">
            <a:xfrm>
              <a:off x="4478338" y="3732213"/>
              <a:ext cx="25400" cy="52388"/>
            </a:xfrm>
            <a:custGeom>
              <a:avLst/>
              <a:gdLst/>
              <a:ahLst/>
              <a:cxnLst>
                <a:cxn ang="0">
                  <a:pos x="39" y="3"/>
                </a:cxn>
                <a:cxn ang="0">
                  <a:pos x="39" y="3"/>
                </a:cxn>
                <a:cxn ang="0">
                  <a:pos x="34" y="14"/>
                </a:cxn>
                <a:cxn ang="0">
                  <a:pos x="29" y="26"/>
                </a:cxn>
                <a:cxn ang="0">
                  <a:pos x="18" y="47"/>
                </a:cxn>
                <a:cxn ang="0">
                  <a:pos x="13" y="58"/>
                </a:cxn>
                <a:cxn ang="0">
                  <a:pos x="8" y="69"/>
                </a:cxn>
                <a:cxn ang="0">
                  <a:pos x="3" y="80"/>
                </a:cxn>
                <a:cxn ang="0">
                  <a:pos x="0" y="93"/>
                </a:cxn>
                <a:cxn ang="0">
                  <a:pos x="0" y="93"/>
                </a:cxn>
                <a:cxn ang="0">
                  <a:pos x="0" y="95"/>
                </a:cxn>
                <a:cxn ang="0">
                  <a:pos x="1" y="97"/>
                </a:cxn>
                <a:cxn ang="0">
                  <a:pos x="4" y="98"/>
                </a:cxn>
                <a:cxn ang="0">
                  <a:pos x="6" y="99"/>
                </a:cxn>
                <a:cxn ang="0">
                  <a:pos x="8" y="98"/>
                </a:cxn>
                <a:cxn ang="0">
                  <a:pos x="9" y="97"/>
                </a:cxn>
                <a:cxn ang="0">
                  <a:pos x="10" y="95"/>
                </a:cxn>
                <a:cxn ang="0">
                  <a:pos x="10" y="95"/>
                </a:cxn>
                <a:cxn ang="0">
                  <a:pos x="13" y="84"/>
                </a:cxn>
                <a:cxn ang="0">
                  <a:pos x="17" y="72"/>
                </a:cxn>
                <a:cxn ang="0">
                  <a:pos x="22" y="61"/>
                </a:cxn>
                <a:cxn ang="0">
                  <a:pos x="27" y="49"/>
                </a:cxn>
                <a:cxn ang="0">
                  <a:pos x="39" y="28"/>
                </a:cxn>
                <a:cxn ang="0">
                  <a:pos x="44" y="16"/>
                </a:cxn>
                <a:cxn ang="0">
                  <a:pos x="48" y="5"/>
                </a:cxn>
                <a:cxn ang="0">
                  <a:pos x="48" y="5"/>
                </a:cxn>
                <a:cxn ang="0">
                  <a:pos x="48" y="3"/>
                </a:cxn>
                <a:cxn ang="0">
                  <a:pos x="47" y="2"/>
                </a:cxn>
                <a:cxn ang="0">
                  <a:pos x="46" y="0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41" y="0"/>
                </a:cxn>
                <a:cxn ang="0">
                  <a:pos x="40" y="1"/>
                </a:cxn>
                <a:cxn ang="0">
                  <a:pos x="39" y="3"/>
                </a:cxn>
                <a:cxn ang="0">
                  <a:pos x="39" y="3"/>
                </a:cxn>
              </a:cxnLst>
              <a:rect l="0" t="0" r="r" b="b"/>
              <a:pathLst>
                <a:path w="48" h="99">
                  <a:moveTo>
                    <a:pt x="39" y="3"/>
                  </a:moveTo>
                  <a:lnTo>
                    <a:pt x="39" y="3"/>
                  </a:lnTo>
                  <a:lnTo>
                    <a:pt x="34" y="14"/>
                  </a:lnTo>
                  <a:lnTo>
                    <a:pt x="29" y="26"/>
                  </a:lnTo>
                  <a:lnTo>
                    <a:pt x="18" y="47"/>
                  </a:lnTo>
                  <a:lnTo>
                    <a:pt x="13" y="58"/>
                  </a:lnTo>
                  <a:lnTo>
                    <a:pt x="8" y="69"/>
                  </a:lnTo>
                  <a:lnTo>
                    <a:pt x="3" y="80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0" y="95"/>
                  </a:lnTo>
                  <a:lnTo>
                    <a:pt x="1" y="97"/>
                  </a:lnTo>
                  <a:lnTo>
                    <a:pt x="4" y="98"/>
                  </a:lnTo>
                  <a:lnTo>
                    <a:pt x="6" y="99"/>
                  </a:lnTo>
                  <a:lnTo>
                    <a:pt x="8" y="98"/>
                  </a:lnTo>
                  <a:lnTo>
                    <a:pt x="9" y="97"/>
                  </a:lnTo>
                  <a:lnTo>
                    <a:pt x="10" y="95"/>
                  </a:lnTo>
                  <a:lnTo>
                    <a:pt x="10" y="95"/>
                  </a:lnTo>
                  <a:lnTo>
                    <a:pt x="13" y="84"/>
                  </a:lnTo>
                  <a:lnTo>
                    <a:pt x="17" y="72"/>
                  </a:lnTo>
                  <a:lnTo>
                    <a:pt x="22" y="61"/>
                  </a:lnTo>
                  <a:lnTo>
                    <a:pt x="27" y="49"/>
                  </a:lnTo>
                  <a:lnTo>
                    <a:pt x="39" y="28"/>
                  </a:lnTo>
                  <a:lnTo>
                    <a:pt x="44" y="16"/>
                  </a:lnTo>
                  <a:lnTo>
                    <a:pt x="48" y="5"/>
                  </a:lnTo>
                  <a:lnTo>
                    <a:pt x="48" y="5"/>
                  </a:lnTo>
                  <a:lnTo>
                    <a:pt x="48" y="3"/>
                  </a:lnTo>
                  <a:lnTo>
                    <a:pt x="47" y="2"/>
                  </a:lnTo>
                  <a:lnTo>
                    <a:pt x="46" y="0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41" y="0"/>
                  </a:lnTo>
                  <a:lnTo>
                    <a:pt x="40" y="1"/>
                  </a:lnTo>
                  <a:lnTo>
                    <a:pt x="39" y="3"/>
                  </a:lnTo>
                  <a:lnTo>
                    <a:pt x="39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6" name="Freeform 362"/>
            <p:cNvSpPr/>
            <p:nvPr>
              <p:custDataLst>
                <p:tags r:id="rId12"/>
              </p:custDataLst>
            </p:nvPr>
          </p:nvSpPr>
          <p:spPr bwMode="auto">
            <a:xfrm>
              <a:off x="4508500" y="3738563"/>
              <a:ext cx="19050" cy="55563"/>
            </a:xfrm>
            <a:custGeom>
              <a:avLst/>
              <a:gdLst/>
              <a:ahLst/>
              <a:cxnLst>
                <a:cxn ang="0">
                  <a:pos x="29" y="5"/>
                </a:cxn>
                <a:cxn ang="0">
                  <a:pos x="29" y="5"/>
                </a:cxn>
                <a:cxn ang="0">
                  <a:pos x="27" y="17"/>
                </a:cxn>
                <a:cxn ang="0">
                  <a:pos x="24" y="29"/>
                </a:cxn>
                <a:cxn ang="0">
                  <a:pos x="15" y="51"/>
                </a:cxn>
                <a:cxn ang="0">
                  <a:pos x="15" y="51"/>
                </a:cxn>
                <a:cxn ang="0">
                  <a:pos x="14" y="56"/>
                </a:cxn>
                <a:cxn ang="0">
                  <a:pos x="13" y="61"/>
                </a:cxn>
                <a:cxn ang="0">
                  <a:pos x="12" y="73"/>
                </a:cxn>
                <a:cxn ang="0">
                  <a:pos x="12" y="73"/>
                </a:cxn>
                <a:cxn ang="0">
                  <a:pos x="9" y="79"/>
                </a:cxn>
                <a:cxn ang="0">
                  <a:pos x="7" y="85"/>
                </a:cxn>
                <a:cxn ang="0">
                  <a:pos x="1" y="97"/>
                </a:cxn>
                <a:cxn ang="0">
                  <a:pos x="1" y="97"/>
                </a:cxn>
                <a:cxn ang="0">
                  <a:pos x="0" y="99"/>
                </a:cxn>
                <a:cxn ang="0">
                  <a:pos x="0" y="102"/>
                </a:cxn>
                <a:cxn ang="0">
                  <a:pos x="1" y="103"/>
                </a:cxn>
                <a:cxn ang="0">
                  <a:pos x="2" y="104"/>
                </a:cxn>
                <a:cxn ang="0">
                  <a:pos x="4" y="105"/>
                </a:cxn>
                <a:cxn ang="0">
                  <a:pos x="6" y="105"/>
                </a:cxn>
                <a:cxn ang="0">
                  <a:pos x="7" y="104"/>
                </a:cxn>
                <a:cxn ang="0">
                  <a:pos x="9" y="103"/>
                </a:cxn>
                <a:cxn ang="0">
                  <a:pos x="9" y="103"/>
                </a:cxn>
                <a:cxn ang="0">
                  <a:pos x="15" y="92"/>
                </a:cxn>
                <a:cxn ang="0">
                  <a:pos x="19" y="81"/>
                </a:cxn>
                <a:cxn ang="0">
                  <a:pos x="22" y="70"/>
                </a:cxn>
                <a:cxn ang="0">
                  <a:pos x="24" y="57"/>
                </a:cxn>
                <a:cxn ang="0">
                  <a:pos x="24" y="57"/>
                </a:cxn>
                <a:cxn ang="0">
                  <a:pos x="25" y="51"/>
                </a:cxn>
                <a:cxn ang="0">
                  <a:pos x="27" y="45"/>
                </a:cxn>
                <a:cxn ang="0">
                  <a:pos x="31" y="31"/>
                </a:cxn>
                <a:cxn ang="0">
                  <a:pos x="35" y="19"/>
                </a:cxn>
                <a:cxn ang="0">
                  <a:pos x="37" y="12"/>
                </a:cxn>
                <a:cxn ang="0">
                  <a:pos x="38" y="5"/>
                </a:cxn>
                <a:cxn ang="0">
                  <a:pos x="38" y="5"/>
                </a:cxn>
                <a:cxn ang="0">
                  <a:pos x="37" y="3"/>
                </a:cxn>
                <a:cxn ang="0">
                  <a:pos x="37" y="1"/>
                </a:cxn>
                <a:cxn ang="0">
                  <a:pos x="35" y="1"/>
                </a:cxn>
                <a:cxn ang="0">
                  <a:pos x="33" y="0"/>
                </a:cxn>
                <a:cxn ang="0">
                  <a:pos x="32" y="1"/>
                </a:cxn>
                <a:cxn ang="0">
                  <a:pos x="30" y="1"/>
                </a:cxn>
                <a:cxn ang="0">
                  <a:pos x="29" y="3"/>
                </a:cxn>
                <a:cxn ang="0">
                  <a:pos x="29" y="5"/>
                </a:cxn>
                <a:cxn ang="0">
                  <a:pos x="29" y="5"/>
                </a:cxn>
              </a:cxnLst>
              <a:rect l="0" t="0" r="r" b="b"/>
              <a:pathLst>
                <a:path w="38" h="105">
                  <a:moveTo>
                    <a:pt x="29" y="5"/>
                  </a:moveTo>
                  <a:lnTo>
                    <a:pt x="29" y="5"/>
                  </a:lnTo>
                  <a:lnTo>
                    <a:pt x="27" y="17"/>
                  </a:lnTo>
                  <a:lnTo>
                    <a:pt x="24" y="29"/>
                  </a:lnTo>
                  <a:lnTo>
                    <a:pt x="15" y="51"/>
                  </a:lnTo>
                  <a:lnTo>
                    <a:pt x="15" y="51"/>
                  </a:lnTo>
                  <a:lnTo>
                    <a:pt x="14" y="56"/>
                  </a:lnTo>
                  <a:lnTo>
                    <a:pt x="13" y="61"/>
                  </a:lnTo>
                  <a:lnTo>
                    <a:pt x="12" y="73"/>
                  </a:lnTo>
                  <a:lnTo>
                    <a:pt x="12" y="73"/>
                  </a:lnTo>
                  <a:lnTo>
                    <a:pt x="9" y="79"/>
                  </a:lnTo>
                  <a:lnTo>
                    <a:pt x="7" y="85"/>
                  </a:lnTo>
                  <a:lnTo>
                    <a:pt x="1" y="97"/>
                  </a:lnTo>
                  <a:lnTo>
                    <a:pt x="1" y="97"/>
                  </a:lnTo>
                  <a:lnTo>
                    <a:pt x="0" y="99"/>
                  </a:lnTo>
                  <a:lnTo>
                    <a:pt x="0" y="102"/>
                  </a:lnTo>
                  <a:lnTo>
                    <a:pt x="1" y="103"/>
                  </a:lnTo>
                  <a:lnTo>
                    <a:pt x="2" y="104"/>
                  </a:lnTo>
                  <a:lnTo>
                    <a:pt x="4" y="105"/>
                  </a:lnTo>
                  <a:lnTo>
                    <a:pt x="6" y="105"/>
                  </a:lnTo>
                  <a:lnTo>
                    <a:pt x="7" y="104"/>
                  </a:lnTo>
                  <a:lnTo>
                    <a:pt x="9" y="103"/>
                  </a:lnTo>
                  <a:lnTo>
                    <a:pt x="9" y="103"/>
                  </a:lnTo>
                  <a:lnTo>
                    <a:pt x="15" y="92"/>
                  </a:lnTo>
                  <a:lnTo>
                    <a:pt x="19" y="81"/>
                  </a:lnTo>
                  <a:lnTo>
                    <a:pt x="22" y="70"/>
                  </a:lnTo>
                  <a:lnTo>
                    <a:pt x="24" y="57"/>
                  </a:lnTo>
                  <a:lnTo>
                    <a:pt x="24" y="57"/>
                  </a:lnTo>
                  <a:lnTo>
                    <a:pt x="25" y="51"/>
                  </a:lnTo>
                  <a:lnTo>
                    <a:pt x="27" y="45"/>
                  </a:lnTo>
                  <a:lnTo>
                    <a:pt x="31" y="31"/>
                  </a:lnTo>
                  <a:lnTo>
                    <a:pt x="35" y="19"/>
                  </a:lnTo>
                  <a:lnTo>
                    <a:pt x="37" y="12"/>
                  </a:lnTo>
                  <a:lnTo>
                    <a:pt x="38" y="5"/>
                  </a:lnTo>
                  <a:lnTo>
                    <a:pt x="38" y="5"/>
                  </a:lnTo>
                  <a:lnTo>
                    <a:pt x="37" y="3"/>
                  </a:lnTo>
                  <a:lnTo>
                    <a:pt x="37" y="1"/>
                  </a:lnTo>
                  <a:lnTo>
                    <a:pt x="35" y="1"/>
                  </a:lnTo>
                  <a:lnTo>
                    <a:pt x="33" y="0"/>
                  </a:lnTo>
                  <a:lnTo>
                    <a:pt x="32" y="1"/>
                  </a:lnTo>
                  <a:lnTo>
                    <a:pt x="30" y="1"/>
                  </a:lnTo>
                  <a:lnTo>
                    <a:pt x="29" y="3"/>
                  </a:lnTo>
                  <a:lnTo>
                    <a:pt x="29" y="5"/>
                  </a:lnTo>
                  <a:lnTo>
                    <a:pt x="29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7" name="Freeform 363"/>
            <p:cNvSpPr/>
            <p:nvPr>
              <p:custDataLst>
                <p:tags r:id="rId13"/>
              </p:custDataLst>
            </p:nvPr>
          </p:nvSpPr>
          <p:spPr bwMode="auto">
            <a:xfrm>
              <a:off x="4545013" y="3736975"/>
              <a:ext cx="15875" cy="49213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19" y="4"/>
                </a:cxn>
                <a:cxn ang="0">
                  <a:pos x="19" y="16"/>
                </a:cxn>
                <a:cxn ang="0">
                  <a:pos x="17" y="26"/>
                </a:cxn>
                <a:cxn ang="0">
                  <a:pos x="13" y="47"/>
                </a:cxn>
                <a:cxn ang="0">
                  <a:pos x="8" y="68"/>
                </a:cxn>
                <a:cxn ang="0">
                  <a:pos x="0" y="89"/>
                </a:cxn>
                <a:cxn ang="0">
                  <a:pos x="0" y="89"/>
                </a:cxn>
                <a:cxn ang="0">
                  <a:pos x="0" y="90"/>
                </a:cxn>
                <a:cxn ang="0">
                  <a:pos x="0" y="92"/>
                </a:cxn>
                <a:cxn ang="0">
                  <a:pos x="2" y="93"/>
                </a:cxn>
                <a:cxn ang="0">
                  <a:pos x="4" y="94"/>
                </a:cxn>
                <a:cxn ang="0">
                  <a:pos x="6" y="94"/>
                </a:cxn>
                <a:cxn ang="0">
                  <a:pos x="7" y="94"/>
                </a:cxn>
                <a:cxn ang="0">
                  <a:pos x="9" y="93"/>
                </a:cxn>
                <a:cxn ang="0">
                  <a:pos x="10" y="91"/>
                </a:cxn>
                <a:cxn ang="0">
                  <a:pos x="10" y="91"/>
                </a:cxn>
                <a:cxn ang="0">
                  <a:pos x="17" y="69"/>
                </a:cxn>
                <a:cxn ang="0">
                  <a:pos x="22" y="49"/>
                </a:cxn>
                <a:cxn ang="0">
                  <a:pos x="27" y="27"/>
                </a:cxn>
                <a:cxn ang="0">
                  <a:pos x="28" y="16"/>
                </a:cxn>
                <a:cxn ang="0">
                  <a:pos x="28" y="4"/>
                </a:cxn>
                <a:cxn ang="0">
                  <a:pos x="28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21" y="1"/>
                </a:cxn>
                <a:cxn ang="0">
                  <a:pos x="20" y="2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28" h="94">
                  <a:moveTo>
                    <a:pt x="19" y="4"/>
                  </a:moveTo>
                  <a:lnTo>
                    <a:pt x="19" y="4"/>
                  </a:lnTo>
                  <a:lnTo>
                    <a:pt x="19" y="16"/>
                  </a:lnTo>
                  <a:lnTo>
                    <a:pt x="17" y="26"/>
                  </a:lnTo>
                  <a:lnTo>
                    <a:pt x="13" y="47"/>
                  </a:lnTo>
                  <a:lnTo>
                    <a:pt x="8" y="68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0" y="90"/>
                  </a:lnTo>
                  <a:lnTo>
                    <a:pt x="0" y="92"/>
                  </a:lnTo>
                  <a:lnTo>
                    <a:pt x="2" y="93"/>
                  </a:lnTo>
                  <a:lnTo>
                    <a:pt x="4" y="94"/>
                  </a:lnTo>
                  <a:lnTo>
                    <a:pt x="6" y="94"/>
                  </a:lnTo>
                  <a:lnTo>
                    <a:pt x="7" y="94"/>
                  </a:lnTo>
                  <a:lnTo>
                    <a:pt x="9" y="93"/>
                  </a:lnTo>
                  <a:lnTo>
                    <a:pt x="10" y="91"/>
                  </a:lnTo>
                  <a:lnTo>
                    <a:pt x="10" y="91"/>
                  </a:lnTo>
                  <a:lnTo>
                    <a:pt x="17" y="69"/>
                  </a:lnTo>
                  <a:lnTo>
                    <a:pt x="22" y="49"/>
                  </a:lnTo>
                  <a:lnTo>
                    <a:pt x="27" y="27"/>
                  </a:lnTo>
                  <a:lnTo>
                    <a:pt x="28" y="16"/>
                  </a:lnTo>
                  <a:lnTo>
                    <a:pt x="28" y="4"/>
                  </a:lnTo>
                  <a:lnTo>
                    <a:pt x="28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1"/>
                  </a:lnTo>
                  <a:lnTo>
                    <a:pt x="20" y="2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8" name="Freeform 364"/>
            <p:cNvSpPr/>
            <p:nvPr>
              <p:custDataLst>
                <p:tags r:id="rId14"/>
              </p:custDataLst>
            </p:nvPr>
          </p:nvSpPr>
          <p:spPr bwMode="auto">
            <a:xfrm>
              <a:off x="4605338" y="3643313"/>
              <a:ext cx="47625" cy="82550"/>
            </a:xfrm>
            <a:custGeom>
              <a:avLst/>
              <a:gdLst/>
              <a:ahLst/>
              <a:cxnLst>
                <a:cxn ang="0">
                  <a:pos x="81" y="3"/>
                </a:cxn>
                <a:cxn ang="0">
                  <a:pos x="79" y="12"/>
                </a:cxn>
                <a:cxn ang="0">
                  <a:pos x="74" y="16"/>
                </a:cxn>
                <a:cxn ang="0">
                  <a:pos x="63" y="24"/>
                </a:cxn>
                <a:cxn ang="0">
                  <a:pos x="61" y="27"/>
                </a:cxn>
                <a:cxn ang="0">
                  <a:pos x="56" y="41"/>
                </a:cxn>
                <a:cxn ang="0">
                  <a:pos x="50" y="50"/>
                </a:cxn>
                <a:cxn ang="0">
                  <a:pos x="37" y="68"/>
                </a:cxn>
                <a:cxn ang="0">
                  <a:pos x="31" y="77"/>
                </a:cxn>
                <a:cxn ang="0">
                  <a:pos x="12" y="109"/>
                </a:cxn>
                <a:cxn ang="0">
                  <a:pos x="4" y="127"/>
                </a:cxn>
                <a:cxn ang="0">
                  <a:pos x="1" y="144"/>
                </a:cxn>
                <a:cxn ang="0">
                  <a:pos x="0" y="146"/>
                </a:cxn>
                <a:cxn ang="0">
                  <a:pos x="0" y="149"/>
                </a:cxn>
                <a:cxn ang="0">
                  <a:pos x="2" y="154"/>
                </a:cxn>
                <a:cxn ang="0">
                  <a:pos x="5" y="155"/>
                </a:cxn>
                <a:cxn ang="0">
                  <a:pos x="8" y="154"/>
                </a:cxn>
                <a:cxn ang="0">
                  <a:pos x="9" y="149"/>
                </a:cxn>
                <a:cxn ang="0">
                  <a:pos x="10" y="143"/>
                </a:cxn>
                <a:cxn ang="0">
                  <a:pos x="15" y="125"/>
                </a:cxn>
                <a:cxn ang="0">
                  <a:pos x="26" y="101"/>
                </a:cxn>
                <a:cxn ang="0">
                  <a:pos x="41" y="78"/>
                </a:cxn>
                <a:cxn ang="0">
                  <a:pos x="56" y="57"/>
                </a:cxn>
                <a:cxn ang="0">
                  <a:pos x="65" y="42"/>
                </a:cxn>
                <a:cxn ang="0">
                  <a:pos x="75" y="27"/>
                </a:cxn>
                <a:cxn ang="0">
                  <a:pos x="81" y="23"/>
                </a:cxn>
                <a:cxn ang="0">
                  <a:pos x="88" y="12"/>
                </a:cxn>
                <a:cxn ang="0">
                  <a:pos x="90" y="5"/>
                </a:cxn>
                <a:cxn ang="0">
                  <a:pos x="89" y="2"/>
                </a:cxn>
                <a:cxn ang="0">
                  <a:pos x="85" y="0"/>
                </a:cxn>
                <a:cxn ang="0">
                  <a:pos x="82" y="1"/>
                </a:cxn>
                <a:cxn ang="0">
                  <a:pos x="81" y="3"/>
                </a:cxn>
              </a:cxnLst>
              <a:rect l="0" t="0" r="r" b="b"/>
              <a:pathLst>
                <a:path w="90" h="155">
                  <a:moveTo>
                    <a:pt x="81" y="3"/>
                  </a:moveTo>
                  <a:lnTo>
                    <a:pt x="81" y="3"/>
                  </a:lnTo>
                  <a:lnTo>
                    <a:pt x="80" y="8"/>
                  </a:lnTo>
                  <a:lnTo>
                    <a:pt x="79" y="12"/>
                  </a:lnTo>
                  <a:lnTo>
                    <a:pt x="76" y="14"/>
                  </a:lnTo>
                  <a:lnTo>
                    <a:pt x="74" y="16"/>
                  </a:lnTo>
                  <a:lnTo>
                    <a:pt x="69" y="19"/>
                  </a:lnTo>
                  <a:lnTo>
                    <a:pt x="63" y="24"/>
                  </a:lnTo>
                  <a:lnTo>
                    <a:pt x="63" y="24"/>
                  </a:lnTo>
                  <a:lnTo>
                    <a:pt x="61" y="27"/>
                  </a:lnTo>
                  <a:lnTo>
                    <a:pt x="59" y="33"/>
                  </a:lnTo>
                  <a:lnTo>
                    <a:pt x="56" y="41"/>
                  </a:lnTo>
                  <a:lnTo>
                    <a:pt x="56" y="41"/>
                  </a:lnTo>
                  <a:lnTo>
                    <a:pt x="50" y="50"/>
                  </a:lnTo>
                  <a:lnTo>
                    <a:pt x="43" y="58"/>
                  </a:lnTo>
                  <a:lnTo>
                    <a:pt x="37" y="68"/>
                  </a:lnTo>
                  <a:lnTo>
                    <a:pt x="31" y="77"/>
                  </a:lnTo>
                  <a:lnTo>
                    <a:pt x="31" y="77"/>
                  </a:lnTo>
                  <a:lnTo>
                    <a:pt x="22" y="92"/>
                  </a:lnTo>
                  <a:lnTo>
                    <a:pt x="12" y="109"/>
                  </a:lnTo>
                  <a:lnTo>
                    <a:pt x="8" y="117"/>
                  </a:lnTo>
                  <a:lnTo>
                    <a:pt x="4" y="127"/>
                  </a:lnTo>
                  <a:lnTo>
                    <a:pt x="2" y="135"/>
                  </a:lnTo>
                  <a:lnTo>
                    <a:pt x="1" y="144"/>
                  </a:lnTo>
                  <a:lnTo>
                    <a:pt x="1" y="144"/>
                  </a:lnTo>
                  <a:lnTo>
                    <a:pt x="0" y="146"/>
                  </a:lnTo>
                  <a:lnTo>
                    <a:pt x="0" y="149"/>
                  </a:lnTo>
                  <a:lnTo>
                    <a:pt x="0" y="149"/>
                  </a:lnTo>
                  <a:lnTo>
                    <a:pt x="0" y="151"/>
                  </a:lnTo>
                  <a:lnTo>
                    <a:pt x="2" y="154"/>
                  </a:lnTo>
                  <a:lnTo>
                    <a:pt x="3" y="155"/>
                  </a:lnTo>
                  <a:lnTo>
                    <a:pt x="5" y="155"/>
                  </a:lnTo>
                  <a:lnTo>
                    <a:pt x="6" y="155"/>
                  </a:lnTo>
                  <a:lnTo>
                    <a:pt x="8" y="154"/>
                  </a:lnTo>
                  <a:lnTo>
                    <a:pt x="9" y="151"/>
                  </a:lnTo>
                  <a:lnTo>
                    <a:pt x="9" y="149"/>
                  </a:lnTo>
                  <a:lnTo>
                    <a:pt x="9" y="149"/>
                  </a:lnTo>
                  <a:lnTo>
                    <a:pt x="10" y="143"/>
                  </a:lnTo>
                  <a:lnTo>
                    <a:pt x="10" y="137"/>
                  </a:lnTo>
                  <a:lnTo>
                    <a:pt x="15" y="125"/>
                  </a:lnTo>
                  <a:lnTo>
                    <a:pt x="20" y="112"/>
                  </a:lnTo>
                  <a:lnTo>
                    <a:pt x="26" y="101"/>
                  </a:lnTo>
                  <a:lnTo>
                    <a:pt x="34" y="89"/>
                  </a:lnTo>
                  <a:lnTo>
                    <a:pt x="41" y="78"/>
                  </a:lnTo>
                  <a:lnTo>
                    <a:pt x="56" y="57"/>
                  </a:lnTo>
                  <a:lnTo>
                    <a:pt x="56" y="57"/>
                  </a:lnTo>
                  <a:lnTo>
                    <a:pt x="61" y="49"/>
                  </a:lnTo>
                  <a:lnTo>
                    <a:pt x="65" y="42"/>
                  </a:lnTo>
                  <a:lnTo>
                    <a:pt x="69" y="34"/>
                  </a:lnTo>
                  <a:lnTo>
                    <a:pt x="75" y="27"/>
                  </a:lnTo>
                  <a:lnTo>
                    <a:pt x="75" y="27"/>
                  </a:lnTo>
                  <a:lnTo>
                    <a:pt x="81" y="23"/>
                  </a:lnTo>
                  <a:lnTo>
                    <a:pt x="85" y="18"/>
                  </a:lnTo>
                  <a:lnTo>
                    <a:pt x="88" y="12"/>
                  </a:lnTo>
                  <a:lnTo>
                    <a:pt x="90" y="5"/>
                  </a:lnTo>
                  <a:lnTo>
                    <a:pt x="90" y="5"/>
                  </a:lnTo>
                  <a:lnTo>
                    <a:pt x="90" y="3"/>
                  </a:lnTo>
                  <a:lnTo>
                    <a:pt x="89" y="2"/>
                  </a:lnTo>
                  <a:lnTo>
                    <a:pt x="87" y="0"/>
                  </a:lnTo>
                  <a:lnTo>
                    <a:pt x="85" y="0"/>
                  </a:lnTo>
                  <a:lnTo>
                    <a:pt x="83" y="0"/>
                  </a:lnTo>
                  <a:lnTo>
                    <a:pt x="82" y="1"/>
                  </a:lnTo>
                  <a:lnTo>
                    <a:pt x="81" y="3"/>
                  </a:lnTo>
                  <a:lnTo>
                    <a:pt x="81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9" name="Freeform 365"/>
            <p:cNvSpPr/>
            <p:nvPr>
              <p:custDataLst>
                <p:tags r:id="rId15"/>
              </p:custDataLst>
            </p:nvPr>
          </p:nvSpPr>
          <p:spPr bwMode="auto">
            <a:xfrm>
              <a:off x="4610100" y="3646488"/>
              <a:ext cx="71438" cy="104775"/>
            </a:xfrm>
            <a:custGeom>
              <a:avLst/>
              <a:gdLst/>
              <a:ahLst/>
              <a:cxnLst>
                <a:cxn ang="0">
                  <a:pos x="126" y="1"/>
                </a:cxn>
                <a:cxn ang="0">
                  <a:pos x="126" y="1"/>
                </a:cxn>
                <a:cxn ang="0">
                  <a:pos x="115" y="9"/>
                </a:cxn>
                <a:cxn ang="0">
                  <a:pos x="105" y="17"/>
                </a:cxn>
                <a:cxn ang="0">
                  <a:pos x="96" y="27"/>
                </a:cxn>
                <a:cxn ang="0">
                  <a:pos x="87" y="37"/>
                </a:cxn>
                <a:cxn ang="0">
                  <a:pos x="80" y="47"/>
                </a:cxn>
                <a:cxn ang="0">
                  <a:pos x="73" y="59"/>
                </a:cxn>
                <a:cxn ang="0">
                  <a:pos x="59" y="82"/>
                </a:cxn>
                <a:cxn ang="0">
                  <a:pos x="59" y="82"/>
                </a:cxn>
                <a:cxn ang="0">
                  <a:pos x="44" y="109"/>
                </a:cxn>
                <a:cxn ang="0">
                  <a:pos x="28" y="136"/>
                </a:cxn>
                <a:cxn ang="0">
                  <a:pos x="13" y="164"/>
                </a:cxn>
                <a:cxn ang="0">
                  <a:pos x="7" y="178"/>
                </a:cxn>
                <a:cxn ang="0">
                  <a:pos x="0" y="193"/>
                </a:cxn>
                <a:cxn ang="0">
                  <a:pos x="0" y="193"/>
                </a:cxn>
                <a:cxn ang="0">
                  <a:pos x="0" y="195"/>
                </a:cxn>
                <a:cxn ang="0">
                  <a:pos x="1" y="197"/>
                </a:cxn>
                <a:cxn ang="0">
                  <a:pos x="2" y="198"/>
                </a:cxn>
                <a:cxn ang="0">
                  <a:pos x="3" y="199"/>
                </a:cxn>
                <a:cxn ang="0">
                  <a:pos x="6" y="199"/>
                </a:cxn>
                <a:cxn ang="0">
                  <a:pos x="8" y="198"/>
                </a:cxn>
                <a:cxn ang="0">
                  <a:pos x="9" y="197"/>
                </a:cxn>
                <a:cxn ang="0">
                  <a:pos x="10" y="196"/>
                </a:cxn>
                <a:cxn ang="0">
                  <a:pos x="10" y="196"/>
                </a:cxn>
                <a:cxn ang="0">
                  <a:pos x="15" y="183"/>
                </a:cxn>
                <a:cxn ang="0">
                  <a:pos x="21" y="170"/>
                </a:cxn>
                <a:cxn ang="0">
                  <a:pos x="33" y="147"/>
                </a:cxn>
                <a:cxn ang="0">
                  <a:pos x="47" y="124"/>
                </a:cxn>
                <a:cxn ang="0">
                  <a:pos x="60" y="100"/>
                </a:cxn>
                <a:cxn ang="0">
                  <a:pos x="60" y="100"/>
                </a:cxn>
                <a:cxn ang="0">
                  <a:pos x="74" y="74"/>
                </a:cxn>
                <a:cxn ang="0">
                  <a:pos x="82" y="62"/>
                </a:cxn>
                <a:cxn ang="0">
                  <a:pos x="89" y="49"/>
                </a:cxn>
                <a:cxn ang="0">
                  <a:pos x="98" y="38"/>
                </a:cxn>
                <a:cxn ang="0">
                  <a:pos x="108" y="28"/>
                </a:cxn>
                <a:cxn ang="0">
                  <a:pos x="119" y="17"/>
                </a:cxn>
                <a:cxn ang="0">
                  <a:pos x="130" y="9"/>
                </a:cxn>
                <a:cxn ang="0">
                  <a:pos x="130" y="9"/>
                </a:cxn>
                <a:cxn ang="0">
                  <a:pos x="133" y="7"/>
                </a:cxn>
                <a:cxn ang="0">
                  <a:pos x="134" y="6"/>
                </a:cxn>
                <a:cxn ang="0">
                  <a:pos x="133" y="4"/>
                </a:cxn>
                <a:cxn ang="0">
                  <a:pos x="133" y="2"/>
                </a:cxn>
                <a:cxn ang="0">
                  <a:pos x="132" y="1"/>
                </a:cxn>
                <a:cxn ang="0">
                  <a:pos x="129" y="0"/>
                </a:cxn>
                <a:cxn ang="0">
                  <a:pos x="128" y="0"/>
                </a:cxn>
                <a:cxn ang="0">
                  <a:pos x="126" y="1"/>
                </a:cxn>
                <a:cxn ang="0">
                  <a:pos x="126" y="1"/>
                </a:cxn>
              </a:cxnLst>
              <a:rect l="0" t="0" r="r" b="b"/>
              <a:pathLst>
                <a:path w="134" h="199">
                  <a:moveTo>
                    <a:pt x="126" y="1"/>
                  </a:moveTo>
                  <a:lnTo>
                    <a:pt x="126" y="1"/>
                  </a:lnTo>
                  <a:lnTo>
                    <a:pt x="115" y="9"/>
                  </a:lnTo>
                  <a:lnTo>
                    <a:pt x="105" y="17"/>
                  </a:lnTo>
                  <a:lnTo>
                    <a:pt x="96" y="27"/>
                  </a:lnTo>
                  <a:lnTo>
                    <a:pt x="87" y="37"/>
                  </a:lnTo>
                  <a:lnTo>
                    <a:pt x="80" y="47"/>
                  </a:lnTo>
                  <a:lnTo>
                    <a:pt x="73" y="59"/>
                  </a:lnTo>
                  <a:lnTo>
                    <a:pt x="59" y="82"/>
                  </a:lnTo>
                  <a:lnTo>
                    <a:pt x="59" y="82"/>
                  </a:lnTo>
                  <a:lnTo>
                    <a:pt x="44" y="109"/>
                  </a:lnTo>
                  <a:lnTo>
                    <a:pt x="28" y="136"/>
                  </a:lnTo>
                  <a:lnTo>
                    <a:pt x="13" y="164"/>
                  </a:lnTo>
                  <a:lnTo>
                    <a:pt x="7" y="178"/>
                  </a:lnTo>
                  <a:lnTo>
                    <a:pt x="0" y="193"/>
                  </a:lnTo>
                  <a:lnTo>
                    <a:pt x="0" y="193"/>
                  </a:lnTo>
                  <a:lnTo>
                    <a:pt x="0" y="195"/>
                  </a:lnTo>
                  <a:lnTo>
                    <a:pt x="1" y="197"/>
                  </a:lnTo>
                  <a:lnTo>
                    <a:pt x="2" y="198"/>
                  </a:lnTo>
                  <a:lnTo>
                    <a:pt x="3" y="199"/>
                  </a:lnTo>
                  <a:lnTo>
                    <a:pt x="6" y="199"/>
                  </a:lnTo>
                  <a:lnTo>
                    <a:pt x="8" y="198"/>
                  </a:lnTo>
                  <a:lnTo>
                    <a:pt x="9" y="197"/>
                  </a:lnTo>
                  <a:lnTo>
                    <a:pt x="10" y="196"/>
                  </a:lnTo>
                  <a:lnTo>
                    <a:pt x="10" y="196"/>
                  </a:lnTo>
                  <a:lnTo>
                    <a:pt x="15" y="183"/>
                  </a:lnTo>
                  <a:lnTo>
                    <a:pt x="21" y="170"/>
                  </a:lnTo>
                  <a:lnTo>
                    <a:pt x="33" y="147"/>
                  </a:lnTo>
                  <a:lnTo>
                    <a:pt x="47" y="124"/>
                  </a:lnTo>
                  <a:lnTo>
                    <a:pt x="60" y="100"/>
                  </a:lnTo>
                  <a:lnTo>
                    <a:pt x="60" y="100"/>
                  </a:lnTo>
                  <a:lnTo>
                    <a:pt x="74" y="74"/>
                  </a:lnTo>
                  <a:lnTo>
                    <a:pt x="82" y="62"/>
                  </a:lnTo>
                  <a:lnTo>
                    <a:pt x="89" y="49"/>
                  </a:lnTo>
                  <a:lnTo>
                    <a:pt x="98" y="38"/>
                  </a:lnTo>
                  <a:lnTo>
                    <a:pt x="108" y="28"/>
                  </a:lnTo>
                  <a:lnTo>
                    <a:pt x="119" y="17"/>
                  </a:lnTo>
                  <a:lnTo>
                    <a:pt x="130" y="9"/>
                  </a:lnTo>
                  <a:lnTo>
                    <a:pt x="130" y="9"/>
                  </a:lnTo>
                  <a:lnTo>
                    <a:pt x="133" y="7"/>
                  </a:lnTo>
                  <a:lnTo>
                    <a:pt x="134" y="6"/>
                  </a:lnTo>
                  <a:lnTo>
                    <a:pt x="133" y="4"/>
                  </a:lnTo>
                  <a:lnTo>
                    <a:pt x="133" y="2"/>
                  </a:lnTo>
                  <a:lnTo>
                    <a:pt x="132" y="1"/>
                  </a:lnTo>
                  <a:lnTo>
                    <a:pt x="129" y="0"/>
                  </a:lnTo>
                  <a:lnTo>
                    <a:pt x="128" y="0"/>
                  </a:lnTo>
                  <a:lnTo>
                    <a:pt x="126" y="1"/>
                  </a:lnTo>
                  <a:lnTo>
                    <a:pt x="126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0" name="Freeform 366"/>
            <p:cNvSpPr/>
            <p:nvPr>
              <p:custDataLst>
                <p:tags r:id="rId16"/>
              </p:custDataLst>
            </p:nvPr>
          </p:nvSpPr>
          <p:spPr bwMode="auto">
            <a:xfrm>
              <a:off x="4624388" y="3638550"/>
              <a:ext cx="84138" cy="130175"/>
            </a:xfrm>
            <a:custGeom>
              <a:avLst/>
              <a:gdLst/>
              <a:ahLst/>
              <a:cxnLst>
                <a:cxn ang="0">
                  <a:pos x="152" y="1"/>
                </a:cxn>
                <a:cxn ang="0">
                  <a:pos x="137" y="15"/>
                </a:cxn>
                <a:cxn ang="0">
                  <a:pos x="123" y="30"/>
                </a:cxn>
                <a:cxn ang="0">
                  <a:pos x="99" y="66"/>
                </a:cxn>
                <a:cxn ang="0">
                  <a:pos x="67" y="121"/>
                </a:cxn>
                <a:cxn ang="0">
                  <a:pos x="56" y="138"/>
                </a:cxn>
                <a:cxn ang="0">
                  <a:pos x="32" y="174"/>
                </a:cxn>
                <a:cxn ang="0">
                  <a:pos x="12" y="211"/>
                </a:cxn>
                <a:cxn ang="0">
                  <a:pos x="1" y="229"/>
                </a:cxn>
                <a:cxn ang="0">
                  <a:pos x="0" y="238"/>
                </a:cxn>
                <a:cxn ang="0">
                  <a:pos x="4" y="246"/>
                </a:cxn>
                <a:cxn ang="0">
                  <a:pos x="6" y="247"/>
                </a:cxn>
                <a:cxn ang="0">
                  <a:pos x="12" y="246"/>
                </a:cxn>
                <a:cxn ang="0">
                  <a:pos x="14" y="242"/>
                </a:cxn>
                <a:cxn ang="0">
                  <a:pos x="16" y="241"/>
                </a:cxn>
                <a:cxn ang="0">
                  <a:pos x="17" y="236"/>
                </a:cxn>
                <a:cxn ang="0">
                  <a:pos x="15" y="234"/>
                </a:cxn>
                <a:cxn ang="0">
                  <a:pos x="12" y="234"/>
                </a:cxn>
                <a:cxn ang="0">
                  <a:pos x="10" y="234"/>
                </a:cxn>
                <a:cxn ang="0">
                  <a:pos x="12" y="229"/>
                </a:cxn>
                <a:cxn ang="0">
                  <a:pos x="22" y="210"/>
                </a:cxn>
                <a:cxn ang="0">
                  <a:pos x="33" y="191"/>
                </a:cxn>
                <a:cxn ang="0">
                  <a:pos x="53" y="160"/>
                </a:cxn>
                <a:cxn ang="0">
                  <a:pos x="73" y="129"/>
                </a:cxn>
                <a:cxn ang="0">
                  <a:pos x="92" y="98"/>
                </a:cxn>
                <a:cxn ang="0">
                  <a:pos x="121" y="50"/>
                </a:cxn>
                <a:cxn ang="0">
                  <a:pos x="144" y="21"/>
                </a:cxn>
                <a:cxn ang="0">
                  <a:pos x="157" y="10"/>
                </a:cxn>
                <a:cxn ang="0">
                  <a:pos x="158" y="9"/>
                </a:cxn>
                <a:cxn ang="0">
                  <a:pos x="158" y="2"/>
                </a:cxn>
                <a:cxn ang="0">
                  <a:pos x="156" y="0"/>
                </a:cxn>
                <a:cxn ang="0">
                  <a:pos x="152" y="1"/>
                </a:cxn>
              </a:cxnLst>
              <a:rect l="0" t="0" r="r" b="b"/>
              <a:pathLst>
                <a:path w="159" h="247">
                  <a:moveTo>
                    <a:pt x="152" y="1"/>
                  </a:moveTo>
                  <a:lnTo>
                    <a:pt x="152" y="1"/>
                  </a:lnTo>
                  <a:lnTo>
                    <a:pt x="145" y="8"/>
                  </a:lnTo>
                  <a:lnTo>
                    <a:pt x="137" y="15"/>
                  </a:lnTo>
                  <a:lnTo>
                    <a:pt x="129" y="23"/>
                  </a:lnTo>
                  <a:lnTo>
                    <a:pt x="123" y="30"/>
                  </a:lnTo>
                  <a:lnTo>
                    <a:pt x="111" y="48"/>
                  </a:lnTo>
                  <a:lnTo>
                    <a:pt x="99" y="66"/>
                  </a:lnTo>
                  <a:lnTo>
                    <a:pt x="79" y="103"/>
                  </a:lnTo>
                  <a:lnTo>
                    <a:pt x="67" y="121"/>
                  </a:lnTo>
                  <a:lnTo>
                    <a:pt x="56" y="138"/>
                  </a:lnTo>
                  <a:lnTo>
                    <a:pt x="56" y="138"/>
                  </a:lnTo>
                  <a:lnTo>
                    <a:pt x="44" y="155"/>
                  </a:lnTo>
                  <a:lnTo>
                    <a:pt x="32" y="174"/>
                  </a:lnTo>
                  <a:lnTo>
                    <a:pt x="12" y="211"/>
                  </a:lnTo>
                  <a:lnTo>
                    <a:pt x="12" y="211"/>
                  </a:lnTo>
                  <a:lnTo>
                    <a:pt x="6" y="219"/>
                  </a:lnTo>
                  <a:lnTo>
                    <a:pt x="1" y="229"/>
                  </a:lnTo>
                  <a:lnTo>
                    <a:pt x="0" y="233"/>
                  </a:lnTo>
                  <a:lnTo>
                    <a:pt x="0" y="238"/>
                  </a:lnTo>
                  <a:lnTo>
                    <a:pt x="1" y="242"/>
                  </a:lnTo>
                  <a:lnTo>
                    <a:pt x="4" y="246"/>
                  </a:lnTo>
                  <a:lnTo>
                    <a:pt x="4" y="246"/>
                  </a:lnTo>
                  <a:lnTo>
                    <a:pt x="6" y="247"/>
                  </a:lnTo>
                  <a:lnTo>
                    <a:pt x="9" y="247"/>
                  </a:lnTo>
                  <a:lnTo>
                    <a:pt x="12" y="246"/>
                  </a:lnTo>
                  <a:lnTo>
                    <a:pt x="13" y="244"/>
                  </a:lnTo>
                  <a:lnTo>
                    <a:pt x="14" y="242"/>
                  </a:lnTo>
                  <a:lnTo>
                    <a:pt x="14" y="242"/>
                  </a:lnTo>
                  <a:lnTo>
                    <a:pt x="16" y="241"/>
                  </a:lnTo>
                  <a:lnTo>
                    <a:pt x="17" y="240"/>
                  </a:lnTo>
                  <a:lnTo>
                    <a:pt x="17" y="236"/>
                  </a:lnTo>
                  <a:lnTo>
                    <a:pt x="16" y="235"/>
                  </a:lnTo>
                  <a:lnTo>
                    <a:pt x="15" y="234"/>
                  </a:lnTo>
                  <a:lnTo>
                    <a:pt x="14" y="233"/>
                  </a:lnTo>
                  <a:lnTo>
                    <a:pt x="12" y="234"/>
                  </a:lnTo>
                  <a:lnTo>
                    <a:pt x="12" y="234"/>
                  </a:lnTo>
                  <a:lnTo>
                    <a:pt x="10" y="234"/>
                  </a:lnTo>
                  <a:lnTo>
                    <a:pt x="10" y="234"/>
                  </a:lnTo>
                  <a:lnTo>
                    <a:pt x="12" y="229"/>
                  </a:lnTo>
                  <a:lnTo>
                    <a:pt x="15" y="222"/>
                  </a:lnTo>
                  <a:lnTo>
                    <a:pt x="22" y="210"/>
                  </a:lnTo>
                  <a:lnTo>
                    <a:pt x="33" y="191"/>
                  </a:lnTo>
                  <a:lnTo>
                    <a:pt x="33" y="191"/>
                  </a:lnTo>
                  <a:lnTo>
                    <a:pt x="43" y="176"/>
                  </a:lnTo>
                  <a:lnTo>
                    <a:pt x="53" y="160"/>
                  </a:lnTo>
                  <a:lnTo>
                    <a:pt x="73" y="129"/>
                  </a:lnTo>
                  <a:lnTo>
                    <a:pt x="73" y="129"/>
                  </a:lnTo>
                  <a:lnTo>
                    <a:pt x="83" y="114"/>
                  </a:lnTo>
                  <a:lnTo>
                    <a:pt x="92" y="98"/>
                  </a:lnTo>
                  <a:lnTo>
                    <a:pt x="111" y="65"/>
                  </a:lnTo>
                  <a:lnTo>
                    <a:pt x="121" y="50"/>
                  </a:lnTo>
                  <a:lnTo>
                    <a:pt x="131" y="34"/>
                  </a:lnTo>
                  <a:lnTo>
                    <a:pt x="144" y="21"/>
                  </a:lnTo>
                  <a:lnTo>
                    <a:pt x="150" y="15"/>
                  </a:lnTo>
                  <a:lnTo>
                    <a:pt x="157" y="10"/>
                  </a:lnTo>
                  <a:lnTo>
                    <a:pt x="157" y="10"/>
                  </a:lnTo>
                  <a:lnTo>
                    <a:pt x="158" y="9"/>
                  </a:lnTo>
                  <a:lnTo>
                    <a:pt x="159" y="6"/>
                  </a:lnTo>
                  <a:lnTo>
                    <a:pt x="158" y="2"/>
                  </a:lnTo>
                  <a:lnTo>
                    <a:pt x="157" y="1"/>
                  </a:lnTo>
                  <a:lnTo>
                    <a:pt x="156" y="0"/>
                  </a:lnTo>
                  <a:lnTo>
                    <a:pt x="154" y="0"/>
                  </a:lnTo>
                  <a:lnTo>
                    <a:pt x="152" y="1"/>
                  </a:lnTo>
                  <a:lnTo>
                    <a:pt x="152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1" name="Freeform 367"/>
            <p:cNvSpPr/>
            <p:nvPr>
              <p:custDataLst>
                <p:tags r:id="rId17"/>
              </p:custDataLst>
            </p:nvPr>
          </p:nvSpPr>
          <p:spPr bwMode="auto">
            <a:xfrm>
              <a:off x="4648200" y="3646488"/>
              <a:ext cx="80963" cy="120650"/>
            </a:xfrm>
            <a:custGeom>
              <a:avLst/>
              <a:gdLst/>
              <a:ahLst/>
              <a:cxnLst>
                <a:cxn ang="0">
                  <a:pos x="143" y="2"/>
                </a:cxn>
                <a:cxn ang="0">
                  <a:pos x="143" y="2"/>
                </a:cxn>
                <a:cxn ang="0">
                  <a:pos x="132" y="14"/>
                </a:cxn>
                <a:cxn ang="0">
                  <a:pos x="120" y="28"/>
                </a:cxn>
                <a:cxn ang="0">
                  <a:pos x="110" y="41"/>
                </a:cxn>
                <a:cxn ang="0">
                  <a:pos x="100" y="54"/>
                </a:cxn>
                <a:cxn ang="0">
                  <a:pos x="81" y="83"/>
                </a:cxn>
                <a:cxn ang="0">
                  <a:pos x="63" y="113"/>
                </a:cxn>
                <a:cxn ang="0">
                  <a:pos x="63" y="113"/>
                </a:cxn>
                <a:cxn ang="0">
                  <a:pos x="47" y="141"/>
                </a:cxn>
                <a:cxn ang="0">
                  <a:pos x="32" y="169"/>
                </a:cxn>
                <a:cxn ang="0">
                  <a:pos x="32" y="169"/>
                </a:cxn>
                <a:cxn ang="0">
                  <a:pos x="24" y="182"/>
                </a:cxn>
                <a:cxn ang="0">
                  <a:pos x="15" y="195"/>
                </a:cxn>
                <a:cxn ang="0">
                  <a:pos x="7" y="207"/>
                </a:cxn>
                <a:cxn ang="0">
                  <a:pos x="1" y="221"/>
                </a:cxn>
                <a:cxn ang="0">
                  <a:pos x="1" y="221"/>
                </a:cxn>
                <a:cxn ang="0">
                  <a:pos x="0" y="223"/>
                </a:cxn>
                <a:cxn ang="0">
                  <a:pos x="1" y="225"/>
                </a:cxn>
                <a:cxn ang="0">
                  <a:pos x="2" y="227"/>
                </a:cxn>
                <a:cxn ang="0">
                  <a:pos x="5" y="228"/>
                </a:cxn>
                <a:cxn ang="0">
                  <a:pos x="9" y="228"/>
                </a:cxn>
                <a:cxn ang="0">
                  <a:pos x="9" y="228"/>
                </a:cxn>
                <a:cxn ang="0">
                  <a:pos x="12" y="227"/>
                </a:cxn>
                <a:cxn ang="0">
                  <a:pos x="14" y="224"/>
                </a:cxn>
                <a:cxn ang="0">
                  <a:pos x="13" y="221"/>
                </a:cxn>
                <a:cxn ang="0">
                  <a:pos x="12" y="219"/>
                </a:cxn>
                <a:cxn ang="0">
                  <a:pos x="12" y="219"/>
                </a:cxn>
                <a:cxn ang="0">
                  <a:pos x="17" y="209"/>
                </a:cxn>
                <a:cxn ang="0">
                  <a:pos x="23" y="200"/>
                </a:cxn>
                <a:cxn ang="0">
                  <a:pos x="36" y="180"/>
                </a:cxn>
                <a:cxn ang="0">
                  <a:pos x="36" y="180"/>
                </a:cxn>
                <a:cxn ang="0">
                  <a:pos x="52" y="153"/>
                </a:cxn>
                <a:cxn ang="0">
                  <a:pos x="67" y="125"/>
                </a:cxn>
                <a:cxn ang="0">
                  <a:pos x="67" y="125"/>
                </a:cxn>
                <a:cxn ang="0">
                  <a:pos x="85" y="94"/>
                </a:cxn>
                <a:cxn ang="0">
                  <a:pos x="105" y="64"/>
                </a:cxn>
                <a:cxn ang="0">
                  <a:pos x="115" y="49"/>
                </a:cxn>
                <a:cxn ang="0">
                  <a:pos x="127" y="35"/>
                </a:cxn>
                <a:cxn ang="0">
                  <a:pos x="138" y="21"/>
                </a:cxn>
                <a:cxn ang="0">
                  <a:pos x="150" y="8"/>
                </a:cxn>
                <a:cxn ang="0">
                  <a:pos x="150" y="8"/>
                </a:cxn>
                <a:cxn ang="0">
                  <a:pos x="151" y="6"/>
                </a:cxn>
                <a:cxn ang="0">
                  <a:pos x="151" y="5"/>
                </a:cxn>
                <a:cxn ang="0">
                  <a:pos x="150" y="3"/>
                </a:cxn>
                <a:cxn ang="0">
                  <a:pos x="149" y="2"/>
                </a:cxn>
                <a:cxn ang="0">
                  <a:pos x="148" y="1"/>
                </a:cxn>
                <a:cxn ang="0">
                  <a:pos x="146" y="0"/>
                </a:cxn>
                <a:cxn ang="0">
                  <a:pos x="145" y="0"/>
                </a:cxn>
                <a:cxn ang="0">
                  <a:pos x="143" y="2"/>
                </a:cxn>
                <a:cxn ang="0">
                  <a:pos x="143" y="2"/>
                </a:cxn>
              </a:cxnLst>
              <a:rect l="0" t="0" r="r" b="b"/>
              <a:pathLst>
                <a:path w="151" h="228">
                  <a:moveTo>
                    <a:pt x="143" y="2"/>
                  </a:moveTo>
                  <a:lnTo>
                    <a:pt x="143" y="2"/>
                  </a:lnTo>
                  <a:lnTo>
                    <a:pt x="132" y="14"/>
                  </a:lnTo>
                  <a:lnTo>
                    <a:pt x="120" y="28"/>
                  </a:lnTo>
                  <a:lnTo>
                    <a:pt x="110" y="41"/>
                  </a:lnTo>
                  <a:lnTo>
                    <a:pt x="100" y="54"/>
                  </a:lnTo>
                  <a:lnTo>
                    <a:pt x="81" y="83"/>
                  </a:lnTo>
                  <a:lnTo>
                    <a:pt x="63" y="113"/>
                  </a:lnTo>
                  <a:lnTo>
                    <a:pt x="63" y="113"/>
                  </a:lnTo>
                  <a:lnTo>
                    <a:pt x="47" y="141"/>
                  </a:lnTo>
                  <a:lnTo>
                    <a:pt x="32" y="169"/>
                  </a:lnTo>
                  <a:lnTo>
                    <a:pt x="32" y="169"/>
                  </a:lnTo>
                  <a:lnTo>
                    <a:pt x="24" y="182"/>
                  </a:lnTo>
                  <a:lnTo>
                    <a:pt x="15" y="195"/>
                  </a:lnTo>
                  <a:lnTo>
                    <a:pt x="7" y="207"/>
                  </a:lnTo>
                  <a:lnTo>
                    <a:pt x="1" y="221"/>
                  </a:lnTo>
                  <a:lnTo>
                    <a:pt x="1" y="221"/>
                  </a:lnTo>
                  <a:lnTo>
                    <a:pt x="0" y="223"/>
                  </a:lnTo>
                  <a:lnTo>
                    <a:pt x="1" y="225"/>
                  </a:lnTo>
                  <a:lnTo>
                    <a:pt x="2" y="227"/>
                  </a:lnTo>
                  <a:lnTo>
                    <a:pt x="5" y="228"/>
                  </a:lnTo>
                  <a:lnTo>
                    <a:pt x="9" y="228"/>
                  </a:lnTo>
                  <a:lnTo>
                    <a:pt x="9" y="228"/>
                  </a:lnTo>
                  <a:lnTo>
                    <a:pt x="12" y="227"/>
                  </a:lnTo>
                  <a:lnTo>
                    <a:pt x="14" y="224"/>
                  </a:lnTo>
                  <a:lnTo>
                    <a:pt x="13" y="221"/>
                  </a:lnTo>
                  <a:lnTo>
                    <a:pt x="12" y="219"/>
                  </a:lnTo>
                  <a:lnTo>
                    <a:pt x="12" y="219"/>
                  </a:lnTo>
                  <a:lnTo>
                    <a:pt x="17" y="209"/>
                  </a:lnTo>
                  <a:lnTo>
                    <a:pt x="23" y="200"/>
                  </a:lnTo>
                  <a:lnTo>
                    <a:pt x="36" y="180"/>
                  </a:lnTo>
                  <a:lnTo>
                    <a:pt x="36" y="180"/>
                  </a:lnTo>
                  <a:lnTo>
                    <a:pt x="52" y="153"/>
                  </a:lnTo>
                  <a:lnTo>
                    <a:pt x="67" y="125"/>
                  </a:lnTo>
                  <a:lnTo>
                    <a:pt x="67" y="125"/>
                  </a:lnTo>
                  <a:lnTo>
                    <a:pt x="85" y="94"/>
                  </a:lnTo>
                  <a:lnTo>
                    <a:pt x="105" y="64"/>
                  </a:lnTo>
                  <a:lnTo>
                    <a:pt x="115" y="49"/>
                  </a:lnTo>
                  <a:lnTo>
                    <a:pt x="127" y="35"/>
                  </a:lnTo>
                  <a:lnTo>
                    <a:pt x="138" y="21"/>
                  </a:lnTo>
                  <a:lnTo>
                    <a:pt x="150" y="8"/>
                  </a:lnTo>
                  <a:lnTo>
                    <a:pt x="150" y="8"/>
                  </a:lnTo>
                  <a:lnTo>
                    <a:pt x="151" y="6"/>
                  </a:lnTo>
                  <a:lnTo>
                    <a:pt x="151" y="5"/>
                  </a:lnTo>
                  <a:lnTo>
                    <a:pt x="150" y="3"/>
                  </a:lnTo>
                  <a:lnTo>
                    <a:pt x="149" y="2"/>
                  </a:lnTo>
                  <a:lnTo>
                    <a:pt x="148" y="1"/>
                  </a:lnTo>
                  <a:lnTo>
                    <a:pt x="146" y="0"/>
                  </a:lnTo>
                  <a:lnTo>
                    <a:pt x="145" y="0"/>
                  </a:lnTo>
                  <a:lnTo>
                    <a:pt x="143" y="2"/>
                  </a:lnTo>
                  <a:lnTo>
                    <a:pt x="143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2" name="Freeform 368"/>
            <p:cNvSpPr/>
            <p:nvPr>
              <p:custDataLst>
                <p:tags r:id="rId18"/>
              </p:custDataLst>
            </p:nvPr>
          </p:nvSpPr>
          <p:spPr bwMode="auto">
            <a:xfrm>
              <a:off x="4708525" y="3648075"/>
              <a:ext cx="52388" cy="69850"/>
            </a:xfrm>
            <a:custGeom>
              <a:avLst/>
              <a:gdLst/>
              <a:ahLst/>
              <a:cxnLst>
                <a:cxn ang="0">
                  <a:pos x="92" y="1"/>
                </a:cxn>
                <a:cxn ang="0">
                  <a:pos x="92" y="1"/>
                </a:cxn>
                <a:cxn ang="0">
                  <a:pos x="79" y="15"/>
                </a:cxn>
                <a:cxn ang="0">
                  <a:pos x="66" y="30"/>
                </a:cxn>
                <a:cxn ang="0">
                  <a:pos x="54" y="44"/>
                </a:cxn>
                <a:cxn ang="0">
                  <a:pos x="43" y="60"/>
                </a:cxn>
                <a:cxn ang="0">
                  <a:pos x="21" y="92"/>
                </a:cxn>
                <a:cxn ang="0">
                  <a:pos x="1" y="125"/>
                </a:cxn>
                <a:cxn ang="0">
                  <a:pos x="1" y="125"/>
                </a:cxn>
                <a:cxn ang="0">
                  <a:pos x="0" y="127"/>
                </a:cxn>
                <a:cxn ang="0">
                  <a:pos x="1" y="129"/>
                </a:cxn>
                <a:cxn ang="0">
                  <a:pos x="1" y="131"/>
                </a:cxn>
                <a:cxn ang="0">
                  <a:pos x="3" y="132"/>
                </a:cxn>
                <a:cxn ang="0">
                  <a:pos x="4" y="132"/>
                </a:cxn>
                <a:cxn ang="0">
                  <a:pos x="6" y="132"/>
                </a:cxn>
                <a:cxn ang="0">
                  <a:pos x="8" y="132"/>
                </a:cxn>
                <a:cxn ang="0">
                  <a:pos x="10" y="130"/>
                </a:cxn>
                <a:cxn ang="0">
                  <a:pos x="10" y="130"/>
                </a:cxn>
                <a:cxn ang="0">
                  <a:pos x="29" y="97"/>
                </a:cxn>
                <a:cxn ang="0">
                  <a:pos x="50" y="66"/>
                </a:cxn>
                <a:cxn ang="0">
                  <a:pos x="61" y="51"/>
                </a:cxn>
                <a:cxn ang="0">
                  <a:pos x="74" y="36"/>
                </a:cxn>
                <a:cxn ang="0">
                  <a:pos x="86" y="22"/>
                </a:cxn>
                <a:cxn ang="0">
                  <a:pos x="98" y="8"/>
                </a:cxn>
                <a:cxn ang="0">
                  <a:pos x="98" y="8"/>
                </a:cxn>
                <a:cxn ang="0">
                  <a:pos x="99" y="6"/>
                </a:cxn>
                <a:cxn ang="0">
                  <a:pos x="100" y="4"/>
                </a:cxn>
                <a:cxn ang="0">
                  <a:pos x="99" y="3"/>
                </a:cxn>
                <a:cxn ang="0">
                  <a:pos x="98" y="1"/>
                </a:cxn>
                <a:cxn ang="0">
                  <a:pos x="97" y="0"/>
                </a:cxn>
                <a:cxn ang="0">
                  <a:pos x="95" y="0"/>
                </a:cxn>
                <a:cxn ang="0">
                  <a:pos x="93" y="0"/>
                </a:cxn>
                <a:cxn ang="0">
                  <a:pos x="92" y="1"/>
                </a:cxn>
                <a:cxn ang="0">
                  <a:pos x="92" y="1"/>
                </a:cxn>
              </a:cxnLst>
              <a:rect l="0" t="0" r="r" b="b"/>
              <a:pathLst>
                <a:path w="100" h="132">
                  <a:moveTo>
                    <a:pt x="92" y="1"/>
                  </a:moveTo>
                  <a:lnTo>
                    <a:pt x="92" y="1"/>
                  </a:lnTo>
                  <a:lnTo>
                    <a:pt x="79" y="15"/>
                  </a:lnTo>
                  <a:lnTo>
                    <a:pt x="66" y="30"/>
                  </a:lnTo>
                  <a:lnTo>
                    <a:pt x="54" y="44"/>
                  </a:lnTo>
                  <a:lnTo>
                    <a:pt x="43" y="60"/>
                  </a:lnTo>
                  <a:lnTo>
                    <a:pt x="21" y="92"/>
                  </a:lnTo>
                  <a:lnTo>
                    <a:pt x="1" y="125"/>
                  </a:lnTo>
                  <a:lnTo>
                    <a:pt x="1" y="125"/>
                  </a:lnTo>
                  <a:lnTo>
                    <a:pt x="0" y="127"/>
                  </a:lnTo>
                  <a:lnTo>
                    <a:pt x="1" y="129"/>
                  </a:lnTo>
                  <a:lnTo>
                    <a:pt x="1" y="131"/>
                  </a:lnTo>
                  <a:lnTo>
                    <a:pt x="3" y="132"/>
                  </a:lnTo>
                  <a:lnTo>
                    <a:pt x="4" y="132"/>
                  </a:lnTo>
                  <a:lnTo>
                    <a:pt x="6" y="132"/>
                  </a:lnTo>
                  <a:lnTo>
                    <a:pt x="8" y="132"/>
                  </a:lnTo>
                  <a:lnTo>
                    <a:pt x="10" y="130"/>
                  </a:lnTo>
                  <a:lnTo>
                    <a:pt x="10" y="130"/>
                  </a:lnTo>
                  <a:lnTo>
                    <a:pt x="29" y="97"/>
                  </a:lnTo>
                  <a:lnTo>
                    <a:pt x="50" y="66"/>
                  </a:lnTo>
                  <a:lnTo>
                    <a:pt x="61" y="51"/>
                  </a:lnTo>
                  <a:lnTo>
                    <a:pt x="74" y="36"/>
                  </a:lnTo>
                  <a:lnTo>
                    <a:pt x="86" y="22"/>
                  </a:lnTo>
                  <a:lnTo>
                    <a:pt x="98" y="8"/>
                  </a:lnTo>
                  <a:lnTo>
                    <a:pt x="98" y="8"/>
                  </a:lnTo>
                  <a:lnTo>
                    <a:pt x="99" y="6"/>
                  </a:lnTo>
                  <a:lnTo>
                    <a:pt x="100" y="4"/>
                  </a:lnTo>
                  <a:lnTo>
                    <a:pt x="99" y="3"/>
                  </a:lnTo>
                  <a:lnTo>
                    <a:pt x="98" y="1"/>
                  </a:lnTo>
                  <a:lnTo>
                    <a:pt x="97" y="0"/>
                  </a:lnTo>
                  <a:lnTo>
                    <a:pt x="95" y="0"/>
                  </a:lnTo>
                  <a:lnTo>
                    <a:pt x="93" y="0"/>
                  </a:lnTo>
                  <a:lnTo>
                    <a:pt x="92" y="1"/>
                  </a:lnTo>
                  <a:lnTo>
                    <a:pt x="92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3" name="Freeform 369"/>
            <p:cNvSpPr/>
            <p:nvPr>
              <p:custDataLst>
                <p:tags r:id="rId19"/>
              </p:custDataLst>
            </p:nvPr>
          </p:nvSpPr>
          <p:spPr bwMode="auto">
            <a:xfrm>
              <a:off x="4749800" y="3648075"/>
              <a:ext cx="39688" cy="52388"/>
            </a:xfrm>
            <a:custGeom>
              <a:avLst/>
              <a:gdLst/>
              <a:ahLst/>
              <a:cxnLst>
                <a:cxn ang="0">
                  <a:pos x="66" y="4"/>
                </a:cxn>
                <a:cxn ang="0">
                  <a:pos x="66" y="4"/>
                </a:cxn>
                <a:cxn ang="0">
                  <a:pos x="65" y="10"/>
                </a:cxn>
                <a:cxn ang="0">
                  <a:pos x="62" y="14"/>
                </a:cxn>
                <a:cxn ang="0">
                  <a:pos x="59" y="20"/>
                </a:cxn>
                <a:cxn ang="0">
                  <a:pos x="54" y="24"/>
                </a:cxn>
                <a:cxn ang="0">
                  <a:pos x="45" y="32"/>
                </a:cxn>
                <a:cxn ang="0">
                  <a:pos x="41" y="36"/>
                </a:cxn>
                <a:cxn ang="0">
                  <a:pos x="38" y="40"/>
                </a:cxn>
                <a:cxn ang="0">
                  <a:pos x="38" y="40"/>
                </a:cxn>
                <a:cxn ang="0">
                  <a:pos x="29" y="54"/>
                </a:cxn>
                <a:cxn ang="0">
                  <a:pos x="18" y="66"/>
                </a:cxn>
                <a:cxn ang="0">
                  <a:pos x="9" y="78"/>
                </a:cxn>
                <a:cxn ang="0">
                  <a:pos x="0" y="92"/>
                </a:cxn>
                <a:cxn ang="0">
                  <a:pos x="0" y="92"/>
                </a:cxn>
                <a:cxn ang="0">
                  <a:pos x="0" y="94"/>
                </a:cxn>
                <a:cxn ang="0">
                  <a:pos x="0" y="96"/>
                </a:cxn>
                <a:cxn ang="0">
                  <a:pos x="1" y="97"/>
                </a:cxn>
                <a:cxn ang="0">
                  <a:pos x="2" y="99"/>
                </a:cxn>
                <a:cxn ang="0">
                  <a:pos x="4" y="99"/>
                </a:cxn>
                <a:cxn ang="0">
                  <a:pos x="5" y="99"/>
                </a:cxn>
                <a:cxn ang="0">
                  <a:pos x="7" y="98"/>
                </a:cxn>
                <a:cxn ang="0">
                  <a:pos x="8" y="97"/>
                </a:cxn>
                <a:cxn ang="0">
                  <a:pos x="8" y="97"/>
                </a:cxn>
                <a:cxn ang="0">
                  <a:pos x="17" y="82"/>
                </a:cxn>
                <a:cxn ang="0">
                  <a:pos x="28" y="66"/>
                </a:cxn>
                <a:cxn ang="0">
                  <a:pos x="40" y="52"/>
                </a:cxn>
                <a:cxn ang="0">
                  <a:pos x="52" y="38"/>
                </a:cxn>
                <a:cxn ang="0">
                  <a:pos x="52" y="38"/>
                </a:cxn>
                <a:cxn ang="0">
                  <a:pos x="60" y="31"/>
                </a:cxn>
                <a:cxn ang="0">
                  <a:pos x="67" y="23"/>
                </a:cxn>
                <a:cxn ang="0">
                  <a:pos x="70" y="18"/>
                </a:cxn>
                <a:cxn ang="0">
                  <a:pos x="72" y="14"/>
                </a:cxn>
                <a:cxn ang="0">
                  <a:pos x="74" y="10"/>
                </a:cxn>
                <a:cxn ang="0">
                  <a:pos x="75" y="4"/>
                </a:cxn>
                <a:cxn ang="0">
                  <a:pos x="75" y="4"/>
                </a:cxn>
                <a:cxn ang="0">
                  <a:pos x="75" y="3"/>
                </a:cxn>
                <a:cxn ang="0">
                  <a:pos x="74" y="1"/>
                </a:cxn>
                <a:cxn ang="0">
                  <a:pos x="73" y="0"/>
                </a:cxn>
                <a:cxn ang="0">
                  <a:pos x="71" y="0"/>
                </a:cxn>
                <a:cxn ang="0">
                  <a:pos x="68" y="1"/>
                </a:cxn>
                <a:cxn ang="0">
                  <a:pos x="67" y="3"/>
                </a:cxn>
                <a:cxn ang="0">
                  <a:pos x="66" y="4"/>
                </a:cxn>
                <a:cxn ang="0">
                  <a:pos x="66" y="4"/>
                </a:cxn>
              </a:cxnLst>
              <a:rect l="0" t="0" r="r" b="b"/>
              <a:pathLst>
                <a:path w="75" h="99">
                  <a:moveTo>
                    <a:pt x="66" y="4"/>
                  </a:moveTo>
                  <a:lnTo>
                    <a:pt x="66" y="4"/>
                  </a:lnTo>
                  <a:lnTo>
                    <a:pt x="65" y="10"/>
                  </a:lnTo>
                  <a:lnTo>
                    <a:pt x="62" y="14"/>
                  </a:lnTo>
                  <a:lnTo>
                    <a:pt x="59" y="20"/>
                  </a:lnTo>
                  <a:lnTo>
                    <a:pt x="54" y="24"/>
                  </a:lnTo>
                  <a:lnTo>
                    <a:pt x="45" y="32"/>
                  </a:lnTo>
                  <a:lnTo>
                    <a:pt x="41" y="36"/>
                  </a:lnTo>
                  <a:lnTo>
                    <a:pt x="38" y="40"/>
                  </a:lnTo>
                  <a:lnTo>
                    <a:pt x="38" y="40"/>
                  </a:lnTo>
                  <a:lnTo>
                    <a:pt x="29" y="54"/>
                  </a:lnTo>
                  <a:lnTo>
                    <a:pt x="18" y="66"/>
                  </a:lnTo>
                  <a:lnTo>
                    <a:pt x="9" y="78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0" y="96"/>
                  </a:lnTo>
                  <a:lnTo>
                    <a:pt x="1" y="97"/>
                  </a:lnTo>
                  <a:lnTo>
                    <a:pt x="2" y="99"/>
                  </a:lnTo>
                  <a:lnTo>
                    <a:pt x="4" y="99"/>
                  </a:lnTo>
                  <a:lnTo>
                    <a:pt x="5" y="99"/>
                  </a:lnTo>
                  <a:lnTo>
                    <a:pt x="7" y="98"/>
                  </a:lnTo>
                  <a:lnTo>
                    <a:pt x="8" y="97"/>
                  </a:lnTo>
                  <a:lnTo>
                    <a:pt x="8" y="97"/>
                  </a:lnTo>
                  <a:lnTo>
                    <a:pt x="17" y="82"/>
                  </a:lnTo>
                  <a:lnTo>
                    <a:pt x="28" y="66"/>
                  </a:lnTo>
                  <a:lnTo>
                    <a:pt x="40" y="52"/>
                  </a:lnTo>
                  <a:lnTo>
                    <a:pt x="52" y="38"/>
                  </a:lnTo>
                  <a:lnTo>
                    <a:pt x="52" y="38"/>
                  </a:lnTo>
                  <a:lnTo>
                    <a:pt x="60" y="31"/>
                  </a:lnTo>
                  <a:lnTo>
                    <a:pt x="67" y="23"/>
                  </a:lnTo>
                  <a:lnTo>
                    <a:pt x="70" y="18"/>
                  </a:lnTo>
                  <a:lnTo>
                    <a:pt x="72" y="14"/>
                  </a:lnTo>
                  <a:lnTo>
                    <a:pt x="74" y="10"/>
                  </a:lnTo>
                  <a:lnTo>
                    <a:pt x="75" y="4"/>
                  </a:lnTo>
                  <a:lnTo>
                    <a:pt x="75" y="4"/>
                  </a:lnTo>
                  <a:lnTo>
                    <a:pt x="75" y="3"/>
                  </a:lnTo>
                  <a:lnTo>
                    <a:pt x="74" y="1"/>
                  </a:lnTo>
                  <a:lnTo>
                    <a:pt x="73" y="0"/>
                  </a:lnTo>
                  <a:lnTo>
                    <a:pt x="71" y="0"/>
                  </a:lnTo>
                  <a:lnTo>
                    <a:pt x="68" y="1"/>
                  </a:lnTo>
                  <a:lnTo>
                    <a:pt x="67" y="3"/>
                  </a:lnTo>
                  <a:lnTo>
                    <a:pt x="66" y="4"/>
                  </a:lnTo>
                  <a:lnTo>
                    <a:pt x="66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4" name="Freeform 370"/>
            <p:cNvSpPr/>
            <p:nvPr>
              <p:custDataLst>
                <p:tags r:id="rId20"/>
              </p:custDataLst>
            </p:nvPr>
          </p:nvSpPr>
          <p:spPr bwMode="auto">
            <a:xfrm>
              <a:off x="4384675" y="3116263"/>
              <a:ext cx="22225" cy="38100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33" y="0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29" y="2"/>
                </a:cxn>
                <a:cxn ang="0">
                  <a:pos x="29" y="2"/>
                </a:cxn>
                <a:cxn ang="0">
                  <a:pos x="19" y="18"/>
                </a:cxn>
                <a:cxn ang="0">
                  <a:pos x="10" y="35"/>
                </a:cxn>
                <a:cxn ang="0">
                  <a:pos x="10" y="35"/>
                </a:cxn>
                <a:cxn ang="0">
                  <a:pos x="6" y="42"/>
                </a:cxn>
                <a:cxn ang="0">
                  <a:pos x="2" y="50"/>
                </a:cxn>
                <a:cxn ang="0">
                  <a:pos x="0" y="59"/>
                </a:cxn>
                <a:cxn ang="0">
                  <a:pos x="0" y="63"/>
                </a:cxn>
                <a:cxn ang="0">
                  <a:pos x="0" y="67"/>
                </a:cxn>
                <a:cxn ang="0">
                  <a:pos x="0" y="67"/>
                </a:cxn>
                <a:cxn ang="0">
                  <a:pos x="1" y="69"/>
                </a:cxn>
                <a:cxn ang="0">
                  <a:pos x="3" y="70"/>
                </a:cxn>
                <a:cxn ang="0">
                  <a:pos x="4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9" y="67"/>
                </a:cxn>
                <a:cxn ang="0">
                  <a:pos x="9" y="65"/>
                </a:cxn>
                <a:cxn ang="0">
                  <a:pos x="9" y="65"/>
                </a:cxn>
                <a:cxn ang="0">
                  <a:pos x="9" y="61"/>
                </a:cxn>
                <a:cxn ang="0">
                  <a:pos x="9" y="57"/>
                </a:cxn>
                <a:cxn ang="0">
                  <a:pos x="13" y="48"/>
                </a:cxn>
                <a:cxn ang="0">
                  <a:pos x="22" y="33"/>
                </a:cxn>
                <a:cxn ang="0">
                  <a:pos x="22" y="33"/>
                </a:cxn>
                <a:cxn ang="0">
                  <a:pos x="33" y="15"/>
                </a:cxn>
                <a:cxn ang="0">
                  <a:pos x="33" y="15"/>
                </a:cxn>
                <a:cxn ang="0">
                  <a:pos x="36" y="9"/>
                </a:cxn>
                <a:cxn ang="0">
                  <a:pos x="36" y="9"/>
                </a:cxn>
                <a:cxn ang="0">
                  <a:pos x="38" y="9"/>
                </a:cxn>
                <a:cxn ang="0">
                  <a:pos x="38" y="9"/>
                </a:cxn>
                <a:cxn ang="0">
                  <a:pos x="40" y="9"/>
                </a:cxn>
                <a:cxn ang="0">
                  <a:pos x="41" y="8"/>
                </a:cxn>
                <a:cxn ang="0">
                  <a:pos x="42" y="6"/>
                </a:cxn>
                <a:cxn ang="0">
                  <a:pos x="42" y="4"/>
                </a:cxn>
                <a:cxn ang="0">
                  <a:pos x="42" y="3"/>
                </a:cxn>
                <a:cxn ang="0">
                  <a:pos x="41" y="1"/>
                </a:cxn>
                <a:cxn ang="0">
                  <a:pos x="40" y="0"/>
                </a:cxn>
                <a:cxn ang="0">
                  <a:pos x="38" y="0"/>
                </a:cxn>
                <a:cxn ang="0">
                  <a:pos x="38" y="0"/>
                </a:cxn>
              </a:cxnLst>
              <a:rect l="0" t="0" r="r" b="b"/>
              <a:pathLst>
                <a:path w="42" h="70">
                  <a:moveTo>
                    <a:pt x="38" y="0"/>
                  </a:moveTo>
                  <a:lnTo>
                    <a:pt x="33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29" y="2"/>
                  </a:lnTo>
                  <a:lnTo>
                    <a:pt x="29" y="2"/>
                  </a:lnTo>
                  <a:lnTo>
                    <a:pt x="19" y="18"/>
                  </a:lnTo>
                  <a:lnTo>
                    <a:pt x="10" y="35"/>
                  </a:lnTo>
                  <a:lnTo>
                    <a:pt x="10" y="35"/>
                  </a:lnTo>
                  <a:lnTo>
                    <a:pt x="6" y="42"/>
                  </a:lnTo>
                  <a:lnTo>
                    <a:pt x="2" y="50"/>
                  </a:lnTo>
                  <a:lnTo>
                    <a:pt x="0" y="59"/>
                  </a:lnTo>
                  <a:lnTo>
                    <a:pt x="0" y="63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1" y="69"/>
                  </a:lnTo>
                  <a:lnTo>
                    <a:pt x="3" y="70"/>
                  </a:lnTo>
                  <a:lnTo>
                    <a:pt x="4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9" y="67"/>
                  </a:lnTo>
                  <a:lnTo>
                    <a:pt x="9" y="65"/>
                  </a:lnTo>
                  <a:lnTo>
                    <a:pt x="9" y="65"/>
                  </a:lnTo>
                  <a:lnTo>
                    <a:pt x="9" y="61"/>
                  </a:lnTo>
                  <a:lnTo>
                    <a:pt x="9" y="57"/>
                  </a:lnTo>
                  <a:lnTo>
                    <a:pt x="13" y="48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33" y="15"/>
                  </a:lnTo>
                  <a:lnTo>
                    <a:pt x="33" y="15"/>
                  </a:lnTo>
                  <a:lnTo>
                    <a:pt x="36" y="9"/>
                  </a:lnTo>
                  <a:lnTo>
                    <a:pt x="36" y="9"/>
                  </a:lnTo>
                  <a:lnTo>
                    <a:pt x="38" y="9"/>
                  </a:lnTo>
                  <a:lnTo>
                    <a:pt x="38" y="9"/>
                  </a:lnTo>
                  <a:lnTo>
                    <a:pt x="40" y="9"/>
                  </a:lnTo>
                  <a:lnTo>
                    <a:pt x="41" y="8"/>
                  </a:lnTo>
                  <a:lnTo>
                    <a:pt x="42" y="6"/>
                  </a:lnTo>
                  <a:lnTo>
                    <a:pt x="42" y="4"/>
                  </a:lnTo>
                  <a:lnTo>
                    <a:pt x="42" y="3"/>
                  </a:lnTo>
                  <a:lnTo>
                    <a:pt x="41" y="1"/>
                  </a:lnTo>
                  <a:lnTo>
                    <a:pt x="40" y="0"/>
                  </a:lnTo>
                  <a:lnTo>
                    <a:pt x="38" y="0"/>
                  </a:lnTo>
                  <a:lnTo>
                    <a:pt x="38" y="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5" name="Freeform 371"/>
            <p:cNvSpPr/>
            <p:nvPr>
              <p:custDataLst>
                <p:tags r:id="rId21"/>
              </p:custDataLst>
            </p:nvPr>
          </p:nvSpPr>
          <p:spPr bwMode="auto">
            <a:xfrm>
              <a:off x="4446588" y="3108325"/>
              <a:ext cx="34925" cy="47625"/>
            </a:xfrm>
            <a:custGeom>
              <a:avLst/>
              <a:gdLst/>
              <a:ahLst/>
              <a:cxnLst>
                <a:cxn ang="0">
                  <a:pos x="55" y="2"/>
                </a:cxn>
                <a:cxn ang="0">
                  <a:pos x="55" y="2"/>
                </a:cxn>
                <a:cxn ang="0">
                  <a:pos x="46" y="15"/>
                </a:cxn>
                <a:cxn ang="0">
                  <a:pos x="36" y="26"/>
                </a:cxn>
                <a:cxn ang="0">
                  <a:pos x="26" y="39"/>
                </a:cxn>
                <a:cxn ang="0">
                  <a:pos x="16" y="50"/>
                </a:cxn>
                <a:cxn ang="0">
                  <a:pos x="16" y="50"/>
                </a:cxn>
                <a:cxn ang="0">
                  <a:pos x="10" y="58"/>
                </a:cxn>
                <a:cxn ang="0">
                  <a:pos x="4" y="69"/>
                </a:cxn>
                <a:cxn ang="0">
                  <a:pos x="1" y="75"/>
                </a:cxn>
                <a:cxn ang="0">
                  <a:pos x="0" y="80"/>
                </a:cxn>
                <a:cxn ang="0">
                  <a:pos x="0" y="85"/>
                </a:cxn>
                <a:cxn ang="0">
                  <a:pos x="1" y="87"/>
                </a:cxn>
                <a:cxn ang="0">
                  <a:pos x="4" y="89"/>
                </a:cxn>
                <a:cxn ang="0">
                  <a:pos x="4" y="89"/>
                </a:cxn>
                <a:cxn ang="0">
                  <a:pos x="6" y="90"/>
                </a:cxn>
                <a:cxn ang="0">
                  <a:pos x="8" y="90"/>
                </a:cxn>
                <a:cxn ang="0">
                  <a:pos x="9" y="90"/>
                </a:cxn>
                <a:cxn ang="0">
                  <a:pos x="11" y="89"/>
                </a:cxn>
                <a:cxn ang="0">
                  <a:pos x="12" y="87"/>
                </a:cxn>
                <a:cxn ang="0">
                  <a:pos x="12" y="86"/>
                </a:cxn>
                <a:cxn ang="0">
                  <a:pos x="12" y="84"/>
                </a:cxn>
                <a:cxn ang="0">
                  <a:pos x="11" y="82"/>
                </a:cxn>
                <a:cxn ang="0">
                  <a:pos x="11" y="82"/>
                </a:cxn>
                <a:cxn ang="0">
                  <a:pos x="10" y="80"/>
                </a:cxn>
                <a:cxn ang="0">
                  <a:pos x="10" y="77"/>
                </a:cxn>
                <a:cxn ang="0">
                  <a:pos x="12" y="74"/>
                </a:cxn>
                <a:cxn ang="0">
                  <a:pos x="14" y="69"/>
                </a:cxn>
                <a:cxn ang="0">
                  <a:pos x="21" y="57"/>
                </a:cxn>
                <a:cxn ang="0">
                  <a:pos x="31" y="46"/>
                </a:cxn>
                <a:cxn ang="0">
                  <a:pos x="51" y="22"/>
                </a:cxn>
                <a:cxn ang="0">
                  <a:pos x="63" y="8"/>
                </a:cxn>
                <a:cxn ang="0">
                  <a:pos x="63" y="8"/>
                </a:cxn>
                <a:cxn ang="0">
                  <a:pos x="65" y="6"/>
                </a:cxn>
                <a:cxn ang="0">
                  <a:pos x="65" y="3"/>
                </a:cxn>
                <a:cxn ang="0">
                  <a:pos x="63" y="2"/>
                </a:cxn>
                <a:cxn ang="0">
                  <a:pos x="62" y="1"/>
                </a:cxn>
                <a:cxn ang="0">
                  <a:pos x="58" y="0"/>
                </a:cxn>
                <a:cxn ang="0">
                  <a:pos x="56" y="1"/>
                </a:cxn>
                <a:cxn ang="0">
                  <a:pos x="55" y="2"/>
                </a:cxn>
                <a:cxn ang="0">
                  <a:pos x="55" y="2"/>
                </a:cxn>
              </a:cxnLst>
              <a:rect l="0" t="0" r="r" b="b"/>
              <a:pathLst>
                <a:path w="65" h="90">
                  <a:moveTo>
                    <a:pt x="55" y="2"/>
                  </a:moveTo>
                  <a:lnTo>
                    <a:pt x="55" y="2"/>
                  </a:lnTo>
                  <a:lnTo>
                    <a:pt x="46" y="15"/>
                  </a:lnTo>
                  <a:lnTo>
                    <a:pt x="36" y="26"/>
                  </a:lnTo>
                  <a:lnTo>
                    <a:pt x="26" y="39"/>
                  </a:lnTo>
                  <a:lnTo>
                    <a:pt x="16" y="50"/>
                  </a:lnTo>
                  <a:lnTo>
                    <a:pt x="16" y="50"/>
                  </a:lnTo>
                  <a:lnTo>
                    <a:pt x="10" y="58"/>
                  </a:lnTo>
                  <a:lnTo>
                    <a:pt x="4" y="69"/>
                  </a:lnTo>
                  <a:lnTo>
                    <a:pt x="1" y="75"/>
                  </a:lnTo>
                  <a:lnTo>
                    <a:pt x="0" y="80"/>
                  </a:lnTo>
                  <a:lnTo>
                    <a:pt x="0" y="85"/>
                  </a:lnTo>
                  <a:lnTo>
                    <a:pt x="1" y="87"/>
                  </a:lnTo>
                  <a:lnTo>
                    <a:pt x="4" y="89"/>
                  </a:lnTo>
                  <a:lnTo>
                    <a:pt x="4" y="89"/>
                  </a:lnTo>
                  <a:lnTo>
                    <a:pt x="6" y="90"/>
                  </a:lnTo>
                  <a:lnTo>
                    <a:pt x="8" y="90"/>
                  </a:lnTo>
                  <a:lnTo>
                    <a:pt x="9" y="90"/>
                  </a:lnTo>
                  <a:lnTo>
                    <a:pt x="11" y="89"/>
                  </a:lnTo>
                  <a:lnTo>
                    <a:pt x="12" y="87"/>
                  </a:lnTo>
                  <a:lnTo>
                    <a:pt x="12" y="86"/>
                  </a:lnTo>
                  <a:lnTo>
                    <a:pt x="12" y="84"/>
                  </a:lnTo>
                  <a:lnTo>
                    <a:pt x="11" y="82"/>
                  </a:lnTo>
                  <a:lnTo>
                    <a:pt x="11" y="82"/>
                  </a:lnTo>
                  <a:lnTo>
                    <a:pt x="10" y="80"/>
                  </a:lnTo>
                  <a:lnTo>
                    <a:pt x="10" y="77"/>
                  </a:lnTo>
                  <a:lnTo>
                    <a:pt x="12" y="74"/>
                  </a:lnTo>
                  <a:lnTo>
                    <a:pt x="14" y="69"/>
                  </a:lnTo>
                  <a:lnTo>
                    <a:pt x="21" y="57"/>
                  </a:lnTo>
                  <a:lnTo>
                    <a:pt x="31" y="46"/>
                  </a:lnTo>
                  <a:lnTo>
                    <a:pt x="51" y="22"/>
                  </a:lnTo>
                  <a:lnTo>
                    <a:pt x="63" y="8"/>
                  </a:lnTo>
                  <a:lnTo>
                    <a:pt x="63" y="8"/>
                  </a:lnTo>
                  <a:lnTo>
                    <a:pt x="65" y="6"/>
                  </a:lnTo>
                  <a:lnTo>
                    <a:pt x="65" y="3"/>
                  </a:lnTo>
                  <a:lnTo>
                    <a:pt x="63" y="2"/>
                  </a:lnTo>
                  <a:lnTo>
                    <a:pt x="62" y="1"/>
                  </a:lnTo>
                  <a:lnTo>
                    <a:pt x="58" y="0"/>
                  </a:lnTo>
                  <a:lnTo>
                    <a:pt x="56" y="1"/>
                  </a:lnTo>
                  <a:lnTo>
                    <a:pt x="55" y="2"/>
                  </a:lnTo>
                  <a:lnTo>
                    <a:pt x="55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6" name="Freeform 372"/>
            <p:cNvSpPr/>
            <p:nvPr>
              <p:custDataLst>
                <p:tags r:id="rId22"/>
              </p:custDataLst>
            </p:nvPr>
          </p:nvSpPr>
          <p:spPr bwMode="auto">
            <a:xfrm>
              <a:off x="4516438" y="3119438"/>
              <a:ext cx="22225" cy="39688"/>
            </a:xfrm>
            <a:custGeom>
              <a:avLst/>
              <a:gdLst/>
              <a:ahLst/>
              <a:cxnLst>
                <a:cxn ang="0">
                  <a:pos x="34" y="1"/>
                </a:cxn>
                <a:cxn ang="0">
                  <a:pos x="34" y="1"/>
                </a:cxn>
                <a:cxn ang="0">
                  <a:pos x="29" y="5"/>
                </a:cxn>
                <a:cxn ang="0">
                  <a:pos x="24" y="10"/>
                </a:cxn>
                <a:cxn ang="0">
                  <a:pos x="16" y="21"/>
                </a:cxn>
                <a:cxn ang="0">
                  <a:pos x="10" y="33"/>
                </a:cxn>
                <a:cxn ang="0">
                  <a:pos x="5" y="45"/>
                </a:cxn>
                <a:cxn ang="0">
                  <a:pos x="5" y="45"/>
                </a:cxn>
                <a:cxn ang="0">
                  <a:pos x="3" y="54"/>
                </a:cxn>
                <a:cxn ang="0">
                  <a:pos x="0" y="63"/>
                </a:cxn>
                <a:cxn ang="0">
                  <a:pos x="0" y="67"/>
                </a:cxn>
                <a:cxn ang="0">
                  <a:pos x="2" y="71"/>
                </a:cxn>
                <a:cxn ang="0">
                  <a:pos x="4" y="73"/>
                </a:cxn>
                <a:cxn ang="0">
                  <a:pos x="9" y="75"/>
                </a:cxn>
                <a:cxn ang="0">
                  <a:pos x="9" y="75"/>
                </a:cxn>
                <a:cxn ang="0">
                  <a:pos x="11" y="75"/>
                </a:cxn>
                <a:cxn ang="0">
                  <a:pos x="12" y="74"/>
                </a:cxn>
                <a:cxn ang="0">
                  <a:pos x="13" y="72"/>
                </a:cxn>
                <a:cxn ang="0">
                  <a:pos x="13" y="71"/>
                </a:cxn>
                <a:cxn ang="0">
                  <a:pos x="12" y="67"/>
                </a:cxn>
                <a:cxn ang="0">
                  <a:pos x="11" y="66"/>
                </a:cxn>
                <a:cxn ang="0">
                  <a:pos x="9" y="66"/>
                </a:cxn>
                <a:cxn ang="0">
                  <a:pos x="9" y="66"/>
                </a:cxn>
                <a:cxn ang="0">
                  <a:pos x="19" y="35"/>
                </a:cxn>
                <a:cxn ang="0">
                  <a:pos x="19" y="35"/>
                </a:cxn>
                <a:cxn ang="0">
                  <a:pos x="23" y="28"/>
                </a:cxn>
                <a:cxn ang="0">
                  <a:pos x="29" y="21"/>
                </a:cxn>
                <a:cxn ang="0">
                  <a:pos x="34" y="13"/>
                </a:cxn>
                <a:cxn ang="0">
                  <a:pos x="41" y="7"/>
                </a:cxn>
                <a:cxn ang="0">
                  <a:pos x="41" y="7"/>
                </a:cxn>
                <a:cxn ang="0">
                  <a:pos x="42" y="6"/>
                </a:cxn>
                <a:cxn ang="0">
                  <a:pos x="42" y="4"/>
                </a:cxn>
                <a:cxn ang="0">
                  <a:pos x="42" y="3"/>
                </a:cxn>
                <a:cxn ang="0">
                  <a:pos x="41" y="1"/>
                </a:cxn>
                <a:cxn ang="0">
                  <a:pos x="38" y="0"/>
                </a:cxn>
                <a:cxn ang="0">
                  <a:pos x="36" y="0"/>
                </a:cxn>
                <a:cxn ang="0">
                  <a:pos x="34" y="1"/>
                </a:cxn>
                <a:cxn ang="0">
                  <a:pos x="34" y="1"/>
                </a:cxn>
              </a:cxnLst>
              <a:rect l="0" t="0" r="r" b="b"/>
              <a:pathLst>
                <a:path w="42" h="75">
                  <a:moveTo>
                    <a:pt x="34" y="1"/>
                  </a:moveTo>
                  <a:lnTo>
                    <a:pt x="34" y="1"/>
                  </a:lnTo>
                  <a:lnTo>
                    <a:pt x="29" y="5"/>
                  </a:lnTo>
                  <a:lnTo>
                    <a:pt x="24" y="10"/>
                  </a:lnTo>
                  <a:lnTo>
                    <a:pt x="16" y="21"/>
                  </a:lnTo>
                  <a:lnTo>
                    <a:pt x="10" y="33"/>
                  </a:lnTo>
                  <a:lnTo>
                    <a:pt x="5" y="45"/>
                  </a:lnTo>
                  <a:lnTo>
                    <a:pt x="5" y="45"/>
                  </a:lnTo>
                  <a:lnTo>
                    <a:pt x="3" y="54"/>
                  </a:lnTo>
                  <a:lnTo>
                    <a:pt x="0" y="63"/>
                  </a:lnTo>
                  <a:lnTo>
                    <a:pt x="0" y="67"/>
                  </a:lnTo>
                  <a:lnTo>
                    <a:pt x="2" y="71"/>
                  </a:lnTo>
                  <a:lnTo>
                    <a:pt x="4" y="73"/>
                  </a:lnTo>
                  <a:lnTo>
                    <a:pt x="9" y="75"/>
                  </a:lnTo>
                  <a:lnTo>
                    <a:pt x="9" y="75"/>
                  </a:lnTo>
                  <a:lnTo>
                    <a:pt x="11" y="75"/>
                  </a:lnTo>
                  <a:lnTo>
                    <a:pt x="12" y="74"/>
                  </a:lnTo>
                  <a:lnTo>
                    <a:pt x="13" y="72"/>
                  </a:lnTo>
                  <a:lnTo>
                    <a:pt x="13" y="71"/>
                  </a:lnTo>
                  <a:lnTo>
                    <a:pt x="12" y="67"/>
                  </a:lnTo>
                  <a:lnTo>
                    <a:pt x="11" y="66"/>
                  </a:lnTo>
                  <a:lnTo>
                    <a:pt x="9" y="66"/>
                  </a:lnTo>
                  <a:lnTo>
                    <a:pt x="9" y="66"/>
                  </a:lnTo>
                  <a:lnTo>
                    <a:pt x="19" y="35"/>
                  </a:lnTo>
                  <a:lnTo>
                    <a:pt x="19" y="35"/>
                  </a:lnTo>
                  <a:lnTo>
                    <a:pt x="23" y="28"/>
                  </a:lnTo>
                  <a:lnTo>
                    <a:pt x="29" y="21"/>
                  </a:lnTo>
                  <a:lnTo>
                    <a:pt x="34" y="13"/>
                  </a:lnTo>
                  <a:lnTo>
                    <a:pt x="41" y="7"/>
                  </a:lnTo>
                  <a:lnTo>
                    <a:pt x="41" y="7"/>
                  </a:lnTo>
                  <a:lnTo>
                    <a:pt x="42" y="6"/>
                  </a:lnTo>
                  <a:lnTo>
                    <a:pt x="42" y="4"/>
                  </a:lnTo>
                  <a:lnTo>
                    <a:pt x="42" y="3"/>
                  </a:lnTo>
                  <a:lnTo>
                    <a:pt x="41" y="1"/>
                  </a:lnTo>
                  <a:lnTo>
                    <a:pt x="38" y="0"/>
                  </a:lnTo>
                  <a:lnTo>
                    <a:pt x="36" y="0"/>
                  </a:lnTo>
                  <a:lnTo>
                    <a:pt x="34" y="1"/>
                  </a:lnTo>
                  <a:lnTo>
                    <a:pt x="34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7" name="Freeform 373"/>
            <p:cNvSpPr/>
            <p:nvPr>
              <p:custDataLst>
                <p:tags r:id="rId23"/>
              </p:custDataLst>
            </p:nvPr>
          </p:nvSpPr>
          <p:spPr bwMode="auto">
            <a:xfrm>
              <a:off x="4583113" y="3121025"/>
              <a:ext cx="26988" cy="34925"/>
            </a:xfrm>
            <a:custGeom>
              <a:avLst/>
              <a:gdLst/>
              <a:ahLst/>
              <a:cxnLst>
                <a:cxn ang="0">
                  <a:pos x="43" y="1"/>
                </a:cxn>
                <a:cxn ang="0">
                  <a:pos x="43" y="1"/>
                </a:cxn>
                <a:cxn ang="0">
                  <a:pos x="37" y="7"/>
                </a:cxn>
                <a:cxn ang="0">
                  <a:pos x="31" y="15"/>
                </a:cxn>
                <a:cxn ang="0">
                  <a:pos x="21" y="29"/>
                </a:cxn>
                <a:cxn ang="0">
                  <a:pos x="12" y="45"/>
                </a:cxn>
                <a:cxn ang="0">
                  <a:pos x="7" y="52"/>
                </a:cxn>
                <a:cxn ang="0">
                  <a:pos x="1" y="58"/>
                </a:cxn>
                <a:cxn ang="0">
                  <a:pos x="1" y="58"/>
                </a:cxn>
                <a:cxn ang="0">
                  <a:pos x="0" y="60"/>
                </a:cxn>
                <a:cxn ang="0">
                  <a:pos x="0" y="62"/>
                </a:cxn>
                <a:cxn ang="0">
                  <a:pos x="0" y="63"/>
                </a:cxn>
                <a:cxn ang="0">
                  <a:pos x="1" y="65"/>
                </a:cxn>
                <a:cxn ang="0">
                  <a:pos x="3" y="66"/>
                </a:cxn>
                <a:cxn ang="0">
                  <a:pos x="4" y="66"/>
                </a:cxn>
                <a:cxn ang="0">
                  <a:pos x="6" y="66"/>
                </a:cxn>
                <a:cxn ang="0">
                  <a:pos x="8" y="65"/>
                </a:cxn>
                <a:cxn ang="0">
                  <a:pos x="8" y="65"/>
                </a:cxn>
                <a:cxn ang="0">
                  <a:pos x="13" y="58"/>
                </a:cxn>
                <a:cxn ang="0">
                  <a:pos x="18" y="51"/>
                </a:cxn>
                <a:cxn ang="0">
                  <a:pos x="28" y="36"/>
                </a:cxn>
                <a:cxn ang="0">
                  <a:pos x="38" y="21"/>
                </a:cxn>
                <a:cxn ang="0">
                  <a:pos x="44" y="15"/>
                </a:cxn>
                <a:cxn ang="0">
                  <a:pos x="50" y="8"/>
                </a:cxn>
                <a:cxn ang="0">
                  <a:pos x="50" y="8"/>
                </a:cxn>
                <a:cxn ang="0">
                  <a:pos x="51" y="6"/>
                </a:cxn>
                <a:cxn ang="0">
                  <a:pos x="51" y="5"/>
                </a:cxn>
                <a:cxn ang="0">
                  <a:pos x="51" y="3"/>
                </a:cxn>
                <a:cxn ang="0">
                  <a:pos x="50" y="2"/>
                </a:cxn>
                <a:cxn ang="0">
                  <a:pos x="47" y="0"/>
                </a:cxn>
                <a:cxn ang="0">
                  <a:pos x="45" y="0"/>
                </a:cxn>
                <a:cxn ang="0">
                  <a:pos x="43" y="1"/>
                </a:cxn>
                <a:cxn ang="0">
                  <a:pos x="43" y="1"/>
                </a:cxn>
              </a:cxnLst>
              <a:rect l="0" t="0" r="r" b="b"/>
              <a:pathLst>
                <a:path w="51" h="66">
                  <a:moveTo>
                    <a:pt x="43" y="1"/>
                  </a:moveTo>
                  <a:lnTo>
                    <a:pt x="43" y="1"/>
                  </a:lnTo>
                  <a:lnTo>
                    <a:pt x="37" y="7"/>
                  </a:lnTo>
                  <a:lnTo>
                    <a:pt x="31" y="15"/>
                  </a:lnTo>
                  <a:lnTo>
                    <a:pt x="21" y="29"/>
                  </a:lnTo>
                  <a:lnTo>
                    <a:pt x="12" y="45"/>
                  </a:lnTo>
                  <a:lnTo>
                    <a:pt x="7" y="52"/>
                  </a:lnTo>
                  <a:lnTo>
                    <a:pt x="1" y="58"/>
                  </a:lnTo>
                  <a:lnTo>
                    <a:pt x="1" y="58"/>
                  </a:lnTo>
                  <a:lnTo>
                    <a:pt x="0" y="60"/>
                  </a:lnTo>
                  <a:lnTo>
                    <a:pt x="0" y="62"/>
                  </a:lnTo>
                  <a:lnTo>
                    <a:pt x="0" y="63"/>
                  </a:lnTo>
                  <a:lnTo>
                    <a:pt x="1" y="65"/>
                  </a:lnTo>
                  <a:lnTo>
                    <a:pt x="3" y="66"/>
                  </a:lnTo>
                  <a:lnTo>
                    <a:pt x="4" y="66"/>
                  </a:lnTo>
                  <a:lnTo>
                    <a:pt x="6" y="66"/>
                  </a:lnTo>
                  <a:lnTo>
                    <a:pt x="8" y="65"/>
                  </a:lnTo>
                  <a:lnTo>
                    <a:pt x="8" y="65"/>
                  </a:lnTo>
                  <a:lnTo>
                    <a:pt x="13" y="58"/>
                  </a:lnTo>
                  <a:lnTo>
                    <a:pt x="18" y="51"/>
                  </a:lnTo>
                  <a:lnTo>
                    <a:pt x="28" y="36"/>
                  </a:lnTo>
                  <a:lnTo>
                    <a:pt x="38" y="21"/>
                  </a:lnTo>
                  <a:lnTo>
                    <a:pt x="44" y="15"/>
                  </a:lnTo>
                  <a:lnTo>
                    <a:pt x="50" y="8"/>
                  </a:lnTo>
                  <a:lnTo>
                    <a:pt x="50" y="8"/>
                  </a:lnTo>
                  <a:lnTo>
                    <a:pt x="51" y="6"/>
                  </a:lnTo>
                  <a:lnTo>
                    <a:pt x="51" y="5"/>
                  </a:lnTo>
                  <a:lnTo>
                    <a:pt x="51" y="3"/>
                  </a:lnTo>
                  <a:lnTo>
                    <a:pt x="50" y="2"/>
                  </a:lnTo>
                  <a:lnTo>
                    <a:pt x="47" y="0"/>
                  </a:lnTo>
                  <a:lnTo>
                    <a:pt x="45" y="0"/>
                  </a:lnTo>
                  <a:lnTo>
                    <a:pt x="43" y="1"/>
                  </a:lnTo>
                  <a:lnTo>
                    <a:pt x="43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8" name="Freeform 374"/>
            <p:cNvSpPr/>
            <p:nvPr>
              <p:custDataLst>
                <p:tags r:id="rId24"/>
              </p:custDataLst>
            </p:nvPr>
          </p:nvSpPr>
          <p:spPr bwMode="auto">
            <a:xfrm>
              <a:off x="4638675" y="3114675"/>
              <a:ext cx="26988" cy="44450"/>
            </a:xfrm>
            <a:custGeom>
              <a:avLst/>
              <a:gdLst/>
              <a:ahLst/>
              <a:cxnLst>
                <a:cxn ang="0">
                  <a:pos x="42" y="3"/>
                </a:cxn>
                <a:cxn ang="0">
                  <a:pos x="42" y="3"/>
                </a:cxn>
                <a:cxn ang="0">
                  <a:pos x="40" y="8"/>
                </a:cxn>
                <a:cxn ang="0">
                  <a:pos x="37" y="12"/>
                </a:cxn>
                <a:cxn ang="0">
                  <a:pos x="30" y="22"/>
                </a:cxn>
                <a:cxn ang="0">
                  <a:pos x="14" y="40"/>
                </a:cxn>
                <a:cxn ang="0">
                  <a:pos x="14" y="40"/>
                </a:cxn>
                <a:cxn ang="0">
                  <a:pos x="8" y="49"/>
                </a:cxn>
                <a:cxn ang="0">
                  <a:pos x="4" y="59"/>
                </a:cxn>
                <a:cxn ang="0">
                  <a:pos x="1" y="69"/>
                </a:cxn>
                <a:cxn ang="0">
                  <a:pos x="0" y="79"/>
                </a:cxn>
                <a:cxn ang="0">
                  <a:pos x="0" y="79"/>
                </a:cxn>
                <a:cxn ang="0">
                  <a:pos x="0" y="81"/>
                </a:cxn>
                <a:cxn ang="0">
                  <a:pos x="1" y="83"/>
                </a:cxn>
                <a:cxn ang="0">
                  <a:pos x="2" y="83"/>
                </a:cxn>
                <a:cxn ang="0">
                  <a:pos x="4" y="84"/>
                </a:cxn>
                <a:cxn ang="0">
                  <a:pos x="6" y="83"/>
                </a:cxn>
                <a:cxn ang="0">
                  <a:pos x="7" y="83"/>
                </a:cxn>
                <a:cxn ang="0">
                  <a:pos x="8" y="81"/>
                </a:cxn>
                <a:cxn ang="0">
                  <a:pos x="9" y="79"/>
                </a:cxn>
                <a:cxn ang="0">
                  <a:pos x="9" y="79"/>
                </a:cxn>
                <a:cxn ang="0">
                  <a:pos x="10" y="74"/>
                </a:cxn>
                <a:cxn ang="0">
                  <a:pos x="11" y="68"/>
                </a:cxn>
                <a:cxn ang="0">
                  <a:pos x="14" y="58"/>
                </a:cxn>
                <a:cxn ang="0">
                  <a:pos x="21" y="49"/>
                </a:cxn>
                <a:cxn ang="0">
                  <a:pos x="27" y="40"/>
                </a:cxn>
                <a:cxn ang="0">
                  <a:pos x="40" y="23"/>
                </a:cxn>
                <a:cxn ang="0">
                  <a:pos x="46" y="14"/>
                </a:cxn>
                <a:cxn ang="0">
                  <a:pos x="52" y="5"/>
                </a:cxn>
                <a:cxn ang="0">
                  <a:pos x="52" y="5"/>
                </a:cxn>
                <a:cxn ang="0">
                  <a:pos x="52" y="3"/>
                </a:cxn>
                <a:cxn ang="0">
                  <a:pos x="52" y="2"/>
                </a:cxn>
                <a:cxn ang="0">
                  <a:pos x="51" y="0"/>
                </a:cxn>
                <a:cxn ang="0">
                  <a:pos x="49" y="0"/>
                </a:cxn>
                <a:cxn ang="0">
                  <a:pos x="45" y="0"/>
                </a:cxn>
                <a:cxn ang="0">
                  <a:pos x="43" y="1"/>
                </a:cxn>
                <a:cxn ang="0">
                  <a:pos x="42" y="3"/>
                </a:cxn>
                <a:cxn ang="0">
                  <a:pos x="42" y="3"/>
                </a:cxn>
              </a:cxnLst>
              <a:rect l="0" t="0" r="r" b="b"/>
              <a:pathLst>
                <a:path w="52" h="84">
                  <a:moveTo>
                    <a:pt x="42" y="3"/>
                  </a:moveTo>
                  <a:lnTo>
                    <a:pt x="42" y="3"/>
                  </a:lnTo>
                  <a:lnTo>
                    <a:pt x="40" y="8"/>
                  </a:lnTo>
                  <a:lnTo>
                    <a:pt x="37" y="12"/>
                  </a:lnTo>
                  <a:lnTo>
                    <a:pt x="30" y="22"/>
                  </a:lnTo>
                  <a:lnTo>
                    <a:pt x="14" y="40"/>
                  </a:lnTo>
                  <a:lnTo>
                    <a:pt x="14" y="40"/>
                  </a:lnTo>
                  <a:lnTo>
                    <a:pt x="8" y="49"/>
                  </a:lnTo>
                  <a:lnTo>
                    <a:pt x="4" y="59"/>
                  </a:lnTo>
                  <a:lnTo>
                    <a:pt x="1" y="69"/>
                  </a:lnTo>
                  <a:lnTo>
                    <a:pt x="0" y="79"/>
                  </a:lnTo>
                  <a:lnTo>
                    <a:pt x="0" y="79"/>
                  </a:lnTo>
                  <a:lnTo>
                    <a:pt x="0" y="81"/>
                  </a:lnTo>
                  <a:lnTo>
                    <a:pt x="1" y="83"/>
                  </a:lnTo>
                  <a:lnTo>
                    <a:pt x="2" y="83"/>
                  </a:lnTo>
                  <a:lnTo>
                    <a:pt x="4" y="84"/>
                  </a:lnTo>
                  <a:lnTo>
                    <a:pt x="6" y="83"/>
                  </a:lnTo>
                  <a:lnTo>
                    <a:pt x="7" y="83"/>
                  </a:lnTo>
                  <a:lnTo>
                    <a:pt x="8" y="81"/>
                  </a:lnTo>
                  <a:lnTo>
                    <a:pt x="9" y="79"/>
                  </a:lnTo>
                  <a:lnTo>
                    <a:pt x="9" y="79"/>
                  </a:lnTo>
                  <a:lnTo>
                    <a:pt x="10" y="74"/>
                  </a:lnTo>
                  <a:lnTo>
                    <a:pt x="11" y="68"/>
                  </a:lnTo>
                  <a:lnTo>
                    <a:pt x="14" y="58"/>
                  </a:lnTo>
                  <a:lnTo>
                    <a:pt x="21" y="49"/>
                  </a:lnTo>
                  <a:lnTo>
                    <a:pt x="27" y="40"/>
                  </a:lnTo>
                  <a:lnTo>
                    <a:pt x="40" y="23"/>
                  </a:lnTo>
                  <a:lnTo>
                    <a:pt x="46" y="14"/>
                  </a:lnTo>
                  <a:lnTo>
                    <a:pt x="52" y="5"/>
                  </a:lnTo>
                  <a:lnTo>
                    <a:pt x="52" y="5"/>
                  </a:lnTo>
                  <a:lnTo>
                    <a:pt x="52" y="3"/>
                  </a:lnTo>
                  <a:lnTo>
                    <a:pt x="52" y="2"/>
                  </a:lnTo>
                  <a:lnTo>
                    <a:pt x="51" y="0"/>
                  </a:lnTo>
                  <a:lnTo>
                    <a:pt x="49" y="0"/>
                  </a:lnTo>
                  <a:lnTo>
                    <a:pt x="45" y="0"/>
                  </a:lnTo>
                  <a:lnTo>
                    <a:pt x="43" y="1"/>
                  </a:lnTo>
                  <a:lnTo>
                    <a:pt x="42" y="3"/>
                  </a:lnTo>
                  <a:lnTo>
                    <a:pt x="42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9" name="Freeform 375"/>
            <p:cNvSpPr/>
            <p:nvPr>
              <p:custDataLst>
                <p:tags r:id="rId25"/>
              </p:custDataLst>
            </p:nvPr>
          </p:nvSpPr>
          <p:spPr bwMode="auto">
            <a:xfrm>
              <a:off x="4686300" y="3121025"/>
              <a:ext cx="25400" cy="38100"/>
            </a:xfrm>
            <a:custGeom>
              <a:avLst/>
              <a:gdLst/>
              <a:ahLst/>
              <a:cxnLst>
                <a:cxn ang="0">
                  <a:pos x="38" y="2"/>
                </a:cxn>
                <a:cxn ang="0">
                  <a:pos x="38" y="2"/>
                </a:cxn>
                <a:cxn ang="0">
                  <a:pos x="34" y="10"/>
                </a:cxn>
                <a:cxn ang="0">
                  <a:pos x="29" y="19"/>
                </a:cxn>
                <a:cxn ang="0">
                  <a:pos x="17" y="33"/>
                </a:cxn>
                <a:cxn ang="0">
                  <a:pos x="12" y="40"/>
                </a:cxn>
                <a:cxn ang="0">
                  <a:pos x="7" y="48"/>
                </a:cxn>
                <a:cxn ang="0">
                  <a:pos x="3" y="56"/>
                </a:cxn>
                <a:cxn ang="0">
                  <a:pos x="0" y="65"/>
                </a:cxn>
                <a:cxn ang="0">
                  <a:pos x="0" y="65"/>
                </a:cxn>
                <a:cxn ang="0">
                  <a:pos x="0" y="67"/>
                </a:cxn>
                <a:cxn ang="0">
                  <a:pos x="1" y="69"/>
                </a:cxn>
                <a:cxn ang="0">
                  <a:pos x="2" y="70"/>
                </a:cxn>
                <a:cxn ang="0">
                  <a:pos x="4" y="71"/>
                </a:cxn>
                <a:cxn ang="0">
                  <a:pos x="5" y="71"/>
                </a:cxn>
                <a:cxn ang="0">
                  <a:pos x="7" y="70"/>
                </a:cxn>
                <a:cxn ang="0">
                  <a:pos x="8" y="69"/>
                </a:cxn>
                <a:cxn ang="0">
                  <a:pos x="9" y="67"/>
                </a:cxn>
                <a:cxn ang="0">
                  <a:pos x="9" y="67"/>
                </a:cxn>
                <a:cxn ang="0">
                  <a:pos x="12" y="59"/>
                </a:cxn>
                <a:cxn ang="0">
                  <a:pos x="16" y="52"/>
                </a:cxn>
                <a:cxn ang="0">
                  <a:pos x="21" y="44"/>
                </a:cxn>
                <a:cxn ang="0">
                  <a:pos x="27" y="37"/>
                </a:cxn>
                <a:cxn ang="0">
                  <a:pos x="37" y="23"/>
                </a:cxn>
                <a:cxn ang="0">
                  <a:pos x="42" y="16"/>
                </a:cxn>
                <a:cxn ang="0">
                  <a:pos x="46" y="7"/>
                </a:cxn>
                <a:cxn ang="0">
                  <a:pos x="46" y="7"/>
                </a:cxn>
                <a:cxn ang="0">
                  <a:pos x="47" y="5"/>
                </a:cxn>
                <a:cxn ang="0">
                  <a:pos x="46" y="3"/>
                </a:cxn>
                <a:cxn ang="0">
                  <a:pos x="44" y="0"/>
                </a:cxn>
                <a:cxn ang="0">
                  <a:pos x="42" y="0"/>
                </a:cxn>
                <a:cxn ang="0">
                  <a:pos x="41" y="0"/>
                </a:cxn>
                <a:cxn ang="0">
                  <a:pos x="39" y="1"/>
                </a:cxn>
                <a:cxn ang="0">
                  <a:pos x="38" y="2"/>
                </a:cxn>
                <a:cxn ang="0">
                  <a:pos x="38" y="2"/>
                </a:cxn>
              </a:cxnLst>
              <a:rect l="0" t="0" r="r" b="b"/>
              <a:pathLst>
                <a:path w="47" h="71">
                  <a:moveTo>
                    <a:pt x="38" y="2"/>
                  </a:moveTo>
                  <a:lnTo>
                    <a:pt x="38" y="2"/>
                  </a:lnTo>
                  <a:lnTo>
                    <a:pt x="34" y="10"/>
                  </a:lnTo>
                  <a:lnTo>
                    <a:pt x="29" y="19"/>
                  </a:lnTo>
                  <a:lnTo>
                    <a:pt x="17" y="33"/>
                  </a:lnTo>
                  <a:lnTo>
                    <a:pt x="12" y="40"/>
                  </a:lnTo>
                  <a:lnTo>
                    <a:pt x="7" y="48"/>
                  </a:lnTo>
                  <a:lnTo>
                    <a:pt x="3" y="56"/>
                  </a:lnTo>
                  <a:lnTo>
                    <a:pt x="0" y="65"/>
                  </a:lnTo>
                  <a:lnTo>
                    <a:pt x="0" y="65"/>
                  </a:lnTo>
                  <a:lnTo>
                    <a:pt x="0" y="67"/>
                  </a:lnTo>
                  <a:lnTo>
                    <a:pt x="1" y="69"/>
                  </a:lnTo>
                  <a:lnTo>
                    <a:pt x="2" y="70"/>
                  </a:lnTo>
                  <a:lnTo>
                    <a:pt x="4" y="71"/>
                  </a:lnTo>
                  <a:lnTo>
                    <a:pt x="5" y="71"/>
                  </a:lnTo>
                  <a:lnTo>
                    <a:pt x="7" y="70"/>
                  </a:lnTo>
                  <a:lnTo>
                    <a:pt x="8" y="69"/>
                  </a:lnTo>
                  <a:lnTo>
                    <a:pt x="9" y="67"/>
                  </a:lnTo>
                  <a:lnTo>
                    <a:pt x="9" y="67"/>
                  </a:lnTo>
                  <a:lnTo>
                    <a:pt x="12" y="59"/>
                  </a:lnTo>
                  <a:lnTo>
                    <a:pt x="16" y="52"/>
                  </a:lnTo>
                  <a:lnTo>
                    <a:pt x="21" y="44"/>
                  </a:lnTo>
                  <a:lnTo>
                    <a:pt x="27" y="37"/>
                  </a:lnTo>
                  <a:lnTo>
                    <a:pt x="37" y="23"/>
                  </a:lnTo>
                  <a:lnTo>
                    <a:pt x="42" y="16"/>
                  </a:lnTo>
                  <a:lnTo>
                    <a:pt x="46" y="7"/>
                  </a:lnTo>
                  <a:lnTo>
                    <a:pt x="46" y="7"/>
                  </a:lnTo>
                  <a:lnTo>
                    <a:pt x="47" y="5"/>
                  </a:lnTo>
                  <a:lnTo>
                    <a:pt x="46" y="3"/>
                  </a:lnTo>
                  <a:lnTo>
                    <a:pt x="44" y="0"/>
                  </a:lnTo>
                  <a:lnTo>
                    <a:pt x="42" y="0"/>
                  </a:lnTo>
                  <a:lnTo>
                    <a:pt x="41" y="0"/>
                  </a:lnTo>
                  <a:lnTo>
                    <a:pt x="39" y="1"/>
                  </a:lnTo>
                  <a:lnTo>
                    <a:pt x="38" y="2"/>
                  </a:lnTo>
                  <a:lnTo>
                    <a:pt x="38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0" name="Freeform 376"/>
            <p:cNvSpPr/>
            <p:nvPr>
              <p:custDataLst>
                <p:tags r:id="rId26"/>
              </p:custDataLst>
            </p:nvPr>
          </p:nvSpPr>
          <p:spPr bwMode="auto">
            <a:xfrm>
              <a:off x="4721225" y="3125788"/>
              <a:ext cx="33338" cy="38100"/>
            </a:xfrm>
            <a:custGeom>
              <a:avLst/>
              <a:gdLst/>
              <a:ahLst/>
              <a:cxnLst>
                <a:cxn ang="0">
                  <a:pos x="54" y="1"/>
                </a:cxn>
                <a:cxn ang="0">
                  <a:pos x="54" y="1"/>
                </a:cxn>
                <a:cxn ang="0">
                  <a:pos x="40" y="17"/>
                </a:cxn>
                <a:cxn ang="0">
                  <a:pos x="28" y="32"/>
                </a:cxn>
                <a:cxn ang="0">
                  <a:pos x="15" y="49"/>
                </a:cxn>
                <a:cxn ang="0">
                  <a:pos x="2" y="63"/>
                </a:cxn>
                <a:cxn ang="0">
                  <a:pos x="2" y="63"/>
                </a:cxn>
                <a:cxn ang="0">
                  <a:pos x="0" y="66"/>
                </a:cxn>
                <a:cxn ang="0">
                  <a:pos x="0" y="68"/>
                </a:cxn>
                <a:cxn ang="0">
                  <a:pos x="1" y="69"/>
                </a:cxn>
                <a:cxn ang="0">
                  <a:pos x="2" y="71"/>
                </a:cxn>
                <a:cxn ang="0">
                  <a:pos x="3" y="72"/>
                </a:cxn>
                <a:cxn ang="0">
                  <a:pos x="5" y="72"/>
                </a:cxn>
                <a:cxn ang="0">
                  <a:pos x="6" y="72"/>
                </a:cxn>
                <a:cxn ang="0">
                  <a:pos x="8" y="71"/>
                </a:cxn>
                <a:cxn ang="0">
                  <a:pos x="8" y="71"/>
                </a:cxn>
                <a:cxn ang="0">
                  <a:pos x="22" y="55"/>
                </a:cxn>
                <a:cxn ang="0">
                  <a:pos x="34" y="40"/>
                </a:cxn>
                <a:cxn ang="0">
                  <a:pos x="47" y="24"/>
                </a:cxn>
                <a:cxn ang="0">
                  <a:pos x="61" y="9"/>
                </a:cxn>
                <a:cxn ang="0">
                  <a:pos x="61" y="9"/>
                </a:cxn>
                <a:cxn ang="0">
                  <a:pos x="62" y="7"/>
                </a:cxn>
                <a:cxn ang="0">
                  <a:pos x="62" y="6"/>
                </a:cxn>
                <a:cxn ang="0">
                  <a:pos x="61" y="4"/>
                </a:cxn>
                <a:cxn ang="0">
                  <a:pos x="60" y="3"/>
                </a:cxn>
                <a:cxn ang="0">
                  <a:pos x="59" y="1"/>
                </a:cxn>
                <a:cxn ang="0">
                  <a:pos x="57" y="0"/>
                </a:cxn>
                <a:cxn ang="0">
                  <a:pos x="56" y="0"/>
                </a:cxn>
                <a:cxn ang="0">
                  <a:pos x="54" y="1"/>
                </a:cxn>
                <a:cxn ang="0">
                  <a:pos x="54" y="1"/>
                </a:cxn>
              </a:cxnLst>
              <a:rect l="0" t="0" r="r" b="b"/>
              <a:pathLst>
                <a:path w="62" h="72">
                  <a:moveTo>
                    <a:pt x="54" y="1"/>
                  </a:moveTo>
                  <a:lnTo>
                    <a:pt x="54" y="1"/>
                  </a:lnTo>
                  <a:lnTo>
                    <a:pt x="40" y="17"/>
                  </a:lnTo>
                  <a:lnTo>
                    <a:pt x="28" y="32"/>
                  </a:lnTo>
                  <a:lnTo>
                    <a:pt x="15" y="49"/>
                  </a:lnTo>
                  <a:lnTo>
                    <a:pt x="2" y="63"/>
                  </a:lnTo>
                  <a:lnTo>
                    <a:pt x="2" y="63"/>
                  </a:lnTo>
                  <a:lnTo>
                    <a:pt x="0" y="66"/>
                  </a:lnTo>
                  <a:lnTo>
                    <a:pt x="0" y="68"/>
                  </a:lnTo>
                  <a:lnTo>
                    <a:pt x="1" y="69"/>
                  </a:lnTo>
                  <a:lnTo>
                    <a:pt x="2" y="71"/>
                  </a:lnTo>
                  <a:lnTo>
                    <a:pt x="3" y="72"/>
                  </a:lnTo>
                  <a:lnTo>
                    <a:pt x="5" y="72"/>
                  </a:lnTo>
                  <a:lnTo>
                    <a:pt x="6" y="72"/>
                  </a:lnTo>
                  <a:lnTo>
                    <a:pt x="8" y="71"/>
                  </a:lnTo>
                  <a:lnTo>
                    <a:pt x="8" y="71"/>
                  </a:lnTo>
                  <a:lnTo>
                    <a:pt x="22" y="55"/>
                  </a:lnTo>
                  <a:lnTo>
                    <a:pt x="34" y="40"/>
                  </a:lnTo>
                  <a:lnTo>
                    <a:pt x="47" y="24"/>
                  </a:lnTo>
                  <a:lnTo>
                    <a:pt x="61" y="9"/>
                  </a:lnTo>
                  <a:lnTo>
                    <a:pt x="61" y="9"/>
                  </a:lnTo>
                  <a:lnTo>
                    <a:pt x="62" y="7"/>
                  </a:lnTo>
                  <a:lnTo>
                    <a:pt x="62" y="6"/>
                  </a:lnTo>
                  <a:lnTo>
                    <a:pt x="61" y="4"/>
                  </a:lnTo>
                  <a:lnTo>
                    <a:pt x="60" y="3"/>
                  </a:lnTo>
                  <a:lnTo>
                    <a:pt x="59" y="1"/>
                  </a:lnTo>
                  <a:lnTo>
                    <a:pt x="57" y="0"/>
                  </a:lnTo>
                  <a:lnTo>
                    <a:pt x="56" y="0"/>
                  </a:lnTo>
                  <a:lnTo>
                    <a:pt x="54" y="1"/>
                  </a:lnTo>
                  <a:lnTo>
                    <a:pt x="54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1" name="Freeform 377"/>
            <p:cNvSpPr/>
            <p:nvPr>
              <p:custDataLst>
                <p:tags r:id="rId27"/>
              </p:custDataLst>
            </p:nvPr>
          </p:nvSpPr>
          <p:spPr bwMode="auto">
            <a:xfrm>
              <a:off x="4311650" y="3119438"/>
              <a:ext cx="20638" cy="39688"/>
            </a:xfrm>
            <a:custGeom>
              <a:avLst/>
              <a:gdLst/>
              <a:ahLst/>
              <a:cxnLst>
                <a:cxn ang="0">
                  <a:pos x="39" y="4"/>
                </a:cxn>
                <a:cxn ang="0">
                  <a:pos x="39" y="4"/>
                </a:cxn>
                <a:cxn ang="0">
                  <a:pos x="38" y="2"/>
                </a:cxn>
                <a:cxn ang="0">
                  <a:pos x="37" y="1"/>
                </a:cxn>
                <a:cxn ang="0">
                  <a:pos x="35" y="0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30" y="1"/>
                </a:cxn>
                <a:cxn ang="0">
                  <a:pos x="29" y="2"/>
                </a:cxn>
                <a:cxn ang="0">
                  <a:pos x="29" y="4"/>
                </a:cxn>
                <a:cxn ang="0">
                  <a:pos x="29" y="4"/>
                </a:cxn>
                <a:cxn ang="0">
                  <a:pos x="29" y="14"/>
                </a:cxn>
                <a:cxn ang="0">
                  <a:pos x="28" y="24"/>
                </a:cxn>
                <a:cxn ang="0">
                  <a:pos x="26" y="33"/>
                </a:cxn>
                <a:cxn ang="0">
                  <a:pos x="24" y="38"/>
                </a:cxn>
                <a:cxn ang="0">
                  <a:pos x="21" y="42"/>
                </a:cxn>
                <a:cxn ang="0">
                  <a:pos x="21" y="42"/>
                </a:cxn>
                <a:cxn ang="0">
                  <a:pos x="17" y="50"/>
                </a:cxn>
                <a:cxn ang="0">
                  <a:pos x="12" y="56"/>
                </a:cxn>
                <a:cxn ang="0">
                  <a:pos x="1" y="68"/>
                </a:cxn>
                <a:cxn ang="0">
                  <a:pos x="1" y="68"/>
                </a:cxn>
                <a:cxn ang="0">
                  <a:pos x="0" y="70"/>
                </a:cxn>
                <a:cxn ang="0">
                  <a:pos x="0" y="71"/>
                </a:cxn>
                <a:cxn ang="0">
                  <a:pos x="1" y="73"/>
                </a:cxn>
                <a:cxn ang="0">
                  <a:pos x="2" y="74"/>
                </a:cxn>
                <a:cxn ang="0">
                  <a:pos x="6" y="75"/>
                </a:cxn>
                <a:cxn ang="0">
                  <a:pos x="8" y="74"/>
                </a:cxn>
                <a:cxn ang="0">
                  <a:pos x="10" y="73"/>
                </a:cxn>
                <a:cxn ang="0">
                  <a:pos x="10" y="73"/>
                </a:cxn>
                <a:cxn ang="0">
                  <a:pos x="15" y="65"/>
                </a:cxn>
                <a:cxn ang="0">
                  <a:pos x="22" y="57"/>
                </a:cxn>
                <a:cxn ang="0">
                  <a:pos x="28" y="50"/>
                </a:cxn>
                <a:cxn ang="0">
                  <a:pos x="33" y="41"/>
                </a:cxn>
                <a:cxn ang="0">
                  <a:pos x="33" y="41"/>
                </a:cxn>
                <a:cxn ang="0">
                  <a:pos x="35" y="37"/>
                </a:cxn>
                <a:cxn ang="0">
                  <a:pos x="37" y="32"/>
                </a:cxn>
                <a:cxn ang="0">
                  <a:pos x="39" y="23"/>
                </a:cxn>
                <a:cxn ang="0">
                  <a:pos x="39" y="4"/>
                </a:cxn>
                <a:cxn ang="0">
                  <a:pos x="39" y="4"/>
                </a:cxn>
              </a:cxnLst>
              <a:rect l="0" t="0" r="r" b="b"/>
              <a:pathLst>
                <a:path w="39" h="75">
                  <a:moveTo>
                    <a:pt x="39" y="4"/>
                  </a:moveTo>
                  <a:lnTo>
                    <a:pt x="39" y="4"/>
                  </a:lnTo>
                  <a:lnTo>
                    <a:pt x="38" y="2"/>
                  </a:lnTo>
                  <a:lnTo>
                    <a:pt x="37" y="1"/>
                  </a:lnTo>
                  <a:lnTo>
                    <a:pt x="35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1"/>
                  </a:lnTo>
                  <a:lnTo>
                    <a:pt x="29" y="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9" y="14"/>
                  </a:lnTo>
                  <a:lnTo>
                    <a:pt x="28" y="24"/>
                  </a:lnTo>
                  <a:lnTo>
                    <a:pt x="26" y="33"/>
                  </a:lnTo>
                  <a:lnTo>
                    <a:pt x="24" y="38"/>
                  </a:lnTo>
                  <a:lnTo>
                    <a:pt x="21" y="42"/>
                  </a:lnTo>
                  <a:lnTo>
                    <a:pt x="21" y="42"/>
                  </a:lnTo>
                  <a:lnTo>
                    <a:pt x="17" y="50"/>
                  </a:lnTo>
                  <a:lnTo>
                    <a:pt x="12" y="56"/>
                  </a:lnTo>
                  <a:lnTo>
                    <a:pt x="1" y="68"/>
                  </a:lnTo>
                  <a:lnTo>
                    <a:pt x="1" y="68"/>
                  </a:lnTo>
                  <a:lnTo>
                    <a:pt x="0" y="70"/>
                  </a:lnTo>
                  <a:lnTo>
                    <a:pt x="0" y="71"/>
                  </a:lnTo>
                  <a:lnTo>
                    <a:pt x="1" y="73"/>
                  </a:lnTo>
                  <a:lnTo>
                    <a:pt x="2" y="74"/>
                  </a:lnTo>
                  <a:lnTo>
                    <a:pt x="6" y="75"/>
                  </a:lnTo>
                  <a:lnTo>
                    <a:pt x="8" y="74"/>
                  </a:lnTo>
                  <a:lnTo>
                    <a:pt x="10" y="73"/>
                  </a:lnTo>
                  <a:lnTo>
                    <a:pt x="10" y="73"/>
                  </a:lnTo>
                  <a:lnTo>
                    <a:pt x="15" y="65"/>
                  </a:lnTo>
                  <a:lnTo>
                    <a:pt x="22" y="57"/>
                  </a:lnTo>
                  <a:lnTo>
                    <a:pt x="28" y="50"/>
                  </a:lnTo>
                  <a:lnTo>
                    <a:pt x="33" y="41"/>
                  </a:lnTo>
                  <a:lnTo>
                    <a:pt x="33" y="41"/>
                  </a:lnTo>
                  <a:lnTo>
                    <a:pt x="35" y="37"/>
                  </a:lnTo>
                  <a:lnTo>
                    <a:pt x="37" y="32"/>
                  </a:lnTo>
                  <a:lnTo>
                    <a:pt x="39" y="23"/>
                  </a:lnTo>
                  <a:lnTo>
                    <a:pt x="39" y="4"/>
                  </a:lnTo>
                  <a:lnTo>
                    <a:pt x="39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2" name="Freeform 378"/>
            <p:cNvSpPr/>
            <p:nvPr>
              <p:custDataLst>
                <p:tags r:id="rId28"/>
              </p:custDataLst>
            </p:nvPr>
          </p:nvSpPr>
          <p:spPr bwMode="auto">
            <a:xfrm>
              <a:off x="4568825" y="3319463"/>
              <a:ext cx="41275" cy="146050"/>
            </a:xfrm>
            <a:custGeom>
              <a:avLst/>
              <a:gdLst/>
              <a:ahLst/>
              <a:cxnLst>
                <a:cxn ang="0">
                  <a:pos x="72" y="2"/>
                </a:cxn>
                <a:cxn ang="0">
                  <a:pos x="72" y="2"/>
                </a:cxn>
                <a:cxn ang="0">
                  <a:pos x="64" y="16"/>
                </a:cxn>
                <a:cxn ang="0">
                  <a:pos x="58" y="30"/>
                </a:cxn>
                <a:cxn ang="0">
                  <a:pos x="51" y="45"/>
                </a:cxn>
                <a:cxn ang="0">
                  <a:pos x="47" y="60"/>
                </a:cxn>
                <a:cxn ang="0">
                  <a:pos x="40" y="91"/>
                </a:cxn>
                <a:cxn ang="0">
                  <a:pos x="34" y="122"/>
                </a:cxn>
                <a:cxn ang="0">
                  <a:pos x="34" y="122"/>
                </a:cxn>
                <a:cxn ang="0">
                  <a:pos x="26" y="158"/>
                </a:cxn>
                <a:cxn ang="0">
                  <a:pos x="17" y="195"/>
                </a:cxn>
                <a:cxn ang="0">
                  <a:pos x="17" y="195"/>
                </a:cxn>
                <a:cxn ang="0">
                  <a:pos x="12" y="214"/>
                </a:cxn>
                <a:cxn ang="0">
                  <a:pos x="7" y="233"/>
                </a:cxn>
                <a:cxn ang="0">
                  <a:pos x="3" y="251"/>
                </a:cxn>
                <a:cxn ang="0">
                  <a:pos x="1" y="260"/>
                </a:cxn>
                <a:cxn ang="0">
                  <a:pos x="0" y="270"/>
                </a:cxn>
                <a:cxn ang="0">
                  <a:pos x="0" y="270"/>
                </a:cxn>
                <a:cxn ang="0">
                  <a:pos x="0" y="272"/>
                </a:cxn>
                <a:cxn ang="0">
                  <a:pos x="1" y="274"/>
                </a:cxn>
                <a:cxn ang="0">
                  <a:pos x="3" y="274"/>
                </a:cxn>
                <a:cxn ang="0">
                  <a:pos x="5" y="275"/>
                </a:cxn>
                <a:cxn ang="0">
                  <a:pos x="6" y="274"/>
                </a:cxn>
                <a:cxn ang="0">
                  <a:pos x="8" y="274"/>
                </a:cxn>
                <a:cxn ang="0">
                  <a:pos x="9" y="272"/>
                </a:cxn>
                <a:cxn ang="0">
                  <a:pos x="9" y="270"/>
                </a:cxn>
                <a:cxn ang="0">
                  <a:pos x="9" y="270"/>
                </a:cxn>
                <a:cxn ang="0">
                  <a:pos x="10" y="260"/>
                </a:cxn>
                <a:cxn ang="0">
                  <a:pos x="12" y="251"/>
                </a:cxn>
                <a:cxn ang="0">
                  <a:pos x="16" y="234"/>
                </a:cxn>
                <a:cxn ang="0">
                  <a:pos x="21" y="216"/>
                </a:cxn>
                <a:cxn ang="0">
                  <a:pos x="27" y="197"/>
                </a:cxn>
                <a:cxn ang="0">
                  <a:pos x="27" y="197"/>
                </a:cxn>
                <a:cxn ang="0">
                  <a:pos x="40" y="133"/>
                </a:cxn>
                <a:cxn ang="0">
                  <a:pos x="40" y="133"/>
                </a:cxn>
                <a:cxn ang="0">
                  <a:pos x="47" y="100"/>
                </a:cxn>
                <a:cxn ang="0">
                  <a:pos x="55" y="68"/>
                </a:cxn>
                <a:cxn ang="0">
                  <a:pos x="60" y="52"/>
                </a:cxn>
                <a:cxn ang="0">
                  <a:pos x="65" y="36"/>
                </a:cxn>
                <a:cxn ang="0">
                  <a:pos x="72" y="21"/>
                </a:cxn>
                <a:cxn ang="0">
                  <a:pos x="80" y="6"/>
                </a:cxn>
                <a:cxn ang="0">
                  <a:pos x="80" y="6"/>
                </a:cxn>
                <a:cxn ang="0">
                  <a:pos x="80" y="5"/>
                </a:cxn>
                <a:cxn ang="0">
                  <a:pos x="80" y="3"/>
                </a:cxn>
                <a:cxn ang="0">
                  <a:pos x="79" y="2"/>
                </a:cxn>
                <a:cxn ang="0">
                  <a:pos x="78" y="0"/>
                </a:cxn>
                <a:cxn ang="0">
                  <a:pos x="77" y="0"/>
                </a:cxn>
                <a:cxn ang="0">
                  <a:pos x="75" y="0"/>
                </a:cxn>
                <a:cxn ang="0">
                  <a:pos x="73" y="0"/>
                </a:cxn>
                <a:cxn ang="0">
                  <a:pos x="72" y="2"/>
                </a:cxn>
                <a:cxn ang="0">
                  <a:pos x="72" y="2"/>
                </a:cxn>
              </a:cxnLst>
              <a:rect l="0" t="0" r="r" b="b"/>
              <a:pathLst>
                <a:path w="80" h="275">
                  <a:moveTo>
                    <a:pt x="72" y="2"/>
                  </a:moveTo>
                  <a:lnTo>
                    <a:pt x="72" y="2"/>
                  </a:lnTo>
                  <a:lnTo>
                    <a:pt x="64" y="16"/>
                  </a:lnTo>
                  <a:lnTo>
                    <a:pt x="58" y="30"/>
                  </a:lnTo>
                  <a:lnTo>
                    <a:pt x="51" y="45"/>
                  </a:lnTo>
                  <a:lnTo>
                    <a:pt x="47" y="60"/>
                  </a:lnTo>
                  <a:lnTo>
                    <a:pt x="40" y="91"/>
                  </a:lnTo>
                  <a:lnTo>
                    <a:pt x="34" y="122"/>
                  </a:lnTo>
                  <a:lnTo>
                    <a:pt x="34" y="122"/>
                  </a:lnTo>
                  <a:lnTo>
                    <a:pt x="26" y="158"/>
                  </a:lnTo>
                  <a:lnTo>
                    <a:pt x="17" y="195"/>
                  </a:lnTo>
                  <a:lnTo>
                    <a:pt x="17" y="195"/>
                  </a:lnTo>
                  <a:lnTo>
                    <a:pt x="12" y="214"/>
                  </a:lnTo>
                  <a:lnTo>
                    <a:pt x="7" y="233"/>
                  </a:lnTo>
                  <a:lnTo>
                    <a:pt x="3" y="251"/>
                  </a:lnTo>
                  <a:lnTo>
                    <a:pt x="1" y="260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0" y="272"/>
                  </a:lnTo>
                  <a:lnTo>
                    <a:pt x="1" y="274"/>
                  </a:lnTo>
                  <a:lnTo>
                    <a:pt x="3" y="274"/>
                  </a:lnTo>
                  <a:lnTo>
                    <a:pt x="5" y="275"/>
                  </a:lnTo>
                  <a:lnTo>
                    <a:pt x="6" y="274"/>
                  </a:lnTo>
                  <a:lnTo>
                    <a:pt x="8" y="274"/>
                  </a:lnTo>
                  <a:lnTo>
                    <a:pt x="9" y="272"/>
                  </a:lnTo>
                  <a:lnTo>
                    <a:pt x="9" y="270"/>
                  </a:lnTo>
                  <a:lnTo>
                    <a:pt x="9" y="270"/>
                  </a:lnTo>
                  <a:lnTo>
                    <a:pt x="10" y="260"/>
                  </a:lnTo>
                  <a:lnTo>
                    <a:pt x="12" y="251"/>
                  </a:lnTo>
                  <a:lnTo>
                    <a:pt x="16" y="234"/>
                  </a:lnTo>
                  <a:lnTo>
                    <a:pt x="21" y="216"/>
                  </a:lnTo>
                  <a:lnTo>
                    <a:pt x="27" y="197"/>
                  </a:lnTo>
                  <a:lnTo>
                    <a:pt x="27" y="197"/>
                  </a:lnTo>
                  <a:lnTo>
                    <a:pt x="40" y="133"/>
                  </a:lnTo>
                  <a:lnTo>
                    <a:pt x="40" y="133"/>
                  </a:lnTo>
                  <a:lnTo>
                    <a:pt x="47" y="100"/>
                  </a:lnTo>
                  <a:lnTo>
                    <a:pt x="55" y="68"/>
                  </a:lnTo>
                  <a:lnTo>
                    <a:pt x="60" y="52"/>
                  </a:lnTo>
                  <a:lnTo>
                    <a:pt x="65" y="36"/>
                  </a:lnTo>
                  <a:lnTo>
                    <a:pt x="72" y="21"/>
                  </a:lnTo>
                  <a:lnTo>
                    <a:pt x="80" y="6"/>
                  </a:lnTo>
                  <a:lnTo>
                    <a:pt x="80" y="6"/>
                  </a:lnTo>
                  <a:lnTo>
                    <a:pt x="80" y="5"/>
                  </a:lnTo>
                  <a:lnTo>
                    <a:pt x="80" y="3"/>
                  </a:lnTo>
                  <a:lnTo>
                    <a:pt x="79" y="2"/>
                  </a:lnTo>
                  <a:lnTo>
                    <a:pt x="78" y="0"/>
                  </a:lnTo>
                  <a:lnTo>
                    <a:pt x="77" y="0"/>
                  </a:lnTo>
                  <a:lnTo>
                    <a:pt x="75" y="0"/>
                  </a:lnTo>
                  <a:lnTo>
                    <a:pt x="73" y="0"/>
                  </a:lnTo>
                  <a:lnTo>
                    <a:pt x="72" y="2"/>
                  </a:lnTo>
                  <a:lnTo>
                    <a:pt x="72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3" name="Freeform 379"/>
            <p:cNvSpPr/>
            <p:nvPr>
              <p:custDataLst>
                <p:tags r:id="rId29"/>
              </p:custDataLst>
            </p:nvPr>
          </p:nvSpPr>
          <p:spPr bwMode="auto">
            <a:xfrm>
              <a:off x="4610100" y="3270250"/>
              <a:ext cx="46038" cy="166688"/>
            </a:xfrm>
            <a:custGeom>
              <a:avLst/>
              <a:gdLst/>
              <a:ahLst/>
              <a:cxnLst>
                <a:cxn ang="0">
                  <a:pos x="77" y="3"/>
                </a:cxn>
                <a:cxn ang="0">
                  <a:pos x="77" y="3"/>
                </a:cxn>
                <a:cxn ang="0">
                  <a:pos x="72" y="21"/>
                </a:cxn>
                <a:cxn ang="0">
                  <a:pos x="65" y="38"/>
                </a:cxn>
                <a:cxn ang="0">
                  <a:pos x="58" y="55"/>
                </a:cxn>
                <a:cxn ang="0">
                  <a:pos x="53" y="72"/>
                </a:cxn>
                <a:cxn ang="0">
                  <a:pos x="53" y="72"/>
                </a:cxn>
                <a:cxn ang="0">
                  <a:pos x="31" y="156"/>
                </a:cxn>
                <a:cxn ang="0">
                  <a:pos x="31" y="156"/>
                </a:cxn>
                <a:cxn ang="0">
                  <a:pos x="27" y="177"/>
                </a:cxn>
                <a:cxn ang="0">
                  <a:pos x="24" y="197"/>
                </a:cxn>
                <a:cxn ang="0">
                  <a:pos x="20" y="219"/>
                </a:cxn>
                <a:cxn ang="0">
                  <a:pos x="16" y="240"/>
                </a:cxn>
                <a:cxn ang="0">
                  <a:pos x="16" y="240"/>
                </a:cxn>
                <a:cxn ang="0">
                  <a:pos x="7" y="276"/>
                </a:cxn>
                <a:cxn ang="0">
                  <a:pos x="2" y="293"/>
                </a:cxn>
                <a:cxn ang="0">
                  <a:pos x="0" y="313"/>
                </a:cxn>
                <a:cxn ang="0">
                  <a:pos x="0" y="313"/>
                </a:cxn>
                <a:cxn ang="0">
                  <a:pos x="1" y="315"/>
                </a:cxn>
                <a:cxn ang="0">
                  <a:pos x="1" y="316"/>
                </a:cxn>
                <a:cxn ang="0">
                  <a:pos x="3" y="317"/>
                </a:cxn>
                <a:cxn ang="0">
                  <a:pos x="6" y="317"/>
                </a:cxn>
                <a:cxn ang="0">
                  <a:pos x="7" y="317"/>
                </a:cxn>
                <a:cxn ang="0">
                  <a:pos x="9" y="316"/>
                </a:cxn>
                <a:cxn ang="0">
                  <a:pos x="10" y="315"/>
                </a:cxn>
                <a:cxn ang="0">
                  <a:pos x="10" y="313"/>
                </a:cxn>
                <a:cxn ang="0">
                  <a:pos x="10" y="313"/>
                </a:cxn>
                <a:cxn ang="0">
                  <a:pos x="11" y="303"/>
                </a:cxn>
                <a:cxn ang="0">
                  <a:pos x="13" y="292"/>
                </a:cxn>
                <a:cxn ang="0">
                  <a:pos x="17" y="273"/>
                </a:cxn>
                <a:cxn ang="0">
                  <a:pos x="27" y="234"/>
                </a:cxn>
                <a:cxn ang="0">
                  <a:pos x="27" y="234"/>
                </a:cxn>
                <a:cxn ang="0">
                  <a:pos x="31" y="215"/>
                </a:cxn>
                <a:cxn ang="0">
                  <a:pos x="34" y="196"/>
                </a:cxn>
                <a:cxn ang="0">
                  <a:pos x="36" y="177"/>
                </a:cxn>
                <a:cxn ang="0">
                  <a:pos x="41" y="158"/>
                </a:cxn>
                <a:cxn ang="0">
                  <a:pos x="41" y="158"/>
                </a:cxn>
                <a:cxn ang="0">
                  <a:pos x="60" y="84"/>
                </a:cxn>
                <a:cxn ang="0">
                  <a:pos x="60" y="84"/>
                </a:cxn>
                <a:cxn ang="0">
                  <a:pos x="66" y="64"/>
                </a:cxn>
                <a:cxn ang="0">
                  <a:pos x="73" y="44"/>
                </a:cxn>
                <a:cxn ang="0">
                  <a:pos x="80" y="26"/>
                </a:cxn>
                <a:cxn ang="0">
                  <a:pos x="86" y="6"/>
                </a:cxn>
                <a:cxn ang="0">
                  <a:pos x="86" y="6"/>
                </a:cxn>
                <a:cxn ang="0">
                  <a:pos x="86" y="4"/>
                </a:cxn>
                <a:cxn ang="0">
                  <a:pos x="85" y="2"/>
                </a:cxn>
                <a:cxn ang="0">
                  <a:pos x="84" y="1"/>
                </a:cxn>
                <a:cxn ang="0">
                  <a:pos x="82" y="0"/>
                </a:cxn>
                <a:cxn ang="0">
                  <a:pos x="81" y="0"/>
                </a:cxn>
                <a:cxn ang="0">
                  <a:pos x="79" y="0"/>
                </a:cxn>
                <a:cxn ang="0">
                  <a:pos x="78" y="1"/>
                </a:cxn>
                <a:cxn ang="0">
                  <a:pos x="77" y="3"/>
                </a:cxn>
                <a:cxn ang="0">
                  <a:pos x="77" y="3"/>
                </a:cxn>
              </a:cxnLst>
              <a:rect l="0" t="0" r="r" b="b"/>
              <a:pathLst>
                <a:path w="86" h="317">
                  <a:moveTo>
                    <a:pt x="77" y="3"/>
                  </a:moveTo>
                  <a:lnTo>
                    <a:pt x="77" y="3"/>
                  </a:lnTo>
                  <a:lnTo>
                    <a:pt x="72" y="21"/>
                  </a:lnTo>
                  <a:lnTo>
                    <a:pt x="65" y="38"/>
                  </a:lnTo>
                  <a:lnTo>
                    <a:pt x="58" y="55"/>
                  </a:lnTo>
                  <a:lnTo>
                    <a:pt x="53" y="72"/>
                  </a:lnTo>
                  <a:lnTo>
                    <a:pt x="53" y="72"/>
                  </a:lnTo>
                  <a:lnTo>
                    <a:pt x="31" y="156"/>
                  </a:lnTo>
                  <a:lnTo>
                    <a:pt x="31" y="156"/>
                  </a:lnTo>
                  <a:lnTo>
                    <a:pt x="27" y="177"/>
                  </a:lnTo>
                  <a:lnTo>
                    <a:pt x="24" y="197"/>
                  </a:lnTo>
                  <a:lnTo>
                    <a:pt x="20" y="219"/>
                  </a:lnTo>
                  <a:lnTo>
                    <a:pt x="16" y="240"/>
                  </a:lnTo>
                  <a:lnTo>
                    <a:pt x="16" y="240"/>
                  </a:lnTo>
                  <a:lnTo>
                    <a:pt x="7" y="276"/>
                  </a:lnTo>
                  <a:lnTo>
                    <a:pt x="2" y="293"/>
                  </a:lnTo>
                  <a:lnTo>
                    <a:pt x="0" y="313"/>
                  </a:lnTo>
                  <a:lnTo>
                    <a:pt x="0" y="313"/>
                  </a:lnTo>
                  <a:lnTo>
                    <a:pt x="1" y="315"/>
                  </a:lnTo>
                  <a:lnTo>
                    <a:pt x="1" y="316"/>
                  </a:lnTo>
                  <a:lnTo>
                    <a:pt x="3" y="317"/>
                  </a:lnTo>
                  <a:lnTo>
                    <a:pt x="6" y="317"/>
                  </a:lnTo>
                  <a:lnTo>
                    <a:pt x="7" y="317"/>
                  </a:lnTo>
                  <a:lnTo>
                    <a:pt x="9" y="316"/>
                  </a:lnTo>
                  <a:lnTo>
                    <a:pt x="10" y="315"/>
                  </a:lnTo>
                  <a:lnTo>
                    <a:pt x="10" y="313"/>
                  </a:lnTo>
                  <a:lnTo>
                    <a:pt x="10" y="313"/>
                  </a:lnTo>
                  <a:lnTo>
                    <a:pt x="11" y="303"/>
                  </a:lnTo>
                  <a:lnTo>
                    <a:pt x="13" y="292"/>
                  </a:lnTo>
                  <a:lnTo>
                    <a:pt x="17" y="273"/>
                  </a:lnTo>
                  <a:lnTo>
                    <a:pt x="27" y="234"/>
                  </a:lnTo>
                  <a:lnTo>
                    <a:pt x="27" y="234"/>
                  </a:lnTo>
                  <a:lnTo>
                    <a:pt x="31" y="215"/>
                  </a:lnTo>
                  <a:lnTo>
                    <a:pt x="34" y="196"/>
                  </a:lnTo>
                  <a:lnTo>
                    <a:pt x="36" y="177"/>
                  </a:lnTo>
                  <a:lnTo>
                    <a:pt x="41" y="158"/>
                  </a:lnTo>
                  <a:lnTo>
                    <a:pt x="41" y="158"/>
                  </a:lnTo>
                  <a:lnTo>
                    <a:pt x="60" y="84"/>
                  </a:lnTo>
                  <a:lnTo>
                    <a:pt x="60" y="84"/>
                  </a:lnTo>
                  <a:lnTo>
                    <a:pt x="66" y="64"/>
                  </a:lnTo>
                  <a:lnTo>
                    <a:pt x="73" y="44"/>
                  </a:lnTo>
                  <a:lnTo>
                    <a:pt x="80" y="26"/>
                  </a:lnTo>
                  <a:lnTo>
                    <a:pt x="86" y="6"/>
                  </a:lnTo>
                  <a:lnTo>
                    <a:pt x="86" y="6"/>
                  </a:lnTo>
                  <a:lnTo>
                    <a:pt x="86" y="4"/>
                  </a:lnTo>
                  <a:lnTo>
                    <a:pt x="85" y="2"/>
                  </a:lnTo>
                  <a:lnTo>
                    <a:pt x="84" y="1"/>
                  </a:lnTo>
                  <a:lnTo>
                    <a:pt x="82" y="0"/>
                  </a:lnTo>
                  <a:lnTo>
                    <a:pt x="81" y="0"/>
                  </a:lnTo>
                  <a:lnTo>
                    <a:pt x="79" y="0"/>
                  </a:lnTo>
                  <a:lnTo>
                    <a:pt x="78" y="1"/>
                  </a:lnTo>
                  <a:lnTo>
                    <a:pt x="77" y="3"/>
                  </a:lnTo>
                  <a:lnTo>
                    <a:pt x="77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4" name="Freeform 380"/>
            <p:cNvSpPr/>
            <p:nvPr>
              <p:custDataLst>
                <p:tags r:id="rId30"/>
              </p:custDataLst>
            </p:nvPr>
          </p:nvSpPr>
          <p:spPr bwMode="auto">
            <a:xfrm>
              <a:off x="4660900" y="3228975"/>
              <a:ext cx="38100" cy="158750"/>
            </a:xfrm>
            <a:custGeom>
              <a:avLst/>
              <a:gdLst/>
              <a:ahLst/>
              <a:cxnLst>
                <a:cxn ang="0">
                  <a:pos x="62" y="5"/>
                </a:cxn>
                <a:cxn ang="0">
                  <a:pos x="62" y="5"/>
                </a:cxn>
                <a:cxn ang="0">
                  <a:pos x="59" y="23"/>
                </a:cxn>
                <a:cxn ang="0">
                  <a:pos x="56" y="43"/>
                </a:cxn>
                <a:cxn ang="0">
                  <a:pos x="46" y="80"/>
                </a:cxn>
                <a:cxn ang="0">
                  <a:pos x="46" y="80"/>
                </a:cxn>
                <a:cxn ang="0">
                  <a:pos x="35" y="117"/>
                </a:cxn>
                <a:cxn ang="0">
                  <a:pos x="31" y="136"/>
                </a:cxn>
                <a:cxn ang="0">
                  <a:pos x="27" y="155"/>
                </a:cxn>
                <a:cxn ang="0">
                  <a:pos x="27" y="155"/>
                </a:cxn>
                <a:cxn ang="0">
                  <a:pos x="20" y="189"/>
                </a:cxn>
                <a:cxn ang="0">
                  <a:pos x="13" y="224"/>
                </a:cxn>
                <a:cxn ang="0">
                  <a:pos x="6" y="259"/>
                </a:cxn>
                <a:cxn ang="0">
                  <a:pos x="2" y="276"/>
                </a:cxn>
                <a:cxn ang="0">
                  <a:pos x="0" y="294"/>
                </a:cxn>
                <a:cxn ang="0">
                  <a:pos x="0" y="294"/>
                </a:cxn>
                <a:cxn ang="0">
                  <a:pos x="0" y="296"/>
                </a:cxn>
                <a:cxn ang="0">
                  <a:pos x="1" y="297"/>
                </a:cxn>
                <a:cxn ang="0">
                  <a:pos x="3" y="298"/>
                </a:cxn>
                <a:cxn ang="0">
                  <a:pos x="4" y="298"/>
                </a:cxn>
                <a:cxn ang="0">
                  <a:pos x="8" y="297"/>
                </a:cxn>
                <a:cxn ang="0">
                  <a:pos x="10" y="296"/>
                </a:cxn>
                <a:cxn ang="0">
                  <a:pos x="10" y="294"/>
                </a:cxn>
                <a:cxn ang="0">
                  <a:pos x="10" y="294"/>
                </a:cxn>
                <a:cxn ang="0">
                  <a:pos x="13" y="274"/>
                </a:cxn>
                <a:cxn ang="0">
                  <a:pos x="16" y="255"/>
                </a:cxn>
                <a:cxn ang="0">
                  <a:pos x="24" y="216"/>
                </a:cxn>
                <a:cxn ang="0">
                  <a:pos x="24" y="216"/>
                </a:cxn>
                <a:cxn ang="0">
                  <a:pos x="31" y="177"/>
                </a:cxn>
                <a:cxn ang="0">
                  <a:pos x="35" y="159"/>
                </a:cxn>
                <a:cxn ang="0">
                  <a:pos x="41" y="140"/>
                </a:cxn>
                <a:cxn ang="0">
                  <a:pos x="41" y="140"/>
                </a:cxn>
                <a:cxn ang="0">
                  <a:pos x="46" y="122"/>
                </a:cxn>
                <a:cxn ang="0">
                  <a:pos x="50" y="103"/>
                </a:cxn>
                <a:cxn ang="0">
                  <a:pos x="55" y="84"/>
                </a:cxn>
                <a:cxn ang="0">
                  <a:pos x="59" y="66"/>
                </a:cxn>
                <a:cxn ang="0">
                  <a:pos x="59" y="66"/>
                </a:cxn>
                <a:cxn ang="0">
                  <a:pos x="63" y="51"/>
                </a:cxn>
                <a:cxn ang="0">
                  <a:pos x="68" y="36"/>
                </a:cxn>
                <a:cxn ang="0">
                  <a:pos x="70" y="20"/>
                </a:cxn>
                <a:cxn ang="0">
                  <a:pos x="72" y="5"/>
                </a:cxn>
                <a:cxn ang="0">
                  <a:pos x="72" y="5"/>
                </a:cxn>
                <a:cxn ang="0">
                  <a:pos x="72" y="3"/>
                </a:cxn>
                <a:cxn ang="0">
                  <a:pos x="71" y="2"/>
                </a:cxn>
                <a:cxn ang="0">
                  <a:pos x="69" y="1"/>
                </a:cxn>
                <a:cxn ang="0">
                  <a:pos x="68" y="0"/>
                </a:cxn>
                <a:cxn ang="0">
                  <a:pos x="65" y="1"/>
                </a:cxn>
                <a:cxn ang="0">
                  <a:pos x="63" y="2"/>
                </a:cxn>
                <a:cxn ang="0">
                  <a:pos x="62" y="3"/>
                </a:cxn>
                <a:cxn ang="0">
                  <a:pos x="62" y="5"/>
                </a:cxn>
                <a:cxn ang="0">
                  <a:pos x="62" y="5"/>
                </a:cxn>
              </a:cxnLst>
              <a:rect l="0" t="0" r="r" b="b"/>
              <a:pathLst>
                <a:path w="72" h="298">
                  <a:moveTo>
                    <a:pt x="62" y="5"/>
                  </a:moveTo>
                  <a:lnTo>
                    <a:pt x="62" y="5"/>
                  </a:lnTo>
                  <a:lnTo>
                    <a:pt x="59" y="23"/>
                  </a:lnTo>
                  <a:lnTo>
                    <a:pt x="56" y="43"/>
                  </a:lnTo>
                  <a:lnTo>
                    <a:pt x="46" y="80"/>
                  </a:lnTo>
                  <a:lnTo>
                    <a:pt x="46" y="80"/>
                  </a:lnTo>
                  <a:lnTo>
                    <a:pt x="35" y="117"/>
                  </a:lnTo>
                  <a:lnTo>
                    <a:pt x="31" y="136"/>
                  </a:lnTo>
                  <a:lnTo>
                    <a:pt x="27" y="155"/>
                  </a:lnTo>
                  <a:lnTo>
                    <a:pt x="27" y="155"/>
                  </a:lnTo>
                  <a:lnTo>
                    <a:pt x="20" y="189"/>
                  </a:lnTo>
                  <a:lnTo>
                    <a:pt x="13" y="224"/>
                  </a:lnTo>
                  <a:lnTo>
                    <a:pt x="6" y="259"/>
                  </a:lnTo>
                  <a:lnTo>
                    <a:pt x="2" y="276"/>
                  </a:lnTo>
                  <a:lnTo>
                    <a:pt x="0" y="294"/>
                  </a:lnTo>
                  <a:lnTo>
                    <a:pt x="0" y="294"/>
                  </a:lnTo>
                  <a:lnTo>
                    <a:pt x="0" y="296"/>
                  </a:lnTo>
                  <a:lnTo>
                    <a:pt x="1" y="297"/>
                  </a:lnTo>
                  <a:lnTo>
                    <a:pt x="3" y="298"/>
                  </a:lnTo>
                  <a:lnTo>
                    <a:pt x="4" y="298"/>
                  </a:lnTo>
                  <a:lnTo>
                    <a:pt x="8" y="297"/>
                  </a:lnTo>
                  <a:lnTo>
                    <a:pt x="10" y="296"/>
                  </a:lnTo>
                  <a:lnTo>
                    <a:pt x="10" y="294"/>
                  </a:lnTo>
                  <a:lnTo>
                    <a:pt x="10" y="294"/>
                  </a:lnTo>
                  <a:lnTo>
                    <a:pt x="13" y="274"/>
                  </a:lnTo>
                  <a:lnTo>
                    <a:pt x="16" y="255"/>
                  </a:lnTo>
                  <a:lnTo>
                    <a:pt x="24" y="216"/>
                  </a:lnTo>
                  <a:lnTo>
                    <a:pt x="24" y="216"/>
                  </a:lnTo>
                  <a:lnTo>
                    <a:pt x="31" y="177"/>
                  </a:lnTo>
                  <a:lnTo>
                    <a:pt x="35" y="159"/>
                  </a:lnTo>
                  <a:lnTo>
                    <a:pt x="41" y="140"/>
                  </a:lnTo>
                  <a:lnTo>
                    <a:pt x="41" y="140"/>
                  </a:lnTo>
                  <a:lnTo>
                    <a:pt x="46" y="122"/>
                  </a:lnTo>
                  <a:lnTo>
                    <a:pt x="50" y="103"/>
                  </a:lnTo>
                  <a:lnTo>
                    <a:pt x="55" y="84"/>
                  </a:lnTo>
                  <a:lnTo>
                    <a:pt x="59" y="66"/>
                  </a:lnTo>
                  <a:lnTo>
                    <a:pt x="59" y="66"/>
                  </a:lnTo>
                  <a:lnTo>
                    <a:pt x="63" y="51"/>
                  </a:lnTo>
                  <a:lnTo>
                    <a:pt x="68" y="36"/>
                  </a:lnTo>
                  <a:lnTo>
                    <a:pt x="70" y="20"/>
                  </a:lnTo>
                  <a:lnTo>
                    <a:pt x="72" y="5"/>
                  </a:lnTo>
                  <a:lnTo>
                    <a:pt x="72" y="5"/>
                  </a:lnTo>
                  <a:lnTo>
                    <a:pt x="72" y="3"/>
                  </a:lnTo>
                  <a:lnTo>
                    <a:pt x="71" y="2"/>
                  </a:lnTo>
                  <a:lnTo>
                    <a:pt x="69" y="1"/>
                  </a:lnTo>
                  <a:lnTo>
                    <a:pt x="68" y="0"/>
                  </a:lnTo>
                  <a:lnTo>
                    <a:pt x="65" y="1"/>
                  </a:lnTo>
                  <a:lnTo>
                    <a:pt x="63" y="2"/>
                  </a:lnTo>
                  <a:lnTo>
                    <a:pt x="62" y="3"/>
                  </a:lnTo>
                  <a:lnTo>
                    <a:pt x="62" y="5"/>
                  </a:lnTo>
                  <a:lnTo>
                    <a:pt x="62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5" name="Freeform 381"/>
            <p:cNvSpPr/>
            <p:nvPr>
              <p:custDataLst>
                <p:tags r:id="rId31"/>
              </p:custDataLst>
            </p:nvPr>
          </p:nvSpPr>
          <p:spPr bwMode="auto">
            <a:xfrm>
              <a:off x="4719638" y="3197225"/>
              <a:ext cx="39688" cy="139700"/>
            </a:xfrm>
            <a:custGeom>
              <a:avLst/>
              <a:gdLst/>
              <a:ahLst/>
              <a:cxnLst>
                <a:cxn ang="0">
                  <a:pos x="66" y="3"/>
                </a:cxn>
                <a:cxn ang="0">
                  <a:pos x="66" y="3"/>
                </a:cxn>
                <a:cxn ang="0">
                  <a:pos x="55" y="28"/>
                </a:cxn>
                <a:cxn ang="0">
                  <a:pos x="49" y="40"/>
                </a:cxn>
                <a:cxn ang="0">
                  <a:pos x="44" y="53"/>
                </a:cxn>
                <a:cxn ang="0">
                  <a:pos x="44" y="53"/>
                </a:cxn>
                <a:cxn ang="0">
                  <a:pos x="39" y="72"/>
                </a:cxn>
                <a:cxn ang="0">
                  <a:pos x="35" y="91"/>
                </a:cxn>
                <a:cxn ang="0">
                  <a:pos x="31" y="109"/>
                </a:cxn>
                <a:cxn ang="0">
                  <a:pos x="26" y="128"/>
                </a:cxn>
                <a:cxn ang="0">
                  <a:pos x="26" y="128"/>
                </a:cxn>
                <a:cxn ang="0">
                  <a:pos x="22" y="144"/>
                </a:cxn>
                <a:cxn ang="0">
                  <a:pos x="18" y="160"/>
                </a:cxn>
                <a:cxn ang="0">
                  <a:pos x="15" y="176"/>
                </a:cxn>
                <a:cxn ang="0">
                  <a:pos x="12" y="193"/>
                </a:cxn>
                <a:cxn ang="0">
                  <a:pos x="12" y="193"/>
                </a:cxn>
                <a:cxn ang="0">
                  <a:pos x="5" y="227"/>
                </a:cxn>
                <a:cxn ang="0">
                  <a:pos x="2" y="243"/>
                </a:cxn>
                <a:cxn ang="0">
                  <a:pos x="0" y="260"/>
                </a:cxn>
                <a:cxn ang="0">
                  <a:pos x="0" y="260"/>
                </a:cxn>
                <a:cxn ang="0">
                  <a:pos x="0" y="262"/>
                </a:cxn>
                <a:cxn ang="0">
                  <a:pos x="1" y="263"/>
                </a:cxn>
                <a:cxn ang="0">
                  <a:pos x="2" y="264"/>
                </a:cxn>
                <a:cxn ang="0">
                  <a:pos x="4" y="264"/>
                </a:cxn>
                <a:cxn ang="0">
                  <a:pos x="7" y="263"/>
                </a:cxn>
                <a:cxn ang="0">
                  <a:pos x="8" y="262"/>
                </a:cxn>
                <a:cxn ang="0">
                  <a:pos x="9" y="260"/>
                </a:cxn>
                <a:cxn ang="0">
                  <a:pos x="9" y="260"/>
                </a:cxn>
                <a:cxn ang="0">
                  <a:pos x="12" y="241"/>
                </a:cxn>
                <a:cxn ang="0">
                  <a:pos x="15" y="224"/>
                </a:cxn>
                <a:cxn ang="0">
                  <a:pos x="24" y="188"/>
                </a:cxn>
                <a:cxn ang="0">
                  <a:pos x="24" y="188"/>
                </a:cxn>
                <a:cxn ang="0">
                  <a:pos x="30" y="155"/>
                </a:cxn>
                <a:cxn ang="0">
                  <a:pos x="33" y="138"/>
                </a:cxn>
                <a:cxn ang="0">
                  <a:pos x="37" y="123"/>
                </a:cxn>
                <a:cxn ang="0">
                  <a:pos x="37" y="123"/>
                </a:cxn>
                <a:cxn ang="0">
                  <a:pos x="45" y="89"/>
                </a:cxn>
                <a:cxn ang="0">
                  <a:pos x="54" y="55"/>
                </a:cxn>
                <a:cxn ang="0">
                  <a:pos x="54" y="55"/>
                </a:cxn>
                <a:cxn ang="0">
                  <a:pos x="59" y="43"/>
                </a:cxn>
                <a:cxn ang="0">
                  <a:pos x="64" y="31"/>
                </a:cxn>
                <a:cxn ang="0">
                  <a:pos x="75" y="5"/>
                </a:cxn>
                <a:cxn ang="0">
                  <a:pos x="75" y="5"/>
                </a:cxn>
                <a:cxn ang="0">
                  <a:pos x="75" y="4"/>
                </a:cxn>
                <a:cxn ang="0">
                  <a:pos x="75" y="2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69" y="0"/>
                </a:cxn>
                <a:cxn ang="0">
                  <a:pos x="67" y="1"/>
                </a:cxn>
                <a:cxn ang="0">
                  <a:pos x="66" y="3"/>
                </a:cxn>
                <a:cxn ang="0">
                  <a:pos x="66" y="3"/>
                </a:cxn>
              </a:cxnLst>
              <a:rect l="0" t="0" r="r" b="b"/>
              <a:pathLst>
                <a:path w="75" h="264">
                  <a:moveTo>
                    <a:pt x="66" y="3"/>
                  </a:moveTo>
                  <a:lnTo>
                    <a:pt x="66" y="3"/>
                  </a:lnTo>
                  <a:lnTo>
                    <a:pt x="55" y="28"/>
                  </a:lnTo>
                  <a:lnTo>
                    <a:pt x="49" y="40"/>
                  </a:lnTo>
                  <a:lnTo>
                    <a:pt x="44" y="53"/>
                  </a:lnTo>
                  <a:lnTo>
                    <a:pt x="44" y="53"/>
                  </a:lnTo>
                  <a:lnTo>
                    <a:pt x="39" y="72"/>
                  </a:lnTo>
                  <a:lnTo>
                    <a:pt x="35" y="91"/>
                  </a:lnTo>
                  <a:lnTo>
                    <a:pt x="31" y="109"/>
                  </a:lnTo>
                  <a:lnTo>
                    <a:pt x="26" y="128"/>
                  </a:lnTo>
                  <a:lnTo>
                    <a:pt x="26" y="128"/>
                  </a:lnTo>
                  <a:lnTo>
                    <a:pt x="22" y="144"/>
                  </a:lnTo>
                  <a:lnTo>
                    <a:pt x="18" y="160"/>
                  </a:lnTo>
                  <a:lnTo>
                    <a:pt x="15" y="176"/>
                  </a:lnTo>
                  <a:lnTo>
                    <a:pt x="12" y="193"/>
                  </a:lnTo>
                  <a:lnTo>
                    <a:pt x="12" y="193"/>
                  </a:lnTo>
                  <a:lnTo>
                    <a:pt x="5" y="227"/>
                  </a:lnTo>
                  <a:lnTo>
                    <a:pt x="2" y="243"/>
                  </a:lnTo>
                  <a:lnTo>
                    <a:pt x="0" y="260"/>
                  </a:lnTo>
                  <a:lnTo>
                    <a:pt x="0" y="260"/>
                  </a:lnTo>
                  <a:lnTo>
                    <a:pt x="0" y="262"/>
                  </a:lnTo>
                  <a:lnTo>
                    <a:pt x="1" y="263"/>
                  </a:lnTo>
                  <a:lnTo>
                    <a:pt x="2" y="264"/>
                  </a:lnTo>
                  <a:lnTo>
                    <a:pt x="4" y="264"/>
                  </a:lnTo>
                  <a:lnTo>
                    <a:pt x="7" y="263"/>
                  </a:lnTo>
                  <a:lnTo>
                    <a:pt x="8" y="262"/>
                  </a:lnTo>
                  <a:lnTo>
                    <a:pt x="9" y="260"/>
                  </a:lnTo>
                  <a:lnTo>
                    <a:pt x="9" y="260"/>
                  </a:lnTo>
                  <a:lnTo>
                    <a:pt x="12" y="241"/>
                  </a:lnTo>
                  <a:lnTo>
                    <a:pt x="15" y="224"/>
                  </a:lnTo>
                  <a:lnTo>
                    <a:pt x="24" y="188"/>
                  </a:lnTo>
                  <a:lnTo>
                    <a:pt x="24" y="188"/>
                  </a:lnTo>
                  <a:lnTo>
                    <a:pt x="30" y="155"/>
                  </a:lnTo>
                  <a:lnTo>
                    <a:pt x="33" y="138"/>
                  </a:lnTo>
                  <a:lnTo>
                    <a:pt x="37" y="123"/>
                  </a:lnTo>
                  <a:lnTo>
                    <a:pt x="37" y="123"/>
                  </a:lnTo>
                  <a:lnTo>
                    <a:pt x="45" y="89"/>
                  </a:lnTo>
                  <a:lnTo>
                    <a:pt x="54" y="55"/>
                  </a:lnTo>
                  <a:lnTo>
                    <a:pt x="54" y="55"/>
                  </a:lnTo>
                  <a:lnTo>
                    <a:pt x="59" y="43"/>
                  </a:lnTo>
                  <a:lnTo>
                    <a:pt x="64" y="31"/>
                  </a:lnTo>
                  <a:lnTo>
                    <a:pt x="75" y="5"/>
                  </a:lnTo>
                  <a:lnTo>
                    <a:pt x="75" y="5"/>
                  </a:lnTo>
                  <a:lnTo>
                    <a:pt x="75" y="4"/>
                  </a:lnTo>
                  <a:lnTo>
                    <a:pt x="75" y="2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69" y="0"/>
                  </a:lnTo>
                  <a:lnTo>
                    <a:pt x="67" y="1"/>
                  </a:lnTo>
                  <a:lnTo>
                    <a:pt x="66" y="3"/>
                  </a:lnTo>
                  <a:lnTo>
                    <a:pt x="66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6" name="Freeform 382"/>
            <p:cNvSpPr/>
            <p:nvPr>
              <p:custDataLst>
                <p:tags r:id="rId32"/>
              </p:custDataLst>
            </p:nvPr>
          </p:nvSpPr>
          <p:spPr bwMode="auto">
            <a:xfrm>
              <a:off x="4773613" y="3186113"/>
              <a:ext cx="34925" cy="101600"/>
            </a:xfrm>
            <a:custGeom>
              <a:avLst/>
              <a:gdLst/>
              <a:ahLst/>
              <a:cxnLst>
                <a:cxn ang="0">
                  <a:pos x="59" y="4"/>
                </a:cxn>
                <a:cxn ang="0">
                  <a:pos x="59" y="4"/>
                </a:cxn>
                <a:cxn ang="0">
                  <a:pos x="57" y="11"/>
                </a:cxn>
                <a:cxn ang="0">
                  <a:pos x="53" y="18"/>
                </a:cxn>
                <a:cxn ang="0">
                  <a:pos x="46" y="31"/>
                </a:cxn>
                <a:cxn ang="0">
                  <a:pos x="46" y="31"/>
                </a:cxn>
                <a:cxn ang="0">
                  <a:pos x="42" y="36"/>
                </a:cxn>
                <a:cxn ang="0">
                  <a:pos x="41" y="42"/>
                </a:cxn>
                <a:cxn ang="0">
                  <a:pos x="40" y="54"/>
                </a:cxn>
                <a:cxn ang="0">
                  <a:pos x="40" y="54"/>
                </a:cxn>
                <a:cxn ang="0">
                  <a:pos x="36" y="74"/>
                </a:cxn>
                <a:cxn ang="0">
                  <a:pos x="31" y="93"/>
                </a:cxn>
                <a:cxn ang="0">
                  <a:pos x="18" y="132"/>
                </a:cxn>
                <a:cxn ang="0">
                  <a:pos x="18" y="132"/>
                </a:cxn>
                <a:cxn ang="0">
                  <a:pos x="10" y="153"/>
                </a:cxn>
                <a:cxn ang="0">
                  <a:pos x="2" y="174"/>
                </a:cxn>
                <a:cxn ang="0">
                  <a:pos x="2" y="174"/>
                </a:cxn>
                <a:cxn ang="0">
                  <a:pos x="1" y="178"/>
                </a:cxn>
                <a:cxn ang="0">
                  <a:pos x="0" y="182"/>
                </a:cxn>
                <a:cxn ang="0">
                  <a:pos x="1" y="186"/>
                </a:cxn>
                <a:cxn ang="0">
                  <a:pos x="4" y="189"/>
                </a:cxn>
                <a:cxn ang="0">
                  <a:pos x="4" y="189"/>
                </a:cxn>
                <a:cxn ang="0">
                  <a:pos x="6" y="190"/>
                </a:cxn>
                <a:cxn ang="0">
                  <a:pos x="7" y="190"/>
                </a:cxn>
                <a:cxn ang="0">
                  <a:pos x="9" y="189"/>
                </a:cxn>
                <a:cxn ang="0">
                  <a:pos x="10" y="188"/>
                </a:cxn>
                <a:cxn ang="0">
                  <a:pos x="10" y="185"/>
                </a:cxn>
                <a:cxn ang="0">
                  <a:pos x="10" y="183"/>
                </a:cxn>
                <a:cxn ang="0">
                  <a:pos x="9" y="181"/>
                </a:cxn>
                <a:cxn ang="0">
                  <a:pos x="9" y="181"/>
                </a:cxn>
                <a:cxn ang="0">
                  <a:pos x="9" y="180"/>
                </a:cxn>
                <a:cxn ang="0">
                  <a:pos x="10" y="178"/>
                </a:cxn>
                <a:cxn ang="0">
                  <a:pos x="14" y="170"/>
                </a:cxn>
                <a:cxn ang="0">
                  <a:pos x="19" y="163"/>
                </a:cxn>
                <a:cxn ang="0">
                  <a:pos x="21" y="158"/>
                </a:cxn>
                <a:cxn ang="0">
                  <a:pos x="21" y="158"/>
                </a:cxn>
                <a:cxn ang="0">
                  <a:pos x="24" y="144"/>
                </a:cxn>
                <a:cxn ang="0">
                  <a:pos x="28" y="130"/>
                </a:cxn>
                <a:cxn ang="0">
                  <a:pos x="38" y="102"/>
                </a:cxn>
                <a:cxn ang="0">
                  <a:pos x="38" y="102"/>
                </a:cxn>
                <a:cxn ang="0">
                  <a:pos x="42" y="89"/>
                </a:cxn>
                <a:cxn ang="0">
                  <a:pos x="46" y="75"/>
                </a:cxn>
                <a:cxn ang="0">
                  <a:pos x="51" y="48"/>
                </a:cxn>
                <a:cxn ang="0">
                  <a:pos x="51" y="48"/>
                </a:cxn>
                <a:cxn ang="0">
                  <a:pos x="52" y="42"/>
                </a:cxn>
                <a:cxn ang="0">
                  <a:pos x="54" y="37"/>
                </a:cxn>
                <a:cxn ang="0">
                  <a:pos x="59" y="27"/>
                </a:cxn>
                <a:cxn ang="0">
                  <a:pos x="64" y="18"/>
                </a:cxn>
                <a:cxn ang="0">
                  <a:pos x="66" y="11"/>
                </a:cxn>
                <a:cxn ang="0">
                  <a:pos x="68" y="6"/>
                </a:cxn>
                <a:cxn ang="0">
                  <a:pos x="68" y="6"/>
                </a:cxn>
                <a:cxn ang="0">
                  <a:pos x="68" y="4"/>
                </a:cxn>
                <a:cxn ang="0">
                  <a:pos x="67" y="2"/>
                </a:cxn>
                <a:cxn ang="0">
                  <a:pos x="64" y="1"/>
                </a:cxn>
                <a:cxn ang="0">
                  <a:pos x="62" y="0"/>
                </a:cxn>
                <a:cxn ang="0">
                  <a:pos x="61" y="1"/>
                </a:cxn>
                <a:cxn ang="0">
                  <a:pos x="60" y="2"/>
                </a:cxn>
                <a:cxn ang="0">
                  <a:pos x="59" y="4"/>
                </a:cxn>
                <a:cxn ang="0">
                  <a:pos x="59" y="4"/>
                </a:cxn>
              </a:cxnLst>
              <a:rect l="0" t="0" r="r" b="b"/>
              <a:pathLst>
                <a:path w="68" h="190">
                  <a:moveTo>
                    <a:pt x="59" y="4"/>
                  </a:moveTo>
                  <a:lnTo>
                    <a:pt x="59" y="4"/>
                  </a:lnTo>
                  <a:lnTo>
                    <a:pt x="57" y="11"/>
                  </a:lnTo>
                  <a:lnTo>
                    <a:pt x="53" y="18"/>
                  </a:lnTo>
                  <a:lnTo>
                    <a:pt x="46" y="31"/>
                  </a:lnTo>
                  <a:lnTo>
                    <a:pt x="46" y="31"/>
                  </a:lnTo>
                  <a:lnTo>
                    <a:pt x="42" y="36"/>
                  </a:lnTo>
                  <a:lnTo>
                    <a:pt x="41" y="42"/>
                  </a:lnTo>
                  <a:lnTo>
                    <a:pt x="40" y="54"/>
                  </a:lnTo>
                  <a:lnTo>
                    <a:pt x="40" y="54"/>
                  </a:lnTo>
                  <a:lnTo>
                    <a:pt x="36" y="74"/>
                  </a:lnTo>
                  <a:lnTo>
                    <a:pt x="31" y="93"/>
                  </a:lnTo>
                  <a:lnTo>
                    <a:pt x="18" y="132"/>
                  </a:lnTo>
                  <a:lnTo>
                    <a:pt x="18" y="132"/>
                  </a:lnTo>
                  <a:lnTo>
                    <a:pt x="10" y="153"/>
                  </a:lnTo>
                  <a:lnTo>
                    <a:pt x="2" y="174"/>
                  </a:lnTo>
                  <a:lnTo>
                    <a:pt x="2" y="174"/>
                  </a:lnTo>
                  <a:lnTo>
                    <a:pt x="1" y="178"/>
                  </a:lnTo>
                  <a:lnTo>
                    <a:pt x="0" y="182"/>
                  </a:lnTo>
                  <a:lnTo>
                    <a:pt x="1" y="186"/>
                  </a:lnTo>
                  <a:lnTo>
                    <a:pt x="4" y="189"/>
                  </a:lnTo>
                  <a:lnTo>
                    <a:pt x="4" y="189"/>
                  </a:lnTo>
                  <a:lnTo>
                    <a:pt x="6" y="190"/>
                  </a:lnTo>
                  <a:lnTo>
                    <a:pt x="7" y="190"/>
                  </a:lnTo>
                  <a:lnTo>
                    <a:pt x="9" y="189"/>
                  </a:lnTo>
                  <a:lnTo>
                    <a:pt x="10" y="188"/>
                  </a:lnTo>
                  <a:lnTo>
                    <a:pt x="10" y="185"/>
                  </a:lnTo>
                  <a:lnTo>
                    <a:pt x="10" y="183"/>
                  </a:lnTo>
                  <a:lnTo>
                    <a:pt x="9" y="181"/>
                  </a:lnTo>
                  <a:lnTo>
                    <a:pt x="9" y="181"/>
                  </a:lnTo>
                  <a:lnTo>
                    <a:pt x="9" y="180"/>
                  </a:lnTo>
                  <a:lnTo>
                    <a:pt x="10" y="178"/>
                  </a:lnTo>
                  <a:lnTo>
                    <a:pt x="14" y="170"/>
                  </a:lnTo>
                  <a:lnTo>
                    <a:pt x="19" y="163"/>
                  </a:lnTo>
                  <a:lnTo>
                    <a:pt x="21" y="158"/>
                  </a:lnTo>
                  <a:lnTo>
                    <a:pt x="21" y="158"/>
                  </a:lnTo>
                  <a:lnTo>
                    <a:pt x="24" y="144"/>
                  </a:lnTo>
                  <a:lnTo>
                    <a:pt x="28" y="130"/>
                  </a:lnTo>
                  <a:lnTo>
                    <a:pt x="38" y="102"/>
                  </a:lnTo>
                  <a:lnTo>
                    <a:pt x="38" y="102"/>
                  </a:lnTo>
                  <a:lnTo>
                    <a:pt x="42" y="89"/>
                  </a:lnTo>
                  <a:lnTo>
                    <a:pt x="46" y="75"/>
                  </a:lnTo>
                  <a:lnTo>
                    <a:pt x="51" y="48"/>
                  </a:lnTo>
                  <a:lnTo>
                    <a:pt x="51" y="48"/>
                  </a:lnTo>
                  <a:lnTo>
                    <a:pt x="52" y="42"/>
                  </a:lnTo>
                  <a:lnTo>
                    <a:pt x="54" y="37"/>
                  </a:lnTo>
                  <a:lnTo>
                    <a:pt x="59" y="27"/>
                  </a:lnTo>
                  <a:lnTo>
                    <a:pt x="64" y="18"/>
                  </a:lnTo>
                  <a:lnTo>
                    <a:pt x="66" y="11"/>
                  </a:lnTo>
                  <a:lnTo>
                    <a:pt x="68" y="6"/>
                  </a:lnTo>
                  <a:lnTo>
                    <a:pt x="68" y="6"/>
                  </a:lnTo>
                  <a:lnTo>
                    <a:pt x="68" y="4"/>
                  </a:lnTo>
                  <a:lnTo>
                    <a:pt x="67" y="2"/>
                  </a:lnTo>
                  <a:lnTo>
                    <a:pt x="64" y="1"/>
                  </a:lnTo>
                  <a:lnTo>
                    <a:pt x="62" y="0"/>
                  </a:lnTo>
                  <a:lnTo>
                    <a:pt x="61" y="1"/>
                  </a:lnTo>
                  <a:lnTo>
                    <a:pt x="60" y="2"/>
                  </a:lnTo>
                  <a:lnTo>
                    <a:pt x="59" y="4"/>
                  </a:lnTo>
                  <a:lnTo>
                    <a:pt x="59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7" name="Freeform 383"/>
            <p:cNvSpPr/>
            <p:nvPr>
              <p:custDataLst>
                <p:tags r:id="rId33"/>
              </p:custDataLst>
            </p:nvPr>
          </p:nvSpPr>
          <p:spPr bwMode="auto">
            <a:xfrm>
              <a:off x="4829175" y="3186113"/>
              <a:ext cx="22225" cy="73025"/>
            </a:xfrm>
            <a:custGeom>
              <a:avLst/>
              <a:gdLst/>
              <a:ahLst/>
              <a:cxnLst>
                <a:cxn ang="0">
                  <a:pos x="35" y="5"/>
                </a:cxn>
                <a:cxn ang="0">
                  <a:pos x="35" y="5"/>
                </a:cxn>
                <a:cxn ang="0">
                  <a:pos x="32" y="21"/>
                </a:cxn>
                <a:cxn ang="0">
                  <a:pos x="29" y="37"/>
                </a:cxn>
                <a:cxn ang="0">
                  <a:pos x="21" y="68"/>
                </a:cxn>
                <a:cxn ang="0">
                  <a:pos x="21" y="68"/>
                </a:cxn>
                <a:cxn ang="0">
                  <a:pos x="18" y="85"/>
                </a:cxn>
                <a:cxn ang="0">
                  <a:pos x="13" y="100"/>
                </a:cxn>
                <a:cxn ang="0">
                  <a:pos x="2" y="132"/>
                </a:cxn>
                <a:cxn ang="0">
                  <a:pos x="2" y="132"/>
                </a:cxn>
                <a:cxn ang="0">
                  <a:pos x="0" y="134"/>
                </a:cxn>
                <a:cxn ang="0">
                  <a:pos x="2" y="135"/>
                </a:cxn>
                <a:cxn ang="0">
                  <a:pos x="3" y="136"/>
                </a:cxn>
                <a:cxn ang="0">
                  <a:pos x="5" y="137"/>
                </a:cxn>
                <a:cxn ang="0">
                  <a:pos x="8" y="137"/>
                </a:cxn>
                <a:cxn ang="0">
                  <a:pos x="10" y="136"/>
                </a:cxn>
                <a:cxn ang="0">
                  <a:pos x="11" y="134"/>
                </a:cxn>
                <a:cxn ang="0">
                  <a:pos x="11" y="134"/>
                </a:cxn>
                <a:cxn ang="0">
                  <a:pos x="17" y="117"/>
                </a:cxn>
                <a:cxn ang="0">
                  <a:pos x="23" y="99"/>
                </a:cxn>
                <a:cxn ang="0">
                  <a:pos x="28" y="81"/>
                </a:cxn>
                <a:cxn ang="0">
                  <a:pos x="32" y="62"/>
                </a:cxn>
                <a:cxn ang="0">
                  <a:pos x="32" y="62"/>
                </a:cxn>
                <a:cxn ang="0">
                  <a:pos x="40" y="34"/>
                </a:cxn>
                <a:cxn ang="0">
                  <a:pos x="42" y="20"/>
                </a:cxn>
                <a:cxn ang="0">
                  <a:pos x="44" y="5"/>
                </a:cxn>
                <a:cxn ang="0">
                  <a:pos x="44" y="5"/>
                </a:cxn>
                <a:cxn ang="0">
                  <a:pos x="44" y="3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40" y="0"/>
                </a:cxn>
                <a:cxn ang="0">
                  <a:pos x="38" y="1"/>
                </a:cxn>
                <a:cxn ang="0">
                  <a:pos x="36" y="2"/>
                </a:cxn>
                <a:cxn ang="0">
                  <a:pos x="35" y="3"/>
                </a:cxn>
                <a:cxn ang="0">
                  <a:pos x="35" y="5"/>
                </a:cxn>
                <a:cxn ang="0">
                  <a:pos x="35" y="5"/>
                </a:cxn>
              </a:cxnLst>
              <a:rect l="0" t="0" r="r" b="b"/>
              <a:pathLst>
                <a:path w="44" h="137">
                  <a:moveTo>
                    <a:pt x="35" y="5"/>
                  </a:moveTo>
                  <a:lnTo>
                    <a:pt x="35" y="5"/>
                  </a:lnTo>
                  <a:lnTo>
                    <a:pt x="32" y="21"/>
                  </a:lnTo>
                  <a:lnTo>
                    <a:pt x="29" y="37"/>
                  </a:lnTo>
                  <a:lnTo>
                    <a:pt x="21" y="68"/>
                  </a:lnTo>
                  <a:lnTo>
                    <a:pt x="21" y="68"/>
                  </a:lnTo>
                  <a:lnTo>
                    <a:pt x="18" y="85"/>
                  </a:lnTo>
                  <a:lnTo>
                    <a:pt x="13" y="100"/>
                  </a:lnTo>
                  <a:lnTo>
                    <a:pt x="2" y="132"/>
                  </a:lnTo>
                  <a:lnTo>
                    <a:pt x="2" y="132"/>
                  </a:lnTo>
                  <a:lnTo>
                    <a:pt x="0" y="134"/>
                  </a:lnTo>
                  <a:lnTo>
                    <a:pt x="2" y="135"/>
                  </a:lnTo>
                  <a:lnTo>
                    <a:pt x="3" y="136"/>
                  </a:lnTo>
                  <a:lnTo>
                    <a:pt x="5" y="137"/>
                  </a:lnTo>
                  <a:lnTo>
                    <a:pt x="8" y="137"/>
                  </a:lnTo>
                  <a:lnTo>
                    <a:pt x="10" y="136"/>
                  </a:lnTo>
                  <a:lnTo>
                    <a:pt x="11" y="134"/>
                  </a:lnTo>
                  <a:lnTo>
                    <a:pt x="11" y="134"/>
                  </a:lnTo>
                  <a:lnTo>
                    <a:pt x="17" y="117"/>
                  </a:lnTo>
                  <a:lnTo>
                    <a:pt x="23" y="99"/>
                  </a:lnTo>
                  <a:lnTo>
                    <a:pt x="28" y="81"/>
                  </a:lnTo>
                  <a:lnTo>
                    <a:pt x="32" y="62"/>
                  </a:lnTo>
                  <a:lnTo>
                    <a:pt x="32" y="62"/>
                  </a:lnTo>
                  <a:lnTo>
                    <a:pt x="40" y="34"/>
                  </a:lnTo>
                  <a:lnTo>
                    <a:pt x="42" y="20"/>
                  </a:lnTo>
                  <a:lnTo>
                    <a:pt x="44" y="5"/>
                  </a:lnTo>
                  <a:lnTo>
                    <a:pt x="44" y="5"/>
                  </a:lnTo>
                  <a:lnTo>
                    <a:pt x="44" y="3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40" y="0"/>
                  </a:lnTo>
                  <a:lnTo>
                    <a:pt x="38" y="1"/>
                  </a:lnTo>
                  <a:lnTo>
                    <a:pt x="36" y="2"/>
                  </a:lnTo>
                  <a:lnTo>
                    <a:pt x="35" y="3"/>
                  </a:lnTo>
                  <a:lnTo>
                    <a:pt x="35" y="5"/>
                  </a:lnTo>
                  <a:lnTo>
                    <a:pt x="35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8" name="Freeform 384"/>
            <p:cNvSpPr/>
            <p:nvPr>
              <p:custDataLst>
                <p:tags r:id="rId34"/>
              </p:custDataLst>
            </p:nvPr>
          </p:nvSpPr>
          <p:spPr bwMode="auto">
            <a:xfrm>
              <a:off x="4884738" y="3184525"/>
              <a:ext cx="9525" cy="12700"/>
            </a:xfrm>
            <a:custGeom>
              <a:avLst/>
              <a:gdLst/>
              <a:ahLst/>
              <a:cxnLst>
                <a:cxn ang="0">
                  <a:pos x="10" y="1"/>
                </a:cxn>
                <a:cxn ang="0">
                  <a:pos x="10" y="1"/>
                </a:cxn>
                <a:cxn ang="0">
                  <a:pos x="3" y="9"/>
                </a:cxn>
                <a:cxn ang="0">
                  <a:pos x="1" y="13"/>
                </a:cxn>
                <a:cxn ang="0">
                  <a:pos x="0" y="19"/>
                </a:cxn>
                <a:cxn ang="0">
                  <a:pos x="0" y="19"/>
                </a:cxn>
                <a:cxn ang="0">
                  <a:pos x="0" y="21"/>
                </a:cxn>
                <a:cxn ang="0">
                  <a:pos x="1" y="22"/>
                </a:cxn>
                <a:cxn ang="0">
                  <a:pos x="2" y="23"/>
                </a:cxn>
                <a:cxn ang="0">
                  <a:pos x="4" y="23"/>
                </a:cxn>
                <a:cxn ang="0">
                  <a:pos x="7" y="22"/>
                </a:cxn>
                <a:cxn ang="0">
                  <a:pos x="8" y="21"/>
                </a:cxn>
                <a:cxn ang="0">
                  <a:pos x="9" y="19"/>
                </a:cxn>
                <a:cxn ang="0">
                  <a:pos x="9" y="19"/>
                </a:cxn>
                <a:cxn ang="0">
                  <a:pos x="10" y="15"/>
                </a:cxn>
                <a:cxn ang="0">
                  <a:pos x="12" y="12"/>
                </a:cxn>
                <a:cxn ang="0">
                  <a:pos x="17" y="8"/>
                </a:cxn>
                <a:cxn ang="0">
                  <a:pos x="17" y="8"/>
                </a:cxn>
                <a:cxn ang="0">
                  <a:pos x="18" y="6"/>
                </a:cxn>
                <a:cxn ang="0">
                  <a:pos x="18" y="4"/>
                </a:cxn>
                <a:cxn ang="0">
                  <a:pos x="17" y="3"/>
                </a:cxn>
                <a:cxn ang="0">
                  <a:pos x="16" y="1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0"/>
                </a:cxn>
                <a:cxn ang="0">
                  <a:pos x="10" y="1"/>
                </a:cxn>
                <a:cxn ang="0">
                  <a:pos x="10" y="1"/>
                </a:cxn>
              </a:cxnLst>
              <a:rect l="0" t="0" r="r" b="b"/>
              <a:pathLst>
                <a:path w="18" h="23">
                  <a:moveTo>
                    <a:pt x="10" y="1"/>
                  </a:moveTo>
                  <a:lnTo>
                    <a:pt x="10" y="1"/>
                  </a:lnTo>
                  <a:lnTo>
                    <a:pt x="3" y="9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0" y="21"/>
                  </a:lnTo>
                  <a:lnTo>
                    <a:pt x="1" y="22"/>
                  </a:lnTo>
                  <a:lnTo>
                    <a:pt x="2" y="23"/>
                  </a:lnTo>
                  <a:lnTo>
                    <a:pt x="4" y="23"/>
                  </a:lnTo>
                  <a:lnTo>
                    <a:pt x="7" y="22"/>
                  </a:lnTo>
                  <a:lnTo>
                    <a:pt x="8" y="21"/>
                  </a:lnTo>
                  <a:lnTo>
                    <a:pt x="9" y="19"/>
                  </a:lnTo>
                  <a:lnTo>
                    <a:pt x="9" y="19"/>
                  </a:lnTo>
                  <a:lnTo>
                    <a:pt x="10" y="15"/>
                  </a:lnTo>
                  <a:lnTo>
                    <a:pt x="12" y="12"/>
                  </a:lnTo>
                  <a:lnTo>
                    <a:pt x="17" y="8"/>
                  </a:lnTo>
                  <a:lnTo>
                    <a:pt x="17" y="8"/>
                  </a:lnTo>
                  <a:lnTo>
                    <a:pt x="18" y="6"/>
                  </a:lnTo>
                  <a:lnTo>
                    <a:pt x="18" y="4"/>
                  </a:lnTo>
                  <a:lnTo>
                    <a:pt x="17" y="3"/>
                  </a:lnTo>
                  <a:lnTo>
                    <a:pt x="16" y="1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10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9" name="Freeform 385"/>
            <p:cNvSpPr/>
            <p:nvPr>
              <p:custDataLst>
                <p:tags r:id="rId35"/>
              </p:custDataLst>
            </p:nvPr>
          </p:nvSpPr>
          <p:spPr bwMode="auto">
            <a:xfrm>
              <a:off x="4586288" y="3460750"/>
              <a:ext cx="165100" cy="39688"/>
            </a:xfrm>
            <a:custGeom>
              <a:avLst/>
              <a:gdLst/>
              <a:ahLst/>
              <a:cxnLst>
                <a:cxn ang="0">
                  <a:pos x="306" y="66"/>
                </a:cxn>
                <a:cxn ang="0">
                  <a:pos x="306" y="66"/>
                </a:cxn>
                <a:cxn ang="0">
                  <a:pos x="297" y="67"/>
                </a:cxn>
                <a:cxn ang="0">
                  <a:pos x="288" y="66"/>
                </a:cxn>
                <a:cxn ang="0">
                  <a:pos x="279" y="63"/>
                </a:cxn>
                <a:cxn ang="0">
                  <a:pos x="268" y="59"/>
                </a:cxn>
                <a:cxn ang="0">
                  <a:pos x="249" y="51"/>
                </a:cxn>
                <a:cxn ang="0">
                  <a:pos x="232" y="45"/>
                </a:cxn>
                <a:cxn ang="0">
                  <a:pos x="232" y="45"/>
                </a:cxn>
                <a:cxn ang="0">
                  <a:pos x="194" y="35"/>
                </a:cxn>
                <a:cxn ang="0">
                  <a:pos x="157" y="24"/>
                </a:cxn>
                <a:cxn ang="0">
                  <a:pos x="157" y="24"/>
                </a:cxn>
                <a:cxn ang="0">
                  <a:pos x="139" y="20"/>
                </a:cxn>
                <a:cxn ang="0">
                  <a:pos x="121" y="17"/>
                </a:cxn>
                <a:cxn ang="0">
                  <a:pos x="102" y="14"/>
                </a:cxn>
                <a:cxn ang="0">
                  <a:pos x="85" y="11"/>
                </a:cxn>
                <a:cxn ang="0">
                  <a:pos x="85" y="11"/>
                </a:cxn>
                <a:cxn ang="0">
                  <a:pos x="64" y="7"/>
                </a:cxn>
                <a:cxn ang="0">
                  <a:pos x="44" y="3"/>
                </a:cxn>
                <a:cxn ang="0">
                  <a:pos x="25" y="1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2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6"/>
                </a:cxn>
                <a:cxn ang="0">
                  <a:pos x="1" y="7"/>
                </a:cxn>
                <a:cxn ang="0">
                  <a:pos x="2" y="8"/>
                </a:cxn>
                <a:cxn ang="0">
                  <a:pos x="4" y="9"/>
                </a:cxn>
                <a:cxn ang="0">
                  <a:pos x="4" y="9"/>
                </a:cxn>
                <a:cxn ang="0">
                  <a:pos x="26" y="10"/>
                </a:cxn>
                <a:cxn ang="0">
                  <a:pos x="47" y="13"/>
                </a:cxn>
                <a:cxn ang="0">
                  <a:pos x="68" y="17"/>
                </a:cxn>
                <a:cxn ang="0">
                  <a:pos x="90" y="21"/>
                </a:cxn>
                <a:cxn ang="0">
                  <a:pos x="90" y="21"/>
                </a:cxn>
                <a:cxn ang="0">
                  <a:pos x="109" y="25"/>
                </a:cxn>
                <a:cxn ang="0">
                  <a:pos x="130" y="30"/>
                </a:cxn>
                <a:cxn ang="0">
                  <a:pos x="151" y="34"/>
                </a:cxn>
                <a:cxn ang="0">
                  <a:pos x="170" y="39"/>
                </a:cxn>
                <a:cxn ang="0">
                  <a:pos x="170" y="39"/>
                </a:cxn>
                <a:cxn ang="0">
                  <a:pos x="191" y="45"/>
                </a:cxn>
                <a:cxn ang="0">
                  <a:pos x="213" y="50"/>
                </a:cxn>
                <a:cxn ang="0">
                  <a:pos x="234" y="56"/>
                </a:cxn>
                <a:cxn ang="0">
                  <a:pos x="255" y="63"/>
                </a:cxn>
                <a:cxn ang="0">
                  <a:pos x="255" y="63"/>
                </a:cxn>
                <a:cxn ang="0">
                  <a:pos x="281" y="73"/>
                </a:cxn>
                <a:cxn ang="0">
                  <a:pos x="288" y="74"/>
                </a:cxn>
                <a:cxn ang="0">
                  <a:pos x="294" y="75"/>
                </a:cxn>
                <a:cxn ang="0">
                  <a:pos x="301" y="76"/>
                </a:cxn>
                <a:cxn ang="0">
                  <a:pos x="309" y="75"/>
                </a:cxn>
                <a:cxn ang="0">
                  <a:pos x="309" y="75"/>
                </a:cxn>
                <a:cxn ang="0">
                  <a:pos x="311" y="74"/>
                </a:cxn>
                <a:cxn ang="0">
                  <a:pos x="312" y="73"/>
                </a:cxn>
                <a:cxn ang="0">
                  <a:pos x="312" y="71"/>
                </a:cxn>
                <a:cxn ang="0">
                  <a:pos x="312" y="70"/>
                </a:cxn>
                <a:cxn ang="0">
                  <a:pos x="310" y="67"/>
                </a:cxn>
                <a:cxn ang="0">
                  <a:pos x="308" y="66"/>
                </a:cxn>
                <a:cxn ang="0">
                  <a:pos x="306" y="66"/>
                </a:cxn>
                <a:cxn ang="0">
                  <a:pos x="306" y="66"/>
                </a:cxn>
              </a:cxnLst>
              <a:rect l="0" t="0" r="r" b="b"/>
              <a:pathLst>
                <a:path w="312" h="76">
                  <a:moveTo>
                    <a:pt x="306" y="66"/>
                  </a:moveTo>
                  <a:lnTo>
                    <a:pt x="306" y="66"/>
                  </a:lnTo>
                  <a:lnTo>
                    <a:pt x="297" y="67"/>
                  </a:lnTo>
                  <a:lnTo>
                    <a:pt x="288" y="66"/>
                  </a:lnTo>
                  <a:lnTo>
                    <a:pt x="279" y="63"/>
                  </a:lnTo>
                  <a:lnTo>
                    <a:pt x="268" y="59"/>
                  </a:lnTo>
                  <a:lnTo>
                    <a:pt x="249" y="51"/>
                  </a:lnTo>
                  <a:lnTo>
                    <a:pt x="232" y="45"/>
                  </a:lnTo>
                  <a:lnTo>
                    <a:pt x="232" y="45"/>
                  </a:lnTo>
                  <a:lnTo>
                    <a:pt x="194" y="35"/>
                  </a:lnTo>
                  <a:lnTo>
                    <a:pt x="157" y="24"/>
                  </a:lnTo>
                  <a:lnTo>
                    <a:pt x="157" y="24"/>
                  </a:lnTo>
                  <a:lnTo>
                    <a:pt x="139" y="20"/>
                  </a:lnTo>
                  <a:lnTo>
                    <a:pt x="121" y="17"/>
                  </a:lnTo>
                  <a:lnTo>
                    <a:pt x="102" y="14"/>
                  </a:lnTo>
                  <a:lnTo>
                    <a:pt x="85" y="11"/>
                  </a:lnTo>
                  <a:lnTo>
                    <a:pt x="85" y="11"/>
                  </a:lnTo>
                  <a:lnTo>
                    <a:pt x="64" y="7"/>
                  </a:lnTo>
                  <a:lnTo>
                    <a:pt x="44" y="3"/>
                  </a:lnTo>
                  <a:lnTo>
                    <a:pt x="25" y="1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1" y="7"/>
                  </a:lnTo>
                  <a:lnTo>
                    <a:pt x="2" y="8"/>
                  </a:lnTo>
                  <a:lnTo>
                    <a:pt x="4" y="9"/>
                  </a:lnTo>
                  <a:lnTo>
                    <a:pt x="4" y="9"/>
                  </a:lnTo>
                  <a:lnTo>
                    <a:pt x="26" y="10"/>
                  </a:lnTo>
                  <a:lnTo>
                    <a:pt x="47" y="13"/>
                  </a:lnTo>
                  <a:lnTo>
                    <a:pt x="68" y="17"/>
                  </a:lnTo>
                  <a:lnTo>
                    <a:pt x="90" y="21"/>
                  </a:lnTo>
                  <a:lnTo>
                    <a:pt x="90" y="21"/>
                  </a:lnTo>
                  <a:lnTo>
                    <a:pt x="109" y="25"/>
                  </a:lnTo>
                  <a:lnTo>
                    <a:pt x="130" y="30"/>
                  </a:lnTo>
                  <a:lnTo>
                    <a:pt x="151" y="34"/>
                  </a:lnTo>
                  <a:lnTo>
                    <a:pt x="170" y="39"/>
                  </a:lnTo>
                  <a:lnTo>
                    <a:pt x="170" y="39"/>
                  </a:lnTo>
                  <a:lnTo>
                    <a:pt x="191" y="45"/>
                  </a:lnTo>
                  <a:lnTo>
                    <a:pt x="213" y="50"/>
                  </a:lnTo>
                  <a:lnTo>
                    <a:pt x="234" y="56"/>
                  </a:lnTo>
                  <a:lnTo>
                    <a:pt x="255" y="63"/>
                  </a:lnTo>
                  <a:lnTo>
                    <a:pt x="255" y="63"/>
                  </a:lnTo>
                  <a:lnTo>
                    <a:pt x="281" y="73"/>
                  </a:lnTo>
                  <a:lnTo>
                    <a:pt x="288" y="74"/>
                  </a:lnTo>
                  <a:lnTo>
                    <a:pt x="294" y="75"/>
                  </a:lnTo>
                  <a:lnTo>
                    <a:pt x="301" y="76"/>
                  </a:lnTo>
                  <a:lnTo>
                    <a:pt x="309" y="75"/>
                  </a:lnTo>
                  <a:lnTo>
                    <a:pt x="309" y="75"/>
                  </a:lnTo>
                  <a:lnTo>
                    <a:pt x="311" y="74"/>
                  </a:lnTo>
                  <a:lnTo>
                    <a:pt x="312" y="73"/>
                  </a:lnTo>
                  <a:lnTo>
                    <a:pt x="312" y="71"/>
                  </a:lnTo>
                  <a:lnTo>
                    <a:pt x="312" y="70"/>
                  </a:lnTo>
                  <a:lnTo>
                    <a:pt x="310" y="67"/>
                  </a:lnTo>
                  <a:lnTo>
                    <a:pt x="308" y="66"/>
                  </a:lnTo>
                  <a:lnTo>
                    <a:pt x="306" y="66"/>
                  </a:lnTo>
                  <a:lnTo>
                    <a:pt x="306" y="6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0" name="Freeform 386"/>
            <p:cNvSpPr/>
            <p:nvPr>
              <p:custDataLst>
                <p:tags r:id="rId36"/>
              </p:custDataLst>
            </p:nvPr>
          </p:nvSpPr>
          <p:spPr bwMode="auto">
            <a:xfrm>
              <a:off x="4660900" y="3400425"/>
              <a:ext cx="171450" cy="47625"/>
            </a:xfrm>
            <a:custGeom>
              <a:avLst/>
              <a:gdLst/>
              <a:ahLst/>
              <a:cxnLst>
                <a:cxn ang="0">
                  <a:pos x="319" y="80"/>
                </a:cxn>
                <a:cxn ang="0">
                  <a:pos x="319" y="80"/>
                </a:cxn>
                <a:cxn ang="0">
                  <a:pos x="278" y="76"/>
                </a:cxn>
                <a:cxn ang="0">
                  <a:pos x="239" y="71"/>
                </a:cxn>
                <a:cxn ang="0">
                  <a:pos x="199" y="63"/>
                </a:cxn>
                <a:cxn ang="0">
                  <a:pos x="160" y="54"/>
                </a:cxn>
                <a:cxn ang="0">
                  <a:pos x="160" y="54"/>
                </a:cxn>
                <a:cxn ang="0">
                  <a:pos x="121" y="42"/>
                </a:cxn>
                <a:cxn ang="0">
                  <a:pos x="83" y="31"/>
                </a:cxn>
                <a:cxn ang="0">
                  <a:pos x="63" y="25"/>
                </a:cxn>
                <a:cxn ang="0">
                  <a:pos x="45" y="19"/>
                </a:cxn>
                <a:cxn ang="0">
                  <a:pos x="26" y="10"/>
                </a:cxn>
                <a:cxn ang="0">
                  <a:pos x="8" y="1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6"/>
                </a:cxn>
                <a:cxn ang="0">
                  <a:pos x="1" y="8"/>
                </a:cxn>
                <a:cxn ang="0">
                  <a:pos x="2" y="9"/>
                </a:cxn>
                <a:cxn ang="0">
                  <a:pos x="2" y="9"/>
                </a:cxn>
                <a:cxn ang="0">
                  <a:pos x="21" y="19"/>
                </a:cxn>
                <a:cxn ang="0">
                  <a:pos x="41" y="27"/>
                </a:cxn>
                <a:cxn ang="0">
                  <a:pos x="59" y="33"/>
                </a:cxn>
                <a:cxn ang="0">
                  <a:pos x="79" y="39"/>
                </a:cxn>
                <a:cxn ang="0">
                  <a:pos x="118" y="51"/>
                </a:cxn>
                <a:cxn ang="0">
                  <a:pos x="157" y="62"/>
                </a:cxn>
                <a:cxn ang="0">
                  <a:pos x="157" y="62"/>
                </a:cxn>
                <a:cxn ang="0">
                  <a:pos x="177" y="68"/>
                </a:cxn>
                <a:cxn ang="0">
                  <a:pos x="197" y="72"/>
                </a:cxn>
                <a:cxn ang="0">
                  <a:pos x="217" y="77"/>
                </a:cxn>
                <a:cxn ang="0">
                  <a:pos x="237" y="80"/>
                </a:cxn>
                <a:cxn ang="0">
                  <a:pos x="277" y="87"/>
                </a:cxn>
                <a:cxn ang="0">
                  <a:pos x="319" y="91"/>
                </a:cxn>
                <a:cxn ang="0">
                  <a:pos x="319" y="91"/>
                </a:cxn>
                <a:cxn ang="0">
                  <a:pos x="321" y="90"/>
                </a:cxn>
                <a:cxn ang="0">
                  <a:pos x="322" y="90"/>
                </a:cxn>
                <a:cxn ang="0">
                  <a:pos x="323" y="88"/>
                </a:cxn>
                <a:cxn ang="0">
                  <a:pos x="323" y="86"/>
                </a:cxn>
                <a:cxn ang="0">
                  <a:pos x="322" y="83"/>
                </a:cxn>
                <a:cxn ang="0">
                  <a:pos x="321" y="82"/>
                </a:cxn>
                <a:cxn ang="0">
                  <a:pos x="319" y="80"/>
                </a:cxn>
                <a:cxn ang="0">
                  <a:pos x="319" y="80"/>
                </a:cxn>
              </a:cxnLst>
              <a:rect l="0" t="0" r="r" b="b"/>
              <a:pathLst>
                <a:path w="323" h="91">
                  <a:moveTo>
                    <a:pt x="319" y="80"/>
                  </a:moveTo>
                  <a:lnTo>
                    <a:pt x="319" y="80"/>
                  </a:lnTo>
                  <a:lnTo>
                    <a:pt x="278" y="76"/>
                  </a:lnTo>
                  <a:lnTo>
                    <a:pt x="239" y="71"/>
                  </a:lnTo>
                  <a:lnTo>
                    <a:pt x="199" y="63"/>
                  </a:lnTo>
                  <a:lnTo>
                    <a:pt x="160" y="54"/>
                  </a:lnTo>
                  <a:lnTo>
                    <a:pt x="160" y="54"/>
                  </a:lnTo>
                  <a:lnTo>
                    <a:pt x="121" y="42"/>
                  </a:lnTo>
                  <a:lnTo>
                    <a:pt x="83" y="31"/>
                  </a:lnTo>
                  <a:lnTo>
                    <a:pt x="63" y="25"/>
                  </a:lnTo>
                  <a:lnTo>
                    <a:pt x="45" y="19"/>
                  </a:lnTo>
                  <a:lnTo>
                    <a:pt x="26" y="10"/>
                  </a:lnTo>
                  <a:lnTo>
                    <a:pt x="8" y="1"/>
                  </a:lnTo>
                  <a:lnTo>
                    <a:pt x="8" y="1"/>
                  </a:lnTo>
                  <a:lnTo>
                    <a:pt x="6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8"/>
                  </a:lnTo>
                  <a:lnTo>
                    <a:pt x="2" y="9"/>
                  </a:lnTo>
                  <a:lnTo>
                    <a:pt x="2" y="9"/>
                  </a:lnTo>
                  <a:lnTo>
                    <a:pt x="21" y="19"/>
                  </a:lnTo>
                  <a:lnTo>
                    <a:pt x="41" y="27"/>
                  </a:lnTo>
                  <a:lnTo>
                    <a:pt x="59" y="33"/>
                  </a:lnTo>
                  <a:lnTo>
                    <a:pt x="79" y="39"/>
                  </a:lnTo>
                  <a:lnTo>
                    <a:pt x="118" y="51"/>
                  </a:lnTo>
                  <a:lnTo>
                    <a:pt x="157" y="62"/>
                  </a:lnTo>
                  <a:lnTo>
                    <a:pt x="157" y="62"/>
                  </a:lnTo>
                  <a:lnTo>
                    <a:pt x="177" y="68"/>
                  </a:lnTo>
                  <a:lnTo>
                    <a:pt x="197" y="72"/>
                  </a:lnTo>
                  <a:lnTo>
                    <a:pt x="217" y="77"/>
                  </a:lnTo>
                  <a:lnTo>
                    <a:pt x="237" y="80"/>
                  </a:lnTo>
                  <a:lnTo>
                    <a:pt x="277" y="87"/>
                  </a:lnTo>
                  <a:lnTo>
                    <a:pt x="319" y="91"/>
                  </a:lnTo>
                  <a:lnTo>
                    <a:pt x="319" y="91"/>
                  </a:lnTo>
                  <a:lnTo>
                    <a:pt x="321" y="90"/>
                  </a:lnTo>
                  <a:lnTo>
                    <a:pt x="322" y="90"/>
                  </a:lnTo>
                  <a:lnTo>
                    <a:pt x="323" y="88"/>
                  </a:lnTo>
                  <a:lnTo>
                    <a:pt x="323" y="86"/>
                  </a:lnTo>
                  <a:lnTo>
                    <a:pt x="322" y="83"/>
                  </a:lnTo>
                  <a:lnTo>
                    <a:pt x="321" y="82"/>
                  </a:lnTo>
                  <a:lnTo>
                    <a:pt x="319" y="80"/>
                  </a:lnTo>
                  <a:lnTo>
                    <a:pt x="319" y="8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1" name="Freeform 387"/>
            <p:cNvSpPr/>
            <p:nvPr>
              <p:custDataLst>
                <p:tags r:id="rId37"/>
              </p:custDataLst>
            </p:nvPr>
          </p:nvSpPr>
          <p:spPr bwMode="auto">
            <a:xfrm>
              <a:off x="4708525" y="3362325"/>
              <a:ext cx="158750" cy="50800"/>
            </a:xfrm>
            <a:custGeom>
              <a:avLst/>
              <a:gdLst/>
              <a:ahLst/>
              <a:cxnLst>
                <a:cxn ang="0">
                  <a:pos x="294" y="84"/>
                </a:cxn>
                <a:cxn ang="0">
                  <a:pos x="294" y="84"/>
                </a:cxn>
                <a:cxn ang="0">
                  <a:pos x="290" y="85"/>
                </a:cxn>
                <a:cxn ang="0">
                  <a:pos x="287" y="85"/>
                </a:cxn>
                <a:cxn ang="0">
                  <a:pos x="282" y="83"/>
                </a:cxn>
                <a:cxn ang="0">
                  <a:pos x="278" y="79"/>
                </a:cxn>
                <a:cxn ang="0">
                  <a:pos x="273" y="76"/>
                </a:cxn>
                <a:cxn ang="0">
                  <a:pos x="273" y="76"/>
                </a:cxn>
                <a:cxn ang="0">
                  <a:pos x="266" y="72"/>
                </a:cxn>
                <a:cxn ang="0">
                  <a:pos x="257" y="69"/>
                </a:cxn>
                <a:cxn ang="0">
                  <a:pos x="240" y="63"/>
                </a:cxn>
                <a:cxn ang="0">
                  <a:pos x="240" y="63"/>
                </a:cxn>
                <a:cxn ang="0">
                  <a:pos x="222" y="58"/>
                </a:cxn>
                <a:cxn ang="0">
                  <a:pos x="205" y="52"/>
                </a:cxn>
                <a:cxn ang="0">
                  <a:pos x="169" y="45"/>
                </a:cxn>
                <a:cxn ang="0">
                  <a:pos x="169" y="45"/>
                </a:cxn>
                <a:cxn ang="0">
                  <a:pos x="128" y="36"/>
                </a:cxn>
                <a:cxn ang="0">
                  <a:pos x="87" y="25"/>
                </a:cxn>
                <a:cxn ang="0">
                  <a:pos x="67" y="20"/>
                </a:cxn>
                <a:cxn ang="0">
                  <a:pos x="47" y="14"/>
                </a:cxn>
                <a:cxn ang="0">
                  <a:pos x="27" y="8"/>
                </a:cxn>
                <a:cxn ang="0">
                  <a:pos x="7" y="0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1" y="2"/>
                </a:cxn>
                <a:cxn ang="0">
                  <a:pos x="0" y="4"/>
                </a:cxn>
                <a:cxn ang="0">
                  <a:pos x="0" y="6"/>
                </a:cxn>
                <a:cxn ang="0">
                  <a:pos x="1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23" y="16"/>
                </a:cxn>
                <a:cxn ang="0">
                  <a:pos x="43" y="23"/>
                </a:cxn>
                <a:cxn ang="0">
                  <a:pos x="63" y="30"/>
                </a:cxn>
                <a:cxn ang="0">
                  <a:pos x="84" y="35"/>
                </a:cxn>
                <a:cxn ang="0">
                  <a:pos x="125" y="44"/>
                </a:cxn>
                <a:cxn ang="0">
                  <a:pos x="167" y="54"/>
                </a:cxn>
                <a:cxn ang="0">
                  <a:pos x="167" y="54"/>
                </a:cxn>
                <a:cxn ang="0">
                  <a:pos x="210" y="65"/>
                </a:cxn>
                <a:cxn ang="0">
                  <a:pos x="232" y="70"/>
                </a:cxn>
                <a:cxn ang="0">
                  <a:pos x="253" y="78"/>
                </a:cxn>
                <a:cxn ang="0">
                  <a:pos x="253" y="78"/>
                </a:cxn>
                <a:cxn ang="0">
                  <a:pos x="263" y="83"/>
                </a:cxn>
                <a:cxn ang="0">
                  <a:pos x="274" y="90"/>
                </a:cxn>
                <a:cxn ang="0">
                  <a:pos x="279" y="93"/>
                </a:cxn>
                <a:cxn ang="0">
                  <a:pos x="285" y="95"/>
                </a:cxn>
                <a:cxn ang="0">
                  <a:pos x="290" y="95"/>
                </a:cxn>
                <a:cxn ang="0">
                  <a:pos x="296" y="94"/>
                </a:cxn>
                <a:cxn ang="0">
                  <a:pos x="296" y="94"/>
                </a:cxn>
                <a:cxn ang="0">
                  <a:pos x="298" y="93"/>
                </a:cxn>
                <a:cxn ang="0">
                  <a:pos x="299" y="92"/>
                </a:cxn>
                <a:cxn ang="0">
                  <a:pos x="299" y="87"/>
                </a:cxn>
                <a:cxn ang="0">
                  <a:pos x="298" y="86"/>
                </a:cxn>
                <a:cxn ang="0">
                  <a:pos x="297" y="84"/>
                </a:cxn>
                <a:cxn ang="0">
                  <a:pos x="296" y="84"/>
                </a:cxn>
                <a:cxn ang="0">
                  <a:pos x="294" y="84"/>
                </a:cxn>
                <a:cxn ang="0">
                  <a:pos x="294" y="84"/>
                </a:cxn>
              </a:cxnLst>
              <a:rect l="0" t="0" r="r" b="b"/>
              <a:pathLst>
                <a:path w="299" h="95">
                  <a:moveTo>
                    <a:pt x="294" y="84"/>
                  </a:moveTo>
                  <a:lnTo>
                    <a:pt x="294" y="84"/>
                  </a:lnTo>
                  <a:lnTo>
                    <a:pt x="290" y="85"/>
                  </a:lnTo>
                  <a:lnTo>
                    <a:pt x="287" y="85"/>
                  </a:lnTo>
                  <a:lnTo>
                    <a:pt x="282" y="83"/>
                  </a:lnTo>
                  <a:lnTo>
                    <a:pt x="278" y="79"/>
                  </a:lnTo>
                  <a:lnTo>
                    <a:pt x="273" y="76"/>
                  </a:lnTo>
                  <a:lnTo>
                    <a:pt x="273" y="76"/>
                  </a:lnTo>
                  <a:lnTo>
                    <a:pt x="266" y="72"/>
                  </a:lnTo>
                  <a:lnTo>
                    <a:pt x="257" y="69"/>
                  </a:lnTo>
                  <a:lnTo>
                    <a:pt x="240" y="63"/>
                  </a:lnTo>
                  <a:lnTo>
                    <a:pt x="240" y="63"/>
                  </a:lnTo>
                  <a:lnTo>
                    <a:pt x="222" y="58"/>
                  </a:lnTo>
                  <a:lnTo>
                    <a:pt x="205" y="52"/>
                  </a:lnTo>
                  <a:lnTo>
                    <a:pt x="169" y="45"/>
                  </a:lnTo>
                  <a:lnTo>
                    <a:pt x="169" y="45"/>
                  </a:lnTo>
                  <a:lnTo>
                    <a:pt x="128" y="36"/>
                  </a:lnTo>
                  <a:lnTo>
                    <a:pt x="87" y="25"/>
                  </a:lnTo>
                  <a:lnTo>
                    <a:pt x="67" y="20"/>
                  </a:lnTo>
                  <a:lnTo>
                    <a:pt x="47" y="14"/>
                  </a:lnTo>
                  <a:lnTo>
                    <a:pt x="27" y="8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1" y="7"/>
                  </a:lnTo>
                  <a:lnTo>
                    <a:pt x="3" y="8"/>
                  </a:lnTo>
                  <a:lnTo>
                    <a:pt x="3" y="8"/>
                  </a:lnTo>
                  <a:lnTo>
                    <a:pt x="23" y="16"/>
                  </a:lnTo>
                  <a:lnTo>
                    <a:pt x="43" y="23"/>
                  </a:lnTo>
                  <a:lnTo>
                    <a:pt x="63" y="30"/>
                  </a:lnTo>
                  <a:lnTo>
                    <a:pt x="84" y="35"/>
                  </a:lnTo>
                  <a:lnTo>
                    <a:pt x="125" y="44"/>
                  </a:lnTo>
                  <a:lnTo>
                    <a:pt x="167" y="54"/>
                  </a:lnTo>
                  <a:lnTo>
                    <a:pt x="167" y="54"/>
                  </a:lnTo>
                  <a:lnTo>
                    <a:pt x="210" y="65"/>
                  </a:lnTo>
                  <a:lnTo>
                    <a:pt x="232" y="70"/>
                  </a:lnTo>
                  <a:lnTo>
                    <a:pt x="253" y="78"/>
                  </a:lnTo>
                  <a:lnTo>
                    <a:pt x="253" y="78"/>
                  </a:lnTo>
                  <a:lnTo>
                    <a:pt x="263" y="83"/>
                  </a:lnTo>
                  <a:lnTo>
                    <a:pt x="274" y="90"/>
                  </a:lnTo>
                  <a:lnTo>
                    <a:pt x="279" y="93"/>
                  </a:lnTo>
                  <a:lnTo>
                    <a:pt x="285" y="95"/>
                  </a:lnTo>
                  <a:lnTo>
                    <a:pt x="290" y="95"/>
                  </a:lnTo>
                  <a:lnTo>
                    <a:pt x="296" y="94"/>
                  </a:lnTo>
                  <a:lnTo>
                    <a:pt x="296" y="94"/>
                  </a:lnTo>
                  <a:lnTo>
                    <a:pt x="298" y="93"/>
                  </a:lnTo>
                  <a:lnTo>
                    <a:pt x="299" y="92"/>
                  </a:lnTo>
                  <a:lnTo>
                    <a:pt x="299" y="87"/>
                  </a:lnTo>
                  <a:lnTo>
                    <a:pt x="298" y="86"/>
                  </a:lnTo>
                  <a:lnTo>
                    <a:pt x="297" y="84"/>
                  </a:lnTo>
                  <a:lnTo>
                    <a:pt x="296" y="84"/>
                  </a:lnTo>
                  <a:lnTo>
                    <a:pt x="294" y="84"/>
                  </a:lnTo>
                  <a:lnTo>
                    <a:pt x="294" y="8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2" name="Freeform 388"/>
            <p:cNvSpPr/>
            <p:nvPr>
              <p:custDataLst>
                <p:tags r:id="rId38"/>
              </p:custDataLst>
            </p:nvPr>
          </p:nvSpPr>
          <p:spPr bwMode="auto">
            <a:xfrm>
              <a:off x="4737100" y="3335338"/>
              <a:ext cx="131763" cy="30163"/>
            </a:xfrm>
            <a:custGeom>
              <a:avLst/>
              <a:gdLst/>
              <a:ahLst/>
              <a:cxnLst>
                <a:cxn ang="0">
                  <a:pos x="246" y="48"/>
                </a:cxn>
                <a:cxn ang="0">
                  <a:pos x="214" y="44"/>
                </a:cxn>
                <a:cxn ang="0">
                  <a:pos x="148" y="32"/>
                </a:cxn>
                <a:cxn ang="0">
                  <a:pos x="116" y="25"/>
                </a:cxn>
                <a:cxn ang="0">
                  <a:pos x="88" y="20"/>
                </a:cxn>
                <a:cxn ang="0">
                  <a:pos x="60" y="18"/>
                </a:cxn>
                <a:cxn ang="0">
                  <a:pos x="36" y="12"/>
                </a:cxn>
                <a:cxn ang="0">
                  <a:pos x="13" y="6"/>
                </a:cxn>
                <a:cxn ang="0">
                  <a:pos x="14" y="5"/>
                </a:cxn>
                <a:cxn ang="0">
                  <a:pos x="13" y="3"/>
                </a:cxn>
                <a:cxn ang="0">
                  <a:pos x="11" y="1"/>
                </a:cxn>
                <a:cxn ang="0">
                  <a:pos x="7" y="1"/>
                </a:cxn>
                <a:cxn ang="0">
                  <a:pos x="5" y="3"/>
                </a:cxn>
                <a:cxn ang="0">
                  <a:pos x="4" y="5"/>
                </a:cxn>
                <a:cxn ang="0">
                  <a:pos x="1" y="6"/>
                </a:cxn>
                <a:cxn ang="0">
                  <a:pos x="0" y="9"/>
                </a:cxn>
                <a:cxn ang="0">
                  <a:pos x="2" y="13"/>
                </a:cxn>
                <a:cxn ang="0">
                  <a:pos x="4" y="14"/>
                </a:cxn>
                <a:cxn ang="0">
                  <a:pos x="21" y="19"/>
                </a:cxn>
                <a:cxn ang="0">
                  <a:pos x="32" y="24"/>
                </a:cxn>
                <a:cxn ang="0">
                  <a:pos x="38" y="25"/>
                </a:cxn>
                <a:cxn ang="0">
                  <a:pos x="60" y="27"/>
                </a:cxn>
                <a:cxn ang="0">
                  <a:pos x="96" y="31"/>
                </a:cxn>
                <a:cxn ang="0">
                  <a:pos x="131" y="38"/>
                </a:cxn>
                <a:cxn ang="0">
                  <a:pos x="159" y="44"/>
                </a:cxn>
                <a:cxn ang="0">
                  <a:pos x="218" y="55"/>
                </a:cxn>
                <a:cxn ang="0">
                  <a:pos x="246" y="57"/>
                </a:cxn>
                <a:cxn ang="0">
                  <a:pos x="248" y="57"/>
                </a:cxn>
                <a:cxn ang="0">
                  <a:pos x="251" y="54"/>
                </a:cxn>
                <a:cxn ang="0">
                  <a:pos x="251" y="51"/>
                </a:cxn>
                <a:cxn ang="0">
                  <a:pos x="248" y="48"/>
                </a:cxn>
                <a:cxn ang="0">
                  <a:pos x="246" y="48"/>
                </a:cxn>
              </a:cxnLst>
              <a:rect l="0" t="0" r="r" b="b"/>
              <a:pathLst>
                <a:path w="251" h="57">
                  <a:moveTo>
                    <a:pt x="246" y="48"/>
                  </a:moveTo>
                  <a:lnTo>
                    <a:pt x="246" y="48"/>
                  </a:lnTo>
                  <a:lnTo>
                    <a:pt x="230" y="46"/>
                  </a:lnTo>
                  <a:lnTo>
                    <a:pt x="214" y="44"/>
                  </a:lnTo>
                  <a:lnTo>
                    <a:pt x="181" y="39"/>
                  </a:lnTo>
                  <a:lnTo>
                    <a:pt x="148" y="32"/>
                  </a:lnTo>
                  <a:lnTo>
                    <a:pt x="116" y="25"/>
                  </a:lnTo>
                  <a:lnTo>
                    <a:pt x="116" y="25"/>
                  </a:lnTo>
                  <a:lnTo>
                    <a:pt x="102" y="22"/>
                  </a:lnTo>
                  <a:lnTo>
                    <a:pt x="88" y="20"/>
                  </a:lnTo>
                  <a:lnTo>
                    <a:pt x="60" y="18"/>
                  </a:lnTo>
                  <a:lnTo>
                    <a:pt x="60" y="18"/>
                  </a:lnTo>
                  <a:lnTo>
                    <a:pt x="48" y="15"/>
                  </a:lnTo>
                  <a:lnTo>
                    <a:pt x="36" y="12"/>
                  </a:lnTo>
                  <a:lnTo>
                    <a:pt x="25" y="9"/>
                  </a:lnTo>
                  <a:lnTo>
                    <a:pt x="13" y="6"/>
                  </a:lnTo>
                  <a:lnTo>
                    <a:pt x="13" y="6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3" y="3"/>
                  </a:lnTo>
                  <a:lnTo>
                    <a:pt x="12" y="1"/>
                  </a:lnTo>
                  <a:lnTo>
                    <a:pt x="11" y="1"/>
                  </a:lnTo>
                  <a:lnTo>
                    <a:pt x="9" y="0"/>
                  </a:lnTo>
                  <a:lnTo>
                    <a:pt x="7" y="1"/>
                  </a:lnTo>
                  <a:lnTo>
                    <a:pt x="6" y="1"/>
                  </a:lnTo>
                  <a:lnTo>
                    <a:pt x="5" y="3"/>
                  </a:lnTo>
                  <a:lnTo>
                    <a:pt x="4" y="5"/>
                  </a:lnTo>
                  <a:lnTo>
                    <a:pt x="4" y="5"/>
                  </a:lnTo>
                  <a:lnTo>
                    <a:pt x="2" y="5"/>
                  </a:lnTo>
                  <a:lnTo>
                    <a:pt x="1" y="6"/>
                  </a:lnTo>
                  <a:lnTo>
                    <a:pt x="0" y="8"/>
                  </a:lnTo>
                  <a:lnTo>
                    <a:pt x="0" y="9"/>
                  </a:lnTo>
                  <a:lnTo>
                    <a:pt x="1" y="12"/>
                  </a:lnTo>
                  <a:lnTo>
                    <a:pt x="2" y="13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14" y="17"/>
                  </a:lnTo>
                  <a:lnTo>
                    <a:pt x="21" y="19"/>
                  </a:lnTo>
                  <a:lnTo>
                    <a:pt x="25" y="21"/>
                  </a:lnTo>
                  <a:lnTo>
                    <a:pt x="32" y="24"/>
                  </a:lnTo>
                  <a:lnTo>
                    <a:pt x="32" y="24"/>
                  </a:lnTo>
                  <a:lnTo>
                    <a:pt x="38" y="25"/>
                  </a:lnTo>
                  <a:lnTo>
                    <a:pt x="45" y="26"/>
                  </a:lnTo>
                  <a:lnTo>
                    <a:pt x="60" y="27"/>
                  </a:lnTo>
                  <a:lnTo>
                    <a:pt x="60" y="27"/>
                  </a:lnTo>
                  <a:lnTo>
                    <a:pt x="96" y="31"/>
                  </a:lnTo>
                  <a:lnTo>
                    <a:pt x="114" y="34"/>
                  </a:lnTo>
                  <a:lnTo>
                    <a:pt x="131" y="38"/>
                  </a:lnTo>
                  <a:lnTo>
                    <a:pt x="131" y="38"/>
                  </a:lnTo>
                  <a:lnTo>
                    <a:pt x="159" y="44"/>
                  </a:lnTo>
                  <a:lnTo>
                    <a:pt x="188" y="51"/>
                  </a:lnTo>
                  <a:lnTo>
                    <a:pt x="218" y="55"/>
                  </a:lnTo>
                  <a:lnTo>
                    <a:pt x="232" y="56"/>
                  </a:lnTo>
                  <a:lnTo>
                    <a:pt x="246" y="57"/>
                  </a:lnTo>
                  <a:lnTo>
                    <a:pt x="246" y="57"/>
                  </a:lnTo>
                  <a:lnTo>
                    <a:pt x="248" y="57"/>
                  </a:lnTo>
                  <a:lnTo>
                    <a:pt x="250" y="56"/>
                  </a:lnTo>
                  <a:lnTo>
                    <a:pt x="251" y="54"/>
                  </a:lnTo>
                  <a:lnTo>
                    <a:pt x="251" y="53"/>
                  </a:lnTo>
                  <a:lnTo>
                    <a:pt x="251" y="51"/>
                  </a:lnTo>
                  <a:lnTo>
                    <a:pt x="250" y="50"/>
                  </a:lnTo>
                  <a:lnTo>
                    <a:pt x="248" y="48"/>
                  </a:lnTo>
                  <a:lnTo>
                    <a:pt x="246" y="48"/>
                  </a:lnTo>
                  <a:lnTo>
                    <a:pt x="246" y="48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3" name="Freeform 389"/>
            <p:cNvSpPr/>
            <p:nvPr>
              <p:custDataLst>
                <p:tags r:id="rId39"/>
              </p:custDataLst>
            </p:nvPr>
          </p:nvSpPr>
          <p:spPr bwMode="auto">
            <a:xfrm>
              <a:off x="4838700" y="3271838"/>
              <a:ext cx="112713" cy="6350"/>
            </a:xfrm>
            <a:custGeom>
              <a:avLst/>
              <a:gdLst/>
              <a:ahLst/>
              <a:cxnLst>
                <a:cxn ang="0">
                  <a:pos x="209" y="0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7"/>
                </a:cxn>
                <a:cxn ang="0">
                  <a:pos x="1" y="8"/>
                </a:cxn>
                <a:cxn ang="0">
                  <a:pos x="3" y="9"/>
                </a:cxn>
                <a:cxn ang="0">
                  <a:pos x="5" y="11"/>
                </a:cxn>
                <a:cxn ang="0">
                  <a:pos x="209" y="11"/>
                </a:cxn>
                <a:cxn ang="0">
                  <a:pos x="209" y="11"/>
                </a:cxn>
                <a:cxn ang="0">
                  <a:pos x="211" y="9"/>
                </a:cxn>
                <a:cxn ang="0">
                  <a:pos x="212" y="8"/>
                </a:cxn>
                <a:cxn ang="0">
                  <a:pos x="213" y="7"/>
                </a:cxn>
                <a:cxn ang="0">
                  <a:pos x="213" y="5"/>
                </a:cxn>
                <a:cxn ang="0">
                  <a:pos x="213" y="3"/>
                </a:cxn>
                <a:cxn ang="0">
                  <a:pos x="212" y="2"/>
                </a:cxn>
                <a:cxn ang="0">
                  <a:pos x="211" y="1"/>
                </a:cxn>
                <a:cxn ang="0">
                  <a:pos x="209" y="0"/>
                </a:cxn>
                <a:cxn ang="0">
                  <a:pos x="209" y="0"/>
                </a:cxn>
              </a:cxnLst>
              <a:rect l="0" t="0" r="r" b="b"/>
              <a:pathLst>
                <a:path w="213" h="11">
                  <a:moveTo>
                    <a:pt x="209" y="0"/>
                  </a:moveTo>
                  <a:lnTo>
                    <a:pt x="5" y="0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8"/>
                  </a:lnTo>
                  <a:lnTo>
                    <a:pt x="3" y="9"/>
                  </a:lnTo>
                  <a:lnTo>
                    <a:pt x="5" y="11"/>
                  </a:lnTo>
                  <a:lnTo>
                    <a:pt x="209" y="11"/>
                  </a:lnTo>
                  <a:lnTo>
                    <a:pt x="209" y="11"/>
                  </a:lnTo>
                  <a:lnTo>
                    <a:pt x="211" y="9"/>
                  </a:lnTo>
                  <a:lnTo>
                    <a:pt x="212" y="8"/>
                  </a:lnTo>
                  <a:lnTo>
                    <a:pt x="213" y="7"/>
                  </a:lnTo>
                  <a:lnTo>
                    <a:pt x="213" y="5"/>
                  </a:lnTo>
                  <a:lnTo>
                    <a:pt x="213" y="3"/>
                  </a:lnTo>
                  <a:lnTo>
                    <a:pt x="212" y="2"/>
                  </a:lnTo>
                  <a:lnTo>
                    <a:pt x="211" y="1"/>
                  </a:lnTo>
                  <a:lnTo>
                    <a:pt x="209" y="0"/>
                  </a:lnTo>
                  <a:lnTo>
                    <a:pt x="209" y="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4" name="Freeform 390"/>
            <p:cNvSpPr/>
            <p:nvPr>
              <p:custDataLst>
                <p:tags r:id="rId40"/>
              </p:custDataLst>
            </p:nvPr>
          </p:nvSpPr>
          <p:spPr bwMode="auto">
            <a:xfrm>
              <a:off x="4260850" y="3252788"/>
              <a:ext cx="73025" cy="128588"/>
            </a:xfrm>
            <a:custGeom>
              <a:avLst/>
              <a:gdLst/>
              <a:ahLst/>
              <a:cxnLst>
                <a:cxn ang="0">
                  <a:pos x="127" y="2"/>
                </a:cxn>
                <a:cxn ang="0">
                  <a:pos x="127" y="2"/>
                </a:cxn>
                <a:cxn ang="0">
                  <a:pos x="93" y="60"/>
                </a:cxn>
                <a:cxn ang="0">
                  <a:pos x="61" y="118"/>
                </a:cxn>
                <a:cxn ang="0">
                  <a:pos x="30" y="177"/>
                </a:cxn>
                <a:cxn ang="0">
                  <a:pos x="15" y="207"/>
                </a:cxn>
                <a:cxn ang="0">
                  <a:pos x="0" y="237"/>
                </a:cxn>
                <a:cxn ang="0">
                  <a:pos x="0" y="237"/>
                </a:cxn>
                <a:cxn ang="0">
                  <a:pos x="0" y="239"/>
                </a:cxn>
                <a:cxn ang="0">
                  <a:pos x="0" y="241"/>
                </a:cxn>
                <a:cxn ang="0">
                  <a:pos x="2" y="243"/>
                </a:cxn>
                <a:cxn ang="0">
                  <a:pos x="4" y="244"/>
                </a:cxn>
                <a:cxn ang="0">
                  <a:pos x="7" y="244"/>
                </a:cxn>
                <a:cxn ang="0">
                  <a:pos x="8" y="243"/>
                </a:cxn>
                <a:cxn ang="0">
                  <a:pos x="9" y="242"/>
                </a:cxn>
                <a:cxn ang="0">
                  <a:pos x="9" y="242"/>
                </a:cxn>
                <a:cxn ang="0">
                  <a:pos x="23" y="211"/>
                </a:cxn>
                <a:cxn ang="0">
                  <a:pos x="39" y="182"/>
                </a:cxn>
                <a:cxn ang="0">
                  <a:pos x="70" y="123"/>
                </a:cxn>
                <a:cxn ang="0">
                  <a:pos x="102" y="65"/>
                </a:cxn>
                <a:cxn ang="0">
                  <a:pos x="136" y="7"/>
                </a:cxn>
                <a:cxn ang="0">
                  <a:pos x="136" y="7"/>
                </a:cxn>
                <a:cxn ang="0">
                  <a:pos x="136" y="5"/>
                </a:cxn>
                <a:cxn ang="0">
                  <a:pos x="136" y="3"/>
                </a:cxn>
                <a:cxn ang="0">
                  <a:pos x="135" y="2"/>
                </a:cxn>
                <a:cxn ang="0">
                  <a:pos x="134" y="1"/>
                </a:cxn>
                <a:cxn ang="0">
                  <a:pos x="131" y="0"/>
                </a:cxn>
                <a:cxn ang="0">
                  <a:pos x="130" y="0"/>
                </a:cxn>
                <a:cxn ang="0">
                  <a:pos x="128" y="1"/>
                </a:cxn>
                <a:cxn ang="0">
                  <a:pos x="127" y="2"/>
                </a:cxn>
                <a:cxn ang="0">
                  <a:pos x="127" y="2"/>
                </a:cxn>
              </a:cxnLst>
              <a:rect l="0" t="0" r="r" b="b"/>
              <a:pathLst>
                <a:path w="136" h="244">
                  <a:moveTo>
                    <a:pt x="127" y="2"/>
                  </a:moveTo>
                  <a:lnTo>
                    <a:pt x="127" y="2"/>
                  </a:lnTo>
                  <a:lnTo>
                    <a:pt x="93" y="60"/>
                  </a:lnTo>
                  <a:lnTo>
                    <a:pt x="61" y="118"/>
                  </a:lnTo>
                  <a:lnTo>
                    <a:pt x="30" y="177"/>
                  </a:lnTo>
                  <a:lnTo>
                    <a:pt x="15" y="207"/>
                  </a:lnTo>
                  <a:lnTo>
                    <a:pt x="0" y="237"/>
                  </a:lnTo>
                  <a:lnTo>
                    <a:pt x="0" y="237"/>
                  </a:lnTo>
                  <a:lnTo>
                    <a:pt x="0" y="239"/>
                  </a:lnTo>
                  <a:lnTo>
                    <a:pt x="0" y="241"/>
                  </a:lnTo>
                  <a:lnTo>
                    <a:pt x="2" y="243"/>
                  </a:lnTo>
                  <a:lnTo>
                    <a:pt x="4" y="244"/>
                  </a:lnTo>
                  <a:lnTo>
                    <a:pt x="7" y="244"/>
                  </a:lnTo>
                  <a:lnTo>
                    <a:pt x="8" y="243"/>
                  </a:lnTo>
                  <a:lnTo>
                    <a:pt x="9" y="242"/>
                  </a:lnTo>
                  <a:lnTo>
                    <a:pt x="9" y="242"/>
                  </a:lnTo>
                  <a:lnTo>
                    <a:pt x="23" y="211"/>
                  </a:lnTo>
                  <a:lnTo>
                    <a:pt x="39" y="182"/>
                  </a:lnTo>
                  <a:lnTo>
                    <a:pt x="70" y="123"/>
                  </a:lnTo>
                  <a:lnTo>
                    <a:pt x="102" y="65"/>
                  </a:lnTo>
                  <a:lnTo>
                    <a:pt x="136" y="7"/>
                  </a:lnTo>
                  <a:lnTo>
                    <a:pt x="136" y="7"/>
                  </a:lnTo>
                  <a:lnTo>
                    <a:pt x="136" y="5"/>
                  </a:lnTo>
                  <a:lnTo>
                    <a:pt x="136" y="3"/>
                  </a:lnTo>
                  <a:lnTo>
                    <a:pt x="135" y="2"/>
                  </a:lnTo>
                  <a:lnTo>
                    <a:pt x="134" y="1"/>
                  </a:lnTo>
                  <a:lnTo>
                    <a:pt x="131" y="0"/>
                  </a:lnTo>
                  <a:lnTo>
                    <a:pt x="130" y="0"/>
                  </a:lnTo>
                  <a:lnTo>
                    <a:pt x="128" y="1"/>
                  </a:lnTo>
                  <a:lnTo>
                    <a:pt x="127" y="2"/>
                  </a:lnTo>
                  <a:lnTo>
                    <a:pt x="127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5" name="Freeform 391"/>
            <p:cNvSpPr/>
            <p:nvPr>
              <p:custDataLst>
                <p:tags r:id="rId41"/>
              </p:custDataLst>
            </p:nvPr>
          </p:nvSpPr>
          <p:spPr bwMode="auto">
            <a:xfrm>
              <a:off x="4311650" y="3292475"/>
              <a:ext cx="50800" cy="82550"/>
            </a:xfrm>
            <a:custGeom>
              <a:avLst/>
              <a:gdLst/>
              <a:ahLst/>
              <a:cxnLst>
                <a:cxn ang="0">
                  <a:pos x="90" y="3"/>
                </a:cxn>
                <a:cxn ang="0">
                  <a:pos x="90" y="3"/>
                </a:cxn>
                <a:cxn ang="0">
                  <a:pos x="45" y="75"/>
                </a:cxn>
                <a:cxn ang="0">
                  <a:pos x="23" y="111"/>
                </a:cxn>
                <a:cxn ang="0">
                  <a:pos x="1" y="148"/>
                </a:cxn>
                <a:cxn ang="0">
                  <a:pos x="1" y="148"/>
                </a:cxn>
                <a:cxn ang="0">
                  <a:pos x="0" y="150"/>
                </a:cxn>
                <a:cxn ang="0">
                  <a:pos x="1" y="151"/>
                </a:cxn>
                <a:cxn ang="0">
                  <a:pos x="2" y="153"/>
                </a:cxn>
                <a:cxn ang="0">
                  <a:pos x="3" y="154"/>
                </a:cxn>
                <a:cxn ang="0">
                  <a:pos x="4" y="154"/>
                </a:cxn>
                <a:cxn ang="0">
                  <a:pos x="6" y="154"/>
                </a:cxn>
                <a:cxn ang="0">
                  <a:pos x="9" y="154"/>
                </a:cxn>
                <a:cxn ang="0">
                  <a:pos x="10" y="152"/>
                </a:cxn>
                <a:cxn ang="0">
                  <a:pos x="10" y="152"/>
                </a:cxn>
                <a:cxn ang="0">
                  <a:pos x="31" y="116"/>
                </a:cxn>
                <a:cxn ang="0">
                  <a:pos x="53" y="80"/>
                </a:cxn>
                <a:cxn ang="0">
                  <a:pos x="98" y="8"/>
                </a:cxn>
                <a:cxn ang="0">
                  <a:pos x="98" y="8"/>
                </a:cxn>
                <a:cxn ang="0">
                  <a:pos x="98" y="6"/>
                </a:cxn>
                <a:cxn ang="0">
                  <a:pos x="98" y="4"/>
                </a:cxn>
                <a:cxn ang="0">
                  <a:pos x="97" y="3"/>
                </a:cxn>
                <a:cxn ang="0">
                  <a:pos x="96" y="0"/>
                </a:cxn>
                <a:cxn ang="0">
                  <a:pos x="94" y="0"/>
                </a:cxn>
                <a:cxn ang="0">
                  <a:pos x="93" y="0"/>
                </a:cxn>
                <a:cxn ang="0">
                  <a:pos x="91" y="0"/>
                </a:cxn>
                <a:cxn ang="0">
                  <a:pos x="90" y="3"/>
                </a:cxn>
                <a:cxn ang="0">
                  <a:pos x="90" y="3"/>
                </a:cxn>
              </a:cxnLst>
              <a:rect l="0" t="0" r="r" b="b"/>
              <a:pathLst>
                <a:path w="98" h="154">
                  <a:moveTo>
                    <a:pt x="90" y="3"/>
                  </a:moveTo>
                  <a:lnTo>
                    <a:pt x="90" y="3"/>
                  </a:lnTo>
                  <a:lnTo>
                    <a:pt x="45" y="75"/>
                  </a:lnTo>
                  <a:lnTo>
                    <a:pt x="23" y="111"/>
                  </a:lnTo>
                  <a:lnTo>
                    <a:pt x="1" y="148"/>
                  </a:lnTo>
                  <a:lnTo>
                    <a:pt x="1" y="148"/>
                  </a:lnTo>
                  <a:lnTo>
                    <a:pt x="0" y="150"/>
                  </a:lnTo>
                  <a:lnTo>
                    <a:pt x="1" y="151"/>
                  </a:lnTo>
                  <a:lnTo>
                    <a:pt x="2" y="153"/>
                  </a:lnTo>
                  <a:lnTo>
                    <a:pt x="3" y="154"/>
                  </a:lnTo>
                  <a:lnTo>
                    <a:pt x="4" y="154"/>
                  </a:lnTo>
                  <a:lnTo>
                    <a:pt x="6" y="154"/>
                  </a:lnTo>
                  <a:lnTo>
                    <a:pt x="9" y="154"/>
                  </a:lnTo>
                  <a:lnTo>
                    <a:pt x="10" y="152"/>
                  </a:lnTo>
                  <a:lnTo>
                    <a:pt x="10" y="152"/>
                  </a:lnTo>
                  <a:lnTo>
                    <a:pt x="31" y="116"/>
                  </a:lnTo>
                  <a:lnTo>
                    <a:pt x="53" y="80"/>
                  </a:lnTo>
                  <a:lnTo>
                    <a:pt x="98" y="8"/>
                  </a:lnTo>
                  <a:lnTo>
                    <a:pt x="98" y="8"/>
                  </a:lnTo>
                  <a:lnTo>
                    <a:pt x="98" y="6"/>
                  </a:lnTo>
                  <a:lnTo>
                    <a:pt x="98" y="4"/>
                  </a:lnTo>
                  <a:lnTo>
                    <a:pt x="97" y="3"/>
                  </a:lnTo>
                  <a:lnTo>
                    <a:pt x="96" y="0"/>
                  </a:lnTo>
                  <a:lnTo>
                    <a:pt x="94" y="0"/>
                  </a:lnTo>
                  <a:lnTo>
                    <a:pt x="93" y="0"/>
                  </a:lnTo>
                  <a:lnTo>
                    <a:pt x="91" y="0"/>
                  </a:lnTo>
                  <a:lnTo>
                    <a:pt x="90" y="3"/>
                  </a:lnTo>
                  <a:lnTo>
                    <a:pt x="90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6" name="Freeform 392"/>
            <p:cNvSpPr/>
            <p:nvPr>
              <p:custDataLst>
                <p:tags r:id="rId42"/>
              </p:custDataLst>
            </p:nvPr>
          </p:nvSpPr>
          <p:spPr bwMode="auto">
            <a:xfrm>
              <a:off x="4529138" y="3536950"/>
              <a:ext cx="41275" cy="85725"/>
            </a:xfrm>
            <a:custGeom>
              <a:avLst/>
              <a:gdLst/>
              <a:ahLst/>
              <a:cxnLst>
                <a:cxn ang="0">
                  <a:pos x="71" y="3"/>
                </a:cxn>
                <a:cxn ang="0">
                  <a:pos x="71" y="3"/>
                </a:cxn>
                <a:cxn ang="0">
                  <a:pos x="52" y="40"/>
                </a:cxn>
                <a:cxn ang="0">
                  <a:pos x="33" y="79"/>
                </a:cxn>
                <a:cxn ang="0">
                  <a:pos x="17" y="117"/>
                </a:cxn>
                <a:cxn ang="0">
                  <a:pos x="0" y="156"/>
                </a:cxn>
                <a:cxn ang="0">
                  <a:pos x="0" y="156"/>
                </a:cxn>
                <a:cxn ang="0">
                  <a:pos x="0" y="158"/>
                </a:cxn>
                <a:cxn ang="0">
                  <a:pos x="1" y="159"/>
                </a:cxn>
                <a:cxn ang="0">
                  <a:pos x="2" y="160"/>
                </a:cxn>
                <a:cxn ang="0">
                  <a:pos x="3" y="161"/>
                </a:cxn>
                <a:cxn ang="0">
                  <a:pos x="8" y="161"/>
                </a:cxn>
                <a:cxn ang="0">
                  <a:pos x="9" y="160"/>
                </a:cxn>
                <a:cxn ang="0">
                  <a:pos x="10" y="158"/>
                </a:cxn>
                <a:cxn ang="0">
                  <a:pos x="10" y="158"/>
                </a:cxn>
                <a:cxn ang="0">
                  <a:pos x="25" y="120"/>
                </a:cxn>
                <a:cxn ang="0">
                  <a:pos x="43" y="82"/>
                </a:cxn>
                <a:cxn ang="0">
                  <a:pos x="60" y="45"/>
                </a:cxn>
                <a:cxn ang="0">
                  <a:pos x="79" y="7"/>
                </a:cxn>
                <a:cxn ang="0">
                  <a:pos x="79" y="7"/>
                </a:cxn>
                <a:cxn ang="0">
                  <a:pos x="80" y="5"/>
                </a:cxn>
                <a:cxn ang="0">
                  <a:pos x="79" y="4"/>
                </a:cxn>
                <a:cxn ang="0">
                  <a:pos x="78" y="2"/>
                </a:cxn>
                <a:cxn ang="0">
                  <a:pos x="77" y="1"/>
                </a:cxn>
                <a:cxn ang="0">
                  <a:pos x="76" y="0"/>
                </a:cxn>
                <a:cxn ang="0">
                  <a:pos x="74" y="0"/>
                </a:cxn>
                <a:cxn ang="0">
                  <a:pos x="72" y="1"/>
                </a:cxn>
                <a:cxn ang="0">
                  <a:pos x="71" y="3"/>
                </a:cxn>
                <a:cxn ang="0">
                  <a:pos x="71" y="3"/>
                </a:cxn>
              </a:cxnLst>
              <a:rect l="0" t="0" r="r" b="b"/>
              <a:pathLst>
                <a:path w="80" h="161">
                  <a:moveTo>
                    <a:pt x="71" y="3"/>
                  </a:moveTo>
                  <a:lnTo>
                    <a:pt x="71" y="3"/>
                  </a:lnTo>
                  <a:lnTo>
                    <a:pt x="52" y="40"/>
                  </a:lnTo>
                  <a:lnTo>
                    <a:pt x="33" y="79"/>
                  </a:lnTo>
                  <a:lnTo>
                    <a:pt x="17" y="117"/>
                  </a:lnTo>
                  <a:lnTo>
                    <a:pt x="0" y="156"/>
                  </a:lnTo>
                  <a:lnTo>
                    <a:pt x="0" y="156"/>
                  </a:lnTo>
                  <a:lnTo>
                    <a:pt x="0" y="158"/>
                  </a:lnTo>
                  <a:lnTo>
                    <a:pt x="1" y="159"/>
                  </a:lnTo>
                  <a:lnTo>
                    <a:pt x="2" y="160"/>
                  </a:lnTo>
                  <a:lnTo>
                    <a:pt x="3" y="161"/>
                  </a:lnTo>
                  <a:lnTo>
                    <a:pt x="8" y="161"/>
                  </a:lnTo>
                  <a:lnTo>
                    <a:pt x="9" y="160"/>
                  </a:lnTo>
                  <a:lnTo>
                    <a:pt x="10" y="158"/>
                  </a:lnTo>
                  <a:lnTo>
                    <a:pt x="10" y="158"/>
                  </a:lnTo>
                  <a:lnTo>
                    <a:pt x="25" y="120"/>
                  </a:lnTo>
                  <a:lnTo>
                    <a:pt x="43" y="82"/>
                  </a:lnTo>
                  <a:lnTo>
                    <a:pt x="60" y="45"/>
                  </a:lnTo>
                  <a:lnTo>
                    <a:pt x="79" y="7"/>
                  </a:lnTo>
                  <a:lnTo>
                    <a:pt x="79" y="7"/>
                  </a:lnTo>
                  <a:lnTo>
                    <a:pt x="80" y="5"/>
                  </a:lnTo>
                  <a:lnTo>
                    <a:pt x="79" y="4"/>
                  </a:lnTo>
                  <a:lnTo>
                    <a:pt x="78" y="2"/>
                  </a:lnTo>
                  <a:lnTo>
                    <a:pt x="77" y="1"/>
                  </a:lnTo>
                  <a:lnTo>
                    <a:pt x="76" y="0"/>
                  </a:lnTo>
                  <a:lnTo>
                    <a:pt x="74" y="0"/>
                  </a:lnTo>
                  <a:lnTo>
                    <a:pt x="72" y="1"/>
                  </a:lnTo>
                  <a:lnTo>
                    <a:pt x="71" y="3"/>
                  </a:lnTo>
                  <a:lnTo>
                    <a:pt x="71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7" name="Freeform 393"/>
            <p:cNvSpPr/>
            <p:nvPr>
              <p:custDataLst>
                <p:tags r:id="rId43"/>
              </p:custDataLst>
            </p:nvPr>
          </p:nvSpPr>
          <p:spPr bwMode="auto">
            <a:xfrm>
              <a:off x="4592638" y="3511550"/>
              <a:ext cx="31750" cy="57150"/>
            </a:xfrm>
            <a:custGeom>
              <a:avLst/>
              <a:gdLst/>
              <a:ahLst/>
              <a:cxnLst>
                <a:cxn ang="0">
                  <a:pos x="51" y="4"/>
                </a:cxn>
                <a:cxn ang="0">
                  <a:pos x="51" y="4"/>
                </a:cxn>
                <a:cxn ang="0">
                  <a:pos x="50" y="10"/>
                </a:cxn>
                <a:cxn ang="0">
                  <a:pos x="49" y="17"/>
                </a:cxn>
                <a:cxn ang="0">
                  <a:pos x="43" y="30"/>
                </a:cxn>
                <a:cxn ang="0">
                  <a:pos x="29" y="53"/>
                </a:cxn>
                <a:cxn ang="0">
                  <a:pos x="29" y="53"/>
                </a:cxn>
                <a:cxn ang="0">
                  <a:pos x="16" y="78"/>
                </a:cxn>
                <a:cxn ang="0">
                  <a:pos x="1" y="103"/>
                </a:cxn>
                <a:cxn ang="0">
                  <a:pos x="1" y="103"/>
                </a:cxn>
                <a:cxn ang="0">
                  <a:pos x="0" y="104"/>
                </a:cxn>
                <a:cxn ang="0">
                  <a:pos x="1" y="106"/>
                </a:cxn>
                <a:cxn ang="0">
                  <a:pos x="1" y="108"/>
                </a:cxn>
                <a:cxn ang="0">
                  <a:pos x="3" y="109"/>
                </a:cxn>
                <a:cxn ang="0">
                  <a:pos x="4" y="109"/>
                </a:cxn>
                <a:cxn ang="0">
                  <a:pos x="6" y="109"/>
                </a:cxn>
                <a:cxn ang="0">
                  <a:pos x="8" y="109"/>
                </a:cxn>
                <a:cxn ang="0">
                  <a:pos x="10" y="107"/>
                </a:cxn>
                <a:cxn ang="0">
                  <a:pos x="10" y="107"/>
                </a:cxn>
                <a:cxn ang="0">
                  <a:pos x="18" y="94"/>
                </a:cxn>
                <a:cxn ang="0">
                  <a:pos x="26" y="80"/>
                </a:cxn>
                <a:cxn ang="0">
                  <a:pos x="41" y="51"/>
                </a:cxn>
                <a:cxn ang="0">
                  <a:pos x="41" y="51"/>
                </a:cxn>
                <a:cxn ang="0">
                  <a:pos x="53" y="29"/>
                </a:cxn>
                <a:cxn ang="0">
                  <a:pos x="58" y="17"/>
                </a:cxn>
                <a:cxn ang="0">
                  <a:pos x="60" y="11"/>
                </a:cxn>
                <a:cxn ang="0">
                  <a:pos x="61" y="4"/>
                </a:cxn>
                <a:cxn ang="0">
                  <a:pos x="61" y="4"/>
                </a:cxn>
                <a:cxn ang="0">
                  <a:pos x="60" y="2"/>
                </a:cxn>
                <a:cxn ang="0">
                  <a:pos x="60" y="1"/>
                </a:cxn>
                <a:cxn ang="0">
                  <a:pos x="58" y="0"/>
                </a:cxn>
                <a:cxn ang="0">
                  <a:pos x="56" y="0"/>
                </a:cxn>
                <a:cxn ang="0">
                  <a:pos x="53" y="1"/>
                </a:cxn>
                <a:cxn ang="0">
                  <a:pos x="52" y="2"/>
                </a:cxn>
                <a:cxn ang="0">
                  <a:pos x="51" y="4"/>
                </a:cxn>
                <a:cxn ang="0">
                  <a:pos x="51" y="4"/>
                </a:cxn>
              </a:cxnLst>
              <a:rect l="0" t="0" r="r" b="b"/>
              <a:pathLst>
                <a:path w="61" h="109">
                  <a:moveTo>
                    <a:pt x="51" y="4"/>
                  </a:moveTo>
                  <a:lnTo>
                    <a:pt x="51" y="4"/>
                  </a:lnTo>
                  <a:lnTo>
                    <a:pt x="50" y="10"/>
                  </a:lnTo>
                  <a:lnTo>
                    <a:pt x="49" y="17"/>
                  </a:lnTo>
                  <a:lnTo>
                    <a:pt x="43" y="30"/>
                  </a:lnTo>
                  <a:lnTo>
                    <a:pt x="29" y="53"/>
                  </a:lnTo>
                  <a:lnTo>
                    <a:pt x="29" y="53"/>
                  </a:lnTo>
                  <a:lnTo>
                    <a:pt x="16" y="78"/>
                  </a:lnTo>
                  <a:lnTo>
                    <a:pt x="1" y="103"/>
                  </a:lnTo>
                  <a:lnTo>
                    <a:pt x="1" y="103"/>
                  </a:lnTo>
                  <a:lnTo>
                    <a:pt x="0" y="104"/>
                  </a:lnTo>
                  <a:lnTo>
                    <a:pt x="1" y="106"/>
                  </a:lnTo>
                  <a:lnTo>
                    <a:pt x="1" y="108"/>
                  </a:lnTo>
                  <a:lnTo>
                    <a:pt x="3" y="109"/>
                  </a:lnTo>
                  <a:lnTo>
                    <a:pt x="4" y="109"/>
                  </a:lnTo>
                  <a:lnTo>
                    <a:pt x="6" y="109"/>
                  </a:lnTo>
                  <a:lnTo>
                    <a:pt x="8" y="109"/>
                  </a:lnTo>
                  <a:lnTo>
                    <a:pt x="10" y="107"/>
                  </a:lnTo>
                  <a:lnTo>
                    <a:pt x="10" y="107"/>
                  </a:lnTo>
                  <a:lnTo>
                    <a:pt x="18" y="94"/>
                  </a:lnTo>
                  <a:lnTo>
                    <a:pt x="26" y="80"/>
                  </a:lnTo>
                  <a:lnTo>
                    <a:pt x="41" y="51"/>
                  </a:lnTo>
                  <a:lnTo>
                    <a:pt x="41" y="51"/>
                  </a:lnTo>
                  <a:lnTo>
                    <a:pt x="53" y="29"/>
                  </a:lnTo>
                  <a:lnTo>
                    <a:pt x="58" y="17"/>
                  </a:lnTo>
                  <a:lnTo>
                    <a:pt x="60" y="11"/>
                  </a:lnTo>
                  <a:lnTo>
                    <a:pt x="61" y="4"/>
                  </a:lnTo>
                  <a:lnTo>
                    <a:pt x="61" y="4"/>
                  </a:lnTo>
                  <a:lnTo>
                    <a:pt x="60" y="2"/>
                  </a:lnTo>
                  <a:lnTo>
                    <a:pt x="60" y="1"/>
                  </a:lnTo>
                  <a:lnTo>
                    <a:pt x="58" y="0"/>
                  </a:lnTo>
                  <a:lnTo>
                    <a:pt x="56" y="0"/>
                  </a:lnTo>
                  <a:lnTo>
                    <a:pt x="53" y="1"/>
                  </a:lnTo>
                  <a:lnTo>
                    <a:pt x="52" y="2"/>
                  </a:lnTo>
                  <a:lnTo>
                    <a:pt x="51" y="4"/>
                  </a:lnTo>
                  <a:lnTo>
                    <a:pt x="51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8" name="Freeform 394"/>
            <p:cNvSpPr/>
            <p:nvPr>
              <p:custDataLst>
                <p:tags r:id="rId44"/>
              </p:custDataLst>
            </p:nvPr>
          </p:nvSpPr>
          <p:spPr bwMode="auto">
            <a:xfrm>
              <a:off x="4638675" y="3521075"/>
              <a:ext cx="22225" cy="50800"/>
            </a:xfrm>
            <a:custGeom>
              <a:avLst/>
              <a:gdLst/>
              <a:ahLst/>
              <a:cxnLst>
                <a:cxn ang="0">
                  <a:pos x="32" y="4"/>
                </a:cxn>
                <a:cxn ang="0">
                  <a:pos x="32" y="4"/>
                </a:cxn>
                <a:cxn ang="0">
                  <a:pos x="31" y="17"/>
                </a:cxn>
                <a:cxn ang="0">
                  <a:pos x="28" y="28"/>
                </a:cxn>
                <a:cxn ang="0">
                  <a:pos x="25" y="38"/>
                </a:cxn>
                <a:cxn ang="0">
                  <a:pos x="20" y="50"/>
                </a:cxn>
                <a:cxn ang="0">
                  <a:pos x="10" y="70"/>
                </a:cxn>
                <a:cxn ang="0">
                  <a:pos x="0" y="92"/>
                </a:cxn>
                <a:cxn ang="0">
                  <a:pos x="0" y="92"/>
                </a:cxn>
                <a:cxn ang="0">
                  <a:pos x="0" y="94"/>
                </a:cxn>
                <a:cxn ang="0">
                  <a:pos x="0" y="95"/>
                </a:cxn>
                <a:cxn ang="0">
                  <a:pos x="2" y="96"/>
                </a:cxn>
                <a:cxn ang="0">
                  <a:pos x="3" y="97"/>
                </a:cxn>
                <a:cxn ang="0">
                  <a:pos x="7" y="97"/>
                </a:cxn>
                <a:cxn ang="0">
                  <a:pos x="8" y="96"/>
                </a:cxn>
                <a:cxn ang="0">
                  <a:pos x="9" y="94"/>
                </a:cxn>
                <a:cxn ang="0">
                  <a:pos x="9" y="94"/>
                </a:cxn>
                <a:cxn ang="0">
                  <a:pos x="20" y="72"/>
                </a:cxn>
                <a:cxn ang="0">
                  <a:pos x="30" y="51"/>
                </a:cxn>
                <a:cxn ang="0">
                  <a:pos x="34" y="39"/>
                </a:cxn>
                <a:cxn ang="0">
                  <a:pos x="37" y="28"/>
                </a:cxn>
                <a:cxn ang="0">
                  <a:pos x="40" y="17"/>
                </a:cxn>
                <a:cxn ang="0">
                  <a:pos x="41" y="4"/>
                </a:cxn>
                <a:cxn ang="0">
                  <a:pos x="41" y="4"/>
                </a:cxn>
                <a:cxn ang="0">
                  <a:pos x="41" y="2"/>
                </a:cxn>
                <a:cxn ang="0">
                  <a:pos x="40" y="1"/>
                </a:cxn>
                <a:cxn ang="0">
                  <a:pos x="38" y="0"/>
                </a:cxn>
                <a:cxn ang="0">
                  <a:pos x="37" y="0"/>
                </a:cxn>
                <a:cxn ang="0">
                  <a:pos x="35" y="0"/>
                </a:cxn>
                <a:cxn ang="0">
                  <a:pos x="33" y="1"/>
                </a:cxn>
                <a:cxn ang="0">
                  <a:pos x="32" y="2"/>
                </a:cxn>
                <a:cxn ang="0">
                  <a:pos x="32" y="4"/>
                </a:cxn>
                <a:cxn ang="0">
                  <a:pos x="32" y="4"/>
                </a:cxn>
              </a:cxnLst>
              <a:rect l="0" t="0" r="r" b="b"/>
              <a:pathLst>
                <a:path w="41" h="97">
                  <a:moveTo>
                    <a:pt x="32" y="4"/>
                  </a:moveTo>
                  <a:lnTo>
                    <a:pt x="32" y="4"/>
                  </a:lnTo>
                  <a:lnTo>
                    <a:pt x="31" y="17"/>
                  </a:lnTo>
                  <a:lnTo>
                    <a:pt x="28" y="28"/>
                  </a:lnTo>
                  <a:lnTo>
                    <a:pt x="25" y="38"/>
                  </a:lnTo>
                  <a:lnTo>
                    <a:pt x="20" y="50"/>
                  </a:lnTo>
                  <a:lnTo>
                    <a:pt x="10" y="70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0" y="95"/>
                  </a:lnTo>
                  <a:lnTo>
                    <a:pt x="2" y="96"/>
                  </a:lnTo>
                  <a:lnTo>
                    <a:pt x="3" y="97"/>
                  </a:lnTo>
                  <a:lnTo>
                    <a:pt x="7" y="97"/>
                  </a:lnTo>
                  <a:lnTo>
                    <a:pt x="8" y="96"/>
                  </a:lnTo>
                  <a:lnTo>
                    <a:pt x="9" y="94"/>
                  </a:lnTo>
                  <a:lnTo>
                    <a:pt x="9" y="94"/>
                  </a:lnTo>
                  <a:lnTo>
                    <a:pt x="20" y="72"/>
                  </a:lnTo>
                  <a:lnTo>
                    <a:pt x="30" y="51"/>
                  </a:lnTo>
                  <a:lnTo>
                    <a:pt x="34" y="39"/>
                  </a:lnTo>
                  <a:lnTo>
                    <a:pt x="37" y="28"/>
                  </a:lnTo>
                  <a:lnTo>
                    <a:pt x="40" y="17"/>
                  </a:lnTo>
                  <a:lnTo>
                    <a:pt x="41" y="4"/>
                  </a:lnTo>
                  <a:lnTo>
                    <a:pt x="41" y="4"/>
                  </a:lnTo>
                  <a:lnTo>
                    <a:pt x="41" y="2"/>
                  </a:lnTo>
                  <a:lnTo>
                    <a:pt x="40" y="1"/>
                  </a:lnTo>
                  <a:lnTo>
                    <a:pt x="38" y="0"/>
                  </a:lnTo>
                  <a:lnTo>
                    <a:pt x="37" y="0"/>
                  </a:lnTo>
                  <a:lnTo>
                    <a:pt x="35" y="0"/>
                  </a:lnTo>
                  <a:lnTo>
                    <a:pt x="33" y="1"/>
                  </a:lnTo>
                  <a:lnTo>
                    <a:pt x="32" y="2"/>
                  </a:lnTo>
                  <a:lnTo>
                    <a:pt x="32" y="4"/>
                  </a:lnTo>
                  <a:lnTo>
                    <a:pt x="32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9" name="Freeform 395"/>
            <p:cNvSpPr/>
            <p:nvPr>
              <p:custDataLst>
                <p:tags r:id="rId45"/>
              </p:custDataLst>
            </p:nvPr>
          </p:nvSpPr>
          <p:spPr bwMode="auto">
            <a:xfrm>
              <a:off x="4719638" y="3544888"/>
              <a:ext cx="55563" cy="80963"/>
            </a:xfrm>
            <a:custGeom>
              <a:avLst/>
              <a:gdLst/>
              <a:ahLst/>
              <a:cxnLst>
                <a:cxn ang="0">
                  <a:pos x="96" y="1"/>
                </a:cxn>
                <a:cxn ang="0">
                  <a:pos x="96" y="1"/>
                </a:cxn>
                <a:cxn ang="0">
                  <a:pos x="81" y="16"/>
                </a:cxn>
                <a:cxn ang="0">
                  <a:pos x="68" y="32"/>
                </a:cxn>
                <a:cxn ang="0">
                  <a:pos x="42" y="65"/>
                </a:cxn>
                <a:cxn ang="0">
                  <a:pos x="42" y="65"/>
                </a:cxn>
                <a:cxn ang="0">
                  <a:pos x="35" y="74"/>
                </a:cxn>
                <a:cxn ang="0">
                  <a:pos x="30" y="84"/>
                </a:cxn>
                <a:cxn ang="0">
                  <a:pos x="20" y="105"/>
                </a:cxn>
                <a:cxn ang="0">
                  <a:pos x="10" y="126"/>
                </a:cxn>
                <a:cxn ang="0">
                  <a:pos x="1" y="147"/>
                </a:cxn>
                <a:cxn ang="0">
                  <a:pos x="1" y="147"/>
                </a:cxn>
                <a:cxn ang="0">
                  <a:pos x="0" y="149"/>
                </a:cxn>
                <a:cxn ang="0">
                  <a:pos x="1" y="150"/>
                </a:cxn>
                <a:cxn ang="0">
                  <a:pos x="1" y="152"/>
                </a:cxn>
                <a:cxn ang="0">
                  <a:pos x="3" y="154"/>
                </a:cxn>
                <a:cxn ang="0">
                  <a:pos x="4" y="155"/>
                </a:cxn>
                <a:cxn ang="0">
                  <a:pos x="6" y="155"/>
                </a:cxn>
                <a:cxn ang="0">
                  <a:pos x="7" y="154"/>
                </a:cxn>
                <a:cxn ang="0">
                  <a:pos x="9" y="151"/>
                </a:cxn>
                <a:cxn ang="0">
                  <a:pos x="9" y="151"/>
                </a:cxn>
                <a:cxn ang="0">
                  <a:pos x="17" y="133"/>
                </a:cxn>
                <a:cxn ang="0">
                  <a:pos x="26" y="113"/>
                </a:cxn>
                <a:cxn ang="0">
                  <a:pos x="34" y="94"/>
                </a:cxn>
                <a:cxn ang="0">
                  <a:pos x="39" y="84"/>
                </a:cxn>
                <a:cxn ang="0">
                  <a:pos x="45" y="76"/>
                </a:cxn>
                <a:cxn ang="0">
                  <a:pos x="45" y="76"/>
                </a:cxn>
                <a:cxn ang="0">
                  <a:pos x="59" y="58"/>
                </a:cxn>
                <a:cxn ang="0">
                  <a:pos x="73" y="41"/>
                </a:cxn>
                <a:cxn ang="0">
                  <a:pos x="88" y="23"/>
                </a:cxn>
                <a:cxn ang="0">
                  <a:pos x="103" y="7"/>
                </a:cxn>
                <a:cxn ang="0">
                  <a:pos x="103" y="7"/>
                </a:cxn>
                <a:cxn ang="0">
                  <a:pos x="104" y="6"/>
                </a:cxn>
                <a:cxn ang="0">
                  <a:pos x="104" y="4"/>
                </a:cxn>
                <a:cxn ang="0">
                  <a:pos x="104" y="2"/>
                </a:cxn>
                <a:cxn ang="0">
                  <a:pos x="103" y="1"/>
                </a:cxn>
                <a:cxn ang="0">
                  <a:pos x="101" y="0"/>
                </a:cxn>
                <a:cxn ang="0">
                  <a:pos x="100" y="0"/>
                </a:cxn>
                <a:cxn ang="0">
                  <a:pos x="98" y="0"/>
                </a:cxn>
                <a:cxn ang="0">
                  <a:pos x="96" y="1"/>
                </a:cxn>
                <a:cxn ang="0">
                  <a:pos x="96" y="1"/>
                </a:cxn>
              </a:cxnLst>
              <a:rect l="0" t="0" r="r" b="b"/>
              <a:pathLst>
                <a:path w="104" h="155">
                  <a:moveTo>
                    <a:pt x="96" y="1"/>
                  </a:moveTo>
                  <a:lnTo>
                    <a:pt x="96" y="1"/>
                  </a:lnTo>
                  <a:lnTo>
                    <a:pt x="81" y="16"/>
                  </a:lnTo>
                  <a:lnTo>
                    <a:pt x="68" y="32"/>
                  </a:lnTo>
                  <a:lnTo>
                    <a:pt x="42" y="65"/>
                  </a:lnTo>
                  <a:lnTo>
                    <a:pt x="42" y="65"/>
                  </a:lnTo>
                  <a:lnTo>
                    <a:pt x="35" y="74"/>
                  </a:lnTo>
                  <a:lnTo>
                    <a:pt x="30" y="84"/>
                  </a:lnTo>
                  <a:lnTo>
                    <a:pt x="20" y="105"/>
                  </a:lnTo>
                  <a:lnTo>
                    <a:pt x="10" y="126"/>
                  </a:lnTo>
                  <a:lnTo>
                    <a:pt x="1" y="147"/>
                  </a:lnTo>
                  <a:lnTo>
                    <a:pt x="1" y="147"/>
                  </a:lnTo>
                  <a:lnTo>
                    <a:pt x="0" y="149"/>
                  </a:lnTo>
                  <a:lnTo>
                    <a:pt x="1" y="150"/>
                  </a:lnTo>
                  <a:lnTo>
                    <a:pt x="1" y="152"/>
                  </a:lnTo>
                  <a:lnTo>
                    <a:pt x="3" y="154"/>
                  </a:lnTo>
                  <a:lnTo>
                    <a:pt x="4" y="155"/>
                  </a:lnTo>
                  <a:lnTo>
                    <a:pt x="6" y="155"/>
                  </a:lnTo>
                  <a:lnTo>
                    <a:pt x="7" y="154"/>
                  </a:lnTo>
                  <a:lnTo>
                    <a:pt x="9" y="151"/>
                  </a:lnTo>
                  <a:lnTo>
                    <a:pt x="9" y="151"/>
                  </a:lnTo>
                  <a:lnTo>
                    <a:pt x="17" y="133"/>
                  </a:lnTo>
                  <a:lnTo>
                    <a:pt x="26" y="113"/>
                  </a:lnTo>
                  <a:lnTo>
                    <a:pt x="34" y="94"/>
                  </a:lnTo>
                  <a:lnTo>
                    <a:pt x="39" y="84"/>
                  </a:lnTo>
                  <a:lnTo>
                    <a:pt x="45" y="76"/>
                  </a:lnTo>
                  <a:lnTo>
                    <a:pt x="45" y="76"/>
                  </a:lnTo>
                  <a:lnTo>
                    <a:pt x="59" y="58"/>
                  </a:lnTo>
                  <a:lnTo>
                    <a:pt x="73" y="41"/>
                  </a:lnTo>
                  <a:lnTo>
                    <a:pt x="88" y="23"/>
                  </a:lnTo>
                  <a:lnTo>
                    <a:pt x="103" y="7"/>
                  </a:lnTo>
                  <a:lnTo>
                    <a:pt x="103" y="7"/>
                  </a:lnTo>
                  <a:lnTo>
                    <a:pt x="104" y="6"/>
                  </a:lnTo>
                  <a:lnTo>
                    <a:pt x="104" y="4"/>
                  </a:lnTo>
                  <a:lnTo>
                    <a:pt x="104" y="2"/>
                  </a:lnTo>
                  <a:lnTo>
                    <a:pt x="103" y="1"/>
                  </a:lnTo>
                  <a:lnTo>
                    <a:pt x="101" y="0"/>
                  </a:lnTo>
                  <a:lnTo>
                    <a:pt x="100" y="0"/>
                  </a:lnTo>
                  <a:lnTo>
                    <a:pt x="98" y="0"/>
                  </a:lnTo>
                  <a:lnTo>
                    <a:pt x="96" y="1"/>
                  </a:lnTo>
                  <a:lnTo>
                    <a:pt x="96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0" name="Freeform 396"/>
            <p:cNvSpPr/>
            <p:nvPr>
              <p:custDataLst>
                <p:tags r:id="rId46"/>
              </p:custDataLst>
            </p:nvPr>
          </p:nvSpPr>
          <p:spPr bwMode="auto">
            <a:xfrm>
              <a:off x="4219575" y="3103563"/>
              <a:ext cx="604838" cy="708025"/>
            </a:xfrm>
            <a:custGeom>
              <a:avLst/>
              <a:gdLst/>
              <a:ahLst/>
              <a:cxnLst>
                <a:cxn ang="0">
                  <a:pos x="691" y="1338"/>
                </a:cxn>
                <a:cxn ang="0">
                  <a:pos x="661" y="1332"/>
                </a:cxn>
                <a:cxn ang="0">
                  <a:pos x="581" y="1332"/>
                </a:cxn>
                <a:cxn ang="0">
                  <a:pos x="509" y="1331"/>
                </a:cxn>
                <a:cxn ang="0">
                  <a:pos x="487" y="1329"/>
                </a:cxn>
                <a:cxn ang="0">
                  <a:pos x="346" y="1332"/>
                </a:cxn>
                <a:cxn ang="0">
                  <a:pos x="227" y="1324"/>
                </a:cxn>
                <a:cxn ang="0">
                  <a:pos x="107" y="1276"/>
                </a:cxn>
                <a:cxn ang="0">
                  <a:pos x="26" y="1174"/>
                </a:cxn>
                <a:cxn ang="0">
                  <a:pos x="14" y="1125"/>
                </a:cxn>
                <a:cxn ang="0">
                  <a:pos x="14" y="1040"/>
                </a:cxn>
                <a:cxn ang="0">
                  <a:pos x="11" y="848"/>
                </a:cxn>
                <a:cxn ang="0">
                  <a:pos x="5" y="639"/>
                </a:cxn>
                <a:cxn ang="0">
                  <a:pos x="0" y="262"/>
                </a:cxn>
                <a:cxn ang="0">
                  <a:pos x="4" y="169"/>
                </a:cxn>
                <a:cxn ang="0">
                  <a:pos x="43" y="68"/>
                </a:cxn>
                <a:cxn ang="0">
                  <a:pos x="174" y="11"/>
                </a:cxn>
                <a:cxn ang="0">
                  <a:pos x="398" y="2"/>
                </a:cxn>
                <a:cxn ang="0">
                  <a:pos x="580" y="8"/>
                </a:cxn>
                <a:cxn ang="0">
                  <a:pos x="893" y="18"/>
                </a:cxn>
                <a:cxn ang="0">
                  <a:pos x="1050" y="43"/>
                </a:cxn>
                <a:cxn ang="0">
                  <a:pos x="1101" y="104"/>
                </a:cxn>
                <a:cxn ang="0">
                  <a:pos x="1104" y="157"/>
                </a:cxn>
                <a:cxn ang="0">
                  <a:pos x="1081" y="159"/>
                </a:cxn>
                <a:cxn ang="0">
                  <a:pos x="1069" y="123"/>
                </a:cxn>
                <a:cxn ang="0">
                  <a:pos x="1017" y="66"/>
                </a:cxn>
                <a:cxn ang="0">
                  <a:pos x="935" y="54"/>
                </a:cxn>
                <a:cxn ang="0">
                  <a:pos x="613" y="49"/>
                </a:cxn>
                <a:cxn ang="0">
                  <a:pos x="445" y="38"/>
                </a:cxn>
                <a:cxn ang="0">
                  <a:pos x="247" y="35"/>
                </a:cxn>
                <a:cxn ang="0">
                  <a:pos x="128" y="61"/>
                </a:cxn>
                <a:cxn ang="0">
                  <a:pos x="59" y="111"/>
                </a:cxn>
                <a:cxn ang="0">
                  <a:pos x="41" y="193"/>
                </a:cxn>
                <a:cxn ang="0">
                  <a:pos x="35" y="262"/>
                </a:cxn>
                <a:cxn ang="0">
                  <a:pos x="39" y="299"/>
                </a:cxn>
                <a:cxn ang="0">
                  <a:pos x="45" y="732"/>
                </a:cxn>
                <a:cxn ang="0">
                  <a:pos x="50" y="996"/>
                </a:cxn>
                <a:cxn ang="0">
                  <a:pos x="49" y="1106"/>
                </a:cxn>
                <a:cxn ang="0">
                  <a:pos x="52" y="1136"/>
                </a:cxn>
                <a:cxn ang="0">
                  <a:pos x="85" y="1207"/>
                </a:cxn>
                <a:cxn ang="0">
                  <a:pos x="189" y="1281"/>
                </a:cxn>
                <a:cxn ang="0">
                  <a:pos x="259" y="1287"/>
                </a:cxn>
                <a:cxn ang="0">
                  <a:pos x="384" y="1298"/>
                </a:cxn>
                <a:cxn ang="0">
                  <a:pos x="466" y="1292"/>
                </a:cxn>
                <a:cxn ang="0">
                  <a:pos x="602" y="1297"/>
                </a:cxn>
                <a:cxn ang="0">
                  <a:pos x="682" y="1297"/>
                </a:cxn>
                <a:cxn ang="0">
                  <a:pos x="713" y="1294"/>
                </a:cxn>
                <a:cxn ang="0">
                  <a:pos x="781" y="1271"/>
                </a:cxn>
                <a:cxn ang="0">
                  <a:pos x="969" y="1143"/>
                </a:cxn>
                <a:cxn ang="0">
                  <a:pos x="1093" y="1056"/>
                </a:cxn>
                <a:cxn ang="0">
                  <a:pos x="1108" y="1031"/>
                </a:cxn>
                <a:cxn ang="0">
                  <a:pos x="1096" y="668"/>
                </a:cxn>
                <a:cxn ang="0">
                  <a:pos x="1112" y="658"/>
                </a:cxn>
                <a:cxn ang="0">
                  <a:pos x="1132" y="676"/>
                </a:cxn>
                <a:cxn ang="0">
                  <a:pos x="1135" y="1062"/>
                </a:cxn>
                <a:cxn ang="0">
                  <a:pos x="1074" y="1111"/>
                </a:cxn>
                <a:cxn ang="0">
                  <a:pos x="931" y="1212"/>
                </a:cxn>
                <a:cxn ang="0">
                  <a:pos x="765" y="1319"/>
                </a:cxn>
                <a:cxn ang="0">
                  <a:pos x="719" y="1332"/>
                </a:cxn>
              </a:cxnLst>
              <a:rect l="0" t="0" r="r" b="b"/>
              <a:pathLst>
                <a:path w="1145" h="1338">
                  <a:moveTo>
                    <a:pt x="707" y="1338"/>
                  </a:moveTo>
                  <a:lnTo>
                    <a:pt x="707" y="1338"/>
                  </a:lnTo>
                  <a:lnTo>
                    <a:pt x="703" y="1338"/>
                  </a:lnTo>
                  <a:lnTo>
                    <a:pt x="700" y="1337"/>
                  </a:lnTo>
                  <a:lnTo>
                    <a:pt x="698" y="1336"/>
                  </a:lnTo>
                  <a:lnTo>
                    <a:pt x="696" y="1337"/>
                  </a:lnTo>
                  <a:lnTo>
                    <a:pt x="696" y="1337"/>
                  </a:lnTo>
                  <a:lnTo>
                    <a:pt x="691" y="1338"/>
                  </a:lnTo>
                  <a:lnTo>
                    <a:pt x="691" y="1338"/>
                  </a:lnTo>
                  <a:lnTo>
                    <a:pt x="685" y="1337"/>
                  </a:lnTo>
                  <a:lnTo>
                    <a:pt x="678" y="1333"/>
                  </a:lnTo>
                  <a:lnTo>
                    <a:pt x="678" y="1333"/>
                  </a:lnTo>
                  <a:lnTo>
                    <a:pt x="675" y="1332"/>
                  </a:lnTo>
                  <a:lnTo>
                    <a:pt x="671" y="1332"/>
                  </a:lnTo>
                  <a:lnTo>
                    <a:pt x="671" y="1332"/>
                  </a:lnTo>
                  <a:lnTo>
                    <a:pt x="661" y="1332"/>
                  </a:lnTo>
                  <a:lnTo>
                    <a:pt x="648" y="1333"/>
                  </a:lnTo>
                  <a:lnTo>
                    <a:pt x="648" y="1333"/>
                  </a:lnTo>
                  <a:lnTo>
                    <a:pt x="638" y="1334"/>
                  </a:lnTo>
                  <a:lnTo>
                    <a:pt x="638" y="1334"/>
                  </a:lnTo>
                  <a:lnTo>
                    <a:pt x="615" y="1334"/>
                  </a:lnTo>
                  <a:lnTo>
                    <a:pt x="615" y="1334"/>
                  </a:lnTo>
                  <a:lnTo>
                    <a:pt x="600" y="1334"/>
                  </a:lnTo>
                  <a:lnTo>
                    <a:pt x="581" y="1332"/>
                  </a:lnTo>
                  <a:lnTo>
                    <a:pt x="581" y="1332"/>
                  </a:lnTo>
                  <a:lnTo>
                    <a:pt x="569" y="1331"/>
                  </a:lnTo>
                  <a:lnTo>
                    <a:pt x="554" y="1329"/>
                  </a:lnTo>
                  <a:lnTo>
                    <a:pt x="554" y="1329"/>
                  </a:lnTo>
                  <a:lnTo>
                    <a:pt x="534" y="1331"/>
                  </a:lnTo>
                  <a:lnTo>
                    <a:pt x="534" y="1331"/>
                  </a:lnTo>
                  <a:lnTo>
                    <a:pt x="513" y="1331"/>
                  </a:lnTo>
                  <a:lnTo>
                    <a:pt x="509" y="1331"/>
                  </a:lnTo>
                  <a:lnTo>
                    <a:pt x="509" y="1331"/>
                  </a:lnTo>
                  <a:lnTo>
                    <a:pt x="503" y="1329"/>
                  </a:lnTo>
                  <a:lnTo>
                    <a:pt x="496" y="1328"/>
                  </a:lnTo>
                  <a:lnTo>
                    <a:pt x="495" y="1327"/>
                  </a:lnTo>
                  <a:lnTo>
                    <a:pt x="492" y="1328"/>
                  </a:lnTo>
                  <a:lnTo>
                    <a:pt x="492" y="1328"/>
                  </a:lnTo>
                  <a:lnTo>
                    <a:pt x="487" y="1329"/>
                  </a:lnTo>
                  <a:lnTo>
                    <a:pt x="487" y="1329"/>
                  </a:lnTo>
                  <a:lnTo>
                    <a:pt x="461" y="1329"/>
                  </a:lnTo>
                  <a:lnTo>
                    <a:pt x="436" y="1332"/>
                  </a:lnTo>
                  <a:lnTo>
                    <a:pt x="436" y="1332"/>
                  </a:lnTo>
                  <a:lnTo>
                    <a:pt x="410" y="1333"/>
                  </a:lnTo>
                  <a:lnTo>
                    <a:pt x="384" y="1334"/>
                  </a:lnTo>
                  <a:lnTo>
                    <a:pt x="384" y="1334"/>
                  </a:lnTo>
                  <a:lnTo>
                    <a:pt x="364" y="1333"/>
                  </a:lnTo>
                  <a:lnTo>
                    <a:pt x="346" y="1332"/>
                  </a:lnTo>
                  <a:lnTo>
                    <a:pt x="346" y="1332"/>
                  </a:lnTo>
                  <a:lnTo>
                    <a:pt x="327" y="1329"/>
                  </a:lnTo>
                  <a:lnTo>
                    <a:pt x="308" y="1329"/>
                  </a:lnTo>
                  <a:lnTo>
                    <a:pt x="308" y="1329"/>
                  </a:lnTo>
                  <a:lnTo>
                    <a:pt x="274" y="1327"/>
                  </a:lnTo>
                  <a:lnTo>
                    <a:pt x="240" y="1325"/>
                  </a:lnTo>
                  <a:lnTo>
                    <a:pt x="227" y="1324"/>
                  </a:lnTo>
                  <a:lnTo>
                    <a:pt x="227" y="1324"/>
                  </a:lnTo>
                  <a:lnTo>
                    <a:pt x="208" y="1322"/>
                  </a:lnTo>
                  <a:lnTo>
                    <a:pt x="191" y="1318"/>
                  </a:lnTo>
                  <a:lnTo>
                    <a:pt x="174" y="1313"/>
                  </a:lnTo>
                  <a:lnTo>
                    <a:pt x="159" y="1307"/>
                  </a:lnTo>
                  <a:lnTo>
                    <a:pt x="159" y="1307"/>
                  </a:lnTo>
                  <a:lnTo>
                    <a:pt x="140" y="1297"/>
                  </a:lnTo>
                  <a:lnTo>
                    <a:pt x="124" y="1287"/>
                  </a:lnTo>
                  <a:lnTo>
                    <a:pt x="107" y="1276"/>
                  </a:lnTo>
                  <a:lnTo>
                    <a:pt x="93" y="1263"/>
                  </a:lnTo>
                  <a:lnTo>
                    <a:pt x="78" y="1249"/>
                  </a:lnTo>
                  <a:lnTo>
                    <a:pt x="65" y="1234"/>
                  </a:lnTo>
                  <a:lnTo>
                    <a:pt x="52" y="1219"/>
                  </a:lnTo>
                  <a:lnTo>
                    <a:pt x="40" y="1201"/>
                  </a:lnTo>
                  <a:lnTo>
                    <a:pt x="40" y="1201"/>
                  </a:lnTo>
                  <a:lnTo>
                    <a:pt x="30" y="1183"/>
                  </a:lnTo>
                  <a:lnTo>
                    <a:pt x="26" y="1174"/>
                  </a:lnTo>
                  <a:lnTo>
                    <a:pt x="22" y="1164"/>
                  </a:lnTo>
                  <a:lnTo>
                    <a:pt x="19" y="1155"/>
                  </a:lnTo>
                  <a:lnTo>
                    <a:pt x="17" y="1146"/>
                  </a:lnTo>
                  <a:lnTo>
                    <a:pt x="15" y="1136"/>
                  </a:lnTo>
                  <a:lnTo>
                    <a:pt x="14" y="1126"/>
                  </a:lnTo>
                  <a:lnTo>
                    <a:pt x="14" y="1125"/>
                  </a:lnTo>
                  <a:lnTo>
                    <a:pt x="14" y="1125"/>
                  </a:lnTo>
                  <a:lnTo>
                    <a:pt x="14" y="1125"/>
                  </a:lnTo>
                  <a:lnTo>
                    <a:pt x="13" y="1118"/>
                  </a:lnTo>
                  <a:lnTo>
                    <a:pt x="12" y="1111"/>
                  </a:lnTo>
                  <a:lnTo>
                    <a:pt x="11" y="1096"/>
                  </a:lnTo>
                  <a:lnTo>
                    <a:pt x="12" y="1081"/>
                  </a:lnTo>
                  <a:lnTo>
                    <a:pt x="13" y="1065"/>
                  </a:lnTo>
                  <a:lnTo>
                    <a:pt x="13" y="1065"/>
                  </a:lnTo>
                  <a:lnTo>
                    <a:pt x="14" y="1040"/>
                  </a:lnTo>
                  <a:lnTo>
                    <a:pt x="14" y="1040"/>
                  </a:lnTo>
                  <a:lnTo>
                    <a:pt x="14" y="997"/>
                  </a:lnTo>
                  <a:lnTo>
                    <a:pt x="14" y="997"/>
                  </a:lnTo>
                  <a:lnTo>
                    <a:pt x="14" y="945"/>
                  </a:lnTo>
                  <a:lnTo>
                    <a:pt x="14" y="895"/>
                  </a:lnTo>
                  <a:lnTo>
                    <a:pt x="14" y="895"/>
                  </a:lnTo>
                  <a:lnTo>
                    <a:pt x="13" y="871"/>
                  </a:lnTo>
                  <a:lnTo>
                    <a:pt x="11" y="848"/>
                  </a:lnTo>
                  <a:lnTo>
                    <a:pt x="11" y="848"/>
                  </a:lnTo>
                  <a:lnTo>
                    <a:pt x="8" y="815"/>
                  </a:lnTo>
                  <a:lnTo>
                    <a:pt x="7" y="799"/>
                  </a:lnTo>
                  <a:lnTo>
                    <a:pt x="8" y="782"/>
                  </a:lnTo>
                  <a:lnTo>
                    <a:pt x="8" y="782"/>
                  </a:lnTo>
                  <a:lnTo>
                    <a:pt x="9" y="747"/>
                  </a:lnTo>
                  <a:lnTo>
                    <a:pt x="9" y="711"/>
                  </a:lnTo>
                  <a:lnTo>
                    <a:pt x="7" y="675"/>
                  </a:lnTo>
                  <a:lnTo>
                    <a:pt x="5" y="639"/>
                  </a:lnTo>
                  <a:lnTo>
                    <a:pt x="5" y="639"/>
                  </a:lnTo>
                  <a:lnTo>
                    <a:pt x="2" y="589"/>
                  </a:lnTo>
                  <a:lnTo>
                    <a:pt x="1" y="564"/>
                  </a:lnTo>
                  <a:lnTo>
                    <a:pt x="0" y="539"/>
                  </a:lnTo>
                  <a:lnTo>
                    <a:pt x="0" y="280"/>
                  </a:lnTo>
                  <a:lnTo>
                    <a:pt x="0" y="280"/>
                  </a:lnTo>
                  <a:lnTo>
                    <a:pt x="0" y="272"/>
                  </a:lnTo>
                  <a:lnTo>
                    <a:pt x="0" y="262"/>
                  </a:lnTo>
                  <a:lnTo>
                    <a:pt x="3" y="243"/>
                  </a:lnTo>
                  <a:lnTo>
                    <a:pt x="3" y="243"/>
                  </a:lnTo>
                  <a:lnTo>
                    <a:pt x="4" y="230"/>
                  </a:lnTo>
                  <a:lnTo>
                    <a:pt x="5" y="219"/>
                  </a:lnTo>
                  <a:lnTo>
                    <a:pt x="4" y="196"/>
                  </a:lnTo>
                  <a:lnTo>
                    <a:pt x="4" y="196"/>
                  </a:lnTo>
                  <a:lnTo>
                    <a:pt x="4" y="183"/>
                  </a:lnTo>
                  <a:lnTo>
                    <a:pt x="4" y="169"/>
                  </a:lnTo>
                  <a:lnTo>
                    <a:pt x="5" y="157"/>
                  </a:lnTo>
                  <a:lnTo>
                    <a:pt x="7" y="145"/>
                  </a:lnTo>
                  <a:lnTo>
                    <a:pt x="7" y="145"/>
                  </a:lnTo>
                  <a:lnTo>
                    <a:pt x="12" y="126"/>
                  </a:lnTo>
                  <a:lnTo>
                    <a:pt x="18" y="109"/>
                  </a:lnTo>
                  <a:lnTo>
                    <a:pt x="26" y="93"/>
                  </a:lnTo>
                  <a:lnTo>
                    <a:pt x="34" y="80"/>
                  </a:lnTo>
                  <a:lnTo>
                    <a:pt x="43" y="68"/>
                  </a:lnTo>
                  <a:lnTo>
                    <a:pt x="54" y="58"/>
                  </a:lnTo>
                  <a:lnTo>
                    <a:pt x="68" y="48"/>
                  </a:lnTo>
                  <a:lnTo>
                    <a:pt x="84" y="39"/>
                  </a:lnTo>
                  <a:lnTo>
                    <a:pt x="84" y="39"/>
                  </a:lnTo>
                  <a:lnTo>
                    <a:pt x="100" y="33"/>
                  </a:lnTo>
                  <a:lnTo>
                    <a:pt x="114" y="28"/>
                  </a:lnTo>
                  <a:lnTo>
                    <a:pt x="144" y="19"/>
                  </a:lnTo>
                  <a:lnTo>
                    <a:pt x="174" y="11"/>
                  </a:lnTo>
                  <a:lnTo>
                    <a:pt x="204" y="6"/>
                  </a:lnTo>
                  <a:lnTo>
                    <a:pt x="233" y="3"/>
                  </a:lnTo>
                  <a:lnTo>
                    <a:pt x="262" y="1"/>
                  </a:lnTo>
                  <a:lnTo>
                    <a:pt x="290" y="0"/>
                  </a:lnTo>
                  <a:lnTo>
                    <a:pt x="317" y="0"/>
                  </a:lnTo>
                  <a:lnTo>
                    <a:pt x="317" y="0"/>
                  </a:lnTo>
                  <a:lnTo>
                    <a:pt x="358" y="0"/>
                  </a:lnTo>
                  <a:lnTo>
                    <a:pt x="398" y="2"/>
                  </a:lnTo>
                  <a:lnTo>
                    <a:pt x="398" y="2"/>
                  </a:lnTo>
                  <a:lnTo>
                    <a:pt x="441" y="3"/>
                  </a:lnTo>
                  <a:lnTo>
                    <a:pt x="483" y="3"/>
                  </a:lnTo>
                  <a:lnTo>
                    <a:pt x="483" y="3"/>
                  </a:lnTo>
                  <a:lnTo>
                    <a:pt x="507" y="4"/>
                  </a:lnTo>
                  <a:lnTo>
                    <a:pt x="532" y="5"/>
                  </a:lnTo>
                  <a:lnTo>
                    <a:pt x="580" y="8"/>
                  </a:lnTo>
                  <a:lnTo>
                    <a:pt x="580" y="8"/>
                  </a:lnTo>
                  <a:lnTo>
                    <a:pt x="629" y="11"/>
                  </a:lnTo>
                  <a:lnTo>
                    <a:pt x="654" y="12"/>
                  </a:lnTo>
                  <a:lnTo>
                    <a:pt x="678" y="12"/>
                  </a:lnTo>
                  <a:lnTo>
                    <a:pt x="678" y="12"/>
                  </a:lnTo>
                  <a:lnTo>
                    <a:pt x="730" y="14"/>
                  </a:lnTo>
                  <a:lnTo>
                    <a:pt x="783" y="15"/>
                  </a:lnTo>
                  <a:lnTo>
                    <a:pt x="881" y="17"/>
                  </a:lnTo>
                  <a:lnTo>
                    <a:pt x="893" y="18"/>
                  </a:lnTo>
                  <a:lnTo>
                    <a:pt x="893" y="18"/>
                  </a:lnTo>
                  <a:lnTo>
                    <a:pt x="930" y="19"/>
                  </a:lnTo>
                  <a:lnTo>
                    <a:pt x="968" y="22"/>
                  </a:lnTo>
                  <a:lnTo>
                    <a:pt x="985" y="24"/>
                  </a:lnTo>
                  <a:lnTo>
                    <a:pt x="1003" y="27"/>
                  </a:lnTo>
                  <a:lnTo>
                    <a:pt x="1019" y="31"/>
                  </a:lnTo>
                  <a:lnTo>
                    <a:pt x="1035" y="37"/>
                  </a:lnTo>
                  <a:lnTo>
                    <a:pt x="1050" y="43"/>
                  </a:lnTo>
                  <a:lnTo>
                    <a:pt x="1064" y="52"/>
                  </a:lnTo>
                  <a:lnTo>
                    <a:pt x="1075" y="62"/>
                  </a:lnTo>
                  <a:lnTo>
                    <a:pt x="1081" y="68"/>
                  </a:lnTo>
                  <a:lnTo>
                    <a:pt x="1085" y="74"/>
                  </a:lnTo>
                  <a:lnTo>
                    <a:pt x="1090" y="81"/>
                  </a:lnTo>
                  <a:lnTo>
                    <a:pt x="1095" y="89"/>
                  </a:lnTo>
                  <a:lnTo>
                    <a:pt x="1098" y="96"/>
                  </a:lnTo>
                  <a:lnTo>
                    <a:pt x="1101" y="104"/>
                  </a:lnTo>
                  <a:lnTo>
                    <a:pt x="1104" y="114"/>
                  </a:lnTo>
                  <a:lnTo>
                    <a:pt x="1106" y="124"/>
                  </a:lnTo>
                  <a:lnTo>
                    <a:pt x="1107" y="134"/>
                  </a:lnTo>
                  <a:lnTo>
                    <a:pt x="1108" y="145"/>
                  </a:lnTo>
                  <a:lnTo>
                    <a:pt x="1108" y="145"/>
                  </a:lnTo>
                  <a:lnTo>
                    <a:pt x="1107" y="152"/>
                  </a:lnTo>
                  <a:lnTo>
                    <a:pt x="1106" y="154"/>
                  </a:lnTo>
                  <a:lnTo>
                    <a:pt x="1104" y="157"/>
                  </a:lnTo>
                  <a:lnTo>
                    <a:pt x="1104" y="157"/>
                  </a:lnTo>
                  <a:lnTo>
                    <a:pt x="1101" y="159"/>
                  </a:lnTo>
                  <a:lnTo>
                    <a:pt x="1098" y="160"/>
                  </a:lnTo>
                  <a:lnTo>
                    <a:pt x="1095" y="161"/>
                  </a:lnTo>
                  <a:lnTo>
                    <a:pt x="1090" y="162"/>
                  </a:lnTo>
                  <a:lnTo>
                    <a:pt x="1090" y="162"/>
                  </a:lnTo>
                  <a:lnTo>
                    <a:pt x="1084" y="161"/>
                  </a:lnTo>
                  <a:lnTo>
                    <a:pt x="1081" y="159"/>
                  </a:lnTo>
                  <a:lnTo>
                    <a:pt x="1078" y="157"/>
                  </a:lnTo>
                  <a:lnTo>
                    <a:pt x="1076" y="155"/>
                  </a:lnTo>
                  <a:lnTo>
                    <a:pt x="1074" y="152"/>
                  </a:lnTo>
                  <a:lnTo>
                    <a:pt x="1072" y="149"/>
                  </a:lnTo>
                  <a:lnTo>
                    <a:pt x="1072" y="145"/>
                  </a:lnTo>
                  <a:lnTo>
                    <a:pt x="1072" y="145"/>
                  </a:lnTo>
                  <a:lnTo>
                    <a:pt x="1071" y="133"/>
                  </a:lnTo>
                  <a:lnTo>
                    <a:pt x="1069" y="123"/>
                  </a:lnTo>
                  <a:lnTo>
                    <a:pt x="1066" y="114"/>
                  </a:lnTo>
                  <a:lnTo>
                    <a:pt x="1062" y="104"/>
                  </a:lnTo>
                  <a:lnTo>
                    <a:pt x="1056" y="96"/>
                  </a:lnTo>
                  <a:lnTo>
                    <a:pt x="1050" y="89"/>
                  </a:lnTo>
                  <a:lnTo>
                    <a:pt x="1044" y="83"/>
                  </a:lnTo>
                  <a:lnTo>
                    <a:pt x="1036" y="77"/>
                  </a:lnTo>
                  <a:lnTo>
                    <a:pt x="1026" y="71"/>
                  </a:lnTo>
                  <a:lnTo>
                    <a:pt x="1017" y="66"/>
                  </a:lnTo>
                  <a:lnTo>
                    <a:pt x="1006" y="62"/>
                  </a:lnTo>
                  <a:lnTo>
                    <a:pt x="994" y="59"/>
                  </a:lnTo>
                  <a:lnTo>
                    <a:pt x="981" y="57"/>
                  </a:lnTo>
                  <a:lnTo>
                    <a:pt x="968" y="55"/>
                  </a:lnTo>
                  <a:lnTo>
                    <a:pt x="952" y="54"/>
                  </a:lnTo>
                  <a:lnTo>
                    <a:pt x="937" y="54"/>
                  </a:lnTo>
                  <a:lnTo>
                    <a:pt x="935" y="54"/>
                  </a:lnTo>
                  <a:lnTo>
                    <a:pt x="935" y="54"/>
                  </a:lnTo>
                  <a:lnTo>
                    <a:pt x="897" y="53"/>
                  </a:lnTo>
                  <a:lnTo>
                    <a:pt x="861" y="51"/>
                  </a:lnTo>
                  <a:lnTo>
                    <a:pt x="861" y="51"/>
                  </a:lnTo>
                  <a:lnTo>
                    <a:pt x="825" y="50"/>
                  </a:lnTo>
                  <a:lnTo>
                    <a:pt x="788" y="49"/>
                  </a:lnTo>
                  <a:lnTo>
                    <a:pt x="630" y="49"/>
                  </a:lnTo>
                  <a:lnTo>
                    <a:pt x="630" y="49"/>
                  </a:lnTo>
                  <a:lnTo>
                    <a:pt x="613" y="49"/>
                  </a:lnTo>
                  <a:lnTo>
                    <a:pt x="597" y="48"/>
                  </a:lnTo>
                  <a:lnTo>
                    <a:pt x="564" y="45"/>
                  </a:lnTo>
                  <a:lnTo>
                    <a:pt x="564" y="45"/>
                  </a:lnTo>
                  <a:lnTo>
                    <a:pt x="531" y="40"/>
                  </a:lnTo>
                  <a:lnTo>
                    <a:pt x="514" y="39"/>
                  </a:lnTo>
                  <a:lnTo>
                    <a:pt x="497" y="39"/>
                  </a:lnTo>
                  <a:lnTo>
                    <a:pt x="497" y="39"/>
                  </a:lnTo>
                  <a:lnTo>
                    <a:pt x="445" y="38"/>
                  </a:lnTo>
                  <a:lnTo>
                    <a:pt x="392" y="35"/>
                  </a:lnTo>
                  <a:lnTo>
                    <a:pt x="392" y="35"/>
                  </a:lnTo>
                  <a:lnTo>
                    <a:pt x="344" y="33"/>
                  </a:lnTo>
                  <a:lnTo>
                    <a:pt x="344" y="33"/>
                  </a:lnTo>
                  <a:lnTo>
                    <a:pt x="311" y="32"/>
                  </a:lnTo>
                  <a:lnTo>
                    <a:pt x="311" y="32"/>
                  </a:lnTo>
                  <a:lnTo>
                    <a:pt x="283" y="33"/>
                  </a:lnTo>
                  <a:lnTo>
                    <a:pt x="247" y="35"/>
                  </a:lnTo>
                  <a:lnTo>
                    <a:pt x="227" y="37"/>
                  </a:lnTo>
                  <a:lnTo>
                    <a:pt x="207" y="40"/>
                  </a:lnTo>
                  <a:lnTo>
                    <a:pt x="188" y="43"/>
                  </a:lnTo>
                  <a:lnTo>
                    <a:pt x="169" y="49"/>
                  </a:lnTo>
                  <a:lnTo>
                    <a:pt x="168" y="49"/>
                  </a:lnTo>
                  <a:lnTo>
                    <a:pt x="168" y="49"/>
                  </a:lnTo>
                  <a:lnTo>
                    <a:pt x="147" y="55"/>
                  </a:lnTo>
                  <a:lnTo>
                    <a:pt x="128" y="61"/>
                  </a:lnTo>
                  <a:lnTo>
                    <a:pt x="109" y="68"/>
                  </a:lnTo>
                  <a:lnTo>
                    <a:pt x="101" y="72"/>
                  </a:lnTo>
                  <a:lnTo>
                    <a:pt x="93" y="78"/>
                  </a:lnTo>
                  <a:lnTo>
                    <a:pt x="84" y="83"/>
                  </a:lnTo>
                  <a:lnTo>
                    <a:pt x="77" y="89"/>
                  </a:lnTo>
                  <a:lnTo>
                    <a:pt x="70" y="95"/>
                  </a:lnTo>
                  <a:lnTo>
                    <a:pt x="64" y="102"/>
                  </a:lnTo>
                  <a:lnTo>
                    <a:pt x="59" y="111"/>
                  </a:lnTo>
                  <a:lnTo>
                    <a:pt x="53" y="120"/>
                  </a:lnTo>
                  <a:lnTo>
                    <a:pt x="49" y="130"/>
                  </a:lnTo>
                  <a:lnTo>
                    <a:pt x="45" y="142"/>
                  </a:lnTo>
                  <a:lnTo>
                    <a:pt x="45" y="142"/>
                  </a:lnTo>
                  <a:lnTo>
                    <a:pt x="42" y="155"/>
                  </a:lnTo>
                  <a:lnTo>
                    <a:pt x="41" y="167"/>
                  </a:lnTo>
                  <a:lnTo>
                    <a:pt x="41" y="181"/>
                  </a:lnTo>
                  <a:lnTo>
                    <a:pt x="41" y="193"/>
                  </a:lnTo>
                  <a:lnTo>
                    <a:pt x="41" y="193"/>
                  </a:lnTo>
                  <a:lnTo>
                    <a:pt x="42" y="209"/>
                  </a:lnTo>
                  <a:lnTo>
                    <a:pt x="41" y="224"/>
                  </a:lnTo>
                  <a:lnTo>
                    <a:pt x="41" y="224"/>
                  </a:lnTo>
                  <a:lnTo>
                    <a:pt x="38" y="240"/>
                  </a:lnTo>
                  <a:lnTo>
                    <a:pt x="38" y="240"/>
                  </a:lnTo>
                  <a:lnTo>
                    <a:pt x="36" y="251"/>
                  </a:lnTo>
                  <a:lnTo>
                    <a:pt x="35" y="262"/>
                  </a:lnTo>
                  <a:lnTo>
                    <a:pt x="35" y="268"/>
                  </a:lnTo>
                  <a:lnTo>
                    <a:pt x="35" y="273"/>
                  </a:lnTo>
                  <a:lnTo>
                    <a:pt x="37" y="278"/>
                  </a:lnTo>
                  <a:lnTo>
                    <a:pt x="39" y="282"/>
                  </a:lnTo>
                  <a:lnTo>
                    <a:pt x="39" y="282"/>
                  </a:lnTo>
                  <a:lnTo>
                    <a:pt x="41" y="288"/>
                  </a:lnTo>
                  <a:lnTo>
                    <a:pt x="41" y="294"/>
                  </a:lnTo>
                  <a:lnTo>
                    <a:pt x="39" y="299"/>
                  </a:lnTo>
                  <a:lnTo>
                    <a:pt x="38" y="302"/>
                  </a:lnTo>
                  <a:lnTo>
                    <a:pt x="36" y="303"/>
                  </a:lnTo>
                  <a:lnTo>
                    <a:pt x="36" y="305"/>
                  </a:lnTo>
                  <a:lnTo>
                    <a:pt x="36" y="305"/>
                  </a:lnTo>
                  <a:lnTo>
                    <a:pt x="37" y="404"/>
                  </a:lnTo>
                  <a:lnTo>
                    <a:pt x="38" y="509"/>
                  </a:lnTo>
                  <a:lnTo>
                    <a:pt x="40" y="620"/>
                  </a:lnTo>
                  <a:lnTo>
                    <a:pt x="45" y="732"/>
                  </a:lnTo>
                  <a:lnTo>
                    <a:pt x="45" y="732"/>
                  </a:lnTo>
                  <a:lnTo>
                    <a:pt x="47" y="788"/>
                  </a:lnTo>
                  <a:lnTo>
                    <a:pt x="49" y="845"/>
                  </a:lnTo>
                  <a:lnTo>
                    <a:pt x="50" y="905"/>
                  </a:lnTo>
                  <a:lnTo>
                    <a:pt x="50" y="965"/>
                  </a:lnTo>
                  <a:lnTo>
                    <a:pt x="50" y="965"/>
                  </a:lnTo>
                  <a:lnTo>
                    <a:pt x="50" y="996"/>
                  </a:lnTo>
                  <a:lnTo>
                    <a:pt x="50" y="996"/>
                  </a:lnTo>
                  <a:lnTo>
                    <a:pt x="50" y="1033"/>
                  </a:lnTo>
                  <a:lnTo>
                    <a:pt x="50" y="1070"/>
                  </a:lnTo>
                  <a:lnTo>
                    <a:pt x="50" y="1075"/>
                  </a:lnTo>
                  <a:lnTo>
                    <a:pt x="50" y="1075"/>
                  </a:lnTo>
                  <a:lnTo>
                    <a:pt x="49" y="1099"/>
                  </a:lnTo>
                  <a:lnTo>
                    <a:pt x="49" y="1099"/>
                  </a:lnTo>
                  <a:lnTo>
                    <a:pt x="50" y="1106"/>
                  </a:lnTo>
                  <a:lnTo>
                    <a:pt x="49" y="1106"/>
                  </a:lnTo>
                  <a:lnTo>
                    <a:pt x="50" y="1116"/>
                  </a:lnTo>
                  <a:lnTo>
                    <a:pt x="50" y="1119"/>
                  </a:lnTo>
                  <a:lnTo>
                    <a:pt x="51" y="1121"/>
                  </a:lnTo>
                  <a:lnTo>
                    <a:pt x="51" y="1121"/>
                  </a:lnTo>
                  <a:lnTo>
                    <a:pt x="52" y="1124"/>
                  </a:lnTo>
                  <a:lnTo>
                    <a:pt x="53" y="1128"/>
                  </a:lnTo>
                  <a:lnTo>
                    <a:pt x="53" y="1132"/>
                  </a:lnTo>
                  <a:lnTo>
                    <a:pt x="52" y="1136"/>
                  </a:lnTo>
                  <a:lnTo>
                    <a:pt x="52" y="1137"/>
                  </a:lnTo>
                  <a:lnTo>
                    <a:pt x="52" y="1138"/>
                  </a:lnTo>
                  <a:lnTo>
                    <a:pt x="52" y="1138"/>
                  </a:lnTo>
                  <a:lnTo>
                    <a:pt x="57" y="1153"/>
                  </a:lnTo>
                  <a:lnTo>
                    <a:pt x="62" y="1167"/>
                  </a:lnTo>
                  <a:lnTo>
                    <a:pt x="69" y="1181"/>
                  </a:lnTo>
                  <a:lnTo>
                    <a:pt x="76" y="1194"/>
                  </a:lnTo>
                  <a:lnTo>
                    <a:pt x="85" y="1207"/>
                  </a:lnTo>
                  <a:lnTo>
                    <a:pt x="96" y="1219"/>
                  </a:lnTo>
                  <a:lnTo>
                    <a:pt x="107" y="1230"/>
                  </a:lnTo>
                  <a:lnTo>
                    <a:pt x="120" y="1242"/>
                  </a:lnTo>
                  <a:lnTo>
                    <a:pt x="133" y="1252"/>
                  </a:lnTo>
                  <a:lnTo>
                    <a:pt x="146" y="1260"/>
                  </a:lnTo>
                  <a:lnTo>
                    <a:pt x="160" y="1269"/>
                  </a:lnTo>
                  <a:lnTo>
                    <a:pt x="174" y="1275"/>
                  </a:lnTo>
                  <a:lnTo>
                    <a:pt x="189" y="1281"/>
                  </a:lnTo>
                  <a:lnTo>
                    <a:pt x="202" y="1285"/>
                  </a:lnTo>
                  <a:lnTo>
                    <a:pt x="217" y="1287"/>
                  </a:lnTo>
                  <a:lnTo>
                    <a:pt x="231" y="1288"/>
                  </a:lnTo>
                  <a:lnTo>
                    <a:pt x="231" y="1288"/>
                  </a:lnTo>
                  <a:lnTo>
                    <a:pt x="240" y="1287"/>
                  </a:lnTo>
                  <a:lnTo>
                    <a:pt x="240" y="1287"/>
                  </a:lnTo>
                  <a:lnTo>
                    <a:pt x="259" y="1287"/>
                  </a:lnTo>
                  <a:lnTo>
                    <a:pt x="259" y="1287"/>
                  </a:lnTo>
                  <a:lnTo>
                    <a:pt x="278" y="1287"/>
                  </a:lnTo>
                  <a:lnTo>
                    <a:pt x="296" y="1289"/>
                  </a:lnTo>
                  <a:lnTo>
                    <a:pt x="332" y="1293"/>
                  </a:lnTo>
                  <a:lnTo>
                    <a:pt x="332" y="1293"/>
                  </a:lnTo>
                  <a:lnTo>
                    <a:pt x="349" y="1296"/>
                  </a:lnTo>
                  <a:lnTo>
                    <a:pt x="349" y="1296"/>
                  </a:lnTo>
                  <a:lnTo>
                    <a:pt x="366" y="1297"/>
                  </a:lnTo>
                  <a:lnTo>
                    <a:pt x="384" y="1298"/>
                  </a:lnTo>
                  <a:lnTo>
                    <a:pt x="384" y="1298"/>
                  </a:lnTo>
                  <a:lnTo>
                    <a:pt x="411" y="1297"/>
                  </a:lnTo>
                  <a:lnTo>
                    <a:pt x="437" y="1295"/>
                  </a:lnTo>
                  <a:lnTo>
                    <a:pt x="437" y="1295"/>
                  </a:lnTo>
                  <a:lnTo>
                    <a:pt x="462" y="1293"/>
                  </a:lnTo>
                  <a:lnTo>
                    <a:pt x="465" y="1293"/>
                  </a:lnTo>
                  <a:lnTo>
                    <a:pt x="466" y="1292"/>
                  </a:lnTo>
                  <a:lnTo>
                    <a:pt x="466" y="1292"/>
                  </a:lnTo>
                  <a:lnTo>
                    <a:pt x="471" y="1289"/>
                  </a:lnTo>
                  <a:lnTo>
                    <a:pt x="476" y="1288"/>
                  </a:lnTo>
                  <a:lnTo>
                    <a:pt x="478" y="1288"/>
                  </a:lnTo>
                  <a:lnTo>
                    <a:pt x="478" y="1288"/>
                  </a:lnTo>
                  <a:lnTo>
                    <a:pt x="528" y="1292"/>
                  </a:lnTo>
                  <a:lnTo>
                    <a:pt x="528" y="1292"/>
                  </a:lnTo>
                  <a:lnTo>
                    <a:pt x="577" y="1295"/>
                  </a:lnTo>
                  <a:lnTo>
                    <a:pt x="602" y="1297"/>
                  </a:lnTo>
                  <a:lnTo>
                    <a:pt x="627" y="1297"/>
                  </a:lnTo>
                  <a:lnTo>
                    <a:pt x="627" y="1297"/>
                  </a:lnTo>
                  <a:lnTo>
                    <a:pt x="645" y="1296"/>
                  </a:lnTo>
                  <a:lnTo>
                    <a:pt x="645" y="1296"/>
                  </a:lnTo>
                  <a:lnTo>
                    <a:pt x="665" y="1296"/>
                  </a:lnTo>
                  <a:lnTo>
                    <a:pt x="665" y="1296"/>
                  </a:lnTo>
                  <a:lnTo>
                    <a:pt x="674" y="1296"/>
                  </a:lnTo>
                  <a:lnTo>
                    <a:pt x="682" y="1297"/>
                  </a:lnTo>
                  <a:lnTo>
                    <a:pt x="690" y="1300"/>
                  </a:lnTo>
                  <a:lnTo>
                    <a:pt x="697" y="1303"/>
                  </a:lnTo>
                  <a:lnTo>
                    <a:pt x="699" y="1304"/>
                  </a:lnTo>
                  <a:lnTo>
                    <a:pt x="703" y="1303"/>
                  </a:lnTo>
                  <a:lnTo>
                    <a:pt x="704" y="1302"/>
                  </a:lnTo>
                  <a:lnTo>
                    <a:pt x="704" y="1302"/>
                  </a:lnTo>
                  <a:lnTo>
                    <a:pt x="708" y="1297"/>
                  </a:lnTo>
                  <a:lnTo>
                    <a:pt x="713" y="1294"/>
                  </a:lnTo>
                  <a:lnTo>
                    <a:pt x="725" y="1289"/>
                  </a:lnTo>
                  <a:lnTo>
                    <a:pt x="736" y="1285"/>
                  </a:lnTo>
                  <a:lnTo>
                    <a:pt x="749" y="1281"/>
                  </a:lnTo>
                  <a:lnTo>
                    <a:pt x="749" y="1281"/>
                  </a:lnTo>
                  <a:lnTo>
                    <a:pt x="765" y="1277"/>
                  </a:lnTo>
                  <a:lnTo>
                    <a:pt x="772" y="1274"/>
                  </a:lnTo>
                  <a:lnTo>
                    <a:pt x="781" y="1271"/>
                  </a:lnTo>
                  <a:lnTo>
                    <a:pt x="781" y="1271"/>
                  </a:lnTo>
                  <a:lnTo>
                    <a:pt x="812" y="1254"/>
                  </a:lnTo>
                  <a:lnTo>
                    <a:pt x="843" y="1233"/>
                  </a:lnTo>
                  <a:lnTo>
                    <a:pt x="875" y="1211"/>
                  </a:lnTo>
                  <a:lnTo>
                    <a:pt x="908" y="1185"/>
                  </a:lnTo>
                  <a:lnTo>
                    <a:pt x="908" y="1185"/>
                  </a:lnTo>
                  <a:lnTo>
                    <a:pt x="922" y="1174"/>
                  </a:lnTo>
                  <a:lnTo>
                    <a:pt x="938" y="1162"/>
                  </a:lnTo>
                  <a:lnTo>
                    <a:pt x="969" y="1143"/>
                  </a:lnTo>
                  <a:lnTo>
                    <a:pt x="969" y="1143"/>
                  </a:lnTo>
                  <a:lnTo>
                    <a:pt x="992" y="1127"/>
                  </a:lnTo>
                  <a:lnTo>
                    <a:pt x="1016" y="1111"/>
                  </a:lnTo>
                  <a:lnTo>
                    <a:pt x="1016" y="1111"/>
                  </a:lnTo>
                  <a:lnTo>
                    <a:pt x="1029" y="1101"/>
                  </a:lnTo>
                  <a:lnTo>
                    <a:pt x="1029" y="1101"/>
                  </a:lnTo>
                  <a:lnTo>
                    <a:pt x="1070" y="1073"/>
                  </a:lnTo>
                  <a:lnTo>
                    <a:pt x="1093" y="1056"/>
                  </a:lnTo>
                  <a:lnTo>
                    <a:pt x="1099" y="1051"/>
                  </a:lnTo>
                  <a:lnTo>
                    <a:pt x="1103" y="1046"/>
                  </a:lnTo>
                  <a:lnTo>
                    <a:pt x="1104" y="1043"/>
                  </a:lnTo>
                  <a:lnTo>
                    <a:pt x="1105" y="1041"/>
                  </a:lnTo>
                  <a:lnTo>
                    <a:pt x="1105" y="1041"/>
                  </a:lnTo>
                  <a:lnTo>
                    <a:pt x="1106" y="1036"/>
                  </a:lnTo>
                  <a:lnTo>
                    <a:pt x="1107" y="1032"/>
                  </a:lnTo>
                  <a:lnTo>
                    <a:pt x="1108" y="1031"/>
                  </a:lnTo>
                  <a:lnTo>
                    <a:pt x="1108" y="1029"/>
                  </a:lnTo>
                  <a:lnTo>
                    <a:pt x="1108" y="1029"/>
                  </a:lnTo>
                  <a:lnTo>
                    <a:pt x="1106" y="946"/>
                  </a:lnTo>
                  <a:lnTo>
                    <a:pt x="1104" y="859"/>
                  </a:lnTo>
                  <a:lnTo>
                    <a:pt x="1100" y="770"/>
                  </a:lnTo>
                  <a:lnTo>
                    <a:pt x="1096" y="676"/>
                  </a:lnTo>
                  <a:lnTo>
                    <a:pt x="1096" y="676"/>
                  </a:lnTo>
                  <a:lnTo>
                    <a:pt x="1096" y="668"/>
                  </a:lnTo>
                  <a:lnTo>
                    <a:pt x="1098" y="666"/>
                  </a:lnTo>
                  <a:lnTo>
                    <a:pt x="1099" y="663"/>
                  </a:lnTo>
                  <a:lnTo>
                    <a:pt x="1099" y="663"/>
                  </a:lnTo>
                  <a:lnTo>
                    <a:pt x="1102" y="661"/>
                  </a:lnTo>
                  <a:lnTo>
                    <a:pt x="1105" y="660"/>
                  </a:lnTo>
                  <a:lnTo>
                    <a:pt x="1108" y="659"/>
                  </a:lnTo>
                  <a:lnTo>
                    <a:pt x="1112" y="658"/>
                  </a:lnTo>
                  <a:lnTo>
                    <a:pt x="1112" y="658"/>
                  </a:lnTo>
                  <a:lnTo>
                    <a:pt x="1118" y="659"/>
                  </a:lnTo>
                  <a:lnTo>
                    <a:pt x="1123" y="661"/>
                  </a:lnTo>
                  <a:lnTo>
                    <a:pt x="1125" y="662"/>
                  </a:lnTo>
                  <a:lnTo>
                    <a:pt x="1128" y="665"/>
                  </a:lnTo>
                  <a:lnTo>
                    <a:pt x="1130" y="668"/>
                  </a:lnTo>
                  <a:lnTo>
                    <a:pt x="1131" y="672"/>
                  </a:lnTo>
                  <a:lnTo>
                    <a:pt x="1132" y="676"/>
                  </a:lnTo>
                  <a:lnTo>
                    <a:pt x="1132" y="676"/>
                  </a:lnTo>
                  <a:lnTo>
                    <a:pt x="1137" y="780"/>
                  </a:lnTo>
                  <a:lnTo>
                    <a:pt x="1140" y="877"/>
                  </a:lnTo>
                  <a:lnTo>
                    <a:pt x="1143" y="967"/>
                  </a:lnTo>
                  <a:lnTo>
                    <a:pt x="1145" y="1053"/>
                  </a:lnTo>
                  <a:lnTo>
                    <a:pt x="1139" y="1053"/>
                  </a:lnTo>
                  <a:lnTo>
                    <a:pt x="1137" y="1057"/>
                  </a:lnTo>
                  <a:lnTo>
                    <a:pt x="1137" y="1057"/>
                  </a:lnTo>
                  <a:lnTo>
                    <a:pt x="1135" y="1062"/>
                  </a:lnTo>
                  <a:lnTo>
                    <a:pt x="1131" y="1067"/>
                  </a:lnTo>
                  <a:lnTo>
                    <a:pt x="1127" y="1072"/>
                  </a:lnTo>
                  <a:lnTo>
                    <a:pt x="1121" y="1076"/>
                  </a:lnTo>
                  <a:lnTo>
                    <a:pt x="1110" y="1085"/>
                  </a:lnTo>
                  <a:lnTo>
                    <a:pt x="1098" y="1093"/>
                  </a:lnTo>
                  <a:lnTo>
                    <a:pt x="1098" y="1093"/>
                  </a:lnTo>
                  <a:lnTo>
                    <a:pt x="1085" y="1101"/>
                  </a:lnTo>
                  <a:lnTo>
                    <a:pt x="1074" y="1111"/>
                  </a:lnTo>
                  <a:lnTo>
                    <a:pt x="1074" y="1111"/>
                  </a:lnTo>
                  <a:lnTo>
                    <a:pt x="1054" y="1125"/>
                  </a:lnTo>
                  <a:lnTo>
                    <a:pt x="1035" y="1139"/>
                  </a:lnTo>
                  <a:lnTo>
                    <a:pt x="995" y="1166"/>
                  </a:lnTo>
                  <a:lnTo>
                    <a:pt x="995" y="1166"/>
                  </a:lnTo>
                  <a:lnTo>
                    <a:pt x="954" y="1194"/>
                  </a:lnTo>
                  <a:lnTo>
                    <a:pt x="954" y="1194"/>
                  </a:lnTo>
                  <a:lnTo>
                    <a:pt x="931" y="1212"/>
                  </a:lnTo>
                  <a:lnTo>
                    <a:pt x="908" y="1229"/>
                  </a:lnTo>
                  <a:lnTo>
                    <a:pt x="908" y="1229"/>
                  </a:lnTo>
                  <a:lnTo>
                    <a:pt x="865" y="1262"/>
                  </a:lnTo>
                  <a:lnTo>
                    <a:pt x="844" y="1277"/>
                  </a:lnTo>
                  <a:lnTo>
                    <a:pt x="822" y="1291"/>
                  </a:lnTo>
                  <a:lnTo>
                    <a:pt x="799" y="1304"/>
                  </a:lnTo>
                  <a:lnTo>
                    <a:pt x="776" y="1315"/>
                  </a:lnTo>
                  <a:lnTo>
                    <a:pt x="765" y="1319"/>
                  </a:lnTo>
                  <a:lnTo>
                    <a:pt x="753" y="1322"/>
                  </a:lnTo>
                  <a:lnTo>
                    <a:pt x="740" y="1325"/>
                  </a:lnTo>
                  <a:lnTo>
                    <a:pt x="729" y="1328"/>
                  </a:lnTo>
                  <a:lnTo>
                    <a:pt x="727" y="1328"/>
                  </a:lnTo>
                  <a:lnTo>
                    <a:pt x="726" y="1329"/>
                  </a:lnTo>
                  <a:lnTo>
                    <a:pt x="726" y="1329"/>
                  </a:lnTo>
                  <a:lnTo>
                    <a:pt x="723" y="1331"/>
                  </a:lnTo>
                  <a:lnTo>
                    <a:pt x="719" y="1332"/>
                  </a:lnTo>
                  <a:lnTo>
                    <a:pt x="712" y="1334"/>
                  </a:lnTo>
                  <a:lnTo>
                    <a:pt x="713" y="1337"/>
                  </a:lnTo>
                  <a:lnTo>
                    <a:pt x="713" y="1337"/>
                  </a:lnTo>
                  <a:lnTo>
                    <a:pt x="710" y="1338"/>
                  </a:lnTo>
                  <a:lnTo>
                    <a:pt x="710" y="1338"/>
                  </a:lnTo>
                  <a:lnTo>
                    <a:pt x="707" y="1338"/>
                  </a:lnTo>
                  <a:lnTo>
                    <a:pt x="707" y="1338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1" name="Freeform 397"/>
            <p:cNvSpPr>
              <a:spLocks noEditPoints="1"/>
            </p:cNvSpPr>
            <p:nvPr>
              <p:custDataLst>
                <p:tags r:id="rId47"/>
              </p:custDataLst>
            </p:nvPr>
          </p:nvSpPr>
          <p:spPr bwMode="auto">
            <a:xfrm>
              <a:off x="4422775" y="3170238"/>
              <a:ext cx="542925" cy="473075"/>
            </a:xfrm>
            <a:custGeom>
              <a:avLst/>
              <a:gdLst/>
              <a:ahLst/>
              <a:cxnLst>
                <a:cxn ang="0">
                  <a:pos x="2" y="884"/>
                </a:cxn>
                <a:cxn ang="0">
                  <a:pos x="4" y="861"/>
                </a:cxn>
                <a:cxn ang="0">
                  <a:pos x="45" y="818"/>
                </a:cxn>
                <a:cxn ang="0">
                  <a:pos x="132" y="715"/>
                </a:cxn>
                <a:cxn ang="0">
                  <a:pos x="182" y="635"/>
                </a:cxn>
                <a:cxn ang="0">
                  <a:pos x="192" y="564"/>
                </a:cxn>
                <a:cxn ang="0">
                  <a:pos x="207" y="470"/>
                </a:cxn>
                <a:cxn ang="0">
                  <a:pos x="253" y="351"/>
                </a:cxn>
                <a:cxn ang="0">
                  <a:pos x="358" y="215"/>
                </a:cxn>
                <a:cxn ang="0">
                  <a:pos x="517" y="90"/>
                </a:cxn>
                <a:cxn ang="0">
                  <a:pos x="663" y="24"/>
                </a:cxn>
                <a:cxn ang="0">
                  <a:pos x="817" y="2"/>
                </a:cxn>
                <a:cxn ang="0">
                  <a:pos x="943" y="2"/>
                </a:cxn>
                <a:cxn ang="0">
                  <a:pos x="1002" y="16"/>
                </a:cxn>
                <a:cxn ang="0">
                  <a:pos x="1020" y="26"/>
                </a:cxn>
                <a:cxn ang="0">
                  <a:pos x="1022" y="133"/>
                </a:cxn>
                <a:cxn ang="0">
                  <a:pos x="979" y="246"/>
                </a:cxn>
                <a:cxn ang="0">
                  <a:pos x="962" y="260"/>
                </a:cxn>
                <a:cxn ang="0">
                  <a:pos x="893" y="274"/>
                </a:cxn>
                <a:cxn ang="0">
                  <a:pos x="808" y="306"/>
                </a:cxn>
                <a:cxn ang="0">
                  <a:pos x="918" y="339"/>
                </a:cxn>
                <a:cxn ang="0">
                  <a:pos x="927" y="359"/>
                </a:cxn>
                <a:cxn ang="0">
                  <a:pos x="913" y="390"/>
                </a:cxn>
                <a:cxn ang="0">
                  <a:pos x="814" y="507"/>
                </a:cxn>
                <a:cxn ang="0">
                  <a:pos x="649" y="614"/>
                </a:cxn>
                <a:cxn ang="0">
                  <a:pos x="475" y="674"/>
                </a:cxn>
                <a:cxn ang="0">
                  <a:pos x="252" y="686"/>
                </a:cxn>
                <a:cxn ang="0">
                  <a:pos x="211" y="689"/>
                </a:cxn>
                <a:cxn ang="0">
                  <a:pos x="126" y="777"/>
                </a:cxn>
                <a:cxn ang="0">
                  <a:pos x="53" y="863"/>
                </a:cxn>
                <a:cxn ang="0">
                  <a:pos x="17" y="894"/>
                </a:cxn>
                <a:cxn ang="0">
                  <a:pos x="745" y="48"/>
                </a:cxn>
                <a:cxn ang="0">
                  <a:pos x="624" y="74"/>
                </a:cxn>
                <a:cxn ang="0">
                  <a:pos x="505" y="137"/>
                </a:cxn>
                <a:cxn ang="0">
                  <a:pos x="419" y="211"/>
                </a:cxn>
                <a:cxn ang="0">
                  <a:pos x="291" y="355"/>
                </a:cxn>
                <a:cxn ang="0">
                  <a:pos x="241" y="484"/>
                </a:cxn>
                <a:cxn ang="0">
                  <a:pos x="228" y="573"/>
                </a:cxn>
                <a:cxn ang="0">
                  <a:pos x="224" y="646"/>
                </a:cxn>
                <a:cxn ang="0">
                  <a:pos x="307" y="651"/>
                </a:cxn>
                <a:cxn ang="0">
                  <a:pos x="441" y="639"/>
                </a:cxn>
                <a:cxn ang="0">
                  <a:pos x="535" y="627"/>
                </a:cxn>
                <a:cxn ang="0">
                  <a:pos x="630" y="583"/>
                </a:cxn>
                <a:cxn ang="0">
                  <a:pos x="705" y="540"/>
                </a:cxn>
                <a:cxn ang="0">
                  <a:pos x="803" y="471"/>
                </a:cxn>
                <a:cxn ang="0">
                  <a:pos x="872" y="385"/>
                </a:cxn>
                <a:cxn ang="0">
                  <a:pos x="826" y="349"/>
                </a:cxn>
                <a:cxn ang="0">
                  <a:pos x="717" y="321"/>
                </a:cxn>
                <a:cxn ang="0">
                  <a:pos x="657" y="300"/>
                </a:cxn>
                <a:cxn ang="0">
                  <a:pos x="647" y="280"/>
                </a:cxn>
                <a:cxn ang="0">
                  <a:pos x="659" y="257"/>
                </a:cxn>
                <a:cxn ang="0">
                  <a:pos x="843" y="243"/>
                </a:cxn>
                <a:cxn ang="0">
                  <a:pos x="959" y="205"/>
                </a:cxn>
                <a:cxn ang="0">
                  <a:pos x="990" y="94"/>
                </a:cxn>
                <a:cxn ang="0">
                  <a:pos x="979" y="41"/>
                </a:cxn>
                <a:cxn ang="0">
                  <a:pos x="974" y="45"/>
                </a:cxn>
                <a:cxn ang="0">
                  <a:pos x="957" y="41"/>
                </a:cxn>
              </a:cxnLst>
              <a:rect l="0" t="0" r="r" b="b"/>
              <a:pathLst>
                <a:path w="1026" h="894">
                  <a:moveTo>
                    <a:pt x="17" y="894"/>
                  </a:moveTo>
                  <a:lnTo>
                    <a:pt x="17" y="894"/>
                  </a:lnTo>
                  <a:lnTo>
                    <a:pt x="11" y="893"/>
                  </a:lnTo>
                  <a:lnTo>
                    <a:pt x="8" y="892"/>
                  </a:lnTo>
                  <a:lnTo>
                    <a:pt x="6" y="891"/>
                  </a:lnTo>
                  <a:lnTo>
                    <a:pt x="3" y="887"/>
                  </a:lnTo>
                  <a:lnTo>
                    <a:pt x="2" y="884"/>
                  </a:lnTo>
                  <a:lnTo>
                    <a:pt x="1" y="881"/>
                  </a:lnTo>
                  <a:lnTo>
                    <a:pt x="0" y="877"/>
                  </a:lnTo>
                  <a:lnTo>
                    <a:pt x="0" y="872"/>
                  </a:lnTo>
                  <a:lnTo>
                    <a:pt x="0" y="872"/>
                  </a:lnTo>
                  <a:lnTo>
                    <a:pt x="1" y="869"/>
                  </a:lnTo>
                  <a:lnTo>
                    <a:pt x="1" y="866"/>
                  </a:lnTo>
                  <a:lnTo>
                    <a:pt x="4" y="861"/>
                  </a:lnTo>
                  <a:lnTo>
                    <a:pt x="7" y="857"/>
                  </a:lnTo>
                  <a:lnTo>
                    <a:pt x="10" y="856"/>
                  </a:lnTo>
                  <a:lnTo>
                    <a:pt x="12" y="855"/>
                  </a:lnTo>
                  <a:lnTo>
                    <a:pt x="13" y="854"/>
                  </a:lnTo>
                  <a:lnTo>
                    <a:pt x="13" y="854"/>
                  </a:lnTo>
                  <a:lnTo>
                    <a:pt x="29" y="836"/>
                  </a:lnTo>
                  <a:lnTo>
                    <a:pt x="45" y="818"/>
                  </a:lnTo>
                  <a:lnTo>
                    <a:pt x="45" y="818"/>
                  </a:lnTo>
                  <a:lnTo>
                    <a:pt x="69" y="791"/>
                  </a:lnTo>
                  <a:lnTo>
                    <a:pt x="82" y="777"/>
                  </a:lnTo>
                  <a:lnTo>
                    <a:pt x="93" y="761"/>
                  </a:lnTo>
                  <a:lnTo>
                    <a:pt x="93" y="761"/>
                  </a:lnTo>
                  <a:lnTo>
                    <a:pt x="112" y="738"/>
                  </a:lnTo>
                  <a:lnTo>
                    <a:pt x="132" y="715"/>
                  </a:lnTo>
                  <a:lnTo>
                    <a:pt x="153" y="692"/>
                  </a:lnTo>
                  <a:lnTo>
                    <a:pt x="176" y="670"/>
                  </a:lnTo>
                  <a:lnTo>
                    <a:pt x="188" y="658"/>
                  </a:lnTo>
                  <a:lnTo>
                    <a:pt x="187" y="655"/>
                  </a:lnTo>
                  <a:lnTo>
                    <a:pt x="187" y="655"/>
                  </a:lnTo>
                  <a:lnTo>
                    <a:pt x="184" y="645"/>
                  </a:lnTo>
                  <a:lnTo>
                    <a:pt x="182" y="635"/>
                  </a:lnTo>
                  <a:lnTo>
                    <a:pt x="181" y="627"/>
                  </a:lnTo>
                  <a:lnTo>
                    <a:pt x="181" y="621"/>
                  </a:lnTo>
                  <a:lnTo>
                    <a:pt x="181" y="621"/>
                  </a:lnTo>
                  <a:lnTo>
                    <a:pt x="183" y="603"/>
                  </a:lnTo>
                  <a:lnTo>
                    <a:pt x="187" y="586"/>
                  </a:lnTo>
                  <a:lnTo>
                    <a:pt x="187" y="586"/>
                  </a:lnTo>
                  <a:lnTo>
                    <a:pt x="192" y="564"/>
                  </a:lnTo>
                  <a:lnTo>
                    <a:pt x="193" y="553"/>
                  </a:lnTo>
                  <a:lnTo>
                    <a:pt x="194" y="540"/>
                  </a:lnTo>
                  <a:lnTo>
                    <a:pt x="194" y="540"/>
                  </a:lnTo>
                  <a:lnTo>
                    <a:pt x="196" y="524"/>
                  </a:lnTo>
                  <a:lnTo>
                    <a:pt x="198" y="506"/>
                  </a:lnTo>
                  <a:lnTo>
                    <a:pt x="202" y="489"/>
                  </a:lnTo>
                  <a:lnTo>
                    <a:pt x="207" y="470"/>
                  </a:lnTo>
                  <a:lnTo>
                    <a:pt x="212" y="452"/>
                  </a:lnTo>
                  <a:lnTo>
                    <a:pt x="218" y="432"/>
                  </a:lnTo>
                  <a:lnTo>
                    <a:pt x="225" y="412"/>
                  </a:lnTo>
                  <a:lnTo>
                    <a:pt x="233" y="392"/>
                  </a:lnTo>
                  <a:lnTo>
                    <a:pt x="233" y="392"/>
                  </a:lnTo>
                  <a:lnTo>
                    <a:pt x="243" y="371"/>
                  </a:lnTo>
                  <a:lnTo>
                    <a:pt x="253" y="351"/>
                  </a:lnTo>
                  <a:lnTo>
                    <a:pt x="264" y="332"/>
                  </a:lnTo>
                  <a:lnTo>
                    <a:pt x="276" y="313"/>
                  </a:lnTo>
                  <a:lnTo>
                    <a:pt x="289" y="296"/>
                  </a:lnTo>
                  <a:lnTo>
                    <a:pt x="302" y="278"/>
                  </a:lnTo>
                  <a:lnTo>
                    <a:pt x="315" y="261"/>
                  </a:lnTo>
                  <a:lnTo>
                    <a:pt x="329" y="245"/>
                  </a:lnTo>
                  <a:lnTo>
                    <a:pt x="358" y="215"/>
                  </a:lnTo>
                  <a:lnTo>
                    <a:pt x="388" y="188"/>
                  </a:lnTo>
                  <a:lnTo>
                    <a:pt x="417" y="162"/>
                  </a:lnTo>
                  <a:lnTo>
                    <a:pt x="446" y="140"/>
                  </a:lnTo>
                  <a:lnTo>
                    <a:pt x="446" y="140"/>
                  </a:lnTo>
                  <a:lnTo>
                    <a:pt x="464" y="126"/>
                  </a:lnTo>
                  <a:lnTo>
                    <a:pt x="481" y="114"/>
                  </a:lnTo>
                  <a:lnTo>
                    <a:pt x="517" y="90"/>
                  </a:lnTo>
                  <a:lnTo>
                    <a:pt x="555" y="69"/>
                  </a:lnTo>
                  <a:lnTo>
                    <a:pt x="592" y="49"/>
                  </a:lnTo>
                  <a:lnTo>
                    <a:pt x="592" y="49"/>
                  </a:lnTo>
                  <a:lnTo>
                    <a:pt x="609" y="40"/>
                  </a:lnTo>
                  <a:lnTo>
                    <a:pt x="627" y="34"/>
                  </a:lnTo>
                  <a:lnTo>
                    <a:pt x="645" y="28"/>
                  </a:lnTo>
                  <a:lnTo>
                    <a:pt x="663" y="24"/>
                  </a:lnTo>
                  <a:lnTo>
                    <a:pt x="681" y="20"/>
                  </a:lnTo>
                  <a:lnTo>
                    <a:pt x="699" y="17"/>
                  </a:lnTo>
                  <a:lnTo>
                    <a:pt x="737" y="11"/>
                  </a:lnTo>
                  <a:lnTo>
                    <a:pt x="745" y="10"/>
                  </a:lnTo>
                  <a:lnTo>
                    <a:pt x="745" y="10"/>
                  </a:lnTo>
                  <a:lnTo>
                    <a:pt x="782" y="5"/>
                  </a:lnTo>
                  <a:lnTo>
                    <a:pt x="817" y="2"/>
                  </a:lnTo>
                  <a:lnTo>
                    <a:pt x="848" y="0"/>
                  </a:lnTo>
                  <a:lnTo>
                    <a:pt x="878" y="0"/>
                  </a:lnTo>
                  <a:lnTo>
                    <a:pt x="878" y="0"/>
                  </a:lnTo>
                  <a:lnTo>
                    <a:pt x="902" y="0"/>
                  </a:lnTo>
                  <a:lnTo>
                    <a:pt x="924" y="1"/>
                  </a:lnTo>
                  <a:lnTo>
                    <a:pt x="924" y="1"/>
                  </a:lnTo>
                  <a:lnTo>
                    <a:pt x="943" y="2"/>
                  </a:lnTo>
                  <a:lnTo>
                    <a:pt x="943" y="2"/>
                  </a:lnTo>
                  <a:lnTo>
                    <a:pt x="959" y="3"/>
                  </a:lnTo>
                  <a:lnTo>
                    <a:pt x="975" y="5"/>
                  </a:lnTo>
                  <a:lnTo>
                    <a:pt x="982" y="6"/>
                  </a:lnTo>
                  <a:lnTo>
                    <a:pt x="990" y="8"/>
                  </a:lnTo>
                  <a:lnTo>
                    <a:pt x="997" y="11"/>
                  </a:lnTo>
                  <a:lnTo>
                    <a:pt x="1002" y="16"/>
                  </a:lnTo>
                  <a:lnTo>
                    <a:pt x="1003" y="16"/>
                  </a:lnTo>
                  <a:lnTo>
                    <a:pt x="1005" y="17"/>
                  </a:lnTo>
                  <a:lnTo>
                    <a:pt x="1005" y="17"/>
                  </a:lnTo>
                  <a:lnTo>
                    <a:pt x="1010" y="18"/>
                  </a:lnTo>
                  <a:lnTo>
                    <a:pt x="1016" y="21"/>
                  </a:lnTo>
                  <a:lnTo>
                    <a:pt x="1018" y="24"/>
                  </a:lnTo>
                  <a:lnTo>
                    <a:pt x="1020" y="26"/>
                  </a:lnTo>
                  <a:lnTo>
                    <a:pt x="1022" y="30"/>
                  </a:lnTo>
                  <a:lnTo>
                    <a:pt x="1023" y="33"/>
                  </a:lnTo>
                  <a:lnTo>
                    <a:pt x="1023" y="33"/>
                  </a:lnTo>
                  <a:lnTo>
                    <a:pt x="1026" y="61"/>
                  </a:lnTo>
                  <a:lnTo>
                    <a:pt x="1026" y="86"/>
                  </a:lnTo>
                  <a:lnTo>
                    <a:pt x="1025" y="110"/>
                  </a:lnTo>
                  <a:lnTo>
                    <a:pt x="1022" y="133"/>
                  </a:lnTo>
                  <a:lnTo>
                    <a:pt x="1022" y="133"/>
                  </a:lnTo>
                  <a:lnTo>
                    <a:pt x="1016" y="154"/>
                  </a:lnTo>
                  <a:lnTo>
                    <a:pt x="1010" y="174"/>
                  </a:lnTo>
                  <a:lnTo>
                    <a:pt x="1002" y="193"/>
                  </a:lnTo>
                  <a:lnTo>
                    <a:pt x="994" y="213"/>
                  </a:lnTo>
                  <a:lnTo>
                    <a:pt x="994" y="213"/>
                  </a:lnTo>
                  <a:lnTo>
                    <a:pt x="979" y="246"/>
                  </a:lnTo>
                  <a:lnTo>
                    <a:pt x="979" y="246"/>
                  </a:lnTo>
                  <a:lnTo>
                    <a:pt x="976" y="251"/>
                  </a:lnTo>
                  <a:lnTo>
                    <a:pt x="973" y="254"/>
                  </a:lnTo>
                  <a:lnTo>
                    <a:pt x="969" y="256"/>
                  </a:lnTo>
                  <a:lnTo>
                    <a:pt x="966" y="257"/>
                  </a:lnTo>
                  <a:lnTo>
                    <a:pt x="963" y="258"/>
                  </a:lnTo>
                  <a:lnTo>
                    <a:pt x="962" y="260"/>
                  </a:lnTo>
                  <a:lnTo>
                    <a:pt x="962" y="260"/>
                  </a:lnTo>
                  <a:lnTo>
                    <a:pt x="960" y="262"/>
                  </a:lnTo>
                  <a:lnTo>
                    <a:pt x="956" y="266"/>
                  </a:lnTo>
                  <a:lnTo>
                    <a:pt x="952" y="268"/>
                  </a:lnTo>
                  <a:lnTo>
                    <a:pt x="947" y="269"/>
                  </a:lnTo>
                  <a:lnTo>
                    <a:pt x="947" y="269"/>
                  </a:lnTo>
                  <a:lnTo>
                    <a:pt x="893" y="274"/>
                  </a:lnTo>
                  <a:lnTo>
                    <a:pt x="841" y="279"/>
                  </a:lnTo>
                  <a:lnTo>
                    <a:pt x="841" y="279"/>
                  </a:lnTo>
                  <a:lnTo>
                    <a:pt x="780" y="286"/>
                  </a:lnTo>
                  <a:lnTo>
                    <a:pt x="779" y="298"/>
                  </a:lnTo>
                  <a:lnTo>
                    <a:pt x="779" y="298"/>
                  </a:lnTo>
                  <a:lnTo>
                    <a:pt x="795" y="302"/>
                  </a:lnTo>
                  <a:lnTo>
                    <a:pt x="808" y="306"/>
                  </a:lnTo>
                  <a:lnTo>
                    <a:pt x="808" y="306"/>
                  </a:lnTo>
                  <a:lnTo>
                    <a:pt x="833" y="316"/>
                  </a:lnTo>
                  <a:lnTo>
                    <a:pt x="858" y="324"/>
                  </a:lnTo>
                  <a:lnTo>
                    <a:pt x="887" y="333"/>
                  </a:lnTo>
                  <a:lnTo>
                    <a:pt x="915" y="338"/>
                  </a:lnTo>
                  <a:lnTo>
                    <a:pt x="915" y="338"/>
                  </a:lnTo>
                  <a:lnTo>
                    <a:pt x="918" y="339"/>
                  </a:lnTo>
                  <a:lnTo>
                    <a:pt x="921" y="341"/>
                  </a:lnTo>
                  <a:lnTo>
                    <a:pt x="924" y="343"/>
                  </a:lnTo>
                  <a:lnTo>
                    <a:pt x="925" y="345"/>
                  </a:lnTo>
                  <a:lnTo>
                    <a:pt x="925" y="345"/>
                  </a:lnTo>
                  <a:lnTo>
                    <a:pt x="928" y="349"/>
                  </a:lnTo>
                  <a:lnTo>
                    <a:pt x="928" y="353"/>
                  </a:lnTo>
                  <a:lnTo>
                    <a:pt x="927" y="359"/>
                  </a:lnTo>
                  <a:lnTo>
                    <a:pt x="924" y="363"/>
                  </a:lnTo>
                  <a:lnTo>
                    <a:pt x="923" y="364"/>
                  </a:lnTo>
                  <a:lnTo>
                    <a:pt x="923" y="365"/>
                  </a:lnTo>
                  <a:lnTo>
                    <a:pt x="923" y="365"/>
                  </a:lnTo>
                  <a:lnTo>
                    <a:pt x="922" y="369"/>
                  </a:lnTo>
                  <a:lnTo>
                    <a:pt x="922" y="369"/>
                  </a:lnTo>
                  <a:lnTo>
                    <a:pt x="913" y="390"/>
                  </a:lnTo>
                  <a:lnTo>
                    <a:pt x="902" y="409"/>
                  </a:lnTo>
                  <a:lnTo>
                    <a:pt x="889" y="428"/>
                  </a:lnTo>
                  <a:lnTo>
                    <a:pt x="877" y="445"/>
                  </a:lnTo>
                  <a:lnTo>
                    <a:pt x="862" y="462"/>
                  </a:lnTo>
                  <a:lnTo>
                    <a:pt x="847" y="478"/>
                  </a:lnTo>
                  <a:lnTo>
                    <a:pt x="831" y="493"/>
                  </a:lnTo>
                  <a:lnTo>
                    <a:pt x="814" y="507"/>
                  </a:lnTo>
                  <a:lnTo>
                    <a:pt x="796" y="521"/>
                  </a:lnTo>
                  <a:lnTo>
                    <a:pt x="779" y="534"/>
                  </a:lnTo>
                  <a:lnTo>
                    <a:pt x="742" y="559"/>
                  </a:lnTo>
                  <a:lnTo>
                    <a:pt x="703" y="583"/>
                  </a:lnTo>
                  <a:lnTo>
                    <a:pt x="664" y="605"/>
                  </a:lnTo>
                  <a:lnTo>
                    <a:pt x="649" y="614"/>
                  </a:lnTo>
                  <a:lnTo>
                    <a:pt x="649" y="614"/>
                  </a:lnTo>
                  <a:lnTo>
                    <a:pt x="625" y="627"/>
                  </a:lnTo>
                  <a:lnTo>
                    <a:pt x="601" y="637"/>
                  </a:lnTo>
                  <a:lnTo>
                    <a:pt x="576" y="648"/>
                  </a:lnTo>
                  <a:lnTo>
                    <a:pt x="552" y="656"/>
                  </a:lnTo>
                  <a:lnTo>
                    <a:pt x="526" y="662"/>
                  </a:lnTo>
                  <a:lnTo>
                    <a:pt x="501" y="668"/>
                  </a:lnTo>
                  <a:lnTo>
                    <a:pt x="475" y="674"/>
                  </a:lnTo>
                  <a:lnTo>
                    <a:pt x="449" y="677"/>
                  </a:lnTo>
                  <a:lnTo>
                    <a:pt x="423" y="680"/>
                  </a:lnTo>
                  <a:lnTo>
                    <a:pt x="398" y="682"/>
                  </a:lnTo>
                  <a:lnTo>
                    <a:pt x="348" y="685"/>
                  </a:lnTo>
                  <a:lnTo>
                    <a:pt x="298" y="686"/>
                  </a:lnTo>
                  <a:lnTo>
                    <a:pt x="252" y="686"/>
                  </a:lnTo>
                  <a:lnTo>
                    <a:pt x="252" y="686"/>
                  </a:lnTo>
                  <a:lnTo>
                    <a:pt x="225" y="686"/>
                  </a:lnTo>
                  <a:lnTo>
                    <a:pt x="224" y="687"/>
                  </a:lnTo>
                  <a:lnTo>
                    <a:pt x="224" y="687"/>
                  </a:lnTo>
                  <a:lnTo>
                    <a:pt x="220" y="689"/>
                  </a:lnTo>
                  <a:lnTo>
                    <a:pt x="215" y="690"/>
                  </a:lnTo>
                  <a:lnTo>
                    <a:pt x="215" y="690"/>
                  </a:lnTo>
                  <a:lnTo>
                    <a:pt x="211" y="689"/>
                  </a:lnTo>
                  <a:lnTo>
                    <a:pt x="208" y="689"/>
                  </a:lnTo>
                  <a:lnTo>
                    <a:pt x="199" y="697"/>
                  </a:lnTo>
                  <a:lnTo>
                    <a:pt x="199" y="697"/>
                  </a:lnTo>
                  <a:lnTo>
                    <a:pt x="178" y="719"/>
                  </a:lnTo>
                  <a:lnTo>
                    <a:pt x="156" y="742"/>
                  </a:lnTo>
                  <a:lnTo>
                    <a:pt x="135" y="766"/>
                  </a:lnTo>
                  <a:lnTo>
                    <a:pt x="126" y="777"/>
                  </a:lnTo>
                  <a:lnTo>
                    <a:pt x="117" y="789"/>
                  </a:lnTo>
                  <a:lnTo>
                    <a:pt x="117" y="789"/>
                  </a:lnTo>
                  <a:lnTo>
                    <a:pt x="106" y="804"/>
                  </a:lnTo>
                  <a:lnTo>
                    <a:pt x="96" y="817"/>
                  </a:lnTo>
                  <a:lnTo>
                    <a:pt x="72" y="842"/>
                  </a:lnTo>
                  <a:lnTo>
                    <a:pt x="72" y="842"/>
                  </a:lnTo>
                  <a:lnTo>
                    <a:pt x="53" y="863"/>
                  </a:lnTo>
                  <a:lnTo>
                    <a:pt x="43" y="874"/>
                  </a:lnTo>
                  <a:lnTo>
                    <a:pt x="34" y="885"/>
                  </a:lnTo>
                  <a:lnTo>
                    <a:pt x="34" y="885"/>
                  </a:lnTo>
                  <a:lnTo>
                    <a:pt x="31" y="888"/>
                  </a:lnTo>
                  <a:lnTo>
                    <a:pt x="27" y="892"/>
                  </a:lnTo>
                  <a:lnTo>
                    <a:pt x="22" y="894"/>
                  </a:lnTo>
                  <a:lnTo>
                    <a:pt x="17" y="894"/>
                  </a:lnTo>
                  <a:lnTo>
                    <a:pt x="17" y="894"/>
                  </a:lnTo>
                  <a:close/>
                  <a:moveTo>
                    <a:pt x="884" y="36"/>
                  </a:moveTo>
                  <a:lnTo>
                    <a:pt x="884" y="36"/>
                  </a:lnTo>
                  <a:lnTo>
                    <a:pt x="861" y="37"/>
                  </a:lnTo>
                  <a:lnTo>
                    <a:pt x="861" y="37"/>
                  </a:lnTo>
                  <a:lnTo>
                    <a:pt x="782" y="43"/>
                  </a:lnTo>
                  <a:lnTo>
                    <a:pt x="745" y="48"/>
                  </a:lnTo>
                  <a:lnTo>
                    <a:pt x="709" y="53"/>
                  </a:lnTo>
                  <a:lnTo>
                    <a:pt x="709" y="53"/>
                  </a:lnTo>
                  <a:lnTo>
                    <a:pt x="692" y="55"/>
                  </a:lnTo>
                  <a:lnTo>
                    <a:pt x="676" y="59"/>
                  </a:lnTo>
                  <a:lnTo>
                    <a:pt x="658" y="63"/>
                  </a:lnTo>
                  <a:lnTo>
                    <a:pt x="640" y="68"/>
                  </a:lnTo>
                  <a:lnTo>
                    <a:pt x="624" y="74"/>
                  </a:lnTo>
                  <a:lnTo>
                    <a:pt x="606" y="82"/>
                  </a:lnTo>
                  <a:lnTo>
                    <a:pt x="589" y="90"/>
                  </a:lnTo>
                  <a:lnTo>
                    <a:pt x="571" y="98"/>
                  </a:lnTo>
                  <a:lnTo>
                    <a:pt x="555" y="106"/>
                  </a:lnTo>
                  <a:lnTo>
                    <a:pt x="538" y="117"/>
                  </a:lnTo>
                  <a:lnTo>
                    <a:pt x="522" y="127"/>
                  </a:lnTo>
                  <a:lnTo>
                    <a:pt x="505" y="137"/>
                  </a:lnTo>
                  <a:lnTo>
                    <a:pt x="490" y="149"/>
                  </a:lnTo>
                  <a:lnTo>
                    <a:pt x="474" y="161"/>
                  </a:lnTo>
                  <a:lnTo>
                    <a:pt x="460" y="174"/>
                  </a:lnTo>
                  <a:lnTo>
                    <a:pt x="446" y="186"/>
                  </a:lnTo>
                  <a:lnTo>
                    <a:pt x="446" y="186"/>
                  </a:lnTo>
                  <a:lnTo>
                    <a:pt x="419" y="211"/>
                  </a:lnTo>
                  <a:lnTo>
                    <a:pt x="419" y="211"/>
                  </a:lnTo>
                  <a:lnTo>
                    <a:pt x="396" y="234"/>
                  </a:lnTo>
                  <a:lnTo>
                    <a:pt x="372" y="256"/>
                  </a:lnTo>
                  <a:lnTo>
                    <a:pt x="349" y="279"/>
                  </a:lnTo>
                  <a:lnTo>
                    <a:pt x="328" y="304"/>
                  </a:lnTo>
                  <a:lnTo>
                    <a:pt x="309" y="329"/>
                  </a:lnTo>
                  <a:lnTo>
                    <a:pt x="300" y="342"/>
                  </a:lnTo>
                  <a:lnTo>
                    <a:pt x="291" y="355"/>
                  </a:lnTo>
                  <a:lnTo>
                    <a:pt x="283" y="370"/>
                  </a:lnTo>
                  <a:lnTo>
                    <a:pt x="276" y="384"/>
                  </a:lnTo>
                  <a:lnTo>
                    <a:pt x="269" y="400"/>
                  </a:lnTo>
                  <a:lnTo>
                    <a:pt x="262" y="415"/>
                  </a:lnTo>
                  <a:lnTo>
                    <a:pt x="262" y="415"/>
                  </a:lnTo>
                  <a:lnTo>
                    <a:pt x="251" y="449"/>
                  </a:lnTo>
                  <a:lnTo>
                    <a:pt x="241" y="484"/>
                  </a:lnTo>
                  <a:lnTo>
                    <a:pt x="237" y="501"/>
                  </a:lnTo>
                  <a:lnTo>
                    <a:pt x="233" y="519"/>
                  </a:lnTo>
                  <a:lnTo>
                    <a:pt x="231" y="536"/>
                  </a:lnTo>
                  <a:lnTo>
                    <a:pt x="230" y="555"/>
                  </a:lnTo>
                  <a:lnTo>
                    <a:pt x="230" y="555"/>
                  </a:lnTo>
                  <a:lnTo>
                    <a:pt x="230" y="564"/>
                  </a:lnTo>
                  <a:lnTo>
                    <a:pt x="228" y="573"/>
                  </a:lnTo>
                  <a:lnTo>
                    <a:pt x="223" y="592"/>
                  </a:lnTo>
                  <a:lnTo>
                    <a:pt x="221" y="599"/>
                  </a:lnTo>
                  <a:lnTo>
                    <a:pt x="221" y="599"/>
                  </a:lnTo>
                  <a:lnTo>
                    <a:pt x="220" y="609"/>
                  </a:lnTo>
                  <a:lnTo>
                    <a:pt x="221" y="620"/>
                  </a:lnTo>
                  <a:lnTo>
                    <a:pt x="224" y="645"/>
                  </a:lnTo>
                  <a:lnTo>
                    <a:pt x="224" y="646"/>
                  </a:lnTo>
                  <a:lnTo>
                    <a:pt x="226" y="648"/>
                  </a:lnTo>
                  <a:lnTo>
                    <a:pt x="228" y="650"/>
                  </a:lnTo>
                  <a:lnTo>
                    <a:pt x="230" y="650"/>
                  </a:lnTo>
                  <a:lnTo>
                    <a:pt x="230" y="650"/>
                  </a:lnTo>
                  <a:lnTo>
                    <a:pt x="262" y="651"/>
                  </a:lnTo>
                  <a:lnTo>
                    <a:pt x="262" y="651"/>
                  </a:lnTo>
                  <a:lnTo>
                    <a:pt x="307" y="651"/>
                  </a:lnTo>
                  <a:lnTo>
                    <a:pt x="307" y="651"/>
                  </a:lnTo>
                  <a:lnTo>
                    <a:pt x="339" y="651"/>
                  </a:lnTo>
                  <a:lnTo>
                    <a:pt x="372" y="649"/>
                  </a:lnTo>
                  <a:lnTo>
                    <a:pt x="406" y="646"/>
                  </a:lnTo>
                  <a:lnTo>
                    <a:pt x="423" y="644"/>
                  </a:lnTo>
                  <a:lnTo>
                    <a:pt x="441" y="639"/>
                  </a:lnTo>
                  <a:lnTo>
                    <a:pt x="441" y="639"/>
                  </a:lnTo>
                  <a:lnTo>
                    <a:pt x="461" y="636"/>
                  </a:lnTo>
                  <a:lnTo>
                    <a:pt x="481" y="635"/>
                  </a:lnTo>
                  <a:lnTo>
                    <a:pt x="481" y="635"/>
                  </a:lnTo>
                  <a:lnTo>
                    <a:pt x="509" y="632"/>
                  </a:lnTo>
                  <a:lnTo>
                    <a:pt x="523" y="630"/>
                  </a:lnTo>
                  <a:lnTo>
                    <a:pt x="535" y="627"/>
                  </a:lnTo>
                  <a:lnTo>
                    <a:pt x="535" y="627"/>
                  </a:lnTo>
                  <a:lnTo>
                    <a:pt x="551" y="621"/>
                  </a:lnTo>
                  <a:lnTo>
                    <a:pt x="565" y="615"/>
                  </a:lnTo>
                  <a:lnTo>
                    <a:pt x="594" y="601"/>
                  </a:lnTo>
                  <a:lnTo>
                    <a:pt x="594" y="601"/>
                  </a:lnTo>
                  <a:lnTo>
                    <a:pt x="611" y="592"/>
                  </a:lnTo>
                  <a:lnTo>
                    <a:pt x="630" y="583"/>
                  </a:lnTo>
                  <a:lnTo>
                    <a:pt x="630" y="583"/>
                  </a:lnTo>
                  <a:lnTo>
                    <a:pt x="640" y="578"/>
                  </a:lnTo>
                  <a:lnTo>
                    <a:pt x="652" y="572"/>
                  </a:lnTo>
                  <a:lnTo>
                    <a:pt x="674" y="559"/>
                  </a:lnTo>
                  <a:lnTo>
                    <a:pt x="674" y="559"/>
                  </a:lnTo>
                  <a:lnTo>
                    <a:pt x="692" y="549"/>
                  </a:lnTo>
                  <a:lnTo>
                    <a:pt x="692" y="549"/>
                  </a:lnTo>
                  <a:lnTo>
                    <a:pt x="705" y="540"/>
                  </a:lnTo>
                  <a:lnTo>
                    <a:pt x="705" y="540"/>
                  </a:lnTo>
                  <a:lnTo>
                    <a:pt x="726" y="529"/>
                  </a:lnTo>
                  <a:lnTo>
                    <a:pt x="746" y="517"/>
                  </a:lnTo>
                  <a:lnTo>
                    <a:pt x="764" y="504"/>
                  </a:lnTo>
                  <a:lnTo>
                    <a:pt x="783" y="490"/>
                  </a:lnTo>
                  <a:lnTo>
                    <a:pt x="783" y="490"/>
                  </a:lnTo>
                  <a:lnTo>
                    <a:pt x="803" y="471"/>
                  </a:lnTo>
                  <a:lnTo>
                    <a:pt x="820" y="453"/>
                  </a:lnTo>
                  <a:lnTo>
                    <a:pt x="837" y="433"/>
                  </a:lnTo>
                  <a:lnTo>
                    <a:pt x="851" y="413"/>
                  </a:lnTo>
                  <a:lnTo>
                    <a:pt x="851" y="413"/>
                  </a:lnTo>
                  <a:lnTo>
                    <a:pt x="865" y="396"/>
                  </a:lnTo>
                  <a:lnTo>
                    <a:pt x="865" y="396"/>
                  </a:lnTo>
                  <a:lnTo>
                    <a:pt x="872" y="385"/>
                  </a:lnTo>
                  <a:lnTo>
                    <a:pt x="880" y="375"/>
                  </a:lnTo>
                  <a:lnTo>
                    <a:pt x="884" y="368"/>
                  </a:lnTo>
                  <a:lnTo>
                    <a:pt x="876" y="366"/>
                  </a:lnTo>
                  <a:lnTo>
                    <a:pt x="876" y="366"/>
                  </a:lnTo>
                  <a:lnTo>
                    <a:pt x="851" y="359"/>
                  </a:lnTo>
                  <a:lnTo>
                    <a:pt x="826" y="349"/>
                  </a:lnTo>
                  <a:lnTo>
                    <a:pt x="826" y="349"/>
                  </a:lnTo>
                  <a:lnTo>
                    <a:pt x="805" y="342"/>
                  </a:lnTo>
                  <a:lnTo>
                    <a:pt x="782" y="335"/>
                  </a:lnTo>
                  <a:lnTo>
                    <a:pt x="782" y="335"/>
                  </a:lnTo>
                  <a:lnTo>
                    <a:pt x="759" y="330"/>
                  </a:lnTo>
                  <a:lnTo>
                    <a:pt x="736" y="324"/>
                  </a:lnTo>
                  <a:lnTo>
                    <a:pt x="736" y="324"/>
                  </a:lnTo>
                  <a:lnTo>
                    <a:pt x="717" y="321"/>
                  </a:lnTo>
                  <a:lnTo>
                    <a:pt x="698" y="317"/>
                  </a:lnTo>
                  <a:lnTo>
                    <a:pt x="681" y="312"/>
                  </a:lnTo>
                  <a:lnTo>
                    <a:pt x="671" y="308"/>
                  </a:lnTo>
                  <a:lnTo>
                    <a:pt x="663" y="305"/>
                  </a:lnTo>
                  <a:lnTo>
                    <a:pt x="663" y="305"/>
                  </a:lnTo>
                  <a:lnTo>
                    <a:pt x="660" y="302"/>
                  </a:lnTo>
                  <a:lnTo>
                    <a:pt x="657" y="300"/>
                  </a:lnTo>
                  <a:lnTo>
                    <a:pt x="656" y="297"/>
                  </a:lnTo>
                  <a:lnTo>
                    <a:pt x="655" y="293"/>
                  </a:lnTo>
                  <a:lnTo>
                    <a:pt x="655" y="290"/>
                  </a:lnTo>
                  <a:lnTo>
                    <a:pt x="653" y="289"/>
                  </a:lnTo>
                  <a:lnTo>
                    <a:pt x="653" y="289"/>
                  </a:lnTo>
                  <a:lnTo>
                    <a:pt x="649" y="285"/>
                  </a:lnTo>
                  <a:lnTo>
                    <a:pt x="647" y="280"/>
                  </a:lnTo>
                  <a:lnTo>
                    <a:pt x="646" y="274"/>
                  </a:lnTo>
                  <a:lnTo>
                    <a:pt x="647" y="268"/>
                  </a:lnTo>
                  <a:lnTo>
                    <a:pt x="647" y="268"/>
                  </a:lnTo>
                  <a:lnTo>
                    <a:pt x="649" y="265"/>
                  </a:lnTo>
                  <a:lnTo>
                    <a:pt x="652" y="260"/>
                  </a:lnTo>
                  <a:lnTo>
                    <a:pt x="656" y="257"/>
                  </a:lnTo>
                  <a:lnTo>
                    <a:pt x="659" y="257"/>
                  </a:lnTo>
                  <a:lnTo>
                    <a:pt x="663" y="256"/>
                  </a:lnTo>
                  <a:lnTo>
                    <a:pt x="663" y="256"/>
                  </a:lnTo>
                  <a:lnTo>
                    <a:pt x="709" y="255"/>
                  </a:lnTo>
                  <a:lnTo>
                    <a:pt x="753" y="252"/>
                  </a:lnTo>
                  <a:lnTo>
                    <a:pt x="798" y="248"/>
                  </a:lnTo>
                  <a:lnTo>
                    <a:pt x="843" y="243"/>
                  </a:lnTo>
                  <a:lnTo>
                    <a:pt x="843" y="243"/>
                  </a:lnTo>
                  <a:lnTo>
                    <a:pt x="892" y="238"/>
                  </a:lnTo>
                  <a:lnTo>
                    <a:pt x="942" y="234"/>
                  </a:lnTo>
                  <a:lnTo>
                    <a:pt x="946" y="234"/>
                  </a:lnTo>
                  <a:lnTo>
                    <a:pt x="947" y="229"/>
                  </a:lnTo>
                  <a:lnTo>
                    <a:pt x="947" y="229"/>
                  </a:lnTo>
                  <a:lnTo>
                    <a:pt x="959" y="205"/>
                  </a:lnTo>
                  <a:lnTo>
                    <a:pt x="959" y="205"/>
                  </a:lnTo>
                  <a:lnTo>
                    <a:pt x="967" y="188"/>
                  </a:lnTo>
                  <a:lnTo>
                    <a:pt x="974" y="171"/>
                  </a:lnTo>
                  <a:lnTo>
                    <a:pt x="980" y="153"/>
                  </a:lnTo>
                  <a:lnTo>
                    <a:pt x="985" y="135"/>
                  </a:lnTo>
                  <a:lnTo>
                    <a:pt x="985" y="135"/>
                  </a:lnTo>
                  <a:lnTo>
                    <a:pt x="987" y="115"/>
                  </a:lnTo>
                  <a:lnTo>
                    <a:pt x="990" y="94"/>
                  </a:lnTo>
                  <a:lnTo>
                    <a:pt x="990" y="73"/>
                  </a:lnTo>
                  <a:lnTo>
                    <a:pt x="988" y="52"/>
                  </a:lnTo>
                  <a:lnTo>
                    <a:pt x="988" y="50"/>
                  </a:lnTo>
                  <a:lnTo>
                    <a:pt x="985" y="48"/>
                  </a:lnTo>
                  <a:lnTo>
                    <a:pt x="985" y="48"/>
                  </a:lnTo>
                  <a:lnTo>
                    <a:pt x="982" y="46"/>
                  </a:lnTo>
                  <a:lnTo>
                    <a:pt x="979" y="41"/>
                  </a:lnTo>
                  <a:lnTo>
                    <a:pt x="971" y="48"/>
                  </a:lnTo>
                  <a:lnTo>
                    <a:pt x="971" y="48"/>
                  </a:lnTo>
                  <a:lnTo>
                    <a:pt x="971" y="47"/>
                  </a:lnTo>
                  <a:lnTo>
                    <a:pt x="971" y="47"/>
                  </a:lnTo>
                  <a:lnTo>
                    <a:pt x="973" y="45"/>
                  </a:lnTo>
                  <a:lnTo>
                    <a:pt x="974" y="45"/>
                  </a:lnTo>
                  <a:lnTo>
                    <a:pt x="974" y="45"/>
                  </a:lnTo>
                  <a:lnTo>
                    <a:pt x="974" y="45"/>
                  </a:lnTo>
                  <a:lnTo>
                    <a:pt x="974" y="45"/>
                  </a:lnTo>
                  <a:lnTo>
                    <a:pt x="967" y="43"/>
                  </a:lnTo>
                  <a:lnTo>
                    <a:pt x="967" y="43"/>
                  </a:lnTo>
                  <a:lnTo>
                    <a:pt x="962" y="41"/>
                  </a:lnTo>
                  <a:lnTo>
                    <a:pt x="957" y="41"/>
                  </a:lnTo>
                  <a:lnTo>
                    <a:pt x="957" y="41"/>
                  </a:lnTo>
                  <a:lnTo>
                    <a:pt x="925" y="37"/>
                  </a:lnTo>
                  <a:lnTo>
                    <a:pt x="921" y="37"/>
                  </a:lnTo>
                  <a:lnTo>
                    <a:pt x="921" y="37"/>
                  </a:lnTo>
                  <a:lnTo>
                    <a:pt x="884" y="36"/>
                  </a:lnTo>
                  <a:lnTo>
                    <a:pt x="884" y="3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2" name="Freeform 398"/>
            <p:cNvSpPr/>
            <p:nvPr>
              <p:custDataLst>
                <p:tags r:id="rId48"/>
              </p:custDataLst>
            </p:nvPr>
          </p:nvSpPr>
          <p:spPr bwMode="auto">
            <a:xfrm>
              <a:off x="4587875" y="3630613"/>
              <a:ext cx="239713" cy="161925"/>
            </a:xfrm>
            <a:custGeom>
              <a:avLst/>
              <a:gdLst/>
              <a:ahLst/>
              <a:cxnLst>
                <a:cxn ang="0">
                  <a:pos x="19" y="306"/>
                </a:cxn>
                <a:cxn ang="0">
                  <a:pos x="9" y="303"/>
                </a:cxn>
                <a:cxn ang="0">
                  <a:pos x="4" y="299"/>
                </a:cxn>
                <a:cxn ang="0">
                  <a:pos x="1" y="292"/>
                </a:cxn>
                <a:cxn ang="0">
                  <a:pos x="0" y="288"/>
                </a:cxn>
                <a:cxn ang="0">
                  <a:pos x="1" y="227"/>
                </a:cxn>
                <a:cxn ang="0">
                  <a:pos x="4" y="165"/>
                </a:cxn>
                <a:cxn ang="0">
                  <a:pos x="8" y="89"/>
                </a:cxn>
                <a:cxn ang="0">
                  <a:pos x="8" y="63"/>
                </a:cxn>
                <a:cxn ang="0">
                  <a:pos x="11" y="34"/>
                </a:cxn>
                <a:cxn ang="0">
                  <a:pos x="19" y="18"/>
                </a:cxn>
                <a:cxn ang="0">
                  <a:pos x="25" y="11"/>
                </a:cxn>
                <a:cxn ang="0">
                  <a:pos x="34" y="6"/>
                </a:cxn>
                <a:cxn ang="0">
                  <a:pos x="51" y="1"/>
                </a:cxn>
                <a:cxn ang="0">
                  <a:pos x="64" y="0"/>
                </a:cxn>
                <a:cxn ang="0">
                  <a:pos x="70" y="0"/>
                </a:cxn>
                <a:cxn ang="0">
                  <a:pos x="153" y="7"/>
                </a:cxn>
                <a:cxn ang="0">
                  <a:pos x="234" y="18"/>
                </a:cxn>
                <a:cxn ang="0">
                  <a:pos x="284" y="26"/>
                </a:cxn>
                <a:cxn ang="0">
                  <a:pos x="385" y="37"/>
                </a:cxn>
                <a:cxn ang="0">
                  <a:pos x="436" y="38"/>
                </a:cxn>
                <a:cxn ang="0">
                  <a:pos x="440" y="39"/>
                </a:cxn>
                <a:cxn ang="0">
                  <a:pos x="446" y="41"/>
                </a:cxn>
                <a:cxn ang="0">
                  <a:pos x="450" y="46"/>
                </a:cxn>
                <a:cxn ang="0">
                  <a:pos x="452" y="57"/>
                </a:cxn>
                <a:cxn ang="0">
                  <a:pos x="451" y="63"/>
                </a:cxn>
                <a:cxn ang="0">
                  <a:pos x="448" y="69"/>
                </a:cxn>
                <a:cxn ang="0">
                  <a:pos x="443" y="73"/>
                </a:cxn>
                <a:cxn ang="0">
                  <a:pos x="436" y="74"/>
                </a:cxn>
                <a:cxn ang="0">
                  <a:pos x="410" y="73"/>
                </a:cxn>
                <a:cxn ang="0">
                  <a:pos x="335" y="67"/>
                </a:cxn>
                <a:cxn ang="0">
                  <a:pos x="293" y="64"/>
                </a:cxn>
                <a:cxn ang="0">
                  <a:pos x="249" y="59"/>
                </a:cxn>
                <a:cxn ang="0">
                  <a:pos x="167" y="49"/>
                </a:cxn>
                <a:cxn ang="0">
                  <a:pos x="131" y="43"/>
                </a:cxn>
                <a:cxn ang="0">
                  <a:pos x="77" y="37"/>
                </a:cxn>
                <a:cxn ang="0">
                  <a:pos x="59" y="36"/>
                </a:cxn>
                <a:cxn ang="0">
                  <a:pos x="54" y="37"/>
                </a:cxn>
                <a:cxn ang="0">
                  <a:pos x="49" y="40"/>
                </a:cxn>
                <a:cxn ang="0">
                  <a:pos x="45" y="47"/>
                </a:cxn>
                <a:cxn ang="0">
                  <a:pos x="43" y="66"/>
                </a:cxn>
                <a:cxn ang="0">
                  <a:pos x="44" y="76"/>
                </a:cxn>
                <a:cxn ang="0">
                  <a:pos x="45" y="90"/>
                </a:cxn>
                <a:cxn ang="0">
                  <a:pos x="42" y="113"/>
                </a:cxn>
                <a:cxn ang="0">
                  <a:pos x="40" y="161"/>
                </a:cxn>
                <a:cxn ang="0">
                  <a:pos x="41" y="184"/>
                </a:cxn>
                <a:cxn ang="0">
                  <a:pos x="41" y="207"/>
                </a:cxn>
                <a:cxn ang="0">
                  <a:pos x="38" y="245"/>
                </a:cxn>
                <a:cxn ang="0">
                  <a:pos x="37" y="266"/>
                </a:cxn>
                <a:cxn ang="0">
                  <a:pos x="36" y="289"/>
                </a:cxn>
                <a:cxn ang="0">
                  <a:pos x="35" y="295"/>
                </a:cxn>
                <a:cxn ang="0">
                  <a:pos x="32" y="300"/>
                </a:cxn>
                <a:cxn ang="0">
                  <a:pos x="29" y="302"/>
                </a:cxn>
                <a:cxn ang="0">
                  <a:pos x="23" y="306"/>
                </a:cxn>
                <a:cxn ang="0">
                  <a:pos x="19" y="306"/>
                </a:cxn>
              </a:cxnLst>
              <a:rect l="0" t="0" r="r" b="b"/>
              <a:pathLst>
                <a:path w="452" h="306">
                  <a:moveTo>
                    <a:pt x="19" y="306"/>
                  </a:moveTo>
                  <a:lnTo>
                    <a:pt x="19" y="306"/>
                  </a:lnTo>
                  <a:lnTo>
                    <a:pt x="12" y="304"/>
                  </a:lnTo>
                  <a:lnTo>
                    <a:pt x="9" y="303"/>
                  </a:lnTo>
                  <a:lnTo>
                    <a:pt x="6" y="301"/>
                  </a:lnTo>
                  <a:lnTo>
                    <a:pt x="4" y="299"/>
                  </a:lnTo>
                  <a:lnTo>
                    <a:pt x="2" y="296"/>
                  </a:lnTo>
                  <a:lnTo>
                    <a:pt x="1" y="292"/>
                  </a:lnTo>
                  <a:lnTo>
                    <a:pt x="0" y="288"/>
                  </a:lnTo>
                  <a:lnTo>
                    <a:pt x="0" y="288"/>
                  </a:lnTo>
                  <a:lnTo>
                    <a:pt x="0" y="257"/>
                  </a:lnTo>
                  <a:lnTo>
                    <a:pt x="1" y="227"/>
                  </a:lnTo>
                  <a:lnTo>
                    <a:pt x="4" y="165"/>
                  </a:lnTo>
                  <a:lnTo>
                    <a:pt x="4" y="165"/>
                  </a:lnTo>
                  <a:lnTo>
                    <a:pt x="7" y="114"/>
                  </a:lnTo>
                  <a:lnTo>
                    <a:pt x="8" y="89"/>
                  </a:lnTo>
                  <a:lnTo>
                    <a:pt x="8" y="63"/>
                  </a:lnTo>
                  <a:lnTo>
                    <a:pt x="8" y="63"/>
                  </a:lnTo>
                  <a:lnTo>
                    <a:pt x="9" y="47"/>
                  </a:lnTo>
                  <a:lnTo>
                    <a:pt x="11" y="34"/>
                  </a:lnTo>
                  <a:lnTo>
                    <a:pt x="15" y="24"/>
                  </a:lnTo>
                  <a:lnTo>
                    <a:pt x="19" y="18"/>
                  </a:lnTo>
                  <a:lnTo>
                    <a:pt x="22" y="14"/>
                  </a:lnTo>
                  <a:lnTo>
                    <a:pt x="25" y="11"/>
                  </a:lnTo>
                  <a:lnTo>
                    <a:pt x="29" y="8"/>
                  </a:lnTo>
                  <a:lnTo>
                    <a:pt x="34" y="6"/>
                  </a:lnTo>
                  <a:lnTo>
                    <a:pt x="39" y="4"/>
                  </a:lnTo>
                  <a:lnTo>
                    <a:pt x="51" y="1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70" y="0"/>
                  </a:lnTo>
                  <a:lnTo>
                    <a:pt x="70" y="0"/>
                  </a:lnTo>
                  <a:lnTo>
                    <a:pt x="112" y="3"/>
                  </a:lnTo>
                  <a:lnTo>
                    <a:pt x="153" y="7"/>
                  </a:lnTo>
                  <a:lnTo>
                    <a:pt x="193" y="13"/>
                  </a:lnTo>
                  <a:lnTo>
                    <a:pt x="234" y="18"/>
                  </a:lnTo>
                  <a:lnTo>
                    <a:pt x="234" y="18"/>
                  </a:lnTo>
                  <a:lnTo>
                    <a:pt x="284" y="26"/>
                  </a:lnTo>
                  <a:lnTo>
                    <a:pt x="335" y="32"/>
                  </a:lnTo>
                  <a:lnTo>
                    <a:pt x="385" y="37"/>
                  </a:lnTo>
                  <a:lnTo>
                    <a:pt x="410" y="38"/>
                  </a:lnTo>
                  <a:lnTo>
                    <a:pt x="436" y="38"/>
                  </a:lnTo>
                  <a:lnTo>
                    <a:pt x="436" y="38"/>
                  </a:lnTo>
                  <a:lnTo>
                    <a:pt x="440" y="39"/>
                  </a:lnTo>
                  <a:lnTo>
                    <a:pt x="443" y="40"/>
                  </a:lnTo>
                  <a:lnTo>
                    <a:pt x="446" y="41"/>
                  </a:lnTo>
                  <a:lnTo>
                    <a:pt x="448" y="44"/>
                  </a:lnTo>
                  <a:lnTo>
                    <a:pt x="450" y="46"/>
                  </a:lnTo>
                  <a:lnTo>
                    <a:pt x="451" y="49"/>
                  </a:lnTo>
                  <a:lnTo>
                    <a:pt x="452" y="57"/>
                  </a:lnTo>
                  <a:lnTo>
                    <a:pt x="452" y="57"/>
                  </a:lnTo>
                  <a:lnTo>
                    <a:pt x="451" y="63"/>
                  </a:lnTo>
                  <a:lnTo>
                    <a:pt x="450" y="66"/>
                  </a:lnTo>
                  <a:lnTo>
                    <a:pt x="448" y="69"/>
                  </a:lnTo>
                  <a:lnTo>
                    <a:pt x="446" y="71"/>
                  </a:lnTo>
                  <a:lnTo>
                    <a:pt x="443" y="73"/>
                  </a:lnTo>
                  <a:lnTo>
                    <a:pt x="440" y="74"/>
                  </a:lnTo>
                  <a:lnTo>
                    <a:pt x="436" y="74"/>
                  </a:lnTo>
                  <a:lnTo>
                    <a:pt x="436" y="74"/>
                  </a:lnTo>
                  <a:lnTo>
                    <a:pt x="410" y="73"/>
                  </a:lnTo>
                  <a:lnTo>
                    <a:pt x="384" y="72"/>
                  </a:lnTo>
                  <a:lnTo>
                    <a:pt x="335" y="67"/>
                  </a:lnTo>
                  <a:lnTo>
                    <a:pt x="335" y="67"/>
                  </a:lnTo>
                  <a:lnTo>
                    <a:pt x="293" y="64"/>
                  </a:lnTo>
                  <a:lnTo>
                    <a:pt x="293" y="64"/>
                  </a:lnTo>
                  <a:lnTo>
                    <a:pt x="249" y="59"/>
                  </a:lnTo>
                  <a:lnTo>
                    <a:pt x="207" y="55"/>
                  </a:lnTo>
                  <a:lnTo>
                    <a:pt x="167" y="49"/>
                  </a:lnTo>
                  <a:lnTo>
                    <a:pt x="131" y="43"/>
                  </a:lnTo>
                  <a:lnTo>
                    <a:pt x="131" y="43"/>
                  </a:lnTo>
                  <a:lnTo>
                    <a:pt x="97" y="38"/>
                  </a:lnTo>
                  <a:lnTo>
                    <a:pt x="77" y="37"/>
                  </a:lnTo>
                  <a:lnTo>
                    <a:pt x="59" y="36"/>
                  </a:lnTo>
                  <a:lnTo>
                    <a:pt x="59" y="36"/>
                  </a:lnTo>
                  <a:lnTo>
                    <a:pt x="59" y="36"/>
                  </a:lnTo>
                  <a:lnTo>
                    <a:pt x="54" y="37"/>
                  </a:lnTo>
                  <a:lnTo>
                    <a:pt x="49" y="40"/>
                  </a:lnTo>
                  <a:lnTo>
                    <a:pt x="49" y="40"/>
                  </a:lnTo>
                  <a:lnTo>
                    <a:pt x="46" y="43"/>
                  </a:lnTo>
                  <a:lnTo>
                    <a:pt x="45" y="47"/>
                  </a:lnTo>
                  <a:lnTo>
                    <a:pt x="43" y="56"/>
                  </a:lnTo>
                  <a:lnTo>
                    <a:pt x="43" y="66"/>
                  </a:lnTo>
                  <a:lnTo>
                    <a:pt x="44" y="76"/>
                  </a:lnTo>
                  <a:lnTo>
                    <a:pt x="44" y="76"/>
                  </a:lnTo>
                  <a:lnTo>
                    <a:pt x="45" y="84"/>
                  </a:lnTo>
                  <a:lnTo>
                    <a:pt x="45" y="90"/>
                  </a:lnTo>
                  <a:lnTo>
                    <a:pt x="45" y="90"/>
                  </a:lnTo>
                  <a:lnTo>
                    <a:pt x="42" y="113"/>
                  </a:lnTo>
                  <a:lnTo>
                    <a:pt x="41" y="137"/>
                  </a:lnTo>
                  <a:lnTo>
                    <a:pt x="40" y="161"/>
                  </a:lnTo>
                  <a:lnTo>
                    <a:pt x="41" y="184"/>
                  </a:lnTo>
                  <a:lnTo>
                    <a:pt x="41" y="184"/>
                  </a:lnTo>
                  <a:lnTo>
                    <a:pt x="41" y="207"/>
                  </a:lnTo>
                  <a:lnTo>
                    <a:pt x="41" y="207"/>
                  </a:lnTo>
                  <a:lnTo>
                    <a:pt x="40" y="226"/>
                  </a:lnTo>
                  <a:lnTo>
                    <a:pt x="38" y="245"/>
                  </a:lnTo>
                  <a:lnTo>
                    <a:pt x="38" y="245"/>
                  </a:lnTo>
                  <a:lnTo>
                    <a:pt x="37" y="266"/>
                  </a:lnTo>
                  <a:lnTo>
                    <a:pt x="36" y="289"/>
                  </a:lnTo>
                  <a:lnTo>
                    <a:pt x="36" y="289"/>
                  </a:lnTo>
                  <a:lnTo>
                    <a:pt x="36" y="292"/>
                  </a:lnTo>
                  <a:lnTo>
                    <a:pt x="35" y="295"/>
                  </a:lnTo>
                  <a:lnTo>
                    <a:pt x="34" y="298"/>
                  </a:lnTo>
                  <a:lnTo>
                    <a:pt x="32" y="300"/>
                  </a:lnTo>
                  <a:lnTo>
                    <a:pt x="32" y="300"/>
                  </a:lnTo>
                  <a:lnTo>
                    <a:pt x="29" y="302"/>
                  </a:lnTo>
                  <a:lnTo>
                    <a:pt x="26" y="304"/>
                  </a:lnTo>
                  <a:lnTo>
                    <a:pt x="23" y="306"/>
                  </a:lnTo>
                  <a:lnTo>
                    <a:pt x="19" y="306"/>
                  </a:lnTo>
                  <a:lnTo>
                    <a:pt x="19" y="30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3" name="Freeform 399"/>
            <p:cNvSpPr/>
            <p:nvPr>
              <p:custDataLst>
                <p:tags r:id="rId49"/>
              </p:custDataLst>
            </p:nvPr>
          </p:nvSpPr>
          <p:spPr bwMode="auto">
            <a:xfrm>
              <a:off x="4329113" y="3263900"/>
              <a:ext cx="242888" cy="22225"/>
            </a:xfrm>
            <a:custGeom>
              <a:avLst/>
              <a:gdLst/>
              <a:ahLst/>
              <a:cxnLst>
                <a:cxn ang="0">
                  <a:pos x="189" y="42"/>
                </a:cxn>
                <a:cxn ang="0">
                  <a:pos x="174" y="42"/>
                </a:cxn>
                <a:cxn ang="0">
                  <a:pos x="116" y="40"/>
                </a:cxn>
                <a:cxn ang="0">
                  <a:pos x="43" y="38"/>
                </a:cxn>
                <a:cxn ang="0">
                  <a:pos x="18" y="36"/>
                </a:cxn>
                <a:cxn ang="0">
                  <a:pos x="11" y="34"/>
                </a:cxn>
                <a:cxn ang="0">
                  <a:pos x="5" y="29"/>
                </a:cxn>
                <a:cxn ang="0">
                  <a:pos x="1" y="22"/>
                </a:cxn>
                <a:cxn ang="0">
                  <a:pos x="0" y="15"/>
                </a:cxn>
                <a:cxn ang="0">
                  <a:pos x="5" y="5"/>
                </a:cxn>
                <a:cxn ang="0">
                  <a:pos x="9" y="1"/>
                </a:cxn>
                <a:cxn ang="0">
                  <a:pos x="16" y="0"/>
                </a:cxn>
                <a:cxn ang="0">
                  <a:pos x="17" y="0"/>
                </a:cxn>
                <a:cxn ang="0">
                  <a:pos x="61" y="3"/>
                </a:cxn>
                <a:cxn ang="0">
                  <a:pos x="106" y="4"/>
                </a:cxn>
                <a:cxn ang="0">
                  <a:pos x="189" y="7"/>
                </a:cxn>
                <a:cxn ang="0">
                  <a:pos x="218" y="8"/>
                </a:cxn>
                <a:cxn ang="0">
                  <a:pos x="257" y="7"/>
                </a:cxn>
                <a:cxn ang="0">
                  <a:pos x="300" y="6"/>
                </a:cxn>
                <a:cxn ang="0">
                  <a:pos x="393" y="4"/>
                </a:cxn>
                <a:cxn ang="0">
                  <a:pos x="424" y="4"/>
                </a:cxn>
                <a:cxn ang="0">
                  <a:pos x="447" y="6"/>
                </a:cxn>
                <a:cxn ang="0">
                  <a:pos x="454" y="9"/>
                </a:cxn>
                <a:cxn ang="0">
                  <a:pos x="458" y="13"/>
                </a:cxn>
                <a:cxn ang="0">
                  <a:pos x="459" y="22"/>
                </a:cxn>
                <a:cxn ang="0">
                  <a:pos x="457" y="29"/>
                </a:cxn>
                <a:cxn ang="0">
                  <a:pos x="453" y="35"/>
                </a:cxn>
                <a:cxn ang="0">
                  <a:pos x="448" y="40"/>
                </a:cxn>
                <a:cxn ang="0">
                  <a:pos x="439" y="41"/>
                </a:cxn>
                <a:cxn ang="0">
                  <a:pos x="439" y="41"/>
                </a:cxn>
                <a:cxn ang="0">
                  <a:pos x="436" y="41"/>
                </a:cxn>
                <a:cxn ang="0">
                  <a:pos x="424" y="39"/>
                </a:cxn>
                <a:cxn ang="0">
                  <a:pos x="372" y="38"/>
                </a:cxn>
                <a:cxn ang="0">
                  <a:pos x="322" y="38"/>
                </a:cxn>
                <a:cxn ang="0">
                  <a:pos x="268" y="40"/>
                </a:cxn>
                <a:cxn ang="0">
                  <a:pos x="189" y="42"/>
                </a:cxn>
              </a:cxnLst>
              <a:rect l="0" t="0" r="r" b="b"/>
              <a:pathLst>
                <a:path w="459" h="42">
                  <a:moveTo>
                    <a:pt x="189" y="42"/>
                  </a:moveTo>
                  <a:lnTo>
                    <a:pt x="189" y="42"/>
                  </a:lnTo>
                  <a:lnTo>
                    <a:pt x="174" y="42"/>
                  </a:lnTo>
                  <a:lnTo>
                    <a:pt x="174" y="42"/>
                  </a:lnTo>
                  <a:lnTo>
                    <a:pt x="116" y="40"/>
                  </a:lnTo>
                  <a:lnTo>
                    <a:pt x="116" y="40"/>
                  </a:lnTo>
                  <a:lnTo>
                    <a:pt x="68" y="39"/>
                  </a:lnTo>
                  <a:lnTo>
                    <a:pt x="43" y="38"/>
                  </a:lnTo>
                  <a:lnTo>
                    <a:pt x="18" y="36"/>
                  </a:lnTo>
                  <a:lnTo>
                    <a:pt x="18" y="36"/>
                  </a:lnTo>
                  <a:lnTo>
                    <a:pt x="14" y="35"/>
                  </a:lnTo>
                  <a:lnTo>
                    <a:pt x="11" y="34"/>
                  </a:lnTo>
                  <a:lnTo>
                    <a:pt x="8" y="32"/>
                  </a:lnTo>
                  <a:lnTo>
                    <a:pt x="5" y="29"/>
                  </a:lnTo>
                  <a:lnTo>
                    <a:pt x="2" y="26"/>
                  </a:lnTo>
                  <a:lnTo>
                    <a:pt x="1" y="22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1" y="10"/>
                  </a:lnTo>
                  <a:lnTo>
                    <a:pt x="5" y="5"/>
                  </a:lnTo>
                  <a:lnTo>
                    <a:pt x="7" y="3"/>
                  </a:lnTo>
                  <a:lnTo>
                    <a:pt x="9" y="1"/>
                  </a:lnTo>
                  <a:lnTo>
                    <a:pt x="12" y="1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61" y="3"/>
                  </a:lnTo>
                  <a:lnTo>
                    <a:pt x="106" y="4"/>
                  </a:lnTo>
                  <a:lnTo>
                    <a:pt x="106" y="4"/>
                  </a:lnTo>
                  <a:lnTo>
                    <a:pt x="147" y="5"/>
                  </a:lnTo>
                  <a:lnTo>
                    <a:pt x="189" y="7"/>
                  </a:lnTo>
                  <a:lnTo>
                    <a:pt x="189" y="7"/>
                  </a:lnTo>
                  <a:lnTo>
                    <a:pt x="218" y="8"/>
                  </a:lnTo>
                  <a:lnTo>
                    <a:pt x="218" y="8"/>
                  </a:lnTo>
                  <a:lnTo>
                    <a:pt x="257" y="7"/>
                  </a:lnTo>
                  <a:lnTo>
                    <a:pt x="300" y="6"/>
                  </a:lnTo>
                  <a:lnTo>
                    <a:pt x="300" y="6"/>
                  </a:lnTo>
                  <a:lnTo>
                    <a:pt x="347" y="4"/>
                  </a:lnTo>
                  <a:lnTo>
                    <a:pt x="393" y="4"/>
                  </a:lnTo>
                  <a:lnTo>
                    <a:pt x="393" y="4"/>
                  </a:lnTo>
                  <a:lnTo>
                    <a:pt x="424" y="4"/>
                  </a:lnTo>
                  <a:lnTo>
                    <a:pt x="447" y="6"/>
                  </a:lnTo>
                  <a:lnTo>
                    <a:pt x="447" y="6"/>
                  </a:lnTo>
                  <a:lnTo>
                    <a:pt x="451" y="7"/>
                  </a:lnTo>
                  <a:lnTo>
                    <a:pt x="454" y="9"/>
                  </a:lnTo>
                  <a:lnTo>
                    <a:pt x="456" y="11"/>
                  </a:lnTo>
                  <a:lnTo>
                    <a:pt x="458" y="13"/>
                  </a:lnTo>
                  <a:lnTo>
                    <a:pt x="459" y="18"/>
                  </a:lnTo>
                  <a:lnTo>
                    <a:pt x="459" y="22"/>
                  </a:lnTo>
                  <a:lnTo>
                    <a:pt x="459" y="22"/>
                  </a:lnTo>
                  <a:lnTo>
                    <a:pt x="457" y="29"/>
                  </a:lnTo>
                  <a:lnTo>
                    <a:pt x="456" y="32"/>
                  </a:lnTo>
                  <a:lnTo>
                    <a:pt x="453" y="35"/>
                  </a:lnTo>
                  <a:lnTo>
                    <a:pt x="451" y="38"/>
                  </a:lnTo>
                  <a:lnTo>
                    <a:pt x="448" y="40"/>
                  </a:lnTo>
                  <a:lnTo>
                    <a:pt x="444" y="41"/>
                  </a:lnTo>
                  <a:lnTo>
                    <a:pt x="439" y="41"/>
                  </a:lnTo>
                  <a:lnTo>
                    <a:pt x="439" y="41"/>
                  </a:lnTo>
                  <a:lnTo>
                    <a:pt x="439" y="41"/>
                  </a:lnTo>
                  <a:lnTo>
                    <a:pt x="439" y="41"/>
                  </a:lnTo>
                  <a:lnTo>
                    <a:pt x="436" y="41"/>
                  </a:lnTo>
                  <a:lnTo>
                    <a:pt x="436" y="41"/>
                  </a:lnTo>
                  <a:lnTo>
                    <a:pt x="424" y="39"/>
                  </a:lnTo>
                  <a:lnTo>
                    <a:pt x="410" y="38"/>
                  </a:lnTo>
                  <a:lnTo>
                    <a:pt x="372" y="38"/>
                  </a:lnTo>
                  <a:lnTo>
                    <a:pt x="372" y="38"/>
                  </a:lnTo>
                  <a:lnTo>
                    <a:pt x="322" y="38"/>
                  </a:lnTo>
                  <a:lnTo>
                    <a:pt x="268" y="40"/>
                  </a:lnTo>
                  <a:lnTo>
                    <a:pt x="268" y="40"/>
                  </a:lnTo>
                  <a:lnTo>
                    <a:pt x="226" y="41"/>
                  </a:lnTo>
                  <a:lnTo>
                    <a:pt x="189" y="42"/>
                  </a:lnTo>
                  <a:lnTo>
                    <a:pt x="189" y="4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4" name="Freeform 400"/>
            <p:cNvSpPr/>
            <p:nvPr>
              <p:custDataLst>
                <p:tags r:id="rId50"/>
              </p:custDataLst>
            </p:nvPr>
          </p:nvSpPr>
          <p:spPr bwMode="auto">
            <a:xfrm>
              <a:off x="4335463" y="3346450"/>
              <a:ext cx="173038" cy="19050"/>
            </a:xfrm>
            <a:custGeom>
              <a:avLst/>
              <a:gdLst/>
              <a:ahLst/>
              <a:cxnLst>
                <a:cxn ang="0">
                  <a:pos x="17" y="36"/>
                </a:cxn>
                <a:cxn ang="0">
                  <a:pos x="17" y="36"/>
                </a:cxn>
                <a:cxn ang="0">
                  <a:pos x="13" y="35"/>
                </a:cxn>
                <a:cxn ang="0">
                  <a:pos x="10" y="34"/>
                </a:cxn>
                <a:cxn ang="0">
                  <a:pos x="7" y="32"/>
                </a:cxn>
                <a:cxn ang="0">
                  <a:pos x="4" y="30"/>
                </a:cxn>
                <a:cxn ang="0">
                  <a:pos x="3" y="28"/>
                </a:cxn>
                <a:cxn ang="0">
                  <a:pos x="1" y="25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1" y="11"/>
                </a:cxn>
                <a:cxn ang="0">
                  <a:pos x="3" y="8"/>
                </a:cxn>
                <a:cxn ang="0">
                  <a:pos x="4" y="5"/>
                </a:cxn>
                <a:cxn ang="0">
                  <a:pos x="7" y="3"/>
                </a:cxn>
                <a:cxn ang="0">
                  <a:pos x="10" y="1"/>
                </a:cxn>
                <a:cxn ang="0">
                  <a:pos x="13" y="0"/>
                </a:cxn>
                <a:cxn ang="0">
                  <a:pos x="17" y="0"/>
                </a:cxn>
                <a:cxn ang="0">
                  <a:pos x="312" y="0"/>
                </a:cxn>
                <a:cxn ang="0">
                  <a:pos x="312" y="0"/>
                </a:cxn>
                <a:cxn ang="0">
                  <a:pos x="316" y="0"/>
                </a:cxn>
                <a:cxn ang="0">
                  <a:pos x="319" y="1"/>
                </a:cxn>
                <a:cxn ang="0">
                  <a:pos x="322" y="3"/>
                </a:cxn>
                <a:cxn ang="0">
                  <a:pos x="324" y="5"/>
                </a:cxn>
                <a:cxn ang="0">
                  <a:pos x="326" y="8"/>
                </a:cxn>
                <a:cxn ang="0">
                  <a:pos x="327" y="11"/>
                </a:cxn>
                <a:cxn ang="0">
                  <a:pos x="328" y="17"/>
                </a:cxn>
                <a:cxn ang="0">
                  <a:pos x="328" y="17"/>
                </a:cxn>
                <a:cxn ang="0">
                  <a:pos x="327" y="25"/>
                </a:cxn>
                <a:cxn ang="0">
                  <a:pos x="326" y="28"/>
                </a:cxn>
                <a:cxn ang="0">
                  <a:pos x="324" y="30"/>
                </a:cxn>
                <a:cxn ang="0">
                  <a:pos x="322" y="32"/>
                </a:cxn>
                <a:cxn ang="0">
                  <a:pos x="319" y="34"/>
                </a:cxn>
                <a:cxn ang="0">
                  <a:pos x="316" y="35"/>
                </a:cxn>
                <a:cxn ang="0">
                  <a:pos x="312" y="36"/>
                </a:cxn>
                <a:cxn ang="0">
                  <a:pos x="17" y="36"/>
                </a:cxn>
              </a:cxnLst>
              <a:rect l="0" t="0" r="r" b="b"/>
              <a:pathLst>
                <a:path w="328" h="36">
                  <a:moveTo>
                    <a:pt x="17" y="36"/>
                  </a:moveTo>
                  <a:lnTo>
                    <a:pt x="17" y="36"/>
                  </a:lnTo>
                  <a:lnTo>
                    <a:pt x="13" y="35"/>
                  </a:lnTo>
                  <a:lnTo>
                    <a:pt x="10" y="34"/>
                  </a:lnTo>
                  <a:lnTo>
                    <a:pt x="7" y="32"/>
                  </a:lnTo>
                  <a:lnTo>
                    <a:pt x="4" y="30"/>
                  </a:lnTo>
                  <a:lnTo>
                    <a:pt x="3" y="28"/>
                  </a:lnTo>
                  <a:lnTo>
                    <a:pt x="1" y="25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1" y="11"/>
                  </a:lnTo>
                  <a:lnTo>
                    <a:pt x="3" y="8"/>
                  </a:lnTo>
                  <a:lnTo>
                    <a:pt x="4" y="5"/>
                  </a:lnTo>
                  <a:lnTo>
                    <a:pt x="7" y="3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17" y="0"/>
                  </a:lnTo>
                  <a:lnTo>
                    <a:pt x="312" y="0"/>
                  </a:lnTo>
                  <a:lnTo>
                    <a:pt x="312" y="0"/>
                  </a:lnTo>
                  <a:lnTo>
                    <a:pt x="316" y="0"/>
                  </a:lnTo>
                  <a:lnTo>
                    <a:pt x="319" y="1"/>
                  </a:lnTo>
                  <a:lnTo>
                    <a:pt x="322" y="3"/>
                  </a:lnTo>
                  <a:lnTo>
                    <a:pt x="324" y="5"/>
                  </a:lnTo>
                  <a:lnTo>
                    <a:pt x="326" y="8"/>
                  </a:lnTo>
                  <a:lnTo>
                    <a:pt x="327" y="11"/>
                  </a:lnTo>
                  <a:lnTo>
                    <a:pt x="328" y="17"/>
                  </a:lnTo>
                  <a:lnTo>
                    <a:pt x="328" y="17"/>
                  </a:lnTo>
                  <a:lnTo>
                    <a:pt x="327" y="25"/>
                  </a:lnTo>
                  <a:lnTo>
                    <a:pt x="326" y="28"/>
                  </a:lnTo>
                  <a:lnTo>
                    <a:pt x="324" y="30"/>
                  </a:lnTo>
                  <a:lnTo>
                    <a:pt x="322" y="32"/>
                  </a:lnTo>
                  <a:lnTo>
                    <a:pt x="319" y="34"/>
                  </a:lnTo>
                  <a:lnTo>
                    <a:pt x="316" y="35"/>
                  </a:lnTo>
                  <a:lnTo>
                    <a:pt x="312" y="36"/>
                  </a:lnTo>
                  <a:lnTo>
                    <a:pt x="17" y="3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5" name="Freeform 401"/>
            <p:cNvSpPr/>
            <p:nvPr>
              <p:custDataLst>
                <p:tags r:id="rId51"/>
              </p:custDataLst>
            </p:nvPr>
          </p:nvSpPr>
          <p:spPr bwMode="auto">
            <a:xfrm>
              <a:off x="4332288" y="3421063"/>
              <a:ext cx="63500" cy="23813"/>
            </a:xfrm>
            <a:custGeom>
              <a:avLst/>
              <a:gdLst/>
              <a:ahLst/>
              <a:cxnLst>
                <a:cxn ang="0">
                  <a:pos x="79" y="44"/>
                </a:cxn>
                <a:cxn ang="0">
                  <a:pos x="61" y="40"/>
                </a:cxn>
                <a:cxn ang="0">
                  <a:pos x="57" y="39"/>
                </a:cxn>
                <a:cxn ang="0">
                  <a:pos x="54" y="37"/>
                </a:cxn>
                <a:cxn ang="0">
                  <a:pos x="53" y="36"/>
                </a:cxn>
                <a:cxn ang="0">
                  <a:pos x="44" y="35"/>
                </a:cxn>
                <a:cxn ang="0">
                  <a:pos x="40" y="35"/>
                </a:cxn>
                <a:cxn ang="0">
                  <a:pos x="33" y="36"/>
                </a:cxn>
                <a:cxn ang="0">
                  <a:pos x="16" y="37"/>
                </a:cxn>
                <a:cxn ang="0">
                  <a:pos x="16" y="37"/>
                </a:cxn>
                <a:cxn ang="0">
                  <a:pos x="9" y="36"/>
                </a:cxn>
                <a:cxn ang="0">
                  <a:pos x="4" y="32"/>
                </a:cxn>
                <a:cxn ang="0">
                  <a:pos x="0" y="21"/>
                </a:cxn>
                <a:cxn ang="0">
                  <a:pos x="1" y="15"/>
                </a:cxn>
                <a:cxn ang="0">
                  <a:pos x="4" y="8"/>
                </a:cxn>
                <a:cxn ang="0">
                  <a:pos x="9" y="3"/>
                </a:cxn>
                <a:cxn ang="0">
                  <a:pos x="17" y="1"/>
                </a:cxn>
                <a:cxn ang="0">
                  <a:pos x="29" y="1"/>
                </a:cxn>
                <a:cxn ang="0">
                  <a:pos x="45" y="0"/>
                </a:cxn>
                <a:cxn ang="0">
                  <a:pos x="57" y="1"/>
                </a:cxn>
                <a:cxn ang="0">
                  <a:pos x="67" y="3"/>
                </a:cxn>
                <a:cxn ang="0">
                  <a:pos x="74" y="6"/>
                </a:cxn>
                <a:cxn ang="0">
                  <a:pos x="102" y="6"/>
                </a:cxn>
                <a:cxn ang="0">
                  <a:pos x="110" y="8"/>
                </a:cxn>
                <a:cxn ang="0">
                  <a:pos x="115" y="13"/>
                </a:cxn>
                <a:cxn ang="0">
                  <a:pos x="118" y="18"/>
                </a:cxn>
                <a:cxn ang="0">
                  <a:pos x="119" y="25"/>
                </a:cxn>
                <a:cxn ang="0">
                  <a:pos x="117" y="34"/>
                </a:cxn>
                <a:cxn ang="0">
                  <a:pos x="112" y="39"/>
                </a:cxn>
                <a:cxn ang="0">
                  <a:pos x="106" y="43"/>
                </a:cxn>
                <a:cxn ang="0">
                  <a:pos x="102" y="43"/>
                </a:cxn>
                <a:cxn ang="0">
                  <a:pos x="90" y="43"/>
                </a:cxn>
                <a:cxn ang="0">
                  <a:pos x="79" y="44"/>
                </a:cxn>
              </a:cxnLst>
              <a:rect l="0" t="0" r="r" b="b"/>
              <a:pathLst>
                <a:path w="119" h="44">
                  <a:moveTo>
                    <a:pt x="79" y="44"/>
                  </a:moveTo>
                  <a:lnTo>
                    <a:pt x="79" y="44"/>
                  </a:lnTo>
                  <a:lnTo>
                    <a:pt x="69" y="43"/>
                  </a:lnTo>
                  <a:lnTo>
                    <a:pt x="61" y="40"/>
                  </a:lnTo>
                  <a:lnTo>
                    <a:pt x="61" y="40"/>
                  </a:lnTo>
                  <a:lnTo>
                    <a:pt x="57" y="39"/>
                  </a:lnTo>
                  <a:lnTo>
                    <a:pt x="54" y="37"/>
                  </a:lnTo>
                  <a:lnTo>
                    <a:pt x="54" y="37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44" y="35"/>
                  </a:lnTo>
                  <a:lnTo>
                    <a:pt x="44" y="35"/>
                  </a:lnTo>
                  <a:lnTo>
                    <a:pt x="40" y="35"/>
                  </a:lnTo>
                  <a:lnTo>
                    <a:pt x="40" y="35"/>
                  </a:lnTo>
                  <a:lnTo>
                    <a:pt x="33" y="36"/>
                  </a:lnTo>
                  <a:lnTo>
                    <a:pt x="33" y="36"/>
                  </a:lnTo>
                  <a:lnTo>
                    <a:pt x="16" y="37"/>
                  </a:lnTo>
                  <a:lnTo>
                    <a:pt x="16" y="37"/>
                  </a:lnTo>
                  <a:lnTo>
                    <a:pt x="16" y="37"/>
                  </a:lnTo>
                  <a:lnTo>
                    <a:pt x="16" y="37"/>
                  </a:lnTo>
                  <a:lnTo>
                    <a:pt x="12" y="37"/>
                  </a:lnTo>
                  <a:lnTo>
                    <a:pt x="9" y="36"/>
                  </a:lnTo>
                  <a:lnTo>
                    <a:pt x="6" y="34"/>
                  </a:lnTo>
                  <a:lnTo>
                    <a:pt x="4" y="32"/>
                  </a:lnTo>
                  <a:lnTo>
                    <a:pt x="1" y="27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1" y="15"/>
                  </a:lnTo>
                  <a:lnTo>
                    <a:pt x="2" y="12"/>
                  </a:lnTo>
                  <a:lnTo>
                    <a:pt x="4" y="8"/>
                  </a:lnTo>
                  <a:lnTo>
                    <a:pt x="6" y="5"/>
                  </a:lnTo>
                  <a:lnTo>
                    <a:pt x="9" y="3"/>
                  </a:lnTo>
                  <a:lnTo>
                    <a:pt x="13" y="2"/>
                  </a:lnTo>
                  <a:lnTo>
                    <a:pt x="17" y="1"/>
                  </a:lnTo>
                  <a:lnTo>
                    <a:pt x="17" y="1"/>
                  </a:lnTo>
                  <a:lnTo>
                    <a:pt x="29" y="1"/>
                  </a:lnTo>
                  <a:lnTo>
                    <a:pt x="29" y="1"/>
                  </a:lnTo>
                  <a:lnTo>
                    <a:pt x="45" y="0"/>
                  </a:lnTo>
                  <a:lnTo>
                    <a:pt x="45" y="0"/>
                  </a:lnTo>
                  <a:lnTo>
                    <a:pt x="57" y="1"/>
                  </a:lnTo>
                  <a:lnTo>
                    <a:pt x="67" y="3"/>
                  </a:lnTo>
                  <a:lnTo>
                    <a:pt x="67" y="3"/>
                  </a:lnTo>
                  <a:lnTo>
                    <a:pt x="72" y="5"/>
                  </a:lnTo>
                  <a:lnTo>
                    <a:pt x="74" y="6"/>
                  </a:lnTo>
                  <a:lnTo>
                    <a:pt x="102" y="6"/>
                  </a:lnTo>
                  <a:lnTo>
                    <a:pt x="102" y="6"/>
                  </a:lnTo>
                  <a:lnTo>
                    <a:pt x="106" y="6"/>
                  </a:lnTo>
                  <a:lnTo>
                    <a:pt x="110" y="8"/>
                  </a:lnTo>
                  <a:lnTo>
                    <a:pt x="112" y="9"/>
                  </a:lnTo>
                  <a:lnTo>
                    <a:pt x="115" y="13"/>
                  </a:lnTo>
                  <a:lnTo>
                    <a:pt x="117" y="15"/>
                  </a:lnTo>
                  <a:lnTo>
                    <a:pt x="118" y="18"/>
                  </a:lnTo>
                  <a:lnTo>
                    <a:pt x="119" y="25"/>
                  </a:lnTo>
                  <a:lnTo>
                    <a:pt x="119" y="25"/>
                  </a:lnTo>
                  <a:lnTo>
                    <a:pt x="118" y="31"/>
                  </a:lnTo>
                  <a:lnTo>
                    <a:pt x="117" y="34"/>
                  </a:lnTo>
                  <a:lnTo>
                    <a:pt x="115" y="36"/>
                  </a:lnTo>
                  <a:lnTo>
                    <a:pt x="112" y="39"/>
                  </a:lnTo>
                  <a:lnTo>
                    <a:pt x="110" y="40"/>
                  </a:lnTo>
                  <a:lnTo>
                    <a:pt x="106" y="43"/>
                  </a:lnTo>
                  <a:lnTo>
                    <a:pt x="102" y="43"/>
                  </a:lnTo>
                  <a:lnTo>
                    <a:pt x="102" y="43"/>
                  </a:lnTo>
                  <a:lnTo>
                    <a:pt x="90" y="43"/>
                  </a:lnTo>
                  <a:lnTo>
                    <a:pt x="90" y="43"/>
                  </a:lnTo>
                  <a:lnTo>
                    <a:pt x="79" y="44"/>
                  </a:lnTo>
                  <a:lnTo>
                    <a:pt x="79" y="4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6" name="Freeform 402"/>
            <p:cNvSpPr/>
            <p:nvPr>
              <p:custDataLst>
                <p:tags r:id="rId52"/>
              </p:custDataLst>
            </p:nvPr>
          </p:nvSpPr>
          <p:spPr bwMode="auto">
            <a:xfrm>
              <a:off x="4427538" y="3421063"/>
              <a:ext cx="68263" cy="22225"/>
            </a:xfrm>
            <a:custGeom>
              <a:avLst/>
              <a:gdLst/>
              <a:ahLst/>
              <a:cxnLst>
                <a:cxn ang="0">
                  <a:pos x="18" y="42"/>
                </a:cxn>
                <a:cxn ang="0">
                  <a:pos x="18" y="42"/>
                </a:cxn>
                <a:cxn ang="0">
                  <a:pos x="14" y="42"/>
                </a:cxn>
                <a:cxn ang="0">
                  <a:pos x="10" y="39"/>
                </a:cxn>
                <a:cxn ang="0">
                  <a:pos x="7" y="38"/>
                </a:cxn>
                <a:cxn ang="0">
                  <a:pos x="4" y="36"/>
                </a:cxn>
                <a:cxn ang="0">
                  <a:pos x="2" y="33"/>
                </a:cxn>
                <a:cxn ang="0">
                  <a:pos x="1" y="30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1" y="17"/>
                </a:cxn>
                <a:cxn ang="0">
                  <a:pos x="2" y="14"/>
                </a:cxn>
                <a:cxn ang="0">
                  <a:pos x="4" y="12"/>
                </a:cxn>
                <a:cxn ang="0">
                  <a:pos x="8" y="8"/>
                </a:cxn>
                <a:cxn ang="0">
                  <a:pos x="10" y="7"/>
                </a:cxn>
                <a:cxn ang="0">
                  <a:pos x="14" y="5"/>
                </a:cxn>
                <a:cxn ang="0">
                  <a:pos x="18" y="5"/>
                </a:cxn>
                <a:cxn ang="0">
                  <a:pos x="18" y="5"/>
                </a:cxn>
                <a:cxn ang="0">
                  <a:pos x="42" y="4"/>
                </a:cxn>
                <a:cxn ang="0">
                  <a:pos x="65" y="3"/>
                </a:cxn>
                <a:cxn ang="0">
                  <a:pos x="65" y="3"/>
                </a:cxn>
                <a:cxn ang="0">
                  <a:pos x="89" y="1"/>
                </a:cxn>
                <a:cxn ang="0">
                  <a:pos x="113" y="0"/>
                </a:cxn>
                <a:cxn ang="0">
                  <a:pos x="113" y="0"/>
                </a:cxn>
                <a:cxn ang="0">
                  <a:pos x="117" y="1"/>
                </a:cxn>
                <a:cxn ang="0">
                  <a:pos x="120" y="2"/>
                </a:cxn>
                <a:cxn ang="0">
                  <a:pos x="123" y="4"/>
                </a:cxn>
                <a:cxn ang="0">
                  <a:pos x="125" y="6"/>
                </a:cxn>
                <a:cxn ang="0">
                  <a:pos x="127" y="8"/>
                </a:cxn>
                <a:cxn ang="0">
                  <a:pos x="128" y="12"/>
                </a:cxn>
                <a:cxn ang="0">
                  <a:pos x="129" y="19"/>
                </a:cxn>
                <a:cxn ang="0">
                  <a:pos x="129" y="19"/>
                </a:cxn>
                <a:cxn ang="0">
                  <a:pos x="128" y="25"/>
                </a:cxn>
                <a:cxn ang="0">
                  <a:pos x="127" y="28"/>
                </a:cxn>
                <a:cxn ang="0">
                  <a:pos x="125" y="31"/>
                </a:cxn>
                <a:cxn ang="0">
                  <a:pos x="123" y="33"/>
                </a:cxn>
                <a:cxn ang="0">
                  <a:pos x="120" y="35"/>
                </a:cxn>
                <a:cxn ang="0">
                  <a:pos x="117" y="36"/>
                </a:cxn>
                <a:cxn ang="0">
                  <a:pos x="113" y="36"/>
                </a:cxn>
                <a:cxn ang="0">
                  <a:pos x="113" y="36"/>
                </a:cxn>
                <a:cxn ang="0">
                  <a:pos x="88" y="37"/>
                </a:cxn>
                <a:cxn ang="0">
                  <a:pos x="64" y="39"/>
                </a:cxn>
                <a:cxn ang="0">
                  <a:pos x="64" y="39"/>
                </a:cxn>
                <a:cxn ang="0">
                  <a:pos x="42" y="41"/>
                </a:cxn>
                <a:cxn ang="0">
                  <a:pos x="18" y="42"/>
                </a:cxn>
                <a:cxn ang="0">
                  <a:pos x="18" y="42"/>
                </a:cxn>
              </a:cxnLst>
              <a:rect l="0" t="0" r="r" b="b"/>
              <a:pathLst>
                <a:path w="129" h="42">
                  <a:moveTo>
                    <a:pt x="18" y="42"/>
                  </a:moveTo>
                  <a:lnTo>
                    <a:pt x="18" y="42"/>
                  </a:lnTo>
                  <a:lnTo>
                    <a:pt x="14" y="42"/>
                  </a:lnTo>
                  <a:lnTo>
                    <a:pt x="10" y="39"/>
                  </a:lnTo>
                  <a:lnTo>
                    <a:pt x="7" y="38"/>
                  </a:lnTo>
                  <a:lnTo>
                    <a:pt x="4" y="36"/>
                  </a:lnTo>
                  <a:lnTo>
                    <a:pt x="2" y="33"/>
                  </a:lnTo>
                  <a:lnTo>
                    <a:pt x="1" y="30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1" y="17"/>
                  </a:lnTo>
                  <a:lnTo>
                    <a:pt x="2" y="14"/>
                  </a:lnTo>
                  <a:lnTo>
                    <a:pt x="4" y="12"/>
                  </a:lnTo>
                  <a:lnTo>
                    <a:pt x="8" y="8"/>
                  </a:lnTo>
                  <a:lnTo>
                    <a:pt x="10" y="7"/>
                  </a:lnTo>
                  <a:lnTo>
                    <a:pt x="14" y="5"/>
                  </a:lnTo>
                  <a:lnTo>
                    <a:pt x="18" y="5"/>
                  </a:lnTo>
                  <a:lnTo>
                    <a:pt x="18" y="5"/>
                  </a:lnTo>
                  <a:lnTo>
                    <a:pt x="42" y="4"/>
                  </a:lnTo>
                  <a:lnTo>
                    <a:pt x="65" y="3"/>
                  </a:lnTo>
                  <a:lnTo>
                    <a:pt x="65" y="3"/>
                  </a:lnTo>
                  <a:lnTo>
                    <a:pt x="89" y="1"/>
                  </a:lnTo>
                  <a:lnTo>
                    <a:pt x="113" y="0"/>
                  </a:lnTo>
                  <a:lnTo>
                    <a:pt x="113" y="0"/>
                  </a:lnTo>
                  <a:lnTo>
                    <a:pt x="117" y="1"/>
                  </a:lnTo>
                  <a:lnTo>
                    <a:pt x="120" y="2"/>
                  </a:lnTo>
                  <a:lnTo>
                    <a:pt x="123" y="4"/>
                  </a:lnTo>
                  <a:lnTo>
                    <a:pt x="125" y="6"/>
                  </a:lnTo>
                  <a:lnTo>
                    <a:pt x="127" y="8"/>
                  </a:lnTo>
                  <a:lnTo>
                    <a:pt x="128" y="12"/>
                  </a:lnTo>
                  <a:lnTo>
                    <a:pt x="129" y="19"/>
                  </a:lnTo>
                  <a:lnTo>
                    <a:pt x="129" y="19"/>
                  </a:lnTo>
                  <a:lnTo>
                    <a:pt x="128" y="25"/>
                  </a:lnTo>
                  <a:lnTo>
                    <a:pt x="127" y="28"/>
                  </a:lnTo>
                  <a:lnTo>
                    <a:pt x="125" y="31"/>
                  </a:lnTo>
                  <a:lnTo>
                    <a:pt x="123" y="33"/>
                  </a:lnTo>
                  <a:lnTo>
                    <a:pt x="120" y="35"/>
                  </a:lnTo>
                  <a:lnTo>
                    <a:pt x="117" y="36"/>
                  </a:lnTo>
                  <a:lnTo>
                    <a:pt x="113" y="36"/>
                  </a:lnTo>
                  <a:lnTo>
                    <a:pt x="113" y="36"/>
                  </a:lnTo>
                  <a:lnTo>
                    <a:pt x="88" y="37"/>
                  </a:lnTo>
                  <a:lnTo>
                    <a:pt x="64" y="39"/>
                  </a:lnTo>
                  <a:lnTo>
                    <a:pt x="64" y="39"/>
                  </a:lnTo>
                  <a:lnTo>
                    <a:pt x="42" y="41"/>
                  </a:lnTo>
                  <a:lnTo>
                    <a:pt x="18" y="42"/>
                  </a:lnTo>
                  <a:lnTo>
                    <a:pt x="18" y="4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7" name="Freeform 403"/>
            <p:cNvSpPr/>
            <p:nvPr>
              <p:custDataLst>
                <p:tags r:id="rId53"/>
              </p:custDataLst>
            </p:nvPr>
          </p:nvSpPr>
          <p:spPr bwMode="auto">
            <a:xfrm>
              <a:off x="4335463" y="3495675"/>
              <a:ext cx="128588" cy="20638"/>
            </a:xfrm>
            <a:custGeom>
              <a:avLst/>
              <a:gdLst/>
              <a:ahLst/>
              <a:cxnLst>
                <a:cxn ang="0">
                  <a:pos x="226" y="40"/>
                </a:cxn>
                <a:cxn ang="0">
                  <a:pos x="226" y="40"/>
                </a:cxn>
                <a:cxn ang="0">
                  <a:pos x="173" y="39"/>
                </a:cxn>
                <a:cxn ang="0">
                  <a:pos x="122" y="38"/>
                </a:cxn>
                <a:cxn ang="0">
                  <a:pos x="122" y="38"/>
                </a:cxn>
                <a:cxn ang="0">
                  <a:pos x="70" y="36"/>
                </a:cxn>
                <a:cxn ang="0">
                  <a:pos x="17" y="35"/>
                </a:cxn>
                <a:cxn ang="0">
                  <a:pos x="17" y="35"/>
                </a:cxn>
                <a:cxn ang="0">
                  <a:pos x="13" y="35"/>
                </a:cxn>
                <a:cxn ang="0">
                  <a:pos x="10" y="34"/>
                </a:cxn>
                <a:cxn ang="0">
                  <a:pos x="7" y="32"/>
                </a:cxn>
                <a:cxn ang="0">
                  <a:pos x="4" y="30"/>
                </a:cxn>
                <a:cxn ang="0">
                  <a:pos x="3" y="26"/>
                </a:cxn>
                <a:cxn ang="0">
                  <a:pos x="1" y="23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1" y="11"/>
                </a:cxn>
                <a:cxn ang="0">
                  <a:pos x="3" y="8"/>
                </a:cxn>
                <a:cxn ang="0">
                  <a:pos x="4" y="5"/>
                </a:cxn>
                <a:cxn ang="0">
                  <a:pos x="7" y="3"/>
                </a:cxn>
                <a:cxn ang="0">
                  <a:pos x="10" y="1"/>
                </a:cxn>
                <a:cxn ang="0">
                  <a:pos x="13" y="0"/>
                </a:cxn>
                <a:cxn ang="0">
                  <a:pos x="17" y="0"/>
                </a:cxn>
                <a:cxn ang="0">
                  <a:pos x="17" y="0"/>
                </a:cxn>
                <a:cxn ang="0">
                  <a:pos x="70" y="0"/>
                </a:cxn>
                <a:cxn ang="0">
                  <a:pos x="122" y="2"/>
                </a:cxn>
                <a:cxn ang="0">
                  <a:pos x="122" y="2"/>
                </a:cxn>
                <a:cxn ang="0">
                  <a:pos x="173" y="3"/>
                </a:cxn>
                <a:cxn ang="0">
                  <a:pos x="226" y="4"/>
                </a:cxn>
                <a:cxn ang="0">
                  <a:pos x="226" y="4"/>
                </a:cxn>
                <a:cxn ang="0">
                  <a:pos x="230" y="5"/>
                </a:cxn>
                <a:cxn ang="0">
                  <a:pos x="233" y="6"/>
                </a:cxn>
                <a:cxn ang="0">
                  <a:pos x="236" y="7"/>
                </a:cxn>
                <a:cxn ang="0">
                  <a:pos x="239" y="10"/>
                </a:cxn>
                <a:cxn ang="0">
                  <a:pos x="240" y="12"/>
                </a:cxn>
                <a:cxn ang="0">
                  <a:pos x="242" y="15"/>
                </a:cxn>
                <a:cxn ang="0">
                  <a:pos x="243" y="22"/>
                </a:cxn>
                <a:cxn ang="0">
                  <a:pos x="243" y="22"/>
                </a:cxn>
                <a:cxn ang="0">
                  <a:pos x="242" y="29"/>
                </a:cxn>
                <a:cxn ang="0">
                  <a:pos x="240" y="32"/>
                </a:cxn>
                <a:cxn ang="0">
                  <a:pos x="239" y="35"/>
                </a:cxn>
                <a:cxn ang="0">
                  <a:pos x="236" y="37"/>
                </a:cxn>
                <a:cxn ang="0">
                  <a:pos x="233" y="39"/>
                </a:cxn>
                <a:cxn ang="0">
                  <a:pos x="230" y="40"/>
                </a:cxn>
                <a:cxn ang="0">
                  <a:pos x="226" y="40"/>
                </a:cxn>
                <a:cxn ang="0">
                  <a:pos x="226" y="40"/>
                </a:cxn>
              </a:cxnLst>
              <a:rect l="0" t="0" r="r" b="b"/>
              <a:pathLst>
                <a:path w="243" h="40">
                  <a:moveTo>
                    <a:pt x="226" y="40"/>
                  </a:moveTo>
                  <a:lnTo>
                    <a:pt x="226" y="40"/>
                  </a:lnTo>
                  <a:lnTo>
                    <a:pt x="173" y="39"/>
                  </a:lnTo>
                  <a:lnTo>
                    <a:pt x="122" y="38"/>
                  </a:lnTo>
                  <a:lnTo>
                    <a:pt x="122" y="38"/>
                  </a:lnTo>
                  <a:lnTo>
                    <a:pt x="70" y="36"/>
                  </a:lnTo>
                  <a:lnTo>
                    <a:pt x="17" y="35"/>
                  </a:lnTo>
                  <a:lnTo>
                    <a:pt x="17" y="35"/>
                  </a:lnTo>
                  <a:lnTo>
                    <a:pt x="13" y="35"/>
                  </a:lnTo>
                  <a:lnTo>
                    <a:pt x="10" y="34"/>
                  </a:lnTo>
                  <a:lnTo>
                    <a:pt x="7" y="32"/>
                  </a:lnTo>
                  <a:lnTo>
                    <a:pt x="4" y="30"/>
                  </a:lnTo>
                  <a:lnTo>
                    <a:pt x="3" y="26"/>
                  </a:lnTo>
                  <a:lnTo>
                    <a:pt x="1" y="23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1" y="11"/>
                  </a:lnTo>
                  <a:lnTo>
                    <a:pt x="3" y="8"/>
                  </a:lnTo>
                  <a:lnTo>
                    <a:pt x="4" y="5"/>
                  </a:lnTo>
                  <a:lnTo>
                    <a:pt x="7" y="3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70" y="0"/>
                  </a:lnTo>
                  <a:lnTo>
                    <a:pt x="122" y="2"/>
                  </a:lnTo>
                  <a:lnTo>
                    <a:pt x="122" y="2"/>
                  </a:lnTo>
                  <a:lnTo>
                    <a:pt x="173" y="3"/>
                  </a:lnTo>
                  <a:lnTo>
                    <a:pt x="226" y="4"/>
                  </a:lnTo>
                  <a:lnTo>
                    <a:pt x="226" y="4"/>
                  </a:lnTo>
                  <a:lnTo>
                    <a:pt x="230" y="5"/>
                  </a:lnTo>
                  <a:lnTo>
                    <a:pt x="233" y="6"/>
                  </a:lnTo>
                  <a:lnTo>
                    <a:pt x="236" y="7"/>
                  </a:lnTo>
                  <a:lnTo>
                    <a:pt x="239" y="10"/>
                  </a:lnTo>
                  <a:lnTo>
                    <a:pt x="240" y="12"/>
                  </a:lnTo>
                  <a:lnTo>
                    <a:pt x="242" y="15"/>
                  </a:lnTo>
                  <a:lnTo>
                    <a:pt x="243" y="22"/>
                  </a:lnTo>
                  <a:lnTo>
                    <a:pt x="243" y="22"/>
                  </a:lnTo>
                  <a:lnTo>
                    <a:pt x="242" y="29"/>
                  </a:lnTo>
                  <a:lnTo>
                    <a:pt x="240" y="32"/>
                  </a:lnTo>
                  <a:lnTo>
                    <a:pt x="239" y="35"/>
                  </a:lnTo>
                  <a:lnTo>
                    <a:pt x="236" y="37"/>
                  </a:lnTo>
                  <a:lnTo>
                    <a:pt x="233" y="39"/>
                  </a:lnTo>
                  <a:lnTo>
                    <a:pt x="230" y="40"/>
                  </a:lnTo>
                  <a:lnTo>
                    <a:pt x="226" y="40"/>
                  </a:lnTo>
                  <a:lnTo>
                    <a:pt x="226" y="4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8" name="Freeform 404"/>
            <p:cNvSpPr/>
            <p:nvPr>
              <p:custDataLst>
                <p:tags r:id="rId54"/>
              </p:custDataLst>
            </p:nvPr>
          </p:nvSpPr>
          <p:spPr bwMode="auto">
            <a:xfrm>
              <a:off x="4332288" y="3560763"/>
              <a:ext cx="77788" cy="19050"/>
            </a:xfrm>
            <a:custGeom>
              <a:avLst/>
              <a:gdLst/>
              <a:ahLst/>
              <a:cxnLst>
                <a:cxn ang="0">
                  <a:pos x="16" y="36"/>
                </a:cxn>
                <a:cxn ang="0">
                  <a:pos x="16" y="36"/>
                </a:cxn>
                <a:cxn ang="0">
                  <a:pos x="12" y="35"/>
                </a:cxn>
                <a:cxn ang="0">
                  <a:pos x="9" y="34"/>
                </a:cxn>
                <a:cxn ang="0">
                  <a:pos x="6" y="33"/>
                </a:cxn>
                <a:cxn ang="0">
                  <a:pos x="4" y="30"/>
                </a:cxn>
                <a:cxn ang="0">
                  <a:pos x="2" y="27"/>
                </a:cxn>
                <a:cxn ang="0">
                  <a:pos x="1" y="24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1" y="11"/>
                </a:cxn>
                <a:cxn ang="0">
                  <a:pos x="2" y="8"/>
                </a:cxn>
                <a:cxn ang="0">
                  <a:pos x="4" y="5"/>
                </a:cxn>
                <a:cxn ang="0">
                  <a:pos x="6" y="3"/>
                </a:cxn>
                <a:cxn ang="0">
                  <a:pos x="9" y="1"/>
                </a:cxn>
                <a:cxn ang="0">
                  <a:pos x="12" y="0"/>
                </a:cxn>
                <a:cxn ang="0">
                  <a:pos x="16" y="0"/>
                </a:cxn>
                <a:cxn ang="0">
                  <a:pos x="131" y="0"/>
                </a:cxn>
                <a:cxn ang="0">
                  <a:pos x="131" y="0"/>
                </a:cxn>
                <a:cxn ang="0">
                  <a:pos x="135" y="0"/>
                </a:cxn>
                <a:cxn ang="0">
                  <a:pos x="138" y="1"/>
                </a:cxn>
                <a:cxn ang="0">
                  <a:pos x="141" y="3"/>
                </a:cxn>
                <a:cxn ang="0">
                  <a:pos x="143" y="5"/>
                </a:cxn>
                <a:cxn ang="0">
                  <a:pos x="145" y="8"/>
                </a:cxn>
                <a:cxn ang="0">
                  <a:pos x="146" y="11"/>
                </a:cxn>
                <a:cxn ang="0">
                  <a:pos x="147" y="17"/>
                </a:cxn>
                <a:cxn ang="0">
                  <a:pos x="147" y="17"/>
                </a:cxn>
                <a:cxn ang="0">
                  <a:pos x="146" y="24"/>
                </a:cxn>
                <a:cxn ang="0">
                  <a:pos x="145" y="27"/>
                </a:cxn>
                <a:cxn ang="0">
                  <a:pos x="143" y="30"/>
                </a:cxn>
                <a:cxn ang="0">
                  <a:pos x="141" y="33"/>
                </a:cxn>
                <a:cxn ang="0">
                  <a:pos x="138" y="34"/>
                </a:cxn>
                <a:cxn ang="0">
                  <a:pos x="135" y="35"/>
                </a:cxn>
                <a:cxn ang="0">
                  <a:pos x="131" y="36"/>
                </a:cxn>
                <a:cxn ang="0">
                  <a:pos x="16" y="36"/>
                </a:cxn>
              </a:cxnLst>
              <a:rect l="0" t="0" r="r" b="b"/>
              <a:pathLst>
                <a:path w="147" h="36">
                  <a:moveTo>
                    <a:pt x="16" y="36"/>
                  </a:moveTo>
                  <a:lnTo>
                    <a:pt x="16" y="36"/>
                  </a:lnTo>
                  <a:lnTo>
                    <a:pt x="12" y="35"/>
                  </a:lnTo>
                  <a:lnTo>
                    <a:pt x="9" y="34"/>
                  </a:lnTo>
                  <a:lnTo>
                    <a:pt x="6" y="33"/>
                  </a:lnTo>
                  <a:lnTo>
                    <a:pt x="4" y="30"/>
                  </a:lnTo>
                  <a:lnTo>
                    <a:pt x="2" y="27"/>
                  </a:lnTo>
                  <a:lnTo>
                    <a:pt x="1" y="24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1" y="11"/>
                  </a:lnTo>
                  <a:lnTo>
                    <a:pt x="2" y="8"/>
                  </a:lnTo>
                  <a:lnTo>
                    <a:pt x="4" y="5"/>
                  </a:lnTo>
                  <a:lnTo>
                    <a:pt x="6" y="3"/>
                  </a:lnTo>
                  <a:lnTo>
                    <a:pt x="9" y="1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131" y="0"/>
                  </a:lnTo>
                  <a:lnTo>
                    <a:pt x="131" y="0"/>
                  </a:lnTo>
                  <a:lnTo>
                    <a:pt x="135" y="0"/>
                  </a:lnTo>
                  <a:lnTo>
                    <a:pt x="138" y="1"/>
                  </a:lnTo>
                  <a:lnTo>
                    <a:pt x="141" y="3"/>
                  </a:lnTo>
                  <a:lnTo>
                    <a:pt x="143" y="5"/>
                  </a:lnTo>
                  <a:lnTo>
                    <a:pt x="145" y="8"/>
                  </a:lnTo>
                  <a:lnTo>
                    <a:pt x="146" y="11"/>
                  </a:lnTo>
                  <a:lnTo>
                    <a:pt x="147" y="17"/>
                  </a:lnTo>
                  <a:lnTo>
                    <a:pt x="147" y="17"/>
                  </a:lnTo>
                  <a:lnTo>
                    <a:pt x="146" y="24"/>
                  </a:lnTo>
                  <a:lnTo>
                    <a:pt x="145" y="27"/>
                  </a:lnTo>
                  <a:lnTo>
                    <a:pt x="143" y="30"/>
                  </a:lnTo>
                  <a:lnTo>
                    <a:pt x="141" y="33"/>
                  </a:lnTo>
                  <a:lnTo>
                    <a:pt x="138" y="34"/>
                  </a:lnTo>
                  <a:lnTo>
                    <a:pt x="135" y="35"/>
                  </a:lnTo>
                  <a:lnTo>
                    <a:pt x="131" y="36"/>
                  </a:lnTo>
                  <a:lnTo>
                    <a:pt x="16" y="3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9" name="Freeform 405"/>
            <p:cNvSpPr/>
            <p:nvPr>
              <p:custDataLst>
                <p:tags r:id="rId55"/>
              </p:custDataLst>
            </p:nvPr>
          </p:nvSpPr>
          <p:spPr bwMode="auto">
            <a:xfrm>
              <a:off x="4329113" y="3621088"/>
              <a:ext cx="66675" cy="20638"/>
            </a:xfrm>
            <a:custGeom>
              <a:avLst/>
              <a:gdLst/>
              <a:ahLst/>
              <a:cxnLst>
                <a:cxn ang="0">
                  <a:pos x="19" y="41"/>
                </a:cxn>
                <a:cxn ang="0">
                  <a:pos x="19" y="41"/>
                </a:cxn>
                <a:cxn ang="0">
                  <a:pos x="15" y="39"/>
                </a:cxn>
                <a:cxn ang="0">
                  <a:pos x="12" y="38"/>
                </a:cxn>
                <a:cxn ang="0">
                  <a:pos x="9" y="37"/>
                </a:cxn>
                <a:cxn ang="0">
                  <a:pos x="7" y="34"/>
                </a:cxn>
                <a:cxn ang="0">
                  <a:pos x="3" y="32"/>
                </a:cxn>
                <a:cxn ang="0">
                  <a:pos x="2" y="29"/>
                </a:cxn>
                <a:cxn ang="0">
                  <a:pos x="1" y="26"/>
                </a:cxn>
                <a:cxn ang="0">
                  <a:pos x="0" y="22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1" y="14"/>
                </a:cxn>
                <a:cxn ang="0">
                  <a:pos x="2" y="10"/>
                </a:cxn>
                <a:cxn ang="0">
                  <a:pos x="5" y="6"/>
                </a:cxn>
                <a:cxn ang="0">
                  <a:pos x="7" y="4"/>
                </a:cxn>
                <a:cxn ang="0">
                  <a:pos x="9" y="2"/>
                </a:cxn>
                <a:cxn ang="0">
                  <a:pos x="12" y="1"/>
                </a:cxn>
                <a:cxn ang="0">
                  <a:pos x="19" y="0"/>
                </a:cxn>
                <a:cxn ang="0">
                  <a:pos x="19" y="0"/>
                </a:cxn>
                <a:cxn ang="0">
                  <a:pos x="24" y="1"/>
                </a:cxn>
                <a:cxn ang="0">
                  <a:pos x="29" y="3"/>
                </a:cxn>
                <a:cxn ang="0">
                  <a:pos x="31" y="4"/>
                </a:cxn>
                <a:cxn ang="0">
                  <a:pos x="109" y="4"/>
                </a:cxn>
                <a:cxn ang="0">
                  <a:pos x="109" y="4"/>
                </a:cxn>
                <a:cxn ang="0">
                  <a:pos x="113" y="4"/>
                </a:cxn>
                <a:cxn ang="0">
                  <a:pos x="117" y="5"/>
                </a:cxn>
                <a:cxn ang="0">
                  <a:pos x="119" y="7"/>
                </a:cxn>
                <a:cxn ang="0">
                  <a:pos x="122" y="10"/>
                </a:cxn>
                <a:cxn ang="0">
                  <a:pos x="124" y="13"/>
                </a:cxn>
                <a:cxn ang="0">
                  <a:pos x="125" y="16"/>
                </a:cxn>
                <a:cxn ang="0">
                  <a:pos x="126" y="22"/>
                </a:cxn>
                <a:cxn ang="0">
                  <a:pos x="126" y="22"/>
                </a:cxn>
                <a:cxn ang="0">
                  <a:pos x="125" y="29"/>
                </a:cxn>
                <a:cxn ang="0">
                  <a:pos x="124" y="31"/>
                </a:cxn>
                <a:cxn ang="0">
                  <a:pos x="122" y="34"/>
                </a:cxn>
                <a:cxn ang="0">
                  <a:pos x="119" y="36"/>
                </a:cxn>
                <a:cxn ang="0">
                  <a:pos x="117" y="38"/>
                </a:cxn>
                <a:cxn ang="0">
                  <a:pos x="113" y="39"/>
                </a:cxn>
                <a:cxn ang="0">
                  <a:pos x="109" y="41"/>
                </a:cxn>
                <a:cxn ang="0">
                  <a:pos x="19" y="41"/>
                </a:cxn>
              </a:cxnLst>
              <a:rect l="0" t="0" r="r" b="b"/>
              <a:pathLst>
                <a:path w="126" h="41">
                  <a:moveTo>
                    <a:pt x="19" y="41"/>
                  </a:moveTo>
                  <a:lnTo>
                    <a:pt x="19" y="41"/>
                  </a:lnTo>
                  <a:lnTo>
                    <a:pt x="15" y="39"/>
                  </a:lnTo>
                  <a:lnTo>
                    <a:pt x="12" y="38"/>
                  </a:lnTo>
                  <a:lnTo>
                    <a:pt x="9" y="37"/>
                  </a:lnTo>
                  <a:lnTo>
                    <a:pt x="7" y="34"/>
                  </a:lnTo>
                  <a:lnTo>
                    <a:pt x="3" y="32"/>
                  </a:lnTo>
                  <a:lnTo>
                    <a:pt x="2" y="29"/>
                  </a:lnTo>
                  <a:lnTo>
                    <a:pt x="1" y="26"/>
                  </a:lnTo>
                  <a:lnTo>
                    <a:pt x="0" y="22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1" y="14"/>
                  </a:lnTo>
                  <a:lnTo>
                    <a:pt x="2" y="10"/>
                  </a:lnTo>
                  <a:lnTo>
                    <a:pt x="5" y="6"/>
                  </a:lnTo>
                  <a:lnTo>
                    <a:pt x="7" y="4"/>
                  </a:lnTo>
                  <a:lnTo>
                    <a:pt x="9" y="2"/>
                  </a:lnTo>
                  <a:lnTo>
                    <a:pt x="12" y="1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24" y="1"/>
                  </a:lnTo>
                  <a:lnTo>
                    <a:pt x="29" y="3"/>
                  </a:lnTo>
                  <a:lnTo>
                    <a:pt x="31" y="4"/>
                  </a:lnTo>
                  <a:lnTo>
                    <a:pt x="109" y="4"/>
                  </a:lnTo>
                  <a:lnTo>
                    <a:pt x="109" y="4"/>
                  </a:lnTo>
                  <a:lnTo>
                    <a:pt x="113" y="4"/>
                  </a:lnTo>
                  <a:lnTo>
                    <a:pt x="117" y="5"/>
                  </a:lnTo>
                  <a:lnTo>
                    <a:pt x="119" y="7"/>
                  </a:lnTo>
                  <a:lnTo>
                    <a:pt x="122" y="10"/>
                  </a:lnTo>
                  <a:lnTo>
                    <a:pt x="124" y="13"/>
                  </a:lnTo>
                  <a:lnTo>
                    <a:pt x="125" y="16"/>
                  </a:lnTo>
                  <a:lnTo>
                    <a:pt x="126" y="22"/>
                  </a:lnTo>
                  <a:lnTo>
                    <a:pt x="126" y="22"/>
                  </a:lnTo>
                  <a:lnTo>
                    <a:pt x="125" y="29"/>
                  </a:lnTo>
                  <a:lnTo>
                    <a:pt x="124" y="31"/>
                  </a:lnTo>
                  <a:lnTo>
                    <a:pt x="122" y="34"/>
                  </a:lnTo>
                  <a:lnTo>
                    <a:pt x="119" y="36"/>
                  </a:lnTo>
                  <a:lnTo>
                    <a:pt x="117" y="38"/>
                  </a:lnTo>
                  <a:lnTo>
                    <a:pt x="113" y="39"/>
                  </a:lnTo>
                  <a:lnTo>
                    <a:pt x="109" y="41"/>
                  </a:lnTo>
                  <a:lnTo>
                    <a:pt x="19" y="4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91" name="Freeform 407"/>
            <p:cNvSpPr/>
            <p:nvPr>
              <p:custDataLst>
                <p:tags r:id="rId56"/>
              </p:custDataLst>
            </p:nvPr>
          </p:nvSpPr>
          <p:spPr bwMode="auto">
            <a:xfrm>
              <a:off x="4535488" y="3187700"/>
              <a:ext cx="396875" cy="330200"/>
            </a:xfrm>
            <a:custGeom>
              <a:avLst/>
              <a:gdLst/>
              <a:ahLst/>
              <a:cxnLst>
                <a:cxn ang="0">
                  <a:pos x="12" y="623"/>
                </a:cxn>
                <a:cxn ang="0">
                  <a:pos x="2" y="616"/>
                </a:cxn>
                <a:cxn ang="0">
                  <a:pos x="0" y="610"/>
                </a:cxn>
                <a:cxn ang="0">
                  <a:pos x="1" y="602"/>
                </a:cxn>
                <a:cxn ang="0">
                  <a:pos x="16" y="580"/>
                </a:cxn>
                <a:cxn ang="0">
                  <a:pos x="37" y="561"/>
                </a:cxn>
                <a:cxn ang="0">
                  <a:pos x="58" y="541"/>
                </a:cxn>
                <a:cxn ang="0">
                  <a:pos x="137" y="452"/>
                </a:cxn>
                <a:cxn ang="0">
                  <a:pos x="181" y="404"/>
                </a:cxn>
                <a:cxn ang="0">
                  <a:pos x="252" y="340"/>
                </a:cxn>
                <a:cxn ang="0">
                  <a:pos x="328" y="280"/>
                </a:cxn>
                <a:cxn ang="0">
                  <a:pos x="479" y="173"/>
                </a:cxn>
                <a:cxn ang="0">
                  <a:pos x="552" y="122"/>
                </a:cxn>
                <a:cxn ang="0">
                  <a:pos x="606" y="80"/>
                </a:cxn>
                <a:cxn ang="0">
                  <a:pos x="636" y="59"/>
                </a:cxn>
                <a:cxn ang="0">
                  <a:pos x="657" y="45"/>
                </a:cxn>
                <a:cxn ang="0">
                  <a:pos x="692" y="23"/>
                </a:cxn>
                <a:cxn ang="0">
                  <a:pos x="697" y="21"/>
                </a:cxn>
                <a:cxn ang="0">
                  <a:pos x="722" y="6"/>
                </a:cxn>
                <a:cxn ang="0">
                  <a:pos x="727" y="2"/>
                </a:cxn>
                <a:cxn ang="0">
                  <a:pos x="733" y="0"/>
                </a:cxn>
                <a:cxn ang="0">
                  <a:pos x="748" y="7"/>
                </a:cxn>
                <a:cxn ang="0">
                  <a:pos x="752" y="16"/>
                </a:cxn>
                <a:cxn ang="0">
                  <a:pos x="748" y="32"/>
                </a:cxn>
                <a:cxn ang="0">
                  <a:pos x="736" y="41"/>
                </a:cxn>
                <a:cxn ang="0">
                  <a:pos x="694" y="67"/>
                </a:cxn>
                <a:cxn ang="0">
                  <a:pos x="668" y="82"/>
                </a:cxn>
                <a:cxn ang="0">
                  <a:pos x="639" y="101"/>
                </a:cxn>
                <a:cxn ang="0">
                  <a:pos x="593" y="139"/>
                </a:cxn>
                <a:cxn ang="0">
                  <a:pos x="539" y="176"/>
                </a:cxn>
                <a:cxn ang="0">
                  <a:pos x="472" y="218"/>
                </a:cxn>
                <a:cxn ang="0">
                  <a:pos x="392" y="275"/>
                </a:cxn>
                <a:cxn ang="0">
                  <a:pos x="358" y="305"/>
                </a:cxn>
                <a:cxn ang="0">
                  <a:pos x="296" y="354"/>
                </a:cxn>
                <a:cxn ang="0">
                  <a:pos x="209" y="427"/>
                </a:cxn>
                <a:cxn ang="0">
                  <a:pos x="183" y="454"/>
                </a:cxn>
                <a:cxn ang="0">
                  <a:pos x="140" y="502"/>
                </a:cxn>
                <a:cxn ang="0">
                  <a:pos x="100" y="550"/>
                </a:cxn>
                <a:cxn ang="0">
                  <a:pos x="65" y="586"/>
                </a:cxn>
                <a:cxn ang="0">
                  <a:pos x="56" y="592"/>
                </a:cxn>
                <a:cxn ang="0">
                  <a:pos x="40" y="604"/>
                </a:cxn>
                <a:cxn ang="0">
                  <a:pos x="33" y="616"/>
                </a:cxn>
                <a:cxn ang="0">
                  <a:pos x="17" y="623"/>
                </a:cxn>
              </a:cxnLst>
              <a:rect l="0" t="0" r="r" b="b"/>
              <a:pathLst>
                <a:path w="752" h="623">
                  <a:moveTo>
                    <a:pt x="17" y="623"/>
                  </a:moveTo>
                  <a:lnTo>
                    <a:pt x="17" y="623"/>
                  </a:lnTo>
                  <a:lnTo>
                    <a:pt x="12" y="623"/>
                  </a:lnTo>
                  <a:lnTo>
                    <a:pt x="8" y="621"/>
                  </a:lnTo>
                  <a:lnTo>
                    <a:pt x="4" y="619"/>
                  </a:lnTo>
                  <a:lnTo>
                    <a:pt x="2" y="616"/>
                  </a:lnTo>
                  <a:lnTo>
                    <a:pt x="2" y="616"/>
                  </a:lnTo>
                  <a:lnTo>
                    <a:pt x="0" y="613"/>
                  </a:lnTo>
                  <a:lnTo>
                    <a:pt x="0" y="610"/>
                  </a:lnTo>
                  <a:lnTo>
                    <a:pt x="0" y="606"/>
                  </a:lnTo>
                  <a:lnTo>
                    <a:pt x="1" y="602"/>
                  </a:lnTo>
                  <a:lnTo>
                    <a:pt x="1" y="602"/>
                  </a:lnTo>
                  <a:lnTo>
                    <a:pt x="4" y="596"/>
                  </a:lnTo>
                  <a:lnTo>
                    <a:pt x="8" y="590"/>
                  </a:lnTo>
                  <a:lnTo>
                    <a:pt x="16" y="580"/>
                  </a:lnTo>
                  <a:lnTo>
                    <a:pt x="26" y="570"/>
                  </a:lnTo>
                  <a:lnTo>
                    <a:pt x="37" y="561"/>
                  </a:lnTo>
                  <a:lnTo>
                    <a:pt x="37" y="561"/>
                  </a:lnTo>
                  <a:lnTo>
                    <a:pt x="47" y="552"/>
                  </a:lnTo>
                  <a:lnTo>
                    <a:pt x="58" y="541"/>
                  </a:lnTo>
                  <a:lnTo>
                    <a:pt x="58" y="541"/>
                  </a:lnTo>
                  <a:lnTo>
                    <a:pt x="78" y="520"/>
                  </a:lnTo>
                  <a:lnTo>
                    <a:pt x="98" y="498"/>
                  </a:lnTo>
                  <a:lnTo>
                    <a:pt x="137" y="452"/>
                  </a:lnTo>
                  <a:lnTo>
                    <a:pt x="137" y="452"/>
                  </a:lnTo>
                  <a:lnTo>
                    <a:pt x="158" y="428"/>
                  </a:lnTo>
                  <a:lnTo>
                    <a:pt x="181" y="404"/>
                  </a:lnTo>
                  <a:lnTo>
                    <a:pt x="203" y="381"/>
                  </a:lnTo>
                  <a:lnTo>
                    <a:pt x="228" y="361"/>
                  </a:lnTo>
                  <a:lnTo>
                    <a:pt x="252" y="340"/>
                  </a:lnTo>
                  <a:lnTo>
                    <a:pt x="278" y="319"/>
                  </a:lnTo>
                  <a:lnTo>
                    <a:pt x="328" y="280"/>
                  </a:lnTo>
                  <a:lnTo>
                    <a:pt x="328" y="280"/>
                  </a:lnTo>
                  <a:lnTo>
                    <a:pt x="378" y="243"/>
                  </a:lnTo>
                  <a:lnTo>
                    <a:pt x="428" y="207"/>
                  </a:lnTo>
                  <a:lnTo>
                    <a:pt x="479" y="173"/>
                  </a:lnTo>
                  <a:lnTo>
                    <a:pt x="527" y="141"/>
                  </a:lnTo>
                  <a:lnTo>
                    <a:pt x="527" y="141"/>
                  </a:lnTo>
                  <a:lnTo>
                    <a:pt x="552" y="122"/>
                  </a:lnTo>
                  <a:lnTo>
                    <a:pt x="577" y="102"/>
                  </a:lnTo>
                  <a:lnTo>
                    <a:pt x="577" y="102"/>
                  </a:lnTo>
                  <a:lnTo>
                    <a:pt x="606" y="80"/>
                  </a:lnTo>
                  <a:lnTo>
                    <a:pt x="621" y="69"/>
                  </a:lnTo>
                  <a:lnTo>
                    <a:pt x="636" y="59"/>
                  </a:lnTo>
                  <a:lnTo>
                    <a:pt x="636" y="59"/>
                  </a:lnTo>
                  <a:lnTo>
                    <a:pt x="646" y="52"/>
                  </a:lnTo>
                  <a:lnTo>
                    <a:pt x="657" y="45"/>
                  </a:lnTo>
                  <a:lnTo>
                    <a:pt x="657" y="45"/>
                  </a:lnTo>
                  <a:lnTo>
                    <a:pt x="674" y="32"/>
                  </a:lnTo>
                  <a:lnTo>
                    <a:pt x="683" y="27"/>
                  </a:lnTo>
                  <a:lnTo>
                    <a:pt x="692" y="23"/>
                  </a:lnTo>
                  <a:lnTo>
                    <a:pt x="692" y="23"/>
                  </a:lnTo>
                  <a:lnTo>
                    <a:pt x="697" y="21"/>
                  </a:lnTo>
                  <a:lnTo>
                    <a:pt x="697" y="21"/>
                  </a:lnTo>
                  <a:lnTo>
                    <a:pt x="710" y="15"/>
                  </a:lnTo>
                  <a:lnTo>
                    <a:pt x="717" y="10"/>
                  </a:lnTo>
                  <a:lnTo>
                    <a:pt x="722" y="6"/>
                  </a:lnTo>
                  <a:lnTo>
                    <a:pt x="722" y="6"/>
                  </a:lnTo>
                  <a:lnTo>
                    <a:pt x="725" y="3"/>
                  </a:lnTo>
                  <a:lnTo>
                    <a:pt x="727" y="2"/>
                  </a:lnTo>
                  <a:lnTo>
                    <a:pt x="730" y="0"/>
                  </a:lnTo>
                  <a:lnTo>
                    <a:pt x="733" y="0"/>
                  </a:lnTo>
                  <a:lnTo>
                    <a:pt x="733" y="0"/>
                  </a:lnTo>
                  <a:lnTo>
                    <a:pt x="738" y="1"/>
                  </a:lnTo>
                  <a:lnTo>
                    <a:pt x="743" y="3"/>
                  </a:lnTo>
                  <a:lnTo>
                    <a:pt x="748" y="7"/>
                  </a:lnTo>
                  <a:lnTo>
                    <a:pt x="751" y="13"/>
                  </a:lnTo>
                  <a:lnTo>
                    <a:pt x="751" y="13"/>
                  </a:lnTo>
                  <a:lnTo>
                    <a:pt x="752" y="16"/>
                  </a:lnTo>
                  <a:lnTo>
                    <a:pt x="752" y="21"/>
                  </a:lnTo>
                  <a:lnTo>
                    <a:pt x="751" y="26"/>
                  </a:lnTo>
                  <a:lnTo>
                    <a:pt x="748" y="32"/>
                  </a:lnTo>
                  <a:lnTo>
                    <a:pt x="748" y="32"/>
                  </a:lnTo>
                  <a:lnTo>
                    <a:pt x="741" y="37"/>
                  </a:lnTo>
                  <a:lnTo>
                    <a:pt x="736" y="41"/>
                  </a:lnTo>
                  <a:lnTo>
                    <a:pt x="723" y="51"/>
                  </a:lnTo>
                  <a:lnTo>
                    <a:pt x="708" y="59"/>
                  </a:lnTo>
                  <a:lnTo>
                    <a:pt x="694" y="67"/>
                  </a:lnTo>
                  <a:lnTo>
                    <a:pt x="694" y="67"/>
                  </a:lnTo>
                  <a:lnTo>
                    <a:pt x="680" y="75"/>
                  </a:lnTo>
                  <a:lnTo>
                    <a:pt x="668" y="82"/>
                  </a:lnTo>
                  <a:lnTo>
                    <a:pt x="668" y="82"/>
                  </a:lnTo>
                  <a:lnTo>
                    <a:pt x="654" y="91"/>
                  </a:lnTo>
                  <a:lnTo>
                    <a:pt x="639" y="101"/>
                  </a:lnTo>
                  <a:lnTo>
                    <a:pt x="612" y="122"/>
                  </a:lnTo>
                  <a:lnTo>
                    <a:pt x="612" y="122"/>
                  </a:lnTo>
                  <a:lnTo>
                    <a:pt x="593" y="139"/>
                  </a:lnTo>
                  <a:lnTo>
                    <a:pt x="573" y="153"/>
                  </a:lnTo>
                  <a:lnTo>
                    <a:pt x="573" y="153"/>
                  </a:lnTo>
                  <a:lnTo>
                    <a:pt x="539" y="176"/>
                  </a:lnTo>
                  <a:lnTo>
                    <a:pt x="505" y="196"/>
                  </a:lnTo>
                  <a:lnTo>
                    <a:pt x="505" y="196"/>
                  </a:lnTo>
                  <a:lnTo>
                    <a:pt x="472" y="218"/>
                  </a:lnTo>
                  <a:lnTo>
                    <a:pt x="439" y="239"/>
                  </a:lnTo>
                  <a:lnTo>
                    <a:pt x="408" y="263"/>
                  </a:lnTo>
                  <a:lnTo>
                    <a:pt x="392" y="275"/>
                  </a:lnTo>
                  <a:lnTo>
                    <a:pt x="378" y="287"/>
                  </a:lnTo>
                  <a:lnTo>
                    <a:pt x="378" y="287"/>
                  </a:lnTo>
                  <a:lnTo>
                    <a:pt x="358" y="305"/>
                  </a:lnTo>
                  <a:lnTo>
                    <a:pt x="338" y="322"/>
                  </a:lnTo>
                  <a:lnTo>
                    <a:pt x="296" y="354"/>
                  </a:lnTo>
                  <a:lnTo>
                    <a:pt x="296" y="354"/>
                  </a:lnTo>
                  <a:lnTo>
                    <a:pt x="267" y="377"/>
                  </a:lnTo>
                  <a:lnTo>
                    <a:pt x="238" y="401"/>
                  </a:lnTo>
                  <a:lnTo>
                    <a:pt x="209" y="427"/>
                  </a:lnTo>
                  <a:lnTo>
                    <a:pt x="196" y="440"/>
                  </a:lnTo>
                  <a:lnTo>
                    <a:pt x="183" y="454"/>
                  </a:lnTo>
                  <a:lnTo>
                    <a:pt x="183" y="454"/>
                  </a:lnTo>
                  <a:lnTo>
                    <a:pt x="161" y="478"/>
                  </a:lnTo>
                  <a:lnTo>
                    <a:pt x="140" y="502"/>
                  </a:lnTo>
                  <a:lnTo>
                    <a:pt x="140" y="502"/>
                  </a:lnTo>
                  <a:lnTo>
                    <a:pt x="104" y="545"/>
                  </a:lnTo>
                  <a:lnTo>
                    <a:pt x="100" y="550"/>
                  </a:lnTo>
                  <a:lnTo>
                    <a:pt x="100" y="550"/>
                  </a:lnTo>
                  <a:lnTo>
                    <a:pt x="82" y="568"/>
                  </a:lnTo>
                  <a:lnTo>
                    <a:pt x="74" y="578"/>
                  </a:lnTo>
                  <a:lnTo>
                    <a:pt x="65" y="586"/>
                  </a:lnTo>
                  <a:lnTo>
                    <a:pt x="65" y="586"/>
                  </a:lnTo>
                  <a:lnTo>
                    <a:pt x="56" y="592"/>
                  </a:lnTo>
                  <a:lnTo>
                    <a:pt x="56" y="592"/>
                  </a:lnTo>
                  <a:lnTo>
                    <a:pt x="50" y="596"/>
                  </a:lnTo>
                  <a:lnTo>
                    <a:pt x="44" y="600"/>
                  </a:lnTo>
                  <a:lnTo>
                    <a:pt x="40" y="604"/>
                  </a:lnTo>
                  <a:lnTo>
                    <a:pt x="36" y="611"/>
                  </a:lnTo>
                  <a:lnTo>
                    <a:pt x="36" y="611"/>
                  </a:lnTo>
                  <a:lnTo>
                    <a:pt x="33" y="616"/>
                  </a:lnTo>
                  <a:lnTo>
                    <a:pt x="29" y="620"/>
                  </a:lnTo>
                  <a:lnTo>
                    <a:pt x="24" y="622"/>
                  </a:lnTo>
                  <a:lnTo>
                    <a:pt x="17" y="623"/>
                  </a:lnTo>
                  <a:lnTo>
                    <a:pt x="17" y="62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jE3N2U4NjNlNWU0ZjI3MTNhYzNkMTFiY2Y3MzViMDQ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TM02900720[[fn=积分]]</Template>
  <TotalTime>1110</TotalTime>
  <Words>2635</Words>
  <Application>Microsoft Office PowerPoint</Application>
  <PresentationFormat>全屏显示(4:3)</PresentationFormat>
  <Paragraphs>604</Paragraphs>
  <Slides>37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7" baseType="lpstr">
      <vt:lpstr>Noto Serif CJK SC</vt:lpstr>
      <vt:lpstr>宋体</vt:lpstr>
      <vt:lpstr>Arial</vt:lpstr>
      <vt:lpstr>Calibri</vt:lpstr>
      <vt:lpstr>Symbol</vt:lpstr>
      <vt:lpstr>Times New Roman</vt:lpstr>
      <vt:lpstr>Wingdings</vt:lpstr>
      <vt:lpstr>Wingdings 2</vt:lpstr>
      <vt:lpstr>HDOfficeLightV0</vt:lpstr>
      <vt:lpstr>Equation</vt:lpstr>
      <vt:lpstr>Trees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scut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zhang qin</dc:creator>
  <cp:lastModifiedBy>天 周</cp:lastModifiedBy>
  <cp:revision>893</cp:revision>
  <dcterms:created xsi:type="dcterms:W3CDTF">2000-11-03T19:18:00Z</dcterms:created>
  <dcterms:modified xsi:type="dcterms:W3CDTF">2025-12-14T16:39:14Z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207FFB3D7EB84E1BB152699A4A23C552_12</vt:lpwstr>
  </property>
  <property fmtid="{D5CDD505-2E9C-101B-9397-08002B2CF9AE}" pid="3" name="KSOProductBuildVer">
    <vt:lpwstr>2052-12.1.0.15120</vt:lpwstr>
  </property>
</Properties>
</file>