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notesSlides/notesSlide3.xml" ContentType="application/vnd.openxmlformats-officedocument.presentationml.notesSlide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notesSlides/notesSlide4.xml" ContentType="application/vnd.openxmlformats-officedocument.presentationml.notesSlide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notesSlides/notesSlide5.xml" ContentType="application/vnd.openxmlformats-officedocument.presentationml.notesSlide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987" r:id="rId2"/>
    <p:sldId id="988" r:id="rId3"/>
    <p:sldId id="1045" r:id="rId4"/>
    <p:sldId id="844" r:id="rId5"/>
    <p:sldId id="845" r:id="rId6"/>
    <p:sldId id="846" r:id="rId7"/>
    <p:sldId id="847" r:id="rId8"/>
    <p:sldId id="848" r:id="rId9"/>
    <p:sldId id="930" r:id="rId10"/>
    <p:sldId id="931" r:id="rId11"/>
    <p:sldId id="850" r:id="rId12"/>
    <p:sldId id="849" r:id="rId13"/>
    <p:sldId id="851" r:id="rId14"/>
    <p:sldId id="852" r:id="rId15"/>
    <p:sldId id="943" r:id="rId16"/>
    <p:sldId id="944" r:id="rId17"/>
    <p:sldId id="945" r:id="rId18"/>
    <p:sldId id="946" r:id="rId19"/>
    <p:sldId id="947" r:id="rId20"/>
    <p:sldId id="948" r:id="rId21"/>
    <p:sldId id="949" r:id="rId22"/>
    <p:sldId id="950" r:id="rId23"/>
    <p:sldId id="853" r:id="rId24"/>
    <p:sldId id="854" r:id="rId25"/>
    <p:sldId id="932" r:id="rId26"/>
    <p:sldId id="933" r:id="rId27"/>
    <p:sldId id="856" r:id="rId28"/>
    <p:sldId id="857" r:id="rId29"/>
    <p:sldId id="858" r:id="rId30"/>
    <p:sldId id="859" r:id="rId31"/>
    <p:sldId id="860" r:id="rId32"/>
    <p:sldId id="861" r:id="rId33"/>
    <p:sldId id="862" r:id="rId34"/>
    <p:sldId id="863" r:id="rId35"/>
    <p:sldId id="864" r:id="rId36"/>
    <p:sldId id="865" r:id="rId37"/>
    <p:sldId id="866" r:id="rId38"/>
    <p:sldId id="867" r:id="rId39"/>
    <p:sldId id="868" r:id="rId40"/>
    <p:sldId id="869" r:id="rId41"/>
    <p:sldId id="870" r:id="rId42"/>
    <p:sldId id="871" r:id="rId43"/>
    <p:sldId id="872" r:id="rId44"/>
    <p:sldId id="873" r:id="rId45"/>
    <p:sldId id="936" r:id="rId46"/>
    <p:sldId id="937" r:id="rId47"/>
    <p:sldId id="876" r:id="rId48"/>
    <p:sldId id="938" r:id="rId49"/>
    <p:sldId id="939" r:id="rId50"/>
    <p:sldId id="940" r:id="rId51"/>
    <p:sldId id="941" r:id="rId52"/>
    <p:sldId id="879" r:id="rId53"/>
    <p:sldId id="880" r:id="rId54"/>
    <p:sldId id="881" r:id="rId55"/>
    <p:sldId id="882" r:id="rId56"/>
    <p:sldId id="883" r:id="rId57"/>
    <p:sldId id="935" r:id="rId58"/>
    <p:sldId id="942" r:id="rId59"/>
  </p:sldIdLst>
  <p:sldSz cx="9144000" cy="6858000" type="screen4x3"/>
  <p:notesSz cx="9180513" cy="6858000"/>
  <p:custDataLst>
    <p:tags r:id="rId6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4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00FF"/>
    <a:srgbClr val="B545B5"/>
    <a:srgbClr val="CC0000"/>
    <a:srgbClr val="3A3AB9"/>
    <a:srgbClr val="5252D4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29" autoAdjust="0"/>
  </p:normalViewPr>
  <p:slideViewPr>
    <p:cSldViewPr showGuides="1">
      <p:cViewPr varScale="1">
        <p:scale>
          <a:sx n="159" d="100"/>
          <a:sy n="159" d="100"/>
        </p:scale>
        <p:origin x="1626" y="132"/>
      </p:cViewPr>
      <p:guideLst>
        <p:guide orient="horz" pos="2284"/>
        <p:guide pos="290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5.xml"/><Relationship Id="rId1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9D201F-8FE8-4ABE-B5E1-44447EA8E256}" type="slidenum">
              <a:rPr lang="en-US" altLang="zh-CN" sz="1200">
                <a:latin typeface="Times New Roman" panose="02020603050405020304" pitchFamily="18" charset="0"/>
              </a:rPr>
              <a:pPr/>
              <a:t>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CE3391-2EA0-4515-8AE5-C1193090F8D4}" type="slidenum">
              <a:rPr lang="en-US" altLang="zh-CN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4D62EE-CFBE-46F3-A53E-B5CA735D168C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505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BEA927-1D9A-4C45-B749-4558FE8148A8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5155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00A69C-1761-44C2-94B3-6097C3054851}" type="slidenum">
              <a:rPr lang="en-US" altLang="zh-CN" smtClean="0"/>
              <a:pPr/>
              <a:t>17</a:t>
            </a:fld>
            <a:endParaRPr lang="en-US" altLang="zh-CN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525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A8EF79-1240-49E8-B93C-F0B639948CCA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6" name="图片 15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1865"/>
            </a:lvl4pPr>
            <a:lvl5pPr>
              <a:defRPr sz="1865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9EE5D4-E270-4C01-B378-30AFD48DDCCD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4-2</a:t>
            </a:r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99D7D-C6A6-4CBE-90FC-8C5543AA9695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B7A9E-737B-42A3-990B-4B99F5BBBD2A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4-2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1FC2D-E4A6-4946-977A-18A261ABDEE7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4-2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C4D1B-AC0C-4122-B220-713F131F17EA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4-2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C28FD-EF0D-4EC3-8D50-6901E9DBBEC5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E79CA5-BE2D-42C1-8B3A-69966B2D5D0A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B3666-A53B-40CC-AEBE-236A85B7F1CC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78AC4-BDAB-4272-BF6E-DA91665E873C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70320AC8-D808-4A58-AB3C-B45631BE46EF}" type="datetime1">
              <a:rPr lang="zh-CN" altLang="en-US" smtClean="0"/>
              <a:pPr>
                <a:defRPr/>
              </a:pPr>
              <a:t>2025/12/13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dirty="0"/>
              <a:t>AVL Trees  - Lecture 4-2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anose="05020102010507070707" pitchFamily="18" charset="2"/>
        <a:buChar char="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26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18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18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9" Type="http://schemas.openxmlformats.org/officeDocument/2006/relationships/tags" Target="../tags/tag42.xml"/><Relationship Id="rId21" Type="http://schemas.openxmlformats.org/officeDocument/2006/relationships/tags" Target="../tags/tag24.xml"/><Relationship Id="rId34" Type="http://schemas.openxmlformats.org/officeDocument/2006/relationships/tags" Target="../tags/tag37.xml"/><Relationship Id="rId42" Type="http://schemas.openxmlformats.org/officeDocument/2006/relationships/tags" Target="../tags/tag45.xml"/><Relationship Id="rId47" Type="http://schemas.openxmlformats.org/officeDocument/2006/relationships/tags" Target="../tags/tag50.xml"/><Relationship Id="rId50" Type="http://schemas.openxmlformats.org/officeDocument/2006/relationships/tags" Target="../tags/tag53.xml"/><Relationship Id="rId55" Type="http://schemas.openxmlformats.org/officeDocument/2006/relationships/tags" Target="../tags/tag58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9" Type="http://schemas.openxmlformats.org/officeDocument/2006/relationships/tags" Target="../tags/tag32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tags" Target="../tags/tag35.xml"/><Relationship Id="rId37" Type="http://schemas.openxmlformats.org/officeDocument/2006/relationships/tags" Target="../tags/tag40.xml"/><Relationship Id="rId40" Type="http://schemas.openxmlformats.org/officeDocument/2006/relationships/tags" Target="../tags/tag43.xml"/><Relationship Id="rId45" Type="http://schemas.openxmlformats.org/officeDocument/2006/relationships/tags" Target="../tags/tag48.xml"/><Relationship Id="rId53" Type="http://schemas.openxmlformats.org/officeDocument/2006/relationships/tags" Target="../tags/tag56.xml"/><Relationship Id="rId58" Type="http://schemas.openxmlformats.org/officeDocument/2006/relationships/slideLayout" Target="../slideLayouts/slideLayout2.xml"/><Relationship Id="rId5" Type="http://schemas.openxmlformats.org/officeDocument/2006/relationships/tags" Target="../tags/tag8.xml"/><Relationship Id="rId61" Type="http://schemas.openxmlformats.org/officeDocument/2006/relationships/image" Target="../media/image3.png"/><Relationship Id="rId19" Type="http://schemas.openxmlformats.org/officeDocument/2006/relationships/tags" Target="../tags/tag2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35" Type="http://schemas.openxmlformats.org/officeDocument/2006/relationships/tags" Target="../tags/tag38.xml"/><Relationship Id="rId43" Type="http://schemas.openxmlformats.org/officeDocument/2006/relationships/tags" Target="../tags/tag46.xml"/><Relationship Id="rId48" Type="http://schemas.openxmlformats.org/officeDocument/2006/relationships/tags" Target="../tags/tag51.xml"/><Relationship Id="rId56" Type="http://schemas.openxmlformats.org/officeDocument/2006/relationships/tags" Target="../tags/tag59.xml"/><Relationship Id="rId8" Type="http://schemas.openxmlformats.org/officeDocument/2006/relationships/tags" Target="../tags/tag11.xml"/><Relationship Id="rId51" Type="http://schemas.openxmlformats.org/officeDocument/2006/relationships/tags" Target="../tags/tag54.xml"/><Relationship Id="rId3" Type="http://schemas.openxmlformats.org/officeDocument/2006/relationships/tags" Target="../tags/tag6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tags" Target="../tags/tag36.xml"/><Relationship Id="rId38" Type="http://schemas.openxmlformats.org/officeDocument/2006/relationships/tags" Target="../tags/tag41.xml"/><Relationship Id="rId46" Type="http://schemas.openxmlformats.org/officeDocument/2006/relationships/tags" Target="../tags/tag49.xml"/><Relationship Id="rId59" Type="http://schemas.openxmlformats.org/officeDocument/2006/relationships/notesSlide" Target="../notesSlides/notesSlide1.xml"/><Relationship Id="rId20" Type="http://schemas.openxmlformats.org/officeDocument/2006/relationships/tags" Target="../tags/tag23.xml"/><Relationship Id="rId41" Type="http://schemas.openxmlformats.org/officeDocument/2006/relationships/tags" Target="../tags/tag44.xml"/><Relationship Id="rId54" Type="http://schemas.openxmlformats.org/officeDocument/2006/relationships/tags" Target="../tags/tag57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tags" Target="../tags/tag39.xml"/><Relationship Id="rId49" Type="http://schemas.openxmlformats.org/officeDocument/2006/relationships/tags" Target="../tags/tag52.xml"/><Relationship Id="rId57" Type="http://schemas.openxmlformats.org/officeDocument/2006/relationships/tags" Target="../tags/tag60.xml"/><Relationship Id="rId10" Type="http://schemas.openxmlformats.org/officeDocument/2006/relationships/tags" Target="../tags/tag13.xml"/><Relationship Id="rId31" Type="http://schemas.openxmlformats.org/officeDocument/2006/relationships/tags" Target="../tags/tag34.xml"/><Relationship Id="rId44" Type="http://schemas.openxmlformats.org/officeDocument/2006/relationships/tags" Target="../tags/tag47.xml"/><Relationship Id="rId52" Type="http://schemas.openxmlformats.org/officeDocument/2006/relationships/tags" Target="../tags/tag55.xml"/><Relationship Id="rId60" Type="http://schemas.openxmlformats.org/officeDocument/2006/relationships/image" Target="../media/image2.png"/><Relationship Id="rId4" Type="http://schemas.openxmlformats.org/officeDocument/2006/relationships/tags" Target="../tags/tag7.xml"/><Relationship Id="rId9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tags" Target="../tags/tag91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6" Type="http://schemas.openxmlformats.org/officeDocument/2006/relationships/tags" Target="../tags/tag94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5" Type="http://schemas.openxmlformats.org/officeDocument/2006/relationships/tags" Target="../tags/tag83.xml"/><Relationship Id="rId15" Type="http://schemas.openxmlformats.org/officeDocument/2006/relationships/tags" Target="../tags/tag93.xml"/><Relationship Id="rId10" Type="http://schemas.openxmlformats.org/officeDocument/2006/relationships/tags" Target="../tags/tag88.xml"/><Relationship Id="rId19" Type="http://schemas.openxmlformats.org/officeDocument/2006/relationships/image" Target="../media/image1.png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tags" Target="../tags/tag9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image" Target="../media/image4.wmf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oleObject" Target="../embeddings/oleObject1.bin"/><Relationship Id="rId5" Type="http://schemas.openxmlformats.org/officeDocument/2006/relationships/tags" Target="../tags/tag99.xml"/><Relationship Id="rId10" Type="http://schemas.openxmlformats.org/officeDocument/2006/relationships/image" Target="../media/image1.png"/><Relationship Id="rId4" Type="http://schemas.openxmlformats.org/officeDocument/2006/relationships/tags" Target="../tags/tag98.xml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10" Type="http://schemas.openxmlformats.org/officeDocument/2006/relationships/image" Target="../media/image1.png"/><Relationship Id="rId4" Type="http://schemas.openxmlformats.org/officeDocument/2006/relationships/tags" Target="../tags/tag106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tags" Target="../tags/tag124.xml"/><Relationship Id="rId7" Type="http://schemas.openxmlformats.org/officeDocument/2006/relationships/image" Target="../media/image5.pn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5.xml"/><Relationship Id="rId9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tags" Target="../tags/tag128.xml"/><Relationship Id="rId7" Type="http://schemas.openxmlformats.org/officeDocument/2006/relationships/image" Target="../media/image5.pn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9.xml"/><Relationship Id="rId9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10" Type="http://schemas.openxmlformats.org/officeDocument/2006/relationships/image" Target="../media/image1.png"/><Relationship Id="rId4" Type="http://schemas.openxmlformats.org/officeDocument/2006/relationships/tags" Target="../tags/tag137.xml"/><Relationship Id="rId9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tags" Target="../tags/tag258.xml"/><Relationship Id="rId299" Type="http://schemas.openxmlformats.org/officeDocument/2006/relationships/tags" Target="../tags/tag440.xml"/><Relationship Id="rId21" Type="http://schemas.openxmlformats.org/officeDocument/2006/relationships/tags" Target="../tags/tag162.xml"/><Relationship Id="rId63" Type="http://schemas.openxmlformats.org/officeDocument/2006/relationships/tags" Target="../tags/tag204.xml"/><Relationship Id="rId159" Type="http://schemas.openxmlformats.org/officeDocument/2006/relationships/tags" Target="../tags/tag300.xml"/><Relationship Id="rId324" Type="http://schemas.openxmlformats.org/officeDocument/2006/relationships/tags" Target="../tags/tag465.xml"/><Relationship Id="rId366" Type="http://schemas.openxmlformats.org/officeDocument/2006/relationships/tags" Target="../tags/tag507.xml"/><Relationship Id="rId170" Type="http://schemas.openxmlformats.org/officeDocument/2006/relationships/tags" Target="../tags/tag311.xml"/><Relationship Id="rId226" Type="http://schemas.openxmlformats.org/officeDocument/2006/relationships/tags" Target="../tags/tag367.xml"/><Relationship Id="rId433" Type="http://schemas.openxmlformats.org/officeDocument/2006/relationships/tags" Target="../tags/tag574.xml"/><Relationship Id="rId268" Type="http://schemas.openxmlformats.org/officeDocument/2006/relationships/tags" Target="../tags/tag409.xml"/><Relationship Id="rId32" Type="http://schemas.openxmlformats.org/officeDocument/2006/relationships/tags" Target="../tags/tag173.xml"/><Relationship Id="rId74" Type="http://schemas.openxmlformats.org/officeDocument/2006/relationships/tags" Target="../tags/tag215.xml"/><Relationship Id="rId128" Type="http://schemas.openxmlformats.org/officeDocument/2006/relationships/tags" Target="../tags/tag269.xml"/><Relationship Id="rId335" Type="http://schemas.openxmlformats.org/officeDocument/2006/relationships/tags" Target="../tags/tag476.xml"/><Relationship Id="rId377" Type="http://schemas.openxmlformats.org/officeDocument/2006/relationships/tags" Target="../tags/tag518.xml"/><Relationship Id="rId5" Type="http://schemas.openxmlformats.org/officeDocument/2006/relationships/tags" Target="../tags/tag146.xml"/><Relationship Id="rId181" Type="http://schemas.openxmlformats.org/officeDocument/2006/relationships/tags" Target="../tags/tag322.xml"/><Relationship Id="rId237" Type="http://schemas.openxmlformats.org/officeDocument/2006/relationships/tags" Target="../tags/tag378.xml"/><Relationship Id="rId402" Type="http://schemas.openxmlformats.org/officeDocument/2006/relationships/tags" Target="../tags/tag543.xml"/><Relationship Id="rId279" Type="http://schemas.openxmlformats.org/officeDocument/2006/relationships/tags" Target="../tags/tag420.xml"/><Relationship Id="rId444" Type="http://schemas.openxmlformats.org/officeDocument/2006/relationships/tags" Target="../tags/tag585.xml"/><Relationship Id="rId43" Type="http://schemas.openxmlformats.org/officeDocument/2006/relationships/tags" Target="../tags/tag184.xml"/><Relationship Id="rId139" Type="http://schemas.openxmlformats.org/officeDocument/2006/relationships/tags" Target="../tags/tag280.xml"/><Relationship Id="rId290" Type="http://schemas.openxmlformats.org/officeDocument/2006/relationships/tags" Target="../tags/tag431.xml"/><Relationship Id="rId304" Type="http://schemas.openxmlformats.org/officeDocument/2006/relationships/tags" Target="../tags/tag445.xml"/><Relationship Id="rId346" Type="http://schemas.openxmlformats.org/officeDocument/2006/relationships/tags" Target="../tags/tag487.xml"/><Relationship Id="rId388" Type="http://schemas.openxmlformats.org/officeDocument/2006/relationships/tags" Target="../tags/tag529.xml"/><Relationship Id="rId85" Type="http://schemas.openxmlformats.org/officeDocument/2006/relationships/tags" Target="../tags/tag226.xml"/><Relationship Id="rId150" Type="http://schemas.openxmlformats.org/officeDocument/2006/relationships/tags" Target="../tags/tag291.xml"/><Relationship Id="rId192" Type="http://schemas.openxmlformats.org/officeDocument/2006/relationships/tags" Target="../tags/tag333.xml"/><Relationship Id="rId206" Type="http://schemas.openxmlformats.org/officeDocument/2006/relationships/tags" Target="../tags/tag347.xml"/><Relationship Id="rId413" Type="http://schemas.openxmlformats.org/officeDocument/2006/relationships/tags" Target="../tags/tag554.xml"/><Relationship Id="rId248" Type="http://schemas.openxmlformats.org/officeDocument/2006/relationships/tags" Target="../tags/tag389.xml"/><Relationship Id="rId12" Type="http://schemas.openxmlformats.org/officeDocument/2006/relationships/tags" Target="../tags/tag153.xml"/><Relationship Id="rId108" Type="http://schemas.openxmlformats.org/officeDocument/2006/relationships/tags" Target="../tags/tag249.xml"/><Relationship Id="rId315" Type="http://schemas.openxmlformats.org/officeDocument/2006/relationships/tags" Target="../tags/tag456.xml"/><Relationship Id="rId357" Type="http://schemas.openxmlformats.org/officeDocument/2006/relationships/tags" Target="../tags/tag498.xml"/><Relationship Id="rId54" Type="http://schemas.openxmlformats.org/officeDocument/2006/relationships/tags" Target="../tags/tag195.xml"/><Relationship Id="rId96" Type="http://schemas.openxmlformats.org/officeDocument/2006/relationships/tags" Target="../tags/tag237.xml"/><Relationship Id="rId161" Type="http://schemas.openxmlformats.org/officeDocument/2006/relationships/tags" Target="../tags/tag302.xml"/><Relationship Id="rId217" Type="http://schemas.openxmlformats.org/officeDocument/2006/relationships/tags" Target="../tags/tag358.xml"/><Relationship Id="rId399" Type="http://schemas.openxmlformats.org/officeDocument/2006/relationships/tags" Target="../tags/tag540.xml"/><Relationship Id="rId259" Type="http://schemas.openxmlformats.org/officeDocument/2006/relationships/tags" Target="../tags/tag400.xml"/><Relationship Id="rId424" Type="http://schemas.openxmlformats.org/officeDocument/2006/relationships/tags" Target="../tags/tag565.xml"/><Relationship Id="rId23" Type="http://schemas.openxmlformats.org/officeDocument/2006/relationships/tags" Target="../tags/tag164.xml"/><Relationship Id="rId119" Type="http://schemas.openxmlformats.org/officeDocument/2006/relationships/tags" Target="../tags/tag260.xml"/><Relationship Id="rId270" Type="http://schemas.openxmlformats.org/officeDocument/2006/relationships/tags" Target="../tags/tag411.xml"/><Relationship Id="rId326" Type="http://schemas.openxmlformats.org/officeDocument/2006/relationships/tags" Target="../tags/tag467.xml"/><Relationship Id="rId65" Type="http://schemas.openxmlformats.org/officeDocument/2006/relationships/tags" Target="../tags/tag206.xml"/><Relationship Id="rId130" Type="http://schemas.openxmlformats.org/officeDocument/2006/relationships/tags" Target="../tags/tag271.xml"/><Relationship Id="rId368" Type="http://schemas.openxmlformats.org/officeDocument/2006/relationships/tags" Target="../tags/tag509.xml"/><Relationship Id="rId172" Type="http://schemas.openxmlformats.org/officeDocument/2006/relationships/tags" Target="../tags/tag313.xml"/><Relationship Id="rId228" Type="http://schemas.openxmlformats.org/officeDocument/2006/relationships/tags" Target="../tags/tag369.xml"/><Relationship Id="rId435" Type="http://schemas.openxmlformats.org/officeDocument/2006/relationships/tags" Target="../tags/tag576.xml"/><Relationship Id="rId281" Type="http://schemas.openxmlformats.org/officeDocument/2006/relationships/tags" Target="../tags/tag422.xml"/><Relationship Id="rId337" Type="http://schemas.openxmlformats.org/officeDocument/2006/relationships/tags" Target="../tags/tag478.xml"/><Relationship Id="rId34" Type="http://schemas.openxmlformats.org/officeDocument/2006/relationships/tags" Target="../tags/tag175.xml"/><Relationship Id="rId76" Type="http://schemas.openxmlformats.org/officeDocument/2006/relationships/tags" Target="../tags/tag217.xml"/><Relationship Id="rId141" Type="http://schemas.openxmlformats.org/officeDocument/2006/relationships/tags" Target="../tags/tag282.xml"/><Relationship Id="rId379" Type="http://schemas.openxmlformats.org/officeDocument/2006/relationships/tags" Target="../tags/tag520.xml"/><Relationship Id="rId7" Type="http://schemas.openxmlformats.org/officeDocument/2006/relationships/tags" Target="../tags/tag148.xml"/><Relationship Id="rId183" Type="http://schemas.openxmlformats.org/officeDocument/2006/relationships/tags" Target="../tags/tag324.xml"/><Relationship Id="rId239" Type="http://schemas.openxmlformats.org/officeDocument/2006/relationships/tags" Target="../tags/tag380.xml"/><Relationship Id="rId390" Type="http://schemas.openxmlformats.org/officeDocument/2006/relationships/tags" Target="../tags/tag531.xml"/><Relationship Id="rId404" Type="http://schemas.openxmlformats.org/officeDocument/2006/relationships/tags" Target="../tags/tag545.xml"/><Relationship Id="rId446" Type="http://schemas.openxmlformats.org/officeDocument/2006/relationships/tags" Target="../tags/tag587.xml"/><Relationship Id="rId250" Type="http://schemas.openxmlformats.org/officeDocument/2006/relationships/tags" Target="../tags/tag391.xml"/><Relationship Id="rId292" Type="http://schemas.openxmlformats.org/officeDocument/2006/relationships/tags" Target="../tags/tag433.xml"/><Relationship Id="rId306" Type="http://schemas.openxmlformats.org/officeDocument/2006/relationships/tags" Target="../tags/tag447.xml"/><Relationship Id="rId45" Type="http://schemas.openxmlformats.org/officeDocument/2006/relationships/tags" Target="../tags/tag186.xml"/><Relationship Id="rId87" Type="http://schemas.openxmlformats.org/officeDocument/2006/relationships/tags" Target="../tags/tag228.xml"/><Relationship Id="rId110" Type="http://schemas.openxmlformats.org/officeDocument/2006/relationships/tags" Target="../tags/tag251.xml"/><Relationship Id="rId348" Type="http://schemas.openxmlformats.org/officeDocument/2006/relationships/tags" Target="../tags/tag489.xml"/><Relationship Id="rId152" Type="http://schemas.openxmlformats.org/officeDocument/2006/relationships/tags" Target="../tags/tag293.xml"/><Relationship Id="rId194" Type="http://schemas.openxmlformats.org/officeDocument/2006/relationships/tags" Target="../tags/tag335.xml"/><Relationship Id="rId208" Type="http://schemas.openxmlformats.org/officeDocument/2006/relationships/tags" Target="../tags/tag349.xml"/><Relationship Id="rId415" Type="http://schemas.openxmlformats.org/officeDocument/2006/relationships/tags" Target="../tags/tag556.xml"/><Relationship Id="rId261" Type="http://schemas.openxmlformats.org/officeDocument/2006/relationships/tags" Target="../tags/tag402.xml"/><Relationship Id="rId14" Type="http://schemas.openxmlformats.org/officeDocument/2006/relationships/tags" Target="../tags/tag155.xml"/><Relationship Id="rId56" Type="http://schemas.openxmlformats.org/officeDocument/2006/relationships/tags" Target="../tags/tag197.xml"/><Relationship Id="rId317" Type="http://schemas.openxmlformats.org/officeDocument/2006/relationships/tags" Target="../tags/tag458.xml"/><Relationship Id="rId359" Type="http://schemas.openxmlformats.org/officeDocument/2006/relationships/tags" Target="../tags/tag500.xml"/><Relationship Id="rId98" Type="http://schemas.openxmlformats.org/officeDocument/2006/relationships/tags" Target="../tags/tag239.xml"/><Relationship Id="rId121" Type="http://schemas.openxmlformats.org/officeDocument/2006/relationships/tags" Target="../tags/tag262.xml"/><Relationship Id="rId163" Type="http://schemas.openxmlformats.org/officeDocument/2006/relationships/tags" Target="../tags/tag304.xml"/><Relationship Id="rId219" Type="http://schemas.openxmlformats.org/officeDocument/2006/relationships/tags" Target="../tags/tag360.xml"/><Relationship Id="rId370" Type="http://schemas.openxmlformats.org/officeDocument/2006/relationships/tags" Target="../tags/tag511.xml"/><Relationship Id="rId426" Type="http://schemas.openxmlformats.org/officeDocument/2006/relationships/tags" Target="../tags/tag567.xml"/><Relationship Id="rId230" Type="http://schemas.openxmlformats.org/officeDocument/2006/relationships/tags" Target="../tags/tag371.xml"/><Relationship Id="rId25" Type="http://schemas.openxmlformats.org/officeDocument/2006/relationships/tags" Target="../tags/tag166.xml"/><Relationship Id="rId67" Type="http://schemas.openxmlformats.org/officeDocument/2006/relationships/tags" Target="../tags/tag208.xml"/><Relationship Id="rId272" Type="http://schemas.openxmlformats.org/officeDocument/2006/relationships/tags" Target="../tags/tag413.xml"/><Relationship Id="rId328" Type="http://schemas.openxmlformats.org/officeDocument/2006/relationships/tags" Target="../tags/tag469.xml"/><Relationship Id="rId132" Type="http://schemas.openxmlformats.org/officeDocument/2006/relationships/tags" Target="../tags/tag273.xml"/><Relationship Id="rId174" Type="http://schemas.openxmlformats.org/officeDocument/2006/relationships/tags" Target="../tags/tag315.xml"/><Relationship Id="rId381" Type="http://schemas.openxmlformats.org/officeDocument/2006/relationships/tags" Target="../tags/tag522.xml"/><Relationship Id="rId241" Type="http://schemas.openxmlformats.org/officeDocument/2006/relationships/tags" Target="../tags/tag382.xml"/><Relationship Id="rId437" Type="http://schemas.openxmlformats.org/officeDocument/2006/relationships/tags" Target="../tags/tag578.xml"/><Relationship Id="rId36" Type="http://schemas.openxmlformats.org/officeDocument/2006/relationships/tags" Target="../tags/tag177.xml"/><Relationship Id="rId283" Type="http://schemas.openxmlformats.org/officeDocument/2006/relationships/tags" Target="../tags/tag424.xml"/><Relationship Id="rId339" Type="http://schemas.openxmlformats.org/officeDocument/2006/relationships/tags" Target="../tags/tag480.xml"/><Relationship Id="rId78" Type="http://schemas.openxmlformats.org/officeDocument/2006/relationships/tags" Target="../tags/tag219.xml"/><Relationship Id="rId101" Type="http://schemas.openxmlformats.org/officeDocument/2006/relationships/tags" Target="../tags/tag242.xml"/><Relationship Id="rId143" Type="http://schemas.openxmlformats.org/officeDocument/2006/relationships/tags" Target="../tags/tag284.xml"/><Relationship Id="rId185" Type="http://schemas.openxmlformats.org/officeDocument/2006/relationships/tags" Target="../tags/tag326.xml"/><Relationship Id="rId350" Type="http://schemas.openxmlformats.org/officeDocument/2006/relationships/tags" Target="../tags/tag491.xml"/><Relationship Id="rId406" Type="http://schemas.openxmlformats.org/officeDocument/2006/relationships/tags" Target="../tags/tag547.xml"/><Relationship Id="rId9" Type="http://schemas.openxmlformats.org/officeDocument/2006/relationships/tags" Target="../tags/tag150.xml"/><Relationship Id="rId210" Type="http://schemas.openxmlformats.org/officeDocument/2006/relationships/tags" Target="../tags/tag351.xml"/><Relationship Id="rId392" Type="http://schemas.openxmlformats.org/officeDocument/2006/relationships/tags" Target="../tags/tag533.xml"/><Relationship Id="rId448" Type="http://schemas.openxmlformats.org/officeDocument/2006/relationships/tags" Target="../tags/tag589.xml"/><Relationship Id="rId252" Type="http://schemas.openxmlformats.org/officeDocument/2006/relationships/tags" Target="../tags/tag393.xml"/><Relationship Id="rId294" Type="http://schemas.openxmlformats.org/officeDocument/2006/relationships/tags" Target="../tags/tag435.xml"/><Relationship Id="rId308" Type="http://schemas.openxmlformats.org/officeDocument/2006/relationships/tags" Target="../tags/tag449.xml"/><Relationship Id="rId47" Type="http://schemas.openxmlformats.org/officeDocument/2006/relationships/tags" Target="../tags/tag188.xml"/><Relationship Id="rId89" Type="http://schemas.openxmlformats.org/officeDocument/2006/relationships/tags" Target="../tags/tag230.xml"/><Relationship Id="rId112" Type="http://schemas.openxmlformats.org/officeDocument/2006/relationships/tags" Target="../tags/tag253.xml"/><Relationship Id="rId154" Type="http://schemas.openxmlformats.org/officeDocument/2006/relationships/tags" Target="../tags/tag295.xml"/><Relationship Id="rId361" Type="http://schemas.openxmlformats.org/officeDocument/2006/relationships/tags" Target="../tags/tag502.xml"/><Relationship Id="rId196" Type="http://schemas.openxmlformats.org/officeDocument/2006/relationships/tags" Target="../tags/tag337.xml"/><Relationship Id="rId417" Type="http://schemas.openxmlformats.org/officeDocument/2006/relationships/tags" Target="../tags/tag558.xml"/><Relationship Id="rId16" Type="http://schemas.openxmlformats.org/officeDocument/2006/relationships/tags" Target="../tags/tag157.xml"/><Relationship Id="rId221" Type="http://schemas.openxmlformats.org/officeDocument/2006/relationships/tags" Target="../tags/tag362.xml"/><Relationship Id="rId263" Type="http://schemas.openxmlformats.org/officeDocument/2006/relationships/tags" Target="../tags/tag404.xml"/><Relationship Id="rId319" Type="http://schemas.openxmlformats.org/officeDocument/2006/relationships/tags" Target="../tags/tag460.xml"/><Relationship Id="rId58" Type="http://schemas.openxmlformats.org/officeDocument/2006/relationships/tags" Target="../tags/tag199.xml"/><Relationship Id="rId123" Type="http://schemas.openxmlformats.org/officeDocument/2006/relationships/tags" Target="../tags/tag264.xml"/><Relationship Id="rId330" Type="http://schemas.openxmlformats.org/officeDocument/2006/relationships/tags" Target="../tags/tag471.xml"/><Relationship Id="rId165" Type="http://schemas.openxmlformats.org/officeDocument/2006/relationships/tags" Target="../tags/tag306.xml"/><Relationship Id="rId372" Type="http://schemas.openxmlformats.org/officeDocument/2006/relationships/tags" Target="../tags/tag513.xml"/><Relationship Id="rId428" Type="http://schemas.openxmlformats.org/officeDocument/2006/relationships/tags" Target="../tags/tag569.xml"/><Relationship Id="rId232" Type="http://schemas.openxmlformats.org/officeDocument/2006/relationships/tags" Target="../tags/tag373.xml"/><Relationship Id="rId274" Type="http://schemas.openxmlformats.org/officeDocument/2006/relationships/tags" Target="../tags/tag415.xml"/><Relationship Id="rId27" Type="http://schemas.openxmlformats.org/officeDocument/2006/relationships/tags" Target="../tags/tag168.xml"/><Relationship Id="rId69" Type="http://schemas.openxmlformats.org/officeDocument/2006/relationships/tags" Target="../tags/tag210.xml"/><Relationship Id="rId134" Type="http://schemas.openxmlformats.org/officeDocument/2006/relationships/tags" Target="../tags/tag275.xml"/><Relationship Id="rId80" Type="http://schemas.openxmlformats.org/officeDocument/2006/relationships/tags" Target="../tags/tag221.xml"/><Relationship Id="rId176" Type="http://schemas.openxmlformats.org/officeDocument/2006/relationships/tags" Target="../tags/tag317.xml"/><Relationship Id="rId341" Type="http://schemas.openxmlformats.org/officeDocument/2006/relationships/tags" Target="../tags/tag482.xml"/><Relationship Id="rId383" Type="http://schemas.openxmlformats.org/officeDocument/2006/relationships/tags" Target="../tags/tag524.xml"/><Relationship Id="rId439" Type="http://schemas.openxmlformats.org/officeDocument/2006/relationships/tags" Target="../tags/tag580.xml"/><Relationship Id="rId201" Type="http://schemas.openxmlformats.org/officeDocument/2006/relationships/tags" Target="../tags/tag342.xml"/><Relationship Id="rId243" Type="http://schemas.openxmlformats.org/officeDocument/2006/relationships/tags" Target="../tags/tag384.xml"/><Relationship Id="rId285" Type="http://schemas.openxmlformats.org/officeDocument/2006/relationships/tags" Target="../tags/tag426.xml"/><Relationship Id="rId450" Type="http://schemas.openxmlformats.org/officeDocument/2006/relationships/tags" Target="../tags/tag591.xml"/><Relationship Id="rId38" Type="http://schemas.openxmlformats.org/officeDocument/2006/relationships/tags" Target="../tags/tag179.xml"/><Relationship Id="rId103" Type="http://schemas.openxmlformats.org/officeDocument/2006/relationships/tags" Target="../tags/tag244.xml"/><Relationship Id="rId310" Type="http://schemas.openxmlformats.org/officeDocument/2006/relationships/tags" Target="../tags/tag451.xml"/><Relationship Id="rId91" Type="http://schemas.openxmlformats.org/officeDocument/2006/relationships/tags" Target="../tags/tag232.xml"/><Relationship Id="rId145" Type="http://schemas.openxmlformats.org/officeDocument/2006/relationships/tags" Target="../tags/tag286.xml"/><Relationship Id="rId187" Type="http://schemas.openxmlformats.org/officeDocument/2006/relationships/tags" Target="../tags/tag328.xml"/><Relationship Id="rId352" Type="http://schemas.openxmlformats.org/officeDocument/2006/relationships/tags" Target="../tags/tag493.xml"/><Relationship Id="rId394" Type="http://schemas.openxmlformats.org/officeDocument/2006/relationships/tags" Target="../tags/tag535.xml"/><Relationship Id="rId408" Type="http://schemas.openxmlformats.org/officeDocument/2006/relationships/tags" Target="../tags/tag549.xml"/><Relationship Id="rId212" Type="http://schemas.openxmlformats.org/officeDocument/2006/relationships/tags" Target="../tags/tag353.xml"/><Relationship Id="rId254" Type="http://schemas.openxmlformats.org/officeDocument/2006/relationships/tags" Target="../tags/tag395.xml"/><Relationship Id="rId49" Type="http://schemas.openxmlformats.org/officeDocument/2006/relationships/tags" Target="../tags/tag190.xml"/><Relationship Id="rId114" Type="http://schemas.openxmlformats.org/officeDocument/2006/relationships/tags" Target="../tags/tag255.xml"/><Relationship Id="rId296" Type="http://schemas.openxmlformats.org/officeDocument/2006/relationships/tags" Target="../tags/tag437.xml"/><Relationship Id="rId60" Type="http://schemas.openxmlformats.org/officeDocument/2006/relationships/tags" Target="../tags/tag201.xml"/><Relationship Id="rId156" Type="http://schemas.openxmlformats.org/officeDocument/2006/relationships/tags" Target="../tags/tag297.xml"/><Relationship Id="rId198" Type="http://schemas.openxmlformats.org/officeDocument/2006/relationships/tags" Target="../tags/tag339.xml"/><Relationship Id="rId321" Type="http://schemas.openxmlformats.org/officeDocument/2006/relationships/tags" Target="../tags/tag462.xml"/><Relationship Id="rId363" Type="http://schemas.openxmlformats.org/officeDocument/2006/relationships/tags" Target="../tags/tag504.xml"/><Relationship Id="rId419" Type="http://schemas.openxmlformats.org/officeDocument/2006/relationships/tags" Target="../tags/tag560.xml"/><Relationship Id="rId223" Type="http://schemas.openxmlformats.org/officeDocument/2006/relationships/tags" Target="../tags/tag364.xml"/><Relationship Id="rId430" Type="http://schemas.openxmlformats.org/officeDocument/2006/relationships/tags" Target="../tags/tag571.xml"/><Relationship Id="rId18" Type="http://schemas.openxmlformats.org/officeDocument/2006/relationships/tags" Target="../tags/tag159.xml"/><Relationship Id="rId265" Type="http://schemas.openxmlformats.org/officeDocument/2006/relationships/tags" Target="../tags/tag406.xml"/><Relationship Id="rId50" Type="http://schemas.openxmlformats.org/officeDocument/2006/relationships/tags" Target="../tags/tag191.xml"/><Relationship Id="rId104" Type="http://schemas.openxmlformats.org/officeDocument/2006/relationships/tags" Target="../tags/tag245.xml"/><Relationship Id="rId125" Type="http://schemas.openxmlformats.org/officeDocument/2006/relationships/tags" Target="../tags/tag266.xml"/><Relationship Id="rId146" Type="http://schemas.openxmlformats.org/officeDocument/2006/relationships/tags" Target="../tags/tag287.xml"/><Relationship Id="rId167" Type="http://schemas.openxmlformats.org/officeDocument/2006/relationships/tags" Target="../tags/tag308.xml"/><Relationship Id="rId188" Type="http://schemas.openxmlformats.org/officeDocument/2006/relationships/tags" Target="../tags/tag329.xml"/><Relationship Id="rId311" Type="http://schemas.openxmlformats.org/officeDocument/2006/relationships/tags" Target="../tags/tag452.xml"/><Relationship Id="rId332" Type="http://schemas.openxmlformats.org/officeDocument/2006/relationships/tags" Target="../tags/tag473.xml"/><Relationship Id="rId353" Type="http://schemas.openxmlformats.org/officeDocument/2006/relationships/tags" Target="../tags/tag494.xml"/><Relationship Id="rId374" Type="http://schemas.openxmlformats.org/officeDocument/2006/relationships/tags" Target="../tags/tag515.xml"/><Relationship Id="rId395" Type="http://schemas.openxmlformats.org/officeDocument/2006/relationships/tags" Target="../tags/tag536.xml"/><Relationship Id="rId409" Type="http://schemas.openxmlformats.org/officeDocument/2006/relationships/tags" Target="../tags/tag550.xml"/><Relationship Id="rId71" Type="http://schemas.openxmlformats.org/officeDocument/2006/relationships/tags" Target="../tags/tag212.xml"/><Relationship Id="rId92" Type="http://schemas.openxmlformats.org/officeDocument/2006/relationships/tags" Target="../tags/tag233.xml"/><Relationship Id="rId213" Type="http://schemas.openxmlformats.org/officeDocument/2006/relationships/tags" Target="../tags/tag354.xml"/><Relationship Id="rId234" Type="http://schemas.openxmlformats.org/officeDocument/2006/relationships/tags" Target="../tags/tag375.xml"/><Relationship Id="rId420" Type="http://schemas.openxmlformats.org/officeDocument/2006/relationships/tags" Target="../tags/tag561.xml"/><Relationship Id="rId2" Type="http://schemas.openxmlformats.org/officeDocument/2006/relationships/tags" Target="../tags/tag143.xml"/><Relationship Id="rId29" Type="http://schemas.openxmlformats.org/officeDocument/2006/relationships/tags" Target="../tags/tag170.xml"/><Relationship Id="rId255" Type="http://schemas.openxmlformats.org/officeDocument/2006/relationships/tags" Target="../tags/tag396.xml"/><Relationship Id="rId276" Type="http://schemas.openxmlformats.org/officeDocument/2006/relationships/tags" Target="../tags/tag417.xml"/><Relationship Id="rId297" Type="http://schemas.openxmlformats.org/officeDocument/2006/relationships/tags" Target="../tags/tag438.xml"/><Relationship Id="rId441" Type="http://schemas.openxmlformats.org/officeDocument/2006/relationships/tags" Target="../tags/tag582.xml"/><Relationship Id="rId40" Type="http://schemas.openxmlformats.org/officeDocument/2006/relationships/tags" Target="../tags/tag181.xml"/><Relationship Id="rId115" Type="http://schemas.openxmlformats.org/officeDocument/2006/relationships/tags" Target="../tags/tag256.xml"/><Relationship Id="rId136" Type="http://schemas.openxmlformats.org/officeDocument/2006/relationships/tags" Target="../tags/tag277.xml"/><Relationship Id="rId157" Type="http://schemas.openxmlformats.org/officeDocument/2006/relationships/tags" Target="../tags/tag298.xml"/><Relationship Id="rId178" Type="http://schemas.openxmlformats.org/officeDocument/2006/relationships/tags" Target="../tags/tag319.xml"/><Relationship Id="rId301" Type="http://schemas.openxmlformats.org/officeDocument/2006/relationships/tags" Target="../tags/tag442.xml"/><Relationship Id="rId322" Type="http://schemas.openxmlformats.org/officeDocument/2006/relationships/tags" Target="../tags/tag463.xml"/><Relationship Id="rId343" Type="http://schemas.openxmlformats.org/officeDocument/2006/relationships/tags" Target="../tags/tag484.xml"/><Relationship Id="rId364" Type="http://schemas.openxmlformats.org/officeDocument/2006/relationships/tags" Target="../tags/tag505.xml"/><Relationship Id="rId61" Type="http://schemas.openxmlformats.org/officeDocument/2006/relationships/tags" Target="../tags/tag202.xml"/><Relationship Id="rId82" Type="http://schemas.openxmlformats.org/officeDocument/2006/relationships/tags" Target="../tags/tag223.xml"/><Relationship Id="rId199" Type="http://schemas.openxmlformats.org/officeDocument/2006/relationships/tags" Target="../tags/tag340.xml"/><Relationship Id="rId203" Type="http://schemas.openxmlformats.org/officeDocument/2006/relationships/tags" Target="../tags/tag344.xml"/><Relationship Id="rId385" Type="http://schemas.openxmlformats.org/officeDocument/2006/relationships/tags" Target="../tags/tag526.xml"/><Relationship Id="rId19" Type="http://schemas.openxmlformats.org/officeDocument/2006/relationships/tags" Target="../tags/tag160.xml"/><Relationship Id="rId224" Type="http://schemas.openxmlformats.org/officeDocument/2006/relationships/tags" Target="../tags/tag365.xml"/><Relationship Id="rId245" Type="http://schemas.openxmlformats.org/officeDocument/2006/relationships/tags" Target="../tags/tag386.xml"/><Relationship Id="rId266" Type="http://schemas.openxmlformats.org/officeDocument/2006/relationships/tags" Target="../tags/tag407.xml"/><Relationship Id="rId287" Type="http://schemas.openxmlformats.org/officeDocument/2006/relationships/tags" Target="../tags/tag428.xml"/><Relationship Id="rId410" Type="http://schemas.openxmlformats.org/officeDocument/2006/relationships/tags" Target="../tags/tag551.xml"/><Relationship Id="rId431" Type="http://schemas.openxmlformats.org/officeDocument/2006/relationships/tags" Target="../tags/tag572.xml"/><Relationship Id="rId452" Type="http://schemas.openxmlformats.org/officeDocument/2006/relationships/image" Target="../media/image1.png"/><Relationship Id="rId30" Type="http://schemas.openxmlformats.org/officeDocument/2006/relationships/tags" Target="../tags/tag171.xml"/><Relationship Id="rId105" Type="http://schemas.openxmlformats.org/officeDocument/2006/relationships/tags" Target="../tags/tag246.xml"/><Relationship Id="rId126" Type="http://schemas.openxmlformats.org/officeDocument/2006/relationships/tags" Target="../tags/tag267.xml"/><Relationship Id="rId147" Type="http://schemas.openxmlformats.org/officeDocument/2006/relationships/tags" Target="../tags/tag288.xml"/><Relationship Id="rId168" Type="http://schemas.openxmlformats.org/officeDocument/2006/relationships/tags" Target="../tags/tag309.xml"/><Relationship Id="rId312" Type="http://schemas.openxmlformats.org/officeDocument/2006/relationships/tags" Target="../tags/tag453.xml"/><Relationship Id="rId333" Type="http://schemas.openxmlformats.org/officeDocument/2006/relationships/tags" Target="../tags/tag474.xml"/><Relationship Id="rId354" Type="http://schemas.openxmlformats.org/officeDocument/2006/relationships/tags" Target="../tags/tag495.xml"/><Relationship Id="rId51" Type="http://schemas.openxmlformats.org/officeDocument/2006/relationships/tags" Target="../tags/tag192.xml"/><Relationship Id="rId72" Type="http://schemas.openxmlformats.org/officeDocument/2006/relationships/tags" Target="../tags/tag213.xml"/><Relationship Id="rId93" Type="http://schemas.openxmlformats.org/officeDocument/2006/relationships/tags" Target="../tags/tag234.xml"/><Relationship Id="rId189" Type="http://schemas.openxmlformats.org/officeDocument/2006/relationships/tags" Target="../tags/tag330.xml"/><Relationship Id="rId375" Type="http://schemas.openxmlformats.org/officeDocument/2006/relationships/tags" Target="../tags/tag516.xml"/><Relationship Id="rId396" Type="http://schemas.openxmlformats.org/officeDocument/2006/relationships/tags" Target="../tags/tag537.xml"/><Relationship Id="rId3" Type="http://schemas.openxmlformats.org/officeDocument/2006/relationships/tags" Target="../tags/tag144.xml"/><Relationship Id="rId214" Type="http://schemas.openxmlformats.org/officeDocument/2006/relationships/tags" Target="../tags/tag355.xml"/><Relationship Id="rId235" Type="http://schemas.openxmlformats.org/officeDocument/2006/relationships/tags" Target="../tags/tag376.xml"/><Relationship Id="rId256" Type="http://schemas.openxmlformats.org/officeDocument/2006/relationships/tags" Target="../tags/tag397.xml"/><Relationship Id="rId277" Type="http://schemas.openxmlformats.org/officeDocument/2006/relationships/tags" Target="../tags/tag418.xml"/><Relationship Id="rId298" Type="http://schemas.openxmlformats.org/officeDocument/2006/relationships/tags" Target="../tags/tag439.xml"/><Relationship Id="rId400" Type="http://schemas.openxmlformats.org/officeDocument/2006/relationships/tags" Target="../tags/tag541.xml"/><Relationship Id="rId421" Type="http://schemas.openxmlformats.org/officeDocument/2006/relationships/tags" Target="../tags/tag562.xml"/><Relationship Id="rId442" Type="http://schemas.openxmlformats.org/officeDocument/2006/relationships/tags" Target="../tags/tag583.xml"/><Relationship Id="rId116" Type="http://schemas.openxmlformats.org/officeDocument/2006/relationships/tags" Target="../tags/tag257.xml"/><Relationship Id="rId137" Type="http://schemas.openxmlformats.org/officeDocument/2006/relationships/tags" Target="../tags/tag278.xml"/><Relationship Id="rId158" Type="http://schemas.openxmlformats.org/officeDocument/2006/relationships/tags" Target="../tags/tag299.xml"/><Relationship Id="rId302" Type="http://schemas.openxmlformats.org/officeDocument/2006/relationships/tags" Target="../tags/tag443.xml"/><Relationship Id="rId323" Type="http://schemas.openxmlformats.org/officeDocument/2006/relationships/tags" Target="../tags/tag464.xml"/><Relationship Id="rId344" Type="http://schemas.openxmlformats.org/officeDocument/2006/relationships/tags" Target="../tags/tag485.xml"/><Relationship Id="rId20" Type="http://schemas.openxmlformats.org/officeDocument/2006/relationships/tags" Target="../tags/tag161.xml"/><Relationship Id="rId41" Type="http://schemas.openxmlformats.org/officeDocument/2006/relationships/tags" Target="../tags/tag182.xml"/><Relationship Id="rId62" Type="http://schemas.openxmlformats.org/officeDocument/2006/relationships/tags" Target="../tags/tag203.xml"/><Relationship Id="rId83" Type="http://schemas.openxmlformats.org/officeDocument/2006/relationships/tags" Target="../tags/tag224.xml"/><Relationship Id="rId179" Type="http://schemas.openxmlformats.org/officeDocument/2006/relationships/tags" Target="../tags/tag320.xml"/><Relationship Id="rId365" Type="http://schemas.openxmlformats.org/officeDocument/2006/relationships/tags" Target="../tags/tag506.xml"/><Relationship Id="rId386" Type="http://schemas.openxmlformats.org/officeDocument/2006/relationships/tags" Target="../tags/tag527.xml"/><Relationship Id="rId190" Type="http://schemas.openxmlformats.org/officeDocument/2006/relationships/tags" Target="../tags/tag331.xml"/><Relationship Id="rId204" Type="http://schemas.openxmlformats.org/officeDocument/2006/relationships/tags" Target="../tags/tag345.xml"/><Relationship Id="rId225" Type="http://schemas.openxmlformats.org/officeDocument/2006/relationships/tags" Target="../tags/tag366.xml"/><Relationship Id="rId246" Type="http://schemas.openxmlformats.org/officeDocument/2006/relationships/tags" Target="../tags/tag387.xml"/><Relationship Id="rId267" Type="http://schemas.openxmlformats.org/officeDocument/2006/relationships/tags" Target="../tags/tag408.xml"/><Relationship Id="rId288" Type="http://schemas.openxmlformats.org/officeDocument/2006/relationships/tags" Target="../tags/tag429.xml"/><Relationship Id="rId411" Type="http://schemas.openxmlformats.org/officeDocument/2006/relationships/tags" Target="../tags/tag552.xml"/><Relationship Id="rId432" Type="http://schemas.openxmlformats.org/officeDocument/2006/relationships/tags" Target="../tags/tag573.xml"/><Relationship Id="rId106" Type="http://schemas.openxmlformats.org/officeDocument/2006/relationships/tags" Target="../tags/tag247.xml"/><Relationship Id="rId127" Type="http://schemas.openxmlformats.org/officeDocument/2006/relationships/tags" Target="../tags/tag268.xml"/><Relationship Id="rId313" Type="http://schemas.openxmlformats.org/officeDocument/2006/relationships/tags" Target="../tags/tag454.xml"/><Relationship Id="rId10" Type="http://schemas.openxmlformats.org/officeDocument/2006/relationships/tags" Target="../tags/tag151.xml"/><Relationship Id="rId31" Type="http://schemas.openxmlformats.org/officeDocument/2006/relationships/tags" Target="../tags/tag172.xml"/><Relationship Id="rId52" Type="http://schemas.openxmlformats.org/officeDocument/2006/relationships/tags" Target="../tags/tag193.xml"/><Relationship Id="rId73" Type="http://schemas.openxmlformats.org/officeDocument/2006/relationships/tags" Target="../tags/tag214.xml"/><Relationship Id="rId94" Type="http://schemas.openxmlformats.org/officeDocument/2006/relationships/tags" Target="../tags/tag235.xml"/><Relationship Id="rId148" Type="http://schemas.openxmlformats.org/officeDocument/2006/relationships/tags" Target="../tags/tag289.xml"/><Relationship Id="rId169" Type="http://schemas.openxmlformats.org/officeDocument/2006/relationships/tags" Target="../tags/tag310.xml"/><Relationship Id="rId334" Type="http://schemas.openxmlformats.org/officeDocument/2006/relationships/tags" Target="../tags/tag475.xml"/><Relationship Id="rId355" Type="http://schemas.openxmlformats.org/officeDocument/2006/relationships/tags" Target="../tags/tag496.xml"/><Relationship Id="rId376" Type="http://schemas.openxmlformats.org/officeDocument/2006/relationships/tags" Target="../tags/tag517.xml"/><Relationship Id="rId397" Type="http://schemas.openxmlformats.org/officeDocument/2006/relationships/tags" Target="../tags/tag538.xml"/><Relationship Id="rId4" Type="http://schemas.openxmlformats.org/officeDocument/2006/relationships/tags" Target="../tags/tag145.xml"/><Relationship Id="rId180" Type="http://schemas.openxmlformats.org/officeDocument/2006/relationships/tags" Target="../tags/tag321.xml"/><Relationship Id="rId215" Type="http://schemas.openxmlformats.org/officeDocument/2006/relationships/tags" Target="../tags/tag356.xml"/><Relationship Id="rId236" Type="http://schemas.openxmlformats.org/officeDocument/2006/relationships/tags" Target="../tags/tag377.xml"/><Relationship Id="rId257" Type="http://schemas.openxmlformats.org/officeDocument/2006/relationships/tags" Target="../tags/tag398.xml"/><Relationship Id="rId278" Type="http://schemas.openxmlformats.org/officeDocument/2006/relationships/tags" Target="../tags/tag419.xml"/><Relationship Id="rId401" Type="http://schemas.openxmlformats.org/officeDocument/2006/relationships/tags" Target="../tags/tag542.xml"/><Relationship Id="rId422" Type="http://schemas.openxmlformats.org/officeDocument/2006/relationships/tags" Target="../tags/tag563.xml"/><Relationship Id="rId443" Type="http://schemas.openxmlformats.org/officeDocument/2006/relationships/tags" Target="../tags/tag584.xml"/><Relationship Id="rId303" Type="http://schemas.openxmlformats.org/officeDocument/2006/relationships/tags" Target="../tags/tag444.xml"/><Relationship Id="rId42" Type="http://schemas.openxmlformats.org/officeDocument/2006/relationships/tags" Target="../tags/tag183.xml"/><Relationship Id="rId84" Type="http://schemas.openxmlformats.org/officeDocument/2006/relationships/tags" Target="../tags/tag225.xml"/><Relationship Id="rId138" Type="http://schemas.openxmlformats.org/officeDocument/2006/relationships/tags" Target="../tags/tag279.xml"/><Relationship Id="rId345" Type="http://schemas.openxmlformats.org/officeDocument/2006/relationships/tags" Target="../tags/tag486.xml"/><Relationship Id="rId387" Type="http://schemas.openxmlformats.org/officeDocument/2006/relationships/tags" Target="../tags/tag528.xml"/><Relationship Id="rId191" Type="http://schemas.openxmlformats.org/officeDocument/2006/relationships/tags" Target="../tags/tag332.xml"/><Relationship Id="rId205" Type="http://schemas.openxmlformats.org/officeDocument/2006/relationships/tags" Target="../tags/tag346.xml"/><Relationship Id="rId247" Type="http://schemas.openxmlformats.org/officeDocument/2006/relationships/tags" Target="../tags/tag388.xml"/><Relationship Id="rId412" Type="http://schemas.openxmlformats.org/officeDocument/2006/relationships/tags" Target="../tags/tag553.xml"/><Relationship Id="rId107" Type="http://schemas.openxmlformats.org/officeDocument/2006/relationships/tags" Target="../tags/tag248.xml"/><Relationship Id="rId289" Type="http://schemas.openxmlformats.org/officeDocument/2006/relationships/tags" Target="../tags/tag430.xml"/><Relationship Id="rId11" Type="http://schemas.openxmlformats.org/officeDocument/2006/relationships/tags" Target="../tags/tag152.xml"/><Relationship Id="rId53" Type="http://schemas.openxmlformats.org/officeDocument/2006/relationships/tags" Target="../tags/tag194.xml"/><Relationship Id="rId149" Type="http://schemas.openxmlformats.org/officeDocument/2006/relationships/tags" Target="../tags/tag290.xml"/><Relationship Id="rId314" Type="http://schemas.openxmlformats.org/officeDocument/2006/relationships/tags" Target="../tags/tag455.xml"/><Relationship Id="rId356" Type="http://schemas.openxmlformats.org/officeDocument/2006/relationships/tags" Target="../tags/tag497.xml"/><Relationship Id="rId398" Type="http://schemas.openxmlformats.org/officeDocument/2006/relationships/tags" Target="../tags/tag539.xml"/><Relationship Id="rId95" Type="http://schemas.openxmlformats.org/officeDocument/2006/relationships/tags" Target="../tags/tag236.xml"/><Relationship Id="rId160" Type="http://schemas.openxmlformats.org/officeDocument/2006/relationships/tags" Target="../tags/tag301.xml"/><Relationship Id="rId216" Type="http://schemas.openxmlformats.org/officeDocument/2006/relationships/tags" Target="../tags/tag357.xml"/><Relationship Id="rId423" Type="http://schemas.openxmlformats.org/officeDocument/2006/relationships/tags" Target="../tags/tag564.xml"/><Relationship Id="rId258" Type="http://schemas.openxmlformats.org/officeDocument/2006/relationships/tags" Target="../tags/tag399.xml"/><Relationship Id="rId22" Type="http://schemas.openxmlformats.org/officeDocument/2006/relationships/tags" Target="../tags/tag163.xml"/><Relationship Id="rId64" Type="http://schemas.openxmlformats.org/officeDocument/2006/relationships/tags" Target="../tags/tag205.xml"/><Relationship Id="rId118" Type="http://schemas.openxmlformats.org/officeDocument/2006/relationships/tags" Target="../tags/tag259.xml"/><Relationship Id="rId325" Type="http://schemas.openxmlformats.org/officeDocument/2006/relationships/tags" Target="../tags/tag466.xml"/><Relationship Id="rId367" Type="http://schemas.openxmlformats.org/officeDocument/2006/relationships/tags" Target="../tags/tag508.xml"/><Relationship Id="rId171" Type="http://schemas.openxmlformats.org/officeDocument/2006/relationships/tags" Target="../tags/tag312.xml"/><Relationship Id="rId227" Type="http://schemas.openxmlformats.org/officeDocument/2006/relationships/tags" Target="../tags/tag368.xml"/><Relationship Id="rId269" Type="http://schemas.openxmlformats.org/officeDocument/2006/relationships/tags" Target="../tags/tag410.xml"/><Relationship Id="rId434" Type="http://schemas.openxmlformats.org/officeDocument/2006/relationships/tags" Target="../tags/tag575.xml"/><Relationship Id="rId33" Type="http://schemas.openxmlformats.org/officeDocument/2006/relationships/tags" Target="../tags/tag174.xml"/><Relationship Id="rId129" Type="http://schemas.openxmlformats.org/officeDocument/2006/relationships/tags" Target="../tags/tag270.xml"/><Relationship Id="rId280" Type="http://schemas.openxmlformats.org/officeDocument/2006/relationships/tags" Target="../tags/tag421.xml"/><Relationship Id="rId336" Type="http://schemas.openxmlformats.org/officeDocument/2006/relationships/tags" Target="../tags/tag477.xml"/><Relationship Id="rId75" Type="http://schemas.openxmlformats.org/officeDocument/2006/relationships/tags" Target="../tags/tag216.xml"/><Relationship Id="rId140" Type="http://schemas.openxmlformats.org/officeDocument/2006/relationships/tags" Target="../tags/tag281.xml"/><Relationship Id="rId182" Type="http://schemas.openxmlformats.org/officeDocument/2006/relationships/tags" Target="../tags/tag323.xml"/><Relationship Id="rId378" Type="http://schemas.openxmlformats.org/officeDocument/2006/relationships/tags" Target="../tags/tag519.xml"/><Relationship Id="rId403" Type="http://schemas.openxmlformats.org/officeDocument/2006/relationships/tags" Target="../tags/tag544.xml"/><Relationship Id="rId6" Type="http://schemas.openxmlformats.org/officeDocument/2006/relationships/tags" Target="../tags/tag147.xml"/><Relationship Id="rId238" Type="http://schemas.openxmlformats.org/officeDocument/2006/relationships/tags" Target="../tags/tag379.xml"/><Relationship Id="rId445" Type="http://schemas.openxmlformats.org/officeDocument/2006/relationships/tags" Target="../tags/tag586.xml"/><Relationship Id="rId291" Type="http://schemas.openxmlformats.org/officeDocument/2006/relationships/tags" Target="../tags/tag432.xml"/><Relationship Id="rId305" Type="http://schemas.openxmlformats.org/officeDocument/2006/relationships/tags" Target="../tags/tag446.xml"/><Relationship Id="rId347" Type="http://schemas.openxmlformats.org/officeDocument/2006/relationships/tags" Target="../tags/tag488.xml"/><Relationship Id="rId44" Type="http://schemas.openxmlformats.org/officeDocument/2006/relationships/tags" Target="../tags/tag185.xml"/><Relationship Id="rId86" Type="http://schemas.openxmlformats.org/officeDocument/2006/relationships/tags" Target="../tags/tag227.xml"/><Relationship Id="rId151" Type="http://schemas.openxmlformats.org/officeDocument/2006/relationships/tags" Target="../tags/tag292.xml"/><Relationship Id="rId389" Type="http://schemas.openxmlformats.org/officeDocument/2006/relationships/tags" Target="../tags/tag530.xml"/><Relationship Id="rId193" Type="http://schemas.openxmlformats.org/officeDocument/2006/relationships/tags" Target="../tags/tag334.xml"/><Relationship Id="rId207" Type="http://schemas.openxmlformats.org/officeDocument/2006/relationships/tags" Target="../tags/tag348.xml"/><Relationship Id="rId249" Type="http://schemas.openxmlformats.org/officeDocument/2006/relationships/tags" Target="../tags/tag390.xml"/><Relationship Id="rId414" Type="http://schemas.openxmlformats.org/officeDocument/2006/relationships/tags" Target="../tags/tag555.xml"/><Relationship Id="rId13" Type="http://schemas.openxmlformats.org/officeDocument/2006/relationships/tags" Target="../tags/tag154.xml"/><Relationship Id="rId109" Type="http://schemas.openxmlformats.org/officeDocument/2006/relationships/tags" Target="../tags/tag250.xml"/><Relationship Id="rId260" Type="http://schemas.openxmlformats.org/officeDocument/2006/relationships/tags" Target="../tags/tag401.xml"/><Relationship Id="rId316" Type="http://schemas.openxmlformats.org/officeDocument/2006/relationships/tags" Target="../tags/tag457.xml"/><Relationship Id="rId55" Type="http://schemas.openxmlformats.org/officeDocument/2006/relationships/tags" Target="../tags/tag196.xml"/><Relationship Id="rId97" Type="http://schemas.openxmlformats.org/officeDocument/2006/relationships/tags" Target="../tags/tag238.xml"/><Relationship Id="rId120" Type="http://schemas.openxmlformats.org/officeDocument/2006/relationships/tags" Target="../tags/tag261.xml"/><Relationship Id="rId358" Type="http://schemas.openxmlformats.org/officeDocument/2006/relationships/tags" Target="../tags/tag499.xml"/><Relationship Id="rId162" Type="http://schemas.openxmlformats.org/officeDocument/2006/relationships/tags" Target="../tags/tag303.xml"/><Relationship Id="rId218" Type="http://schemas.openxmlformats.org/officeDocument/2006/relationships/tags" Target="../tags/tag359.xml"/><Relationship Id="rId425" Type="http://schemas.openxmlformats.org/officeDocument/2006/relationships/tags" Target="../tags/tag566.xml"/><Relationship Id="rId271" Type="http://schemas.openxmlformats.org/officeDocument/2006/relationships/tags" Target="../tags/tag412.xml"/><Relationship Id="rId24" Type="http://schemas.openxmlformats.org/officeDocument/2006/relationships/tags" Target="../tags/tag165.xml"/><Relationship Id="rId66" Type="http://schemas.openxmlformats.org/officeDocument/2006/relationships/tags" Target="../tags/tag207.xml"/><Relationship Id="rId131" Type="http://schemas.openxmlformats.org/officeDocument/2006/relationships/tags" Target="../tags/tag272.xml"/><Relationship Id="rId327" Type="http://schemas.openxmlformats.org/officeDocument/2006/relationships/tags" Target="../tags/tag468.xml"/><Relationship Id="rId369" Type="http://schemas.openxmlformats.org/officeDocument/2006/relationships/tags" Target="../tags/tag510.xml"/><Relationship Id="rId173" Type="http://schemas.openxmlformats.org/officeDocument/2006/relationships/tags" Target="../tags/tag314.xml"/><Relationship Id="rId229" Type="http://schemas.openxmlformats.org/officeDocument/2006/relationships/tags" Target="../tags/tag370.xml"/><Relationship Id="rId380" Type="http://schemas.openxmlformats.org/officeDocument/2006/relationships/tags" Target="../tags/tag521.xml"/><Relationship Id="rId436" Type="http://schemas.openxmlformats.org/officeDocument/2006/relationships/tags" Target="../tags/tag577.xml"/><Relationship Id="rId240" Type="http://schemas.openxmlformats.org/officeDocument/2006/relationships/tags" Target="../tags/tag381.xml"/><Relationship Id="rId35" Type="http://schemas.openxmlformats.org/officeDocument/2006/relationships/tags" Target="../tags/tag176.xml"/><Relationship Id="rId77" Type="http://schemas.openxmlformats.org/officeDocument/2006/relationships/tags" Target="../tags/tag218.xml"/><Relationship Id="rId100" Type="http://schemas.openxmlformats.org/officeDocument/2006/relationships/tags" Target="../tags/tag241.xml"/><Relationship Id="rId282" Type="http://schemas.openxmlformats.org/officeDocument/2006/relationships/tags" Target="../tags/tag423.xml"/><Relationship Id="rId338" Type="http://schemas.openxmlformats.org/officeDocument/2006/relationships/tags" Target="../tags/tag479.xml"/><Relationship Id="rId8" Type="http://schemas.openxmlformats.org/officeDocument/2006/relationships/tags" Target="../tags/tag149.xml"/><Relationship Id="rId142" Type="http://schemas.openxmlformats.org/officeDocument/2006/relationships/tags" Target="../tags/tag283.xml"/><Relationship Id="rId184" Type="http://schemas.openxmlformats.org/officeDocument/2006/relationships/tags" Target="../tags/tag325.xml"/><Relationship Id="rId391" Type="http://schemas.openxmlformats.org/officeDocument/2006/relationships/tags" Target="../tags/tag532.xml"/><Relationship Id="rId405" Type="http://schemas.openxmlformats.org/officeDocument/2006/relationships/tags" Target="../tags/tag546.xml"/><Relationship Id="rId447" Type="http://schemas.openxmlformats.org/officeDocument/2006/relationships/tags" Target="../tags/tag588.xml"/><Relationship Id="rId251" Type="http://schemas.openxmlformats.org/officeDocument/2006/relationships/tags" Target="../tags/tag392.xml"/><Relationship Id="rId46" Type="http://schemas.openxmlformats.org/officeDocument/2006/relationships/tags" Target="../tags/tag187.xml"/><Relationship Id="rId293" Type="http://schemas.openxmlformats.org/officeDocument/2006/relationships/tags" Target="../tags/tag434.xml"/><Relationship Id="rId307" Type="http://schemas.openxmlformats.org/officeDocument/2006/relationships/tags" Target="../tags/tag448.xml"/><Relationship Id="rId349" Type="http://schemas.openxmlformats.org/officeDocument/2006/relationships/tags" Target="../tags/tag490.xml"/><Relationship Id="rId88" Type="http://schemas.openxmlformats.org/officeDocument/2006/relationships/tags" Target="../tags/tag229.xml"/><Relationship Id="rId111" Type="http://schemas.openxmlformats.org/officeDocument/2006/relationships/tags" Target="../tags/tag252.xml"/><Relationship Id="rId153" Type="http://schemas.openxmlformats.org/officeDocument/2006/relationships/tags" Target="../tags/tag294.xml"/><Relationship Id="rId195" Type="http://schemas.openxmlformats.org/officeDocument/2006/relationships/tags" Target="../tags/tag336.xml"/><Relationship Id="rId209" Type="http://schemas.openxmlformats.org/officeDocument/2006/relationships/tags" Target="../tags/tag350.xml"/><Relationship Id="rId360" Type="http://schemas.openxmlformats.org/officeDocument/2006/relationships/tags" Target="../tags/tag501.xml"/><Relationship Id="rId416" Type="http://schemas.openxmlformats.org/officeDocument/2006/relationships/tags" Target="../tags/tag557.xml"/><Relationship Id="rId220" Type="http://schemas.openxmlformats.org/officeDocument/2006/relationships/tags" Target="../tags/tag361.xml"/><Relationship Id="rId15" Type="http://schemas.openxmlformats.org/officeDocument/2006/relationships/tags" Target="../tags/tag156.xml"/><Relationship Id="rId57" Type="http://schemas.openxmlformats.org/officeDocument/2006/relationships/tags" Target="../tags/tag198.xml"/><Relationship Id="rId262" Type="http://schemas.openxmlformats.org/officeDocument/2006/relationships/tags" Target="../tags/tag403.xml"/><Relationship Id="rId318" Type="http://schemas.openxmlformats.org/officeDocument/2006/relationships/tags" Target="../tags/tag459.xml"/><Relationship Id="rId99" Type="http://schemas.openxmlformats.org/officeDocument/2006/relationships/tags" Target="../tags/tag240.xml"/><Relationship Id="rId122" Type="http://schemas.openxmlformats.org/officeDocument/2006/relationships/tags" Target="../tags/tag263.xml"/><Relationship Id="rId164" Type="http://schemas.openxmlformats.org/officeDocument/2006/relationships/tags" Target="../tags/tag305.xml"/><Relationship Id="rId371" Type="http://schemas.openxmlformats.org/officeDocument/2006/relationships/tags" Target="../tags/tag512.xml"/><Relationship Id="rId427" Type="http://schemas.openxmlformats.org/officeDocument/2006/relationships/tags" Target="../tags/tag568.xml"/><Relationship Id="rId26" Type="http://schemas.openxmlformats.org/officeDocument/2006/relationships/tags" Target="../tags/tag167.xml"/><Relationship Id="rId231" Type="http://schemas.openxmlformats.org/officeDocument/2006/relationships/tags" Target="../tags/tag372.xml"/><Relationship Id="rId273" Type="http://schemas.openxmlformats.org/officeDocument/2006/relationships/tags" Target="../tags/tag414.xml"/><Relationship Id="rId329" Type="http://schemas.openxmlformats.org/officeDocument/2006/relationships/tags" Target="../tags/tag470.xml"/><Relationship Id="rId68" Type="http://schemas.openxmlformats.org/officeDocument/2006/relationships/tags" Target="../tags/tag209.xml"/><Relationship Id="rId133" Type="http://schemas.openxmlformats.org/officeDocument/2006/relationships/tags" Target="../tags/tag274.xml"/><Relationship Id="rId175" Type="http://schemas.openxmlformats.org/officeDocument/2006/relationships/tags" Target="../tags/tag316.xml"/><Relationship Id="rId340" Type="http://schemas.openxmlformats.org/officeDocument/2006/relationships/tags" Target="../tags/tag481.xml"/><Relationship Id="rId200" Type="http://schemas.openxmlformats.org/officeDocument/2006/relationships/tags" Target="../tags/tag341.xml"/><Relationship Id="rId382" Type="http://schemas.openxmlformats.org/officeDocument/2006/relationships/tags" Target="../tags/tag523.xml"/><Relationship Id="rId438" Type="http://schemas.openxmlformats.org/officeDocument/2006/relationships/tags" Target="../tags/tag579.xml"/><Relationship Id="rId242" Type="http://schemas.openxmlformats.org/officeDocument/2006/relationships/tags" Target="../tags/tag383.xml"/><Relationship Id="rId284" Type="http://schemas.openxmlformats.org/officeDocument/2006/relationships/tags" Target="../tags/tag425.xml"/><Relationship Id="rId37" Type="http://schemas.openxmlformats.org/officeDocument/2006/relationships/tags" Target="../tags/tag178.xml"/><Relationship Id="rId79" Type="http://schemas.openxmlformats.org/officeDocument/2006/relationships/tags" Target="../tags/tag220.xml"/><Relationship Id="rId102" Type="http://schemas.openxmlformats.org/officeDocument/2006/relationships/tags" Target="../tags/tag243.xml"/><Relationship Id="rId144" Type="http://schemas.openxmlformats.org/officeDocument/2006/relationships/tags" Target="../tags/tag285.xml"/><Relationship Id="rId90" Type="http://schemas.openxmlformats.org/officeDocument/2006/relationships/tags" Target="../tags/tag231.xml"/><Relationship Id="rId186" Type="http://schemas.openxmlformats.org/officeDocument/2006/relationships/tags" Target="../tags/tag327.xml"/><Relationship Id="rId351" Type="http://schemas.openxmlformats.org/officeDocument/2006/relationships/tags" Target="../tags/tag492.xml"/><Relationship Id="rId393" Type="http://schemas.openxmlformats.org/officeDocument/2006/relationships/tags" Target="../tags/tag534.xml"/><Relationship Id="rId407" Type="http://schemas.openxmlformats.org/officeDocument/2006/relationships/tags" Target="../tags/tag548.xml"/><Relationship Id="rId449" Type="http://schemas.openxmlformats.org/officeDocument/2006/relationships/tags" Target="../tags/tag590.xml"/><Relationship Id="rId211" Type="http://schemas.openxmlformats.org/officeDocument/2006/relationships/tags" Target="../tags/tag352.xml"/><Relationship Id="rId253" Type="http://schemas.openxmlformats.org/officeDocument/2006/relationships/tags" Target="../tags/tag394.xml"/><Relationship Id="rId295" Type="http://schemas.openxmlformats.org/officeDocument/2006/relationships/tags" Target="../tags/tag436.xml"/><Relationship Id="rId309" Type="http://schemas.openxmlformats.org/officeDocument/2006/relationships/tags" Target="../tags/tag450.xml"/><Relationship Id="rId48" Type="http://schemas.openxmlformats.org/officeDocument/2006/relationships/tags" Target="../tags/tag189.xml"/><Relationship Id="rId113" Type="http://schemas.openxmlformats.org/officeDocument/2006/relationships/tags" Target="../tags/tag254.xml"/><Relationship Id="rId320" Type="http://schemas.openxmlformats.org/officeDocument/2006/relationships/tags" Target="../tags/tag461.xml"/><Relationship Id="rId155" Type="http://schemas.openxmlformats.org/officeDocument/2006/relationships/tags" Target="../tags/tag296.xml"/><Relationship Id="rId197" Type="http://schemas.openxmlformats.org/officeDocument/2006/relationships/tags" Target="../tags/tag338.xml"/><Relationship Id="rId362" Type="http://schemas.openxmlformats.org/officeDocument/2006/relationships/tags" Target="../tags/tag503.xml"/><Relationship Id="rId418" Type="http://schemas.openxmlformats.org/officeDocument/2006/relationships/tags" Target="../tags/tag559.xml"/><Relationship Id="rId222" Type="http://schemas.openxmlformats.org/officeDocument/2006/relationships/tags" Target="../tags/tag363.xml"/><Relationship Id="rId264" Type="http://schemas.openxmlformats.org/officeDocument/2006/relationships/tags" Target="../tags/tag405.xml"/><Relationship Id="rId17" Type="http://schemas.openxmlformats.org/officeDocument/2006/relationships/tags" Target="../tags/tag158.xml"/><Relationship Id="rId59" Type="http://schemas.openxmlformats.org/officeDocument/2006/relationships/tags" Target="../tags/tag200.xml"/><Relationship Id="rId124" Type="http://schemas.openxmlformats.org/officeDocument/2006/relationships/tags" Target="../tags/tag265.xml"/><Relationship Id="rId70" Type="http://schemas.openxmlformats.org/officeDocument/2006/relationships/tags" Target="../tags/tag211.xml"/><Relationship Id="rId166" Type="http://schemas.openxmlformats.org/officeDocument/2006/relationships/tags" Target="../tags/tag307.xml"/><Relationship Id="rId331" Type="http://schemas.openxmlformats.org/officeDocument/2006/relationships/tags" Target="../tags/tag472.xml"/><Relationship Id="rId373" Type="http://schemas.openxmlformats.org/officeDocument/2006/relationships/tags" Target="../tags/tag514.xml"/><Relationship Id="rId429" Type="http://schemas.openxmlformats.org/officeDocument/2006/relationships/tags" Target="../tags/tag570.xml"/><Relationship Id="rId1" Type="http://schemas.openxmlformats.org/officeDocument/2006/relationships/tags" Target="../tags/tag142.xml"/><Relationship Id="rId233" Type="http://schemas.openxmlformats.org/officeDocument/2006/relationships/tags" Target="../tags/tag374.xml"/><Relationship Id="rId440" Type="http://schemas.openxmlformats.org/officeDocument/2006/relationships/tags" Target="../tags/tag581.xml"/><Relationship Id="rId28" Type="http://schemas.openxmlformats.org/officeDocument/2006/relationships/tags" Target="../tags/tag169.xml"/><Relationship Id="rId275" Type="http://schemas.openxmlformats.org/officeDocument/2006/relationships/tags" Target="../tags/tag416.xml"/><Relationship Id="rId300" Type="http://schemas.openxmlformats.org/officeDocument/2006/relationships/tags" Target="../tags/tag441.xml"/><Relationship Id="rId81" Type="http://schemas.openxmlformats.org/officeDocument/2006/relationships/tags" Target="../tags/tag222.xml"/><Relationship Id="rId135" Type="http://schemas.openxmlformats.org/officeDocument/2006/relationships/tags" Target="../tags/tag276.xml"/><Relationship Id="rId177" Type="http://schemas.openxmlformats.org/officeDocument/2006/relationships/tags" Target="../tags/tag318.xml"/><Relationship Id="rId342" Type="http://schemas.openxmlformats.org/officeDocument/2006/relationships/tags" Target="../tags/tag483.xml"/><Relationship Id="rId384" Type="http://schemas.openxmlformats.org/officeDocument/2006/relationships/tags" Target="../tags/tag525.xml"/><Relationship Id="rId202" Type="http://schemas.openxmlformats.org/officeDocument/2006/relationships/tags" Target="../tags/tag343.xml"/><Relationship Id="rId244" Type="http://schemas.openxmlformats.org/officeDocument/2006/relationships/tags" Target="../tags/tag385.xml"/><Relationship Id="rId39" Type="http://schemas.openxmlformats.org/officeDocument/2006/relationships/tags" Target="../tags/tag180.xml"/><Relationship Id="rId286" Type="http://schemas.openxmlformats.org/officeDocument/2006/relationships/tags" Target="../tags/tag427.xml"/><Relationship Id="rId45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94.xml"/><Relationship Id="rId7" Type="http://schemas.openxmlformats.org/officeDocument/2006/relationships/image" Target="../media/image10.png"/><Relationship Id="rId2" Type="http://schemas.openxmlformats.org/officeDocument/2006/relationships/tags" Target="../tags/tag593.xml"/><Relationship Id="rId1" Type="http://schemas.openxmlformats.org/officeDocument/2006/relationships/tags" Target="../tags/tag59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9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98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597.xml"/><Relationship Id="rId1" Type="http://schemas.openxmlformats.org/officeDocument/2006/relationships/tags" Target="../tags/tag59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00.xml"/><Relationship Id="rId4" Type="http://schemas.openxmlformats.org/officeDocument/2006/relationships/tags" Target="../tags/tag59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2.xml"/><Relationship Id="rId1" Type="http://schemas.openxmlformats.org/officeDocument/2006/relationships/tags" Target="../tags/tag60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610.xml"/><Relationship Id="rId3" Type="http://schemas.openxmlformats.org/officeDocument/2006/relationships/tags" Target="../tags/tag605.xml"/><Relationship Id="rId7" Type="http://schemas.openxmlformats.org/officeDocument/2006/relationships/tags" Target="../tags/tag609.xml"/><Relationship Id="rId2" Type="http://schemas.openxmlformats.org/officeDocument/2006/relationships/tags" Target="../tags/tag604.xml"/><Relationship Id="rId1" Type="http://schemas.openxmlformats.org/officeDocument/2006/relationships/tags" Target="../tags/tag603.xml"/><Relationship Id="rId6" Type="http://schemas.openxmlformats.org/officeDocument/2006/relationships/tags" Target="../tags/tag608.xml"/><Relationship Id="rId11" Type="http://schemas.openxmlformats.org/officeDocument/2006/relationships/image" Target="../media/image1.png"/><Relationship Id="rId5" Type="http://schemas.openxmlformats.org/officeDocument/2006/relationships/tags" Target="../tags/tag607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606.xml"/><Relationship Id="rId9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613.xml"/><Relationship Id="rId7" Type="http://schemas.openxmlformats.org/officeDocument/2006/relationships/image" Target="../media/image11.wmf"/><Relationship Id="rId12" Type="http://schemas.openxmlformats.org/officeDocument/2006/relationships/image" Target="../media/image1.png"/><Relationship Id="rId2" Type="http://schemas.openxmlformats.org/officeDocument/2006/relationships/tags" Target="../tags/tag612.xml"/><Relationship Id="rId1" Type="http://schemas.openxmlformats.org/officeDocument/2006/relationships/tags" Target="../tags/tag611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3.wmf"/><Relationship Id="rId5" Type="http://schemas.openxmlformats.org/officeDocument/2006/relationships/slideLayout" Target="../slideLayouts/slideLayout2.xml"/><Relationship Id="rId10" Type="http://schemas.openxmlformats.org/officeDocument/2006/relationships/oleObject" Target="../embeddings/oleObject4.bin"/><Relationship Id="rId4" Type="http://schemas.openxmlformats.org/officeDocument/2006/relationships/tags" Target="../tags/tag614.xml"/><Relationship Id="rId9" Type="http://schemas.openxmlformats.org/officeDocument/2006/relationships/image" Target="../media/image1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617.xml"/><Relationship Id="rId7" Type="http://schemas.openxmlformats.org/officeDocument/2006/relationships/image" Target="../media/image14.wmf"/><Relationship Id="rId12" Type="http://schemas.openxmlformats.org/officeDocument/2006/relationships/image" Target="../media/image1.png"/><Relationship Id="rId2" Type="http://schemas.openxmlformats.org/officeDocument/2006/relationships/tags" Target="../tags/tag616.xml"/><Relationship Id="rId1" Type="http://schemas.openxmlformats.org/officeDocument/2006/relationships/tags" Target="../tags/tag615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6.wmf"/><Relationship Id="rId5" Type="http://schemas.openxmlformats.org/officeDocument/2006/relationships/slideLayout" Target="../slideLayouts/slideLayout2.xml"/><Relationship Id="rId10" Type="http://schemas.openxmlformats.org/officeDocument/2006/relationships/oleObject" Target="../embeddings/oleObject7.bin"/><Relationship Id="rId4" Type="http://schemas.openxmlformats.org/officeDocument/2006/relationships/tags" Target="../tags/tag618.xml"/><Relationship Id="rId9" Type="http://schemas.openxmlformats.org/officeDocument/2006/relationships/image" Target="../media/image1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tags" Target="../tags/tag621.xml"/><Relationship Id="rId7" Type="http://schemas.openxmlformats.org/officeDocument/2006/relationships/image" Target="../media/image16.wmf"/><Relationship Id="rId12" Type="http://schemas.openxmlformats.org/officeDocument/2006/relationships/image" Target="../media/image1.png"/><Relationship Id="rId2" Type="http://schemas.openxmlformats.org/officeDocument/2006/relationships/tags" Target="../tags/tag620.xml"/><Relationship Id="rId1" Type="http://schemas.openxmlformats.org/officeDocument/2006/relationships/tags" Target="../tags/tag619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wmf"/><Relationship Id="rId5" Type="http://schemas.openxmlformats.org/officeDocument/2006/relationships/slideLayout" Target="../slideLayouts/slideLayout2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622.xml"/><Relationship Id="rId9" Type="http://schemas.openxmlformats.org/officeDocument/2006/relationships/image" Target="../media/image1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21.wmf"/><Relationship Id="rId3" Type="http://schemas.openxmlformats.org/officeDocument/2006/relationships/tags" Target="../tags/tag625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624.xml"/><Relationship Id="rId1" Type="http://schemas.openxmlformats.org/officeDocument/2006/relationships/tags" Target="../tags/tag623.xml"/><Relationship Id="rId6" Type="http://schemas.openxmlformats.org/officeDocument/2006/relationships/tags" Target="../tags/tag628.xml"/><Relationship Id="rId11" Type="http://schemas.openxmlformats.org/officeDocument/2006/relationships/image" Target="../media/image20.wmf"/><Relationship Id="rId5" Type="http://schemas.openxmlformats.org/officeDocument/2006/relationships/tags" Target="../tags/tag627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626.xml"/><Relationship Id="rId9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5.wmf"/><Relationship Id="rId3" Type="http://schemas.openxmlformats.org/officeDocument/2006/relationships/tags" Target="../tags/tag631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16.bin"/><Relationship Id="rId2" Type="http://schemas.openxmlformats.org/officeDocument/2006/relationships/tags" Target="../tags/tag630.xml"/><Relationship Id="rId16" Type="http://schemas.openxmlformats.org/officeDocument/2006/relationships/image" Target="../media/image1.png"/><Relationship Id="rId1" Type="http://schemas.openxmlformats.org/officeDocument/2006/relationships/tags" Target="../tags/tag629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4.wmf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15.bin"/><Relationship Id="rId4" Type="http://schemas.openxmlformats.org/officeDocument/2006/relationships/tags" Target="../tags/tag632.xml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635.xml"/><Relationship Id="rId7" Type="http://schemas.openxmlformats.org/officeDocument/2006/relationships/image" Target="../media/image1.png"/><Relationship Id="rId2" Type="http://schemas.openxmlformats.org/officeDocument/2006/relationships/tags" Target="../tags/tag634.xml"/><Relationship Id="rId1" Type="http://schemas.openxmlformats.org/officeDocument/2006/relationships/tags" Target="../tags/tag63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37.xml"/><Relationship Id="rId4" Type="http://schemas.openxmlformats.org/officeDocument/2006/relationships/tags" Target="../tags/tag63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40.xml"/><Relationship Id="rId2" Type="http://schemas.openxmlformats.org/officeDocument/2006/relationships/tags" Target="../tags/tag639.xml"/><Relationship Id="rId1" Type="http://schemas.openxmlformats.org/officeDocument/2006/relationships/tags" Target="../tags/tag63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44.xml"/><Relationship Id="rId2" Type="http://schemas.openxmlformats.org/officeDocument/2006/relationships/tags" Target="../tags/tag643.xml"/><Relationship Id="rId1" Type="http://schemas.openxmlformats.org/officeDocument/2006/relationships/tags" Target="../tags/tag64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647.xml"/><Relationship Id="rId2" Type="http://schemas.openxmlformats.org/officeDocument/2006/relationships/tags" Target="../tags/tag646.xml"/><Relationship Id="rId1" Type="http://schemas.openxmlformats.org/officeDocument/2006/relationships/tags" Target="../tags/tag64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5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49.xml"/><Relationship Id="rId1" Type="http://schemas.openxmlformats.org/officeDocument/2006/relationships/tags" Target="../tags/tag648.xml"/><Relationship Id="rId6" Type="http://schemas.openxmlformats.org/officeDocument/2006/relationships/tags" Target="../tags/tag653.xml"/><Relationship Id="rId5" Type="http://schemas.openxmlformats.org/officeDocument/2006/relationships/tags" Target="../tags/tag652.xml"/><Relationship Id="rId4" Type="http://schemas.openxmlformats.org/officeDocument/2006/relationships/tags" Target="../tags/tag65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656.xml"/><Relationship Id="rId2" Type="http://schemas.openxmlformats.org/officeDocument/2006/relationships/tags" Target="../tags/tag655.xml"/><Relationship Id="rId1" Type="http://schemas.openxmlformats.org/officeDocument/2006/relationships/tags" Target="../tags/tag65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660.xml"/><Relationship Id="rId7" Type="http://schemas.openxmlformats.org/officeDocument/2006/relationships/tags" Target="../tags/tag664.xml"/><Relationship Id="rId2" Type="http://schemas.openxmlformats.org/officeDocument/2006/relationships/tags" Target="../tags/tag659.xml"/><Relationship Id="rId1" Type="http://schemas.openxmlformats.org/officeDocument/2006/relationships/tags" Target="../tags/tag658.xml"/><Relationship Id="rId6" Type="http://schemas.openxmlformats.org/officeDocument/2006/relationships/tags" Target="../tags/tag663.xml"/><Relationship Id="rId5" Type="http://schemas.openxmlformats.org/officeDocument/2006/relationships/tags" Target="../tags/tag662.xml"/><Relationship Id="rId4" Type="http://schemas.openxmlformats.org/officeDocument/2006/relationships/tags" Target="../tags/tag661.xml"/><Relationship Id="rId9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" Type="http://schemas.openxmlformats.org/officeDocument/2006/relationships/tags" Target="../tags/tag66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6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671.xml"/><Relationship Id="rId2" Type="http://schemas.openxmlformats.org/officeDocument/2006/relationships/tags" Target="../tags/tag670.xml"/><Relationship Id="rId1" Type="http://schemas.openxmlformats.org/officeDocument/2006/relationships/tags" Target="../tags/tag66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7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675.xml"/><Relationship Id="rId2" Type="http://schemas.openxmlformats.org/officeDocument/2006/relationships/tags" Target="../tags/tag674.xml"/><Relationship Id="rId1" Type="http://schemas.openxmlformats.org/officeDocument/2006/relationships/tags" Target="../tags/tag67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7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679.xml"/><Relationship Id="rId2" Type="http://schemas.openxmlformats.org/officeDocument/2006/relationships/tags" Target="../tags/tag678.xml"/><Relationship Id="rId1" Type="http://schemas.openxmlformats.org/officeDocument/2006/relationships/tags" Target="../tags/tag67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8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683.xml"/><Relationship Id="rId2" Type="http://schemas.openxmlformats.org/officeDocument/2006/relationships/tags" Target="../tags/tag682.xml"/><Relationship Id="rId1" Type="http://schemas.openxmlformats.org/officeDocument/2006/relationships/tags" Target="../tags/tag68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8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687.xml"/><Relationship Id="rId2" Type="http://schemas.openxmlformats.org/officeDocument/2006/relationships/tags" Target="../tags/tag686.xml"/><Relationship Id="rId1" Type="http://schemas.openxmlformats.org/officeDocument/2006/relationships/tags" Target="../tags/tag68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8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691.xml"/><Relationship Id="rId2" Type="http://schemas.openxmlformats.org/officeDocument/2006/relationships/tags" Target="../tags/tag690.xml"/><Relationship Id="rId1" Type="http://schemas.openxmlformats.org/officeDocument/2006/relationships/tags" Target="../tags/tag68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9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695.xml"/><Relationship Id="rId2" Type="http://schemas.openxmlformats.org/officeDocument/2006/relationships/tags" Target="../tags/tag694.xml"/><Relationship Id="rId1" Type="http://schemas.openxmlformats.org/officeDocument/2006/relationships/tags" Target="../tags/tag69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9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699.xml"/><Relationship Id="rId2" Type="http://schemas.openxmlformats.org/officeDocument/2006/relationships/tags" Target="../tags/tag698.xml"/><Relationship Id="rId1" Type="http://schemas.openxmlformats.org/officeDocument/2006/relationships/tags" Target="../tags/tag69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0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703.xml"/><Relationship Id="rId2" Type="http://schemas.openxmlformats.org/officeDocument/2006/relationships/tags" Target="../tags/tag702.xml"/><Relationship Id="rId1" Type="http://schemas.openxmlformats.org/officeDocument/2006/relationships/tags" Target="../tags/tag70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0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707.xml"/><Relationship Id="rId2" Type="http://schemas.openxmlformats.org/officeDocument/2006/relationships/tags" Target="../tags/tag706.xml"/><Relationship Id="rId1" Type="http://schemas.openxmlformats.org/officeDocument/2006/relationships/tags" Target="../tags/tag70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0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711.xml"/><Relationship Id="rId2" Type="http://schemas.openxmlformats.org/officeDocument/2006/relationships/tags" Target="../tags/tag710.xml"/><Relationship Id="rId1" Type="http://schemas.openxmlformats.org/officeDocument/2006/relationships/tags" Target="../tags/tag70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715.xml"/><Relationship Id="rId2" Type="http://schemas.openxmlformats.org/officeDocument/2006/relationships/tags" Target="../tags/tag714.xml"/><Relationship Id="rId1" Type="http://schemas.openxmlformats.org/officeDocument/2006/relationships/tags" Target="../tags/tag71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719.xml"/><Relationship Id="rId2" Type="http://schemas.openxmlformats.org/officeDocument/2006/relationships/tags" Target="../tags/tag718.xml"/><Relationship Id="rId1" Type="http://schemas.openxmlformats.org/officeDocument/2006/relationships/tags" Target="../tags/tag71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2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723.xml"/><Relationship Id="rId2" Type="http://schemas.openxmlformats.org/officeDocument/2006/relationships/tags" Target="../tags/tag722.xml"/><Relationship Id="rId1" Type="http://schemas.openxmlformats.org/officeDocument/2006/relationships/tags" Target="../tags/tag72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724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tags" Target="../tags/tag737.xml"/><Relationship Id="rId18" Type="http://schemas.openxmlformats.org/officeDocument/2006/relationships/tags" Target="../tags/tag742.xml"/><Relationship Id="rId26" Type="http://schemas.openxmlformats.org/officeDocument/2006/relationships/tags" Target="../tags/tag750.xml"/><Relationship Id="rId39" Type="http://schemas.openxmlformats.org/officeDocument/2006/relationships/slideLayout" Target="../slideLayouts/slideLayout6.xml"/><Relationship Id="rId21" Type="http://schemas.openxmlformats.org/officeDocument/2006/relationships/tags" Target="../tags/tag745.xml"/><Relationship Id="rId34" Type="http://schemas.openxmlformats.org/officeDocument/2006/relationships/tags" Target="../tags/tag758.xml"/><Relationship Id="rId7" Type="http://schemas.openxmlformats.org/officeDocument/2006/relationships/tags" Target="../tags/tag731.xml"/><Relationship Id="rId12" Type="http://schemas.openxmlformats.org/officeDocument/2006/relationships/tags" Target="../tags/tag736.xml"/><Relationship Id="rId17" Type="http://schemas.openxmlformats.org/officeDocument/2006/relationships/tags" Target="../tags/tag741.xml"/><Relationship Id="rId25" Type="http://schemas.openxmlformats.org/officeDocument/2006/relationships/tags" Target="../tags/tag749.xml"/><Relationship Id="rId33" Type="http://schemas.openxmlformats.org/officeDocument/2006/relationships/tags" Target="../tags/tag757.xml"/><Relationship Id="rId38" Type="http://schemas.openxmlformats.org/officeDocument/2006/relationships/tags" Target="../tags/tag762.xml"/><Relationship Id="rId2" Type="http://schemas.openxmlformats.org/officeDocument/2006/relationships/tags" Target="../tags/tag726.xml"/><Relationship Id="rId16" Type="http://schemas.openxmlformats.org/officeDocument/2006/relationships/tags" Target="../tags/tag740.xml"/><Relationship Id="rId20" Type="http://schemas.openxmlformats.org/officeDocument/2006/relationships/tags" Target="../tags/tag744.xml"/><Relationship Id="rId29" Type="http://schemas.openxmlformats.org/officeDocument/2006/relationships/tags" Target="../tags/tag753.xml"/><Relationship Id="rId1" Type="http://schemas.openxmlformats.org/officeDocument/2006/relationships/tags" Target="../tags/tag725.xml"/><Relationship Id="rId6" Type="http://schemas.openxmlformats.org/officeDocument/2006/relationships/tags" Target="../tags/tag730.xml"/><Relationship Id="rId11" Type="http://schemas.openxmlformats.org/officeDocument/2006/relationships/tags" Target="../tags/tag735.xml"/><Relationship Id="rId24" Type="http://schemas.openxmlformats.org/officeDocument/2006/relationships/tags" Target="../tags/tag748.xml"/><Relationship Id="rId32" Type="http://schemas.openxmlformats.org/officeDocument/2006/relationships/tags" Target="../tags/tag756.xml"/><Relationship Id="rId37" Type="http://schemas.openxmlformats.org/officeDocument/2006/relationships/tags" Target="../tags/tag761.xml"/><Relationship Id="rId40" Type="http://schemas.openxmlformats.org/officeDocument/2006/relationships/image" Target="../media/image1.png"/><Relationship Id="rId5" Type="http://schemas.openxmlformats.org/officeDocument/2006/relationships/tags" Target="../tags/tag729.xml"/><Relationship Id="rId15" Type="http://schemas.openxmlformats.org/officeDocument/2006/relationships/tags" Target="../tags/tag739.xml"/><Relationship Id="rId23" Type="http://schemas.openxmlformats.org/officeDocument/2006/relationships/tags" Target="../tags/tag747.xml"/><Relationship Id="rId28" Type="http://schemas.openxmlformats.org/officeDocument/2006/relationships/tags" Target="../tags/tag752.xml"/><Relationship Id="rId36" Type="http://schemas.openxmlformats.org/officeDocument/2006/relationships/tags" Target="../tags/tag760.xml"/><Relationship Id="rId10" Type="http://schemas.openxmlformats.org/officeDocument/2006/relationships/tags" Target="../tags/tag734.xml"/><Relationship Id="rId19" Type="http://schemas.openxmlformats.org/officeDocument/2006/relationships/tags" Target="../tags/tag743.xml"/><Relationship Id="rId31" Type="http://schemas.openxmlformats.org/officeDocument/2006/relationships/tags" Target="../tags/tag755.xml"/><Relationship Id="rId4" Type="http://schemas.openxmlformats.org/officeDocument/2006/relationships/tags" Target="../tags/tag728.xml"/><Relationship Id="rId9" Type="http://schemas.openxmlformats.org/officeDocument/2006/relationships/tags" Target="../tags/tag733.xml"/><Relationship Id="rId14" Type="http://schemas.openxmlformats.org/officeDocument/2006/relationships/tags" Target="../tags/tag738.xml"/><Relationship Id="rId22" Type="http://schemas.openxmlformats.org/officeDocument/2006/relationships/tags" Target="../tags/tag746.xml"/><Relationship Id="rId27" Type="http://schemas.openxmlformats.org/officeDocument/2006/relationships/tags" Target="../tags/tag751.xml"/><Relationship Id="rId30" Type="http://schemas.openxmlformats.org/officeDocument/2006/relationships/tags" Target="../tags/tag754.xml"/><Relationship Id="rId35" Type="http://schemas.openxmlformats.org/officeDocument/2006/relationships/tags" Target="../tags/tag759.xml"/><Relationship Id="rId8" Type="http://schemas.openxmlformats.org/officeDocument/2006/relationships/tags" Target="../tags/tag732.xml"/><Relationship Id="rId3" Type="http://schemas.openxmlformats.org/officeDocument/2006/relationships/tags" Target="../tags/tag727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tags" Target="../tags/tag775.xml"/><Relationship Id="rId18" Type="http://schemas.openxmlformats.org/officeDocument/2006/relationships/tags" Target="../tags/tag780.xml"/><Relationship Id="rId26" Type="http://schemas.openxmlformats.org/officeDocument/2006/relationships/tags" Target="../tags/tag788.xml"/><Relationship Id="rId39" Type="http://schemas.openxmlformats.org/officeDocument/2006/relationships/slideLayout" Target="../slideLayouts/slideLayout6.xml"/><Relationship Id="rId21" Type="http://schemas.openxmlformats.org/officeDocument/2006/relationships/tags" Target="../tags/tag783.xml"/><Relationship Id="rId34" Type="http://schemas.openxmlformats.org/officeDocument/2006/relationships/tags" Target="../tags/tag796.xml"/><Relationship Id="rId7" Type="http://schemas.openxmlformats.org/officeDocument/2006/relationships/tags" Target="../tags/tag769.xml"/><Relationship Id="rId12" Type="http://schemas.openxmlformats.org/officeDocument/2006/relationships/tags" Target="../tags/tag774.xml"/><Relationship Id="rId17" Type="http://schemas.openxmlformats.org/officeDocument/2006/relationships/tags" Target="../tags/tag779.xml"/><Relationship Id="rId25" Type="http://schemas.openxmlformats.org/officeDocument/2006/relationships/tags" Target="../tags/tag787.xml"/><Relationship Id="rId33" Type="http://schemas.openxmlformats.org/officeDocument/2006/relationships/tags" Target="../tags/tag795.xml"/><Relationship Id="rId38" Type="http://schemas.openxmlformats.org/officeDocument/2006/relationships/tags" Target="../tags/tag800.xml"/><Relationship Id="rId2" Type="http://schemas.openxmlformats.org/officeDocument/2006/relationships/tags" Target="../tags/tag764.xml"/><Relationship Id="rId16" Type="http://schemas.openxmlformats.org/officeDocument/2006/relationships/tags" Target="../tags/tag778.xml"/><Relationship Id="rId20" Type="http://schemas.openxmlformats.org/officeDocument/2006/relationships/tags" Target="../tags/tag782.xml"/><Relationship Id="rId29" Type="http://schemas.openxmlformats.org/officeDocument/2006/relationships/tags" Target="../tags/tag791.xml"/><Relationship Id="rId1" Type="http://schemas.openxmlformats.org/officeDocument/2006/relationships/tags" Target="../tags/tag763.xml"/><Relationship Id="rId6" Type="http://schemas.openxmlformats.org/officeDocument/2006/relationships/tags" Target="../tags/tag768.xml"/><Relationship Id="rId11" Type="http://schemas.openxmlformats.org/officeDocument/2006/relationships/tags" Target="../tags/tag773.xml"/><Relationship Id="rId24" Type="http://schemas.openxmlformats.org/officeDocument/2006/relationships/tags" Target="../tags/tag786.xml"/><Relationship Id="rId32" Type="http://schemas.openxmlformats.org/officeDocument/2006/relationships/tags" Target="../tags/tag794.xml"/><Relationship Id="rId37" Type="http://schemas.openxmlformats.org/officeDocument/2006/relationships/tags" Target="../tags/tag799.xml"/><Relationship Id="rId40" Type="http://schemas.openxmlformats.org/officeDocument/2006/relationships/image" Target="../media/image1.png"/><Relationship Id="rId5" Type="http://schemas.openxmlformats.org/officeDocument/2006/relationships/tags" Target="../tags/tag767.xml"/><Relationship Id="rId15" Type="http://schemas.openxmlformats.org/officeDocument/2006/relationships/tags" Target="../tags/tag777.xml"/><Relationship Id="rId23" Type="http://schemas.openxmlformats.org/officeDocument/2006/relationships/tags" Target="../tags/tag785.xml"/><Relationship Id="rId28" Type="http://schemas.openxmlformats.org/officeDocument/2006/relationships/tags" Target="../tags/tag790.xml"/><Relationship Id="rId36" Type="http://schemas.openxmlformats.org/officeDocument/2006/relationships/tags" Target="../tags/tag798.xml"/><Relationship Id="rId10" Type="http://schemas.openxmlformats.org/officeDocument/2006/relationships/tags" Target="../tags/tag772.xml"/><Relationship Id="rId19" Type="http://schemas.openxmlformats.org/officeDocument/2006/relationships/tags" Target="../tags/tag781.xml"/><Relationship Id="rId31" Type="http://schemas.openxmlformats.org/officeDocument/2006/relationships/tags" Target="../tags/tag793.xml"/><Relationship Id="rId4" Type="http://schemas.openxmlformats.org/officeDocument/2006/relationships/tags" Target="../tags/tag766.xml"/><Relationship Id="rId9" Type="http://schemas.openxmlformats.org/officeDocument/2006/relationships/tags" Target="../tags/tag771.xml"/><Relationship Id="rId14" Type="http://schemas.openxmlformats.org/officeDocument/2006/relationships/tags" Target="../tags/tag776.xml"/><Relationship Id="rId22" Type="http://schemas.openxmlformats.org/officeDocument/2006/relationships/tags" Target="../tags/tag784.xml"/><Relationship Id="rId27" Type="http://schemas.openxmlformats.org/officeDocument/2006/relationships/tags" Target="../tags/tag789.xml"/><Relationship Id="rId30" Type="http://schemas.openxmlformats.org/officeDocument/2006/relationships/tags" Target="../tags/tag792.xml"/><Relationship Id="rId35" Type="http://schemas.openxmlformats.org/officeDocument/2006/relationships/tags" Target="../tags/tag797.xml"/><Relationship Id="rId8" Type="http://schemas.openxmlformats.org/officeDocument/2006/relationships/tags" Target="../tags/tag770.xml"/><Relationship Id="rId3" Type="http://schemas.openxmlformats.org/officeDocument/2006/relationships/tags" Target="../tags/tag765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tags" Target="../tags/tag813.xml"/><Relationship Id="rId18" Type="http://schemas.openxmlformats.org/officeDocument/2006/relationships/tags" Target="../tags/tag818.xml"/><Relationship Id="rId26" Type="http://schemas.openxmlformats.org/officeDocument/2006/relationships/tags" Target="../tags/tag826.xml"/><Relationship Id="rId39" Type="http://schemas.openxmlformats.org/officeDocument/2006/relationships/tags" Target="../tags/tag839.xml"/><Relationship Id="rId21" Type="http://schemas.openxmlformats.org/officeDocument/2006/relationships/tags" Target="../tags/tag821.xml"/><Relationship Id="rId34" Type="http://schemas.openxmlformats.org/officeDocument/2006/relationships/tags" Target="../tags/tag834.xml"/><Relationship Id="rId42" Type="http://schemas.openxmlformats.org/officeDocument/2006/relationships/tags" Target="../tags/tag842.xml"/><Relationship Id="rId47" Type="http://schemas.openxmlformats.org/officeDocument/2006/relationships/tags" Target="../tags/tag847.xml"/><Relationship Id="rId50" Type="http://schemas.openxmlformats.org/officeDocument/2006/relationships/tags" Target="../tags/tag850.xml"/><Relationship Id="rId7" Type="http://schemas.openxmlformats.org/officeDocument/2006/relationships/tags" Target="../tags/tag807.xml"/><Relationship Id="rId2" Type="http://schemas.openxmlformats.org/officeDocument/2006/relationships/tags" Target="../tags/tag802.xml"/><Relationship Id="rId16" Type="http://schemas.openxmlformats.org/officeDocument/2006/relationships/tags" Target="../tags/tag816.xml"/><Relationship Id="rId29" Type="http://schemas.openxmlformats.org/officeDocument/2006/relationships/tags" Target="../tags/tag829.xml"/><Relationship Id="rId11" Type="http://schemas.openxmlformats.org/officeDocument/2006/relationships/tags" Target="../tags/tag811.xml"/><Relationship Id="rId24" Type="http://schemas.openxmlformats.org/officeDocument/2006/relationships/tags" Target="../tags/tag824.xml"/><Relationship Id="rId32" Type="http://schemas.openxmlformats.org/officeDocument/2006/relationships/tags" Target="../tags/tag832.xml"/><Relationship Id="rId37" Type="http://schemas.openxmlformats.org/officeDocument/2006/relationships/tags" Target="../tags/tag837.xml"/><Relationship Id="rId40" Type="http://schemas.openxmlformats.org/officeDocument/2006/relationships/tags" Target="../tags/tag840.xml"/><Relationship Id="rId45" Type="http://schemas.openxmlformats.org/officeDocument/2006/relationships/tags" Target="../tags/tag845.xml"/><Relationship Id="rId5" Type="http://schemas.openxmlformats.org/officeDocument/2006/relationships/tags" Target="../tags/tag805.xml"/><Relationship Id="rId15" Type="http://schemas.openxmlformats.org/officeDocument/2006/relationships/tags" Target="../tags/tag815.xml"/><Relationship Id="rId23" Type="http://schemas.openxmlformats.org/officeDocument/2006/relationships/tags" Target="../tags/tag823.xml"/><Relationship Id="rId28" Type="http://schemas.openxmlformats.org/officeDocument/2006/relationships/tags" Target="../tags/tag828.xml"/><Relationship Id="rId36" Type="http://schemas.openxmlformats.org/officeDocument/2006/relationships/tags" Target="../tags/tag836.xml"/><Relationship Id="rId49" Type="http://schemas.openxmlformats.org/officeDocument/2006/relationships/tags" Target="../tags/tag849.xml"/><Relationship Id="rId10" Type="http://schemas.openxmlformats.org/officeDocument/2006/relationships/tags" Target="../tags/tag810.xml"/><Relationship Id="rId19" Type="http://schemas.openxmlformats.org/officeDocument/2006/relationships/tags" Target="../tags/tag819.xml"/><Relationship Id="rId31" Type="http://schemas.openxmlformats.org/officeDocument/2006/relationships/tags" Target="../tags/tag831.xml"/><Relationship Id="rId44" Type="http://schemas.openxmlformats.org/officeDocument/2006/relationships/tags" Target="../tags/tag844.xml"/><Relationship Id="rId52" Type="http://schemas.openxmlformats.org/officeDocument/2006/relationships/image" Target="../media/image1.png"/><Relationship Id="rId4" Type="http://schemas.openxmlformats.org/officeDocument/2006/relationships/tags" Target="../tags/tag804.xml"/><Relationship Id="rId9" Type="http://schemas.openxmlformats.org/officeDocument/2006/relationships/tags" Target="../tags/tag809.xml"/><Relationship Id="rId14" Type="http://schemas.openxmlformats.org/officeDocument/2006/relationships/tags" Target="../tags/tag814.xml"/><Relationship Id="rId22" Type="http://schemas.openxmlformats.org/officeDocument/2006/relationships/tags" Target="../tags/tag822.xml"/><Relationship Id="rId27" Type="http://schemas.openxmlformats.org/officeDocument/2006/relationships/tags" Target="../tags/tag827.xml"/><Relationship Id="rId30" Type="http://schemas.openxmlformats.org/officeDocument/2006/relationships/tags" Target="../tags/tag830.xml"/><Relationship Id="rId35" Type="http://schemas.openxmlformats.org/officeDocument/2006/relationships/tags" Target="../tags/tag835.xml"/><Relationship Id="rId43" Type="http://schemas.openxmlformats.org/officeDocument/2006/relationships/tags" Target="../tags/tag843.xml"/><Relationship Id="rId48" Type="http://schemas.openxmlformats.org/officeDocument/2006/relationships/tags" Target="../tags/tag848.xml"/><Relationship Id="rId8" Type="http://schemas.openxmlformats.org/officeDocument/2006/relationships/tags" Target="../tags/tag808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803.xml"/><Relationship Id="rId12" Type="http://schemas.openxmlformats.org/officeDocument/2006/relationships/tags" Target="../tags/tag812.xml"/><Relationship Id="rId17" Type="http://schemas.openxmlformats.org/officeDocument/2006/relationships/tags" Target="../tags/tag817.xml"/><Relationship Id="rId25" Type="http://schemas.openxmlformats.org/officeDocument/2006/relationships/tags" Target="../tags/tag825.xml"/><Relationship Id="rId33" Type="http://schemas.openxmlformats.org/officeDocument/2006/relationships/tags" Target="../tags/tag833.xml"/><Relationship Id="rId38" Type="http://schemas.openxmlformats.org/officeDocument/2006/relationships/tags" Target="../tags/tag838.xml"/><Relationship Id="rId46" Type="http://schemas.openxmlformats.org/officeDocument/2006/relationships/tags" Target="../tags/tag846.xml"/><Relationship Id="rId20" Type="http://schemas.openxmlformats.org/officeDocument/2006/relationships/tags" Target="../tags/tag820.xml"/><Relationship Id="rId41" Type="http://schemas.openxmlformats.org/officeDocument/2006/relationships/tags" Target="../tags/tag841.xml"/><Relationship Id="rId1" Type="http://schemas.openxmlformats.org/officeDocument/2006/relationships/tags" Target="../tags/tag801.xml"/><Relationship Id="rId6" Type="http://schemas.openxmlformats.org/officeDocument/2006/relationships/tags" Target="../tags/tag806.xm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tags" Target="../tags/tag863.xml"/><Relationship Id="rId18" Type="http://schemas.openxmlformats.org/officeDocument/2006/relationships/tags" Target="../tags/tag868.xml"/><Relationship Id="rId26" Type="http://schemas.openxmlformats.org/officeDocument/2006/relationships/tags" Target="../tags/tag876.xml"/><Relationship Id="rId39" Type="http://schemas.openxmlformats.org/officeDocument/2006/relationships/slideLayout" Target="../slideLayouts/slideLayout6.xml"/><Relationship Id="rId21" Type="http://schemas.openxmlformats.org/officeDocument/2006/relationships/tags" Target="../tags/tag871.xml"/><Relationship Id="rId34" Type="http://schemas.openxmlformats.org/officeDocument/2006/relationships/tags" Target="../tags/tag884.xml"/><Relationship Id="rId7" Type="http://schemas.openxmlformats.org/officeDocument/2006/relationships/tags" Target="../tags/tag857.xml"/><Relationship Id="rId12" Type="http://schemas.openxmlformats.org/officeDocument/2006/relationships/tags" Target="../tags/tag862.xml"/><Relationship Id="rId17" Type="http://schemas.openxmlformats.org/officeDocument/2006/relationships/tags" Target="../tags/tag867.xml"/><Relationship Id="rId25" Type="http://schemas.openxmlformats.org/officeDocument/2006/relationships/tags" Target="../tags/tag875.xml"/><Relationship Id="rId33" Type="http://schemas.openxmlformats.org/officeDocument/2006/relationships/tags" Target="../tags/tag883.xml"/><Relationship Id="rId38" Type="http://schemas.openxmlformats.org/officeDocument/2006/relationships/tags" Target="../tags/tag888.xml"/><Relationship Id="rId2" Type="http://schemas.openxmlformats.org/officeDocument/2006/relationships/tags" Target="../tags/tag852.xml"/><Relationship Id="rId16" Type="http://schemas.openxmlformats.org/officeDocument/2006/relationships/tags" Target="../tags/tag866.xml"/><Relationship Id="rId20" Type="http://schemas.openxmlformats.org/officeDocument/2006/relationships/tags" Target="../tags/tag870.xml"/><Relationship Id="rId29" Type="http://schemas.openxmlformats.org/officeDocument/2006/relationships/tags" Target="../tags/tag879.xml"/><Relationship Id="rId1" Type="http://schemas.openxmlformats.org/officeDocument/2006/relationships/tags" Target="../tags/tag851.xml"/><Relationship Id="rId6" Type="http://schemas.openxmlformats.org/officeDocument/2006/relationships/tags" Target="../tags/tag856.xml"/><Relationship Id="rId11" Type="http://schemas.openxmlformats.org/officeDocument/2006/relationships/tags" Target="../tags/tag861.xml"/><Relationship Id="rId24" Type="http://schemas.openxmlformats.org/officeDocument/2006/relationships/tags" Target="../tags/tag874.xml"/><Relationship Id="rId32" Type="http://schemas.openxmlformats.org/officeDocument/2006/relationships/tags" Target="../tags/tag882.xml"/><Relationship Id="rId37" Type="http://schemas.openxmlformats.org/officeDocument/2006/relationships/tags" Target="../tags/tag887.xml"/><Relationship Id="rId40" Type="http://schemas.openxmlformats.org/officeDocument/2006/relationships/image" Target="../media/image1.png"/><Relationship Id="rId5" Type="http://schemas.openxmlformats.org/officeDocument/2006/relationships/tags" Target="../tags/tag855.xml"/><Relationship Id="rId15" Type="http://schemas.openxmlformats.org/officeDocument/2006/relationships/tags" Target="../tags/tag865.xml"/><Relationship Id="rId23" Type="http://schemas.openxmlformats.org/officeDocument/2006/relationships/tags" Target="../tags/tag873.xml"/><Relationship Id="rId28" Type="http://schemas.openxmlformats.org/officeDocument/2006/relationships/tags" Target="../tags/tag878.xml"/><Relationship Id="rId36" Type="http://schemas.openxmlformats.org/officeDocument/2006/relationships/tags" Target="../tags/tag886.xml"/><Relationship Id="rId10" Type="http://schemas.openxmlformats.org/officeDocument/2006/relationships/tags" Target="../tags/tag860.xml"/><Relationship Id="rId19" Type="http://schemas.openxmlformats.org/officeDocument/2006/relationships/tags" Target="../tags/tag869.xml"/><Relationship Id="rId31" Type="http://schemas.openxmlformats.org/officeDocument/2006/relationships/tags" Target="../tags/tag881.xml"/><Relationship Id="rId4" Type="http://schemas.openxmlformats.org/officeDocument/2006/relationships/tags" Target="../tags/tag854.xml"/><Relationship Id="rId9" Type="http://schemas.openxmlformats.org/officeDocument/2006/relationships/tags" Target="../tags/tag859.xml"/><Relationship Id="rId14" Type="http://schemas.openxmlformats.org/officeDocument/2006/relationships/tags" Target="../tags/tag864.xml"/><Relationship Id="rId22" Type="http://schemas.openxmlformats.org/officeDocument/2006/relationships/tags" Target="../tags/tag872.xml"/><Relationship Id="rId27" Type="http://schemas.openxmlformats.org/officeDocument/2006/relationships/tags" Target="../tags/tag877.xml"/><Relationship Id="rId30" Type="http://schemas.openxmlformats.org/officeDocument/2006/relationships/tags" Target="../tags/tag880.xml"/><Relationship Id="rId35" Type="http://schemas.openxmlformats.org/officeDocument/2006/relationships/tags" Target="../tags/tag885.xml"/><Relationship Id="rId8" Type="http://schemas.openxmlformats.org/officeDocument/2006/relationships/tags" Target="../tags/tag858.xml"/><Relationship Id="rId3" Type="http://schemas.openxmlformats.org/officeDocument/2006/relationships/tags" Target="../tags/tag853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tags" Target="../tags/tag901.xml"/><Relationship Id="rId18" Type="http://schemas.openxmlformats.org/officeDocument/2006/relationships/tags" Target="../tags/tag906.xml"/><Relationship Id="rId26" Type="http://schemas.openxmlformats.org/officeDocument/2006/relationships/tags" Target="../tags/tag914.xml"/><Relationship Id="rId39" Type="http://schemas.openxmlformats.org/officeDocument/2006/relationships/slideLayout" Target="../slideLayouts/slideLayout6.xml"/><Relationship Id="rId21" Type="http://schemas.openxmlformats.org/officeDocument/2006/relationships/tags" Target="../tags/tag909.xml"/><Relationship Id="rId34" Type="http://schemas.openxmlformats.org/officeDocument/2006/relationships/tags" Target="../tags/tag922.xml"/><Relationship Id="rId7" Type="http://schemas.openxmlformats.org/officeDocument/2006/relationships/tags" Target="../tags/tag895.xml"/><Relationship Id="rId12" Type="http://schemas.openxmlformats.org/officeDocument/2006/relationships/tags" Target="../tags/tag900.xml"/><Relationship Id="rId17" Type="http://schemas.openxmlformats.org/officeDocument/2006/relationships/tags" Target="../tags/tag905.xml"/><Relationship Id="rId25" Type="http://schemas.openxmlformats.org/officeDocument/2006/relationships/tags" Target="../tags/tag913.xml"/><Relationship Id="rId33" Type="http://schemas.openxmlformats.org/officeDocument/2006/relationships/tags" Target="../tags/tag921.xml"/><Relationship Id="rId38" Type="http://schemas.openxmlformats.org/officeDocument/2006/relationships/tags" Target="../tags/tag926.xml"/><Relationship Id="rId2" Type="http://schemas.openxmlformats.org/officeDocument/2006/relationships/tags" Target="../tags/tag890.xml"/><Relationship Id="rId16" Type="http://schemas.openxmlformats.org/officeDocument/2006/relationships/tags" Target="../tags/tag904.xml"/><Relationship Id="rId20" Type="http://schemas.openxmlformats.org/officeDocument/2006/relationships/tags" Target="../tags/tag908.xml"/><Relationship Id="rId29" Type="http://schemas.openxmlformats.org/officeDocument/2006/relationships/tags" Target="../tags/tag917.xml"/><Relationship Id="rId1" Type="http://schemas.openxmlformats.org/officeDocument/2006/relationships/tags" Target="../tags/tag889.xml"/><Relationship Id="rId6" Type="http://schemas.openxmlformats.org/officeDocument/2006/relationships/tags" Target="../tags/tag894.xml"/><Relationship Id="rId11" Type="http://schemas.openxmlformats.org/officeDocument/2006/relationships/tags" Target="../tags/tag899.xml"/><Relationship Id="rId24" Type="http://schemas.openxmlformats.org/officeDocument/2006/relationships/tags" Target="../tags/tag912.xml"/><Relationship Id="rId32" Type="http://schemas.openxmlformats.org/officeDocument/2006/relationships/tags" Target="../tags/tag920.xml"/><Relationship Id="rId37" Type="http://schemas.openxmlformats.org/officeDocument/2006/relationships/tags" Target="../tags/tag925.xml"/><Relationship Id="rId40" Type="http://schemas.openxmlformats.org/officeDocument/2006/relationships/image" Target="../media/image1.png"/><Relationship Id="rId5" Type="http://schemas.openxmlformats.org/officeDocument/2006/relationships/tags" Target="../tags/tag893.xml"/><Relationship Id="rId15" Type="http://schemas.openxmlformats.org/officeDocument/2006/relationships/tags" Target="../tags/tag903.xml"/><Relationship Id="rId23" Type="http://schemas.openxmlformats.org/officeDocument/2006/relationships/tags" Target="../tags/tag911.xml"/><Relationship Id="rId28" Type="http://schemas.openxmlformats.org/officeDocument/2006/relationships/tags" Target="../tags/tag916.xml"/><Relationship Id="rId36" Type="http://schemas.openxmlformats.org/officeDocument/2006/relationships/tags" Target="../tags/tag924.xml"/><Relationship Id="rId10" Type="http://schemas.openxmlformats.org/officeDocument/2006/relationships/tags" Target="../tags/tag898.xml"/><Relationship Id="rId19" Type="http://schemas.openxmlformats.org/officeDocument/2006/relationships/tags" Target="../tags/tag907.xml"/><Relationship Id="rId31" Type="http://schemas.openxmlformats.org/officeDocument/2006/relationships/tags" Target="../tags/tag919.xml"/><Relationship Id="rId4" Type="http://schemas.openxmlformats.org/officeDocument/2006/relationships/tags" Target="../tags/tag892.xml"/><Relationship Id="rId9" Type="http://schemas.openxmlformats.org/officeDocument/2006/relationships/tags" Target="../tags/tag897.xml"/><Relationship Id="rId14" Type="http://schemas.openxmlformats.org/officeDocument/2006/relationships/tags" Target="../tags/tag902.xml"/><Relationship Id="rId22" Type="http://schemas.openxmlformats.org/officeDocument/2006/relationships/tags" Target="../tags/tag910.xml"/><Relationship Id="rId27" Type="http://schemas.openxmlformats.org/officeDocument/2006/relationships/tags" Target="../tags/tag915.xml"/><Relationship Id="rId30" Type="http://schemas.openxmlformats.org/officeDocument/2006/relationships/tags" Target="../tags/tag918.xml"/><Relationship Id="rId35" Type="http://schemas.openxmlformats.org/officeDocument/2006/relationships/tags" Target="../tags/tag923.xml"/><Relationship Id="rId8" Type="http://schemas.openxmlformats.org/officeDocument/2006/relationships/tags" Target="../tags/tag896.xml"/><Relationship Id="rId3" Type="http://schemas.openxmlformats.org/officeDocument/2006/relationships/tags" Target="../tags/tag89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929.xml"/><Relationship Id="rId2" Type="http://schemas.openxmlformats.org/officeDocument/2006/relationships/tags" Target="../tags/tag928.xml"/><Relationship Id="rId1" Type="http://schemas.openxmlformats.org/officeDocument/2006/relationships/tags" Target="../tags/tag92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930.xm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tags" Target="../tags/tag943.xml"/><Relationship Id="rId18" Type="http://schemas.openxmlformats.org/officeDocument/2006/relationships/tags" Target="../tags/tag948.xml"/><Relationship Id="rId26" Type="http://schemas.openxmlformats.org/officeDocument/2006/relationships/tags" Target="../tags/tag956.xml"/><Relationship Id="rId39" Type="http://schemas.openxmlformats.org/officeDocument/2006/relationships/slideLayout" Target="../slideLayouts/slideLayout6.xml"/><Relationship Id="rId21" Type="http://schemas.openxmlformats.org/officeDocument/2006/relationships/tags" Target="../tags/tag951.xml"/><Relationship Id="rId34" Type="http://schemas.openxmlformats.org/officeDocument/2006/relationships/tags" Target="../tags/tag964.xml"/><Relationship Id="rId7" Type="http://schemas.openxmlformats.org/officeDocument/2006/relationships/tags" Target="../tags/tag937.xml"/><Relationship Id="rId12" Type="http://schemas.openxmlformats.org/officeDocument/2006/relationships/tags" Target="../tags/tag942.xml"/><Relationship Id="rId17" Type="http://schemas.openxmlformats.org/officeDocument/2006/relationships/tags" Target="../tags/tag947.xml"/><Relationship Id="rId25" Type="http://schemas.openxmlformats.org/officeDocument/2006/relationships/tags" Target="../tags/tag955.xml"/><Relationship Id="rId33" Type="http://schemas.openxmlformats.org/officeDocument/2006/relationships/tags" Target="../tags/tag963.xml"/><Relationship Id="rId38" Type="http://schemas.openxmlformats.org/officeDocument/2006/relationships/tags" Target="../tags/tag968.xml"/><Relationship Id="rId2" Type="http://schemas.openxmlformats.org/officeDocument/2006/relationships/tags" Target="../tags/tag932.xml"/><Relationship Id="rId16" Type="http://schemas.openxmlformats.org/officeDocument/2006/relationships/tags" Target="../tags/tag946.xml"/><Relationship Id="rId20" Type="http://schemas.openxmlformats.org/officeDocument/2006/relationships/tags" Target="../tags/tag950.xml"/><Relationship Id="rId29" Type="http://schemas.openxmlformats.org/officeDocument/2006/relationships/tags" Target="../tags/tag959.xml"/><Relationship Id="rId1" Type="http://schemas.openxmlformats.org/officeDocument/2006/relationships/tags" Target="../tags/tag931.xml"/><Relationship Id="rId6" Type="http://schemas.openxmlformats.org/officeDocument/2006/relationships/tags" Target="../tags/tag936.xml"/><Relationship Id="rId11" Type="http://schemas.openxmlformats.org/officeDocument/2006/relationships/tags" Target="../tags/tag941.xml"/><Relationship Id="rId24" Type="http://schemas.openxmlformats.org/officeDocument/2006/relationships/tags" Target="../tags/tag954.xml"/><Relationship Id="rId32" Type="http://schemas.openxmlformats.org/officeDocument/2006/relationships/tags" Target="../tags/tag962.xml"/><Relationship Id="rId37" Type="http://schemas.openxmlformats.org/officeDocument/2006/relationships/tags" Target="../tags/tag967.xml"/><Relationship Id="rId40" Type="http://schemas.openxmlformats.org/officeDocument/2006/relationships/image" Target="../media/image1.png"/><Relationship Id="rId5" Type="http://schemas.openxmlformats.org/officeDocument/2006/relationships/tags" Target="../tags/tag935.xml"/><Relationship Id="rId15" Type="http://schemas.openxmlformats.org/officeDocument/2006/relationships/tags" Target="../tags/tag945.xml"/><Relationship Id="rId23" Type="http://schemas.openxmlformats.org/officeDocument/2006/relationships/tags" Target="../tags/tag953.xml"/><Relationship Id="rId28" Type="http://schemas.openxmlformats.org/officeDocument/2006/relationships/tags" Target="../tags/tag958.xml"/><Relationship Id="rId36" Type="http://schemas.openxmlformats.org/officeDocument/2006/relationships/tags" Target="../tags/tag966.xml"/><Relationship Id="rId10" Type="http://schemas.openxmlformats.org/officeDocument/2006/relationships/tags" Target="../tags/tag940.xml"/><Relationship Id="rId19" Type="http://schemas.openxmlformats.org/officeDocument/2006/relationships/tags" Target="../tags/tag949.xml"/><Relationship Id="rId31" Type="http://schemas.openxmlformats.org/officeDocument/2006/relationships/tags" Target="../tags/tag961.xml"/><Relationship Id="rId4" Type="http://schemas.openxmlformats.org/officeDocument/2006/relationships/tags" Target="../tags/tag934.xml"/><Relationship Id="rId9" Type="http://schemas.openxmlformats.org/officeDocument/2006/relationships/tags" Target="../tags/tag939.xml"/><Relationship Id="rId14" Type="http://schemas.openxmlformats.org/officeDocument/2006/relationships/tags" Target="../tags/tag944.xml"/><Relationship Id="rId22" Type="http://schemas.openxmlformats.org/officeDocument/2006/relationships/tags" Target="../tags/tag952.xml"/><Relationship Id="rId27" Type="http://schemas.openxmlformats.org/officeDocument/2006/relationships/tags" Target="../tags/tag957.xml"/><Relationship Id="rId30" Type="http://schemas.openxmlformats.org/officeDocument/2006/relationships/tags" Target="../tags/tag960.xml"/><Relationship Id="rId35" Type="http://schemas.openxmlformats.org/officeDocument/2006/relationships/tags" Target="../tags/tag965.xml"/><Relationship Id="rId8" Type="http://schemas.openxmlformats.org/officeDocument/2006/relationships/tags" Target="../tags/tag938.xml"/><Relationship Id="rId3" Type="http://schemas.openxmlformats.org/officeDocument/2006/relationships/tags" Target="../tags/tag93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971.xml"/><Relationship Id="rId2" Type="http://schemas.openxmlformats.org/officeDocument/2006/relationships/tags" Target="../tags/tag970.xml"/><Relationship Id="rId1" Type="http://schemas.openxmlformats.org/officeDocument/2006/relationships/tags" Target="../tags/tag96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tags" Target="../tags/tag975.xml"/><Relationship Id="rId2" Type="http://schemas.openxmlformats.org/officeDocument/2006/relationships/tags" Target="../tags/tag974.xml"/><Relationship Id="rId1" Type="http://schemas.openxmlformats.org/officeDocument/2006/relationships/tags" Target="../tags/tag97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979.xml"/><Relationship Id="rId2" Type="http://schemas.openxmlformats.org/officeDocument/2006/relationships/tags" Target="../tags/tag978.xml"/><Relationship Id="rId1" Type="http://schemas.openxmlformats.org/officeDocument/2006/relationships/tags" Target="../tags/tag97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983.xml"/><Relationship Id="rId2" Type="http://schemas.openxmlformats.org/officeDocument/2006/relationships/tags" Target="../tags/tag982.xml"/><Relationship Id="rId1" Type="http://schemas.openxmlformats.org/officeDocument/2006/relationships/tags" Target="../tags/tag98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992.xml"/><Relationship Id="rId3" Type="http://schemas.openxmlformats.org/officeDocument/2006/relationships/tags" Target="../tags/tag987.xml"/><Relationship Id="rId7" Type="http://schemas.openxmlformats.org/officeDocument/2006/relationships/tags" Target="../tags/tag991.xml"/><Relationship Id="rId2" Type="http://schemas.openxmlformats.org/officeDocument/2006/relationships/tags" Target="../tags/tag986.xml"/><Relationship Id="rId1" Type="http://schemas.openxmlformats.org/officeDocument/2006/relationships/tags" Target="../tags/tag985.xml"/><Relationship Id="rId6" Type="http://schemas.openxmlformats.org/officeDocument/2006/relationships/tags" Target="../tags/tag990.xml"/><Relationship Id="rId5" Type="http://schemas.openxmlformats.org/officeDocument/2006/relationships/tags" Target="../tags/tag989.xml"/><Relationship Id="rId10" Type="http://schemas.openxmlformats.org/officeDocument/2006/relationships/image" Target="../media/image1.png"/><Relationship Id="rId4" Type="http://schemas.openxmlformats.org/officeDocument/2006/relationships/tags" Target="../tags/tag988.xml"/><Relationship Id="rId9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1000.xml"/><Relationship Id="rId13" Type="http://schemas.openxmlformats.org/officeDocument/2006/relationships/tags" Target="../tags/tag1005.xml"/><Relationship Id="rId3" Type="http://schemas.openxmlformats.org/officeDocument/2006/relationships/tags" Target="../tags/tag995.xml"/><Relationship Id="rId7" Type="http://schemas.openxmlformats.org/officeDocument/2006/relationships/tags" Target="../tags/tag999.xml"/><Relationship Id="rId12" Type="http://schemas.openxmlformats.org/officeDocument/2006/relationships/tags" Target="../tags/tag1004.xml"/><Relationship Id="rId17" Type="http://schemas.openxmlformats.org/officeDocument/2006/relationships/image" Target="../media/image1.png"/><Relationship Id="rId2" Type="http://schemas.openxmlformats.org/officeDocument/2006/relationships/tags" Target="../tags/tag994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993.xml"/><Relationship Id="rId6" Type="http://schemas.openxmlformats.org/officeDocument/2006/relationships/tags" Target="../tags/tag998.xml"/><Relationship Id="rId11" Type="http://schemas.openxmlformats.org/officeDocument/2006/relationships/tags" Target="../tags/tag1003.xml"/><Relationship Id="rId5" Type="http://schemas.openxmlformats.org/officeDocument/2006/relationships/tags" Target="../tags/tag997.xml"/><Relationship Id="rId15" Type="http://schemas.openxmlformats.org/officeDocument/2006/relationships/tags" Target="../tags/tag1007.xml"/><Relationship Id="rId10" Type="http://schemas.openxmlformats.org/officeDocument/2006/relationships/tags" Target="../tags/tag1002.xml"/><Relationship Id="rId4" Type="http://schemas.openxmlformats.org/officeDocument/2006/relationships/tags" Target="../tags/tag996.xml"/><Relationship Id="rId9" Type="http://schemas.openxmlformats.org/officeDocument/2006/relationships/tags" Target="../tags/tag1001.xml"/><Relationship Id="rId14" Type="http://schemas.openxmlformats.org/officeDocument/2006/relationships/tags" Target="../tags/tag1006.xml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tags" Target="../tags/tag1020.xml"/><Relationship Id="rId18" Type="http://schemas.openxmlformats.org/officeDocument/2006/relationships/tags" Target="../tags/tag1025.xml"/><Relationship Id="rId26" Type="http://schemas.openxmlformats.org/officeDocument/2006/relationships/tags" Target="../tags/tag1033.xml"/><Relationship Id="rId39" Type="http://schemas.openxmlformats.org/officeDocument/2006/relationships/tags" Target="../tags/tag1046.xml"/><Relationship Id="rId21" Type="http://schemas.openxmlformats.org/officeDocument/2006/relationships/tags" Target="../tags/tag1028.xml"/><Relationship Id="rId34" Type="http://schemas.openxmlformats.org/officeDocument/2006/relationships/tags" Target="../tags/tag1041.xml"/><Relationship Id="rId42" Type="http://schemas.openxmlformats.org/officeDocument/2006/relationships/tags" Target="../tags/tag1049.xml"/><Relationship Id="rId47" Type="http://schemas.openxmlformats.org/officeDocument/2006/relationships/tags" Target="../tags/tag1054.xml"/><Relationship Id="rId50" Type="http://schemas.openxmlformats.org/officeDocument/2006/relationships/tags" Target="../tags/tag1057.xml"/><Relationship Id="rId55" Type="http://schemas.openxmlformats.org/officeDocument/2006/relationships/tags" Target="../tags/tag1062.xml"/><Relationship Id="rId7" Type="http://schemas.openxmlformats.org/officeDocument/2006/relationships/tags" Target="../tags/tag1014.xml"/><Relationship Id="rId2" Type="http://schemas.openxmlformats.org/officeDocument/2006/relationships/tags" Target="../tags/tag1009.xml"/><Relationship Id="rId16" Type="http://schemas.openxmlformats.org/officeDocument/2006/relationships/tags" Target="../tags/tag1023.xml"/><Relationship Id="rId29" Type="http://schemas.openxmlformats.org/officeDocument/2006/relationships/tags" Target="../tags/tag1036.xml"/><Relationship Id="rId11" Type="http://schemas.openxmlformats.org/officeDocument/2006/relationships/tags" Target="../tags/tag1018.xml"/><Relationship Id="rId24" Type="http://schemas.openxmlformats.org/officeDocument/2006/relationships/tags" Target="../tags/tag1031.xml"/><Relationship Id="rId32" Type="http://schemas.openxmlformats.org/officeDocument/2006/relationships/tags" Target="../tags/tag1039.xml"/><Relationship Id="rId37" Type="http://schemas.openxmlformats.org/officeDocument/2006/relationships/tags" Target="../tags/tag1044.xml"/><Relationship Id="rId40" Type="http://schemas.openxmlformats.org/officeDocument/2006/relationships/tags" Target="../tags/tag1047.xml"/><Relationship Id="rId45" Type="http://schemas.openxmlformats.org/officeDocument/2006/relationships/tags" Target="../tags/tag1052.xml"/><Relationship Id="rId53" Type="http://schemas.openxmlformats.org/officeDocument/2006/relationships/tags" Target="../tags/tag1060.xml"/><Relationship Id="rId5" Type="http://schemas.openxmlformats.org/officeDocument/2006/relationships/tags" Target="../tags/tag1012.xml"/><Relationship Id="rId19" Type="http://schemas.openxmlformats.org/officeDocument/2006/relationships/tags" Target="../tags/tag1026.xml"/><Relationship Id="rId4" Type="http://schemas.openxmlformats.org/officeDocument/2006/relationships/tags" Target="../tags/tag1011.xml"/><Relationship Id="rId9" Type="http://schemas.openxmlformats.org/officeDocument/2006/relationships/tags" Target="../tags/tag1016.xml"/><Relationship Id="rId14" Type="http://schemas.openxmlformats.org/officeDocument/2006/relationships/tags" Target="../tags/tag1021.xml"/><Relationship Id="rId22" Type="http://schemas.openxmlformats.org/officeDocument/2006/relationships/tags" Target="../tags/tag1029.xml"/><Relationship Id="rId27" Type="http://schemas.openxmlformats.org/officeDocument/2006/relationships/tags" Target="../tags/tag1034.xml"/><Relationship Id="rId30" Type="http://schemas.openxmlformats.org/officeDocument/2006/relationships/tags" Target="../tags/tag1037.xml"/><Relationship Id="rId35" Type="http://schemas.openxmlformats.org/officeDocument/2006/relationships/tags" Target="../tags/tag1042.xml"/><Relationship Id="rId43" Type="http://schemas.openxmlformats.org/officeDocument/2006/relationships/tags" Target="../tags/tag1050.xml"/><Relationship Id="rId48" Type="http://schemas.openxmlformats.org/officeDocument/2006/relationships/tags" Target="../tags/tag1055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1015.xml"/><Relationship Id="rId51" Type="http://schemas.openxmlformats.org/officeDocument/2006/relationships/tags" Target="../tags/tag1058.xml"/><Relationship Id="rId3" Type="http://schemas.openxmlformats.org/officeDocument/2006/relationships/tags" Target="../tags/tag1010.xml"/><Relationship Id="rId12" Type="http://schemas.openxmlformats.org/officeDocument/2006/relationships/tags" Target="../tags/tag1019.xml"/><Relationship Id="rId17" Type="http://schemas.openxmlformats.org/officeDocument/2006/relationships/tags" Target="../tags/tag1024.xml"/><Relationship Id="rId25" Type="http://schemas.openxmlformats.org/officeDocument/2006/relationships/tags" Target="../tags/tag1032.xml"/><Relationship Id="rId33" Type="http://schemas.openxmlformats.org/officeDocument/2006/relationships/tags" Target="../tags/tag1040.xml"/><Relationship Id="rId38" Type="http://schemas.openxmlformats.org/officeDocument/2006/relationships/tags" Target="../tags/tag1045.xml"/><Relationship Id="rId46" Type="http://schemas.openxmlformats.org/officeDocument/2006/relationships/tags" Target="../tags/tag1053.xml"/><Relationship Id="rId20" Type="http://schemas.openxmlformats.org/officeDocument/2006/relationships/tags" Target="../tags/tag1027.xml"/><Relationship Id="rId41" Type="http://schemas.openxmlformats.org/officeDocument/2006/relationships/tags" Target="../tags/tag1048.xml"/><Relationship Id="rId54" Type="http://schemas.openxmlformats.org/officeDocument/2006/relationships/tags" Target="../tags/tag1061.xml"/><Relationship Id="rId1" Type="http://schemas.openxmlformats.org/officeDocument/2006/relationships/tags" Target="../tags/tag1008.xml"/><Relationship Id="rId6" Type="http://schemas.openxmlformats.org/officeDocument/2006/relationships/tags" Target="../tags/tag1013.xml"/><Relationship Id="rId15" Type="http://schemas.openxmlformats.org/officeDocument/2006/relationships/tags" Target="../tags/tag1022.xml"/><Relationship Id="rId23" Type="http://schemas.openxmlformats.org/officeDocument/2006/relationships/tags" Target="../tags/tag1030.xml"/><Relationship Id="rId28" Type="http://schemas.openxmlformats.org/officeDocument/2006/relationships/tags" Target="../tags/tag1035.xml"/><Relationship Id="rId36" Type="http://schemas.openxmlformats.org/officeDocument/2006/relationships/tags" Target="../tags/tag1043.xml"/><Relationship Id="rId49" Type="http://schemas.openxmlformats.org/officeDocument/2006/relationships/tags" Target="../tags/tag1056.xml"/><Relationship Id="rId57" Type="http://schemas.openxmlformats.org/officeDocument/2006/relationships/image" Target="../media/image1.png"/><Relationship Id="rId10" Type="http://schemas.openxmlformats.org/officeDocument/2006/relationships/tags" Target="../tags/tag1017.xml"/><Relationship Id="rId31" Type="http://schemas.openxmlformats.org/officeDocument/2006/relationships/tags" Target="../tags/tag1038.xml"/><Relationship Id="rId44" Type="http://schemas.openxmlformats.org/officeDocument/2006/relationships/tags" Target="../tags/tag1051.xml"/><Relationship Id="rId52" Type="http://schemas.openxmlformats.org/officeDocument/2006/relationships/tags" Target="../tags/tag10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>
            <p:custDataLst>
              <p:tags r:id="rId1"/>
            </p:custDataLst>
          </p:nvPr>
        </p:nvSpPr>
        <p:spPr>
          <a:xfrm>
            <a:off x="0" y="214741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1928495" y="2687955"/>
            <a:ext cx="5143500" cy="1112520"/>
          </a:xfr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0" dirty="0">
                <a:solidFill>
                  <a:schemeClr val="bg1"/>
                </a:solidFill>
                <a:sym typeface="+mn-ea"/>
              </a:rPr>
              <a:t>Trees</a:t>
            </a:r>
          </a:p>
        </p:txBody>
      </p:sp>
      <p:sp>
        <p:nvSpPr>
          <p:cNvPr id="66563" name="Subtitle 1"/>
          <p:cNvSpPr>
            <a:spLocks noGrp="1"/>
          </p:cNvSpPr>
          <p:nvPr>
            <p:ph type="subTitle" idx="1"/>
          </p:nvPr>
        </p:nvSpPr>
        <p:spPr>
          <a:xfrm>
            <a:off x="1569720" y="4614545"/>
            <a:ext cx="5852795" cy="1534795"/>
          </a:xfrm>
        </p:spPr>
        <p:txBody>
          <a:bodyPr vert="horz" lIns="91440" tIns="45720" rIns="91440" bIns="45720" rtlCol="0">
            <a:normAutofit fontScale="875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330066"/>
              </a:buClr>
              <a:buSzTx/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Fall 2023</a:t>
            </a: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330066"/>
              </a:buClr>
              <a:buSzTx/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School of Software Engineering</a:t>
            </a: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330066"/>
              </a:buClr>
              <a:buSzTx/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South China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857250"/>
            <a:ext cx="9144000" cy="173467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5132" y="132265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Content</a:t>
            </a:r>
          </a:p>
        </p:txBody>
      </p:sp>
      <p:grpSp>
        <p:nvGrpSpPr>
          <p:cNvPr id="9" name="组合 9"/>
          <p:cNvGrpSpPr/>
          <p:nvPr/>
        </p:nvGrpSpPr>
        <p:grpSpPr>
          <a:xfrm>
            <a:off x="7285355" y="1052830"/>
            <a:ext cx="1572260" cy="1508760"/>
            <a:chOff x="10325277" y="408187"/>
            <a:chExt cx="1436104" cy="1436384"/>
          </a:xfrm>
        </p:grpSpPr>
        <p:pic>
          <p:nvPicPr>
            <p:cNvPr id="10" name="图片 7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60" cstate="print"/>
            <a:stretch>
              <a:fillRect/>
            </a:stretch>
          </p:blipFill>
          <p:spPr>
            <a:xfrm>
              <a:off x="10609730" y="408187"/>
              <a:ext cx="867198" cy="867198"/>
            </a:xfrm>
            <a:prstGeom prst="rect">
              <a:avLst/>
            </a:prstGeom>
          </p:spPr>
        </p:pic>
        <p:pic>
          <p:nvPicPr>
            <p:cNvPr id="11" name="图片 8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61" cstate="print"/>
            <a:stretch>
              <a:fillRect/>
            </a:stretch>
          </p:blipFill>
          <p:spPr>
            <a:xfrm>
              <a:off x="10325277" y="1329484"/>
              <a:ext cx="1436104" cy="515087"/>
            </a:xfrm>
            <a:prstGeom prst="rect">
              <a:avLst/>
            </a:prstGeom>
          </p:spPr>
        </p:pic>
      </p:grpSp>
      <p:grpSp>
        <p:nvGrpSpPr>
          <p:cNvPr id="19" name="PA_chenying0907 18"/>
          <p:cNvGrpSpPr/>
          <p:nvPr>
            <p:custDataLst>
              <p:tags r:id="rId3"/>
            </p:custDataLst>
          </p:nvPr>
        </p:nvGrpSpPr>
        <p:grpSpPr>
          <a:xfrm>
            <a:off x="963295" y="2972435"/>
            <a:ext cx="549275" cy="596900"/>
            <a:chOff x="5038628" y="2357164"/>
            <a:chExt cx="2114744" cy="2296116"/>
          </a:xfrm>
        </p:grpSpPr>
        <p:grpSp>
          <p:nvGrpSpPr>
            <p:cNvPr id="18" name="chenying0907 17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6" name="Freeform 5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" name="Freeform 6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7" name="chenying0907 16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12" name="Freeform 7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8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9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0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11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3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2" name="PA_chenying0907 19"/>
          <p:cNvGrpSpPr/>
          <p:nvPr>
            <p:custDataLst>
              <p:tags r:id="rId4"/>
            </p:custDataLst>
          </p:nvPr>
        </p:nvGrpSpPr>
        <p:grpSpPr>
          <a:xfrm>
            <a:off x="963295" y="3624580"/>
            <a:ext cx="549275" cy="596900"/>
            <a:chOff x="5038628" y="2357164"/>
            <a:chExt cx="2114744" cy="2296116"/>
          </a:xfrm>
        </p:grpSpPr>
        <p:grpSp>
          <p:nvGrpSpPr>
            <p:cNvPr id="23" name="chenying0907 20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30" name="Freeform 5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24" name="chenying0907 21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25" name="Freeform 7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8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9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10"/>
              <p:cNvSpPr/>
              <p:nvPr>
                <p:custDataLst>
                  <p:tags r:id="rId41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1"/>
              <p:cNvSpPr/>
              <p:nvPr>
                <p:custDataLst>
                  <p:tags r:id="rId42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2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3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4" name="PA_chenying0907 31"/>
          <p:cNvGrpSpPr/>
          <p:nvPr>
            <p:custDataLst>
              <p:tags r:id="rId5"/>
            </p:custDataLst>
          </p:nvPr>
        </p:nvGrpSpPr>
        <p:grpSpPr>
          <a:xfrm>
            <a:off x="963295" y="4276090"/>
            <a:ext cx="549275" cy="596900"/>
            <a:chOff x="5038628" y="2357164"/>
            <a:chExt cx="2114744" cy="2296116"/>
          </a:xfrm>
        </p:grpSpPr>
        <p:grpSp>
          <p:nvGrpSpPr>
            <p:cNvPr id="35" name="chenying0907 32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42" name="Freeform 5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6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36" name="chenying0907 33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37" name="Freeform 7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8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9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10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11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12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13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6545" y="3048635"/>
            <a:ext cx="4770120" cy="3307080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Definitions of tree</a:t>
            </a:r>
          </a:p>
          <a:p>
            <a:pPr marL="0" algn="l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Binary tree</a:t>
            </a:r>
          </a:p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AVL tree</a:t>
            </a:r>
          </a:p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Splay tree</a:t>
            </a:r>
          </a:p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B-tree</a:t>
            </a:r>
          </a:p>
          <a:p>
            <a:pPr lvl="1">
              <a:spcBef>
                <a:spcPts val="395"/>
              </a:spcBef>
              <a:spcAft>
                <a:spcPts val="395"/>
              </a:spcAft>
            </a:pPr>
            <a:endParaRPr lang="en-US" altLang="zh-CN" sz="3600" dirty="0">
              <a:ea typeface="宋体" panose="02010600030101010101" pitchFamily="2" charset="-122"/>
            </a:endParaRPr>
          </a:p>
        </p:txBody>
      </p:sp>
      <p:grpSp>
        <p:nvGrpSpPr>
          <p:cNvPr id="4" name="PA_chenying0907 31"/>
          <p:cNvGrpSpPr/>
          <p:nvPr>
            <p:custDataLst>
              <p:tags r:id="rId6"/>
            </p:custDataLst>
          </p:nvPr>
        </p:nvGrpSpPr>
        <p:grpSpPr>
          <a:xfrm>
            <a:off x="946785" y="4905375"/>
            <a:ext cx="549275" cy="596900"/>
            <a:chOff x="5038628" y="2357164"/>
            <a:chExt cx="2114744" cy="2296116"/>
          </a:xfrm>
        </p:grpSpPr>
        <p:grpSp>
          <p:nvGrpSpPr>
            <p:cNvPr id="8" name="chenying0907 32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46" name="Freeform 5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6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48" name="chenying0907 33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49" name="Freeform 7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8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9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10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11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12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13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6" name="PA_chenying0907 31"/>
          <p:cNvGrpSpPr/>
          <p:nvPr>
            <p:custDataLst>
              <p:tags r:id="rId7"/>
            </p:custDataLst>
          </p:nvPr>
        </p:nvGrpSpPr>
        <p:grpSpPr>
          <a:xfrm>
            <a:off x="930275" y="5534660"/>
            <a:ext cx="549275" cy="596900"/>
            <a:chOff x="5038628" y="2357164"/>
            <a:chExt cx="2114744" cy="2296116"/>
          </a:xfrm>
        </p:grpSpPr>
        <p:grpSp>
          <p:nvGrpSpPr>
            <p:cNvPr id="57" name="chenying0907 32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58" name="Freeform 5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6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60" name="chenying0907 33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61" name="Freeform 7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8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9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10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11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12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13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" name="日期占位符 3"/>
          <p:cNvSpPr>
            <a:spLocks noGrp="1"/>
          </p:cNvSpPr>
          <p:nvPr>
            <p:ph type="dt" sz="quarter" idx="10"/>
            <p:custDataLst>
              <p:tags r:id="rId8"/>
            </p:custDataLst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F15CB8-BF03-4FBF-BE1A-8D41800455FE}" type="datetime1">
              <a:rPr lang="zh-CN" altLang="en-US" sz="790" smtClean="0"/>
              <a:pPr/>
              <a:t>2025/12/13</a:t>
            </a:fld>
            <a:endParaRPr lang="en-US" altLang="zh-CN" sz="790" dirty="0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EA7791-8905-46EB-8A89-C4DA7D501A12}" type="slidenum">
              <a:rPr lang="en-US" altLang="zh-CN" sz="790"/>
              <a:pPr/>
              <a:t>2</a:t>
            </a:fld>
            <a:endParaRPr lang="en-US" altLang="zh-CN" sz="79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build="p"/>
      <p:bldP spid="5126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60065" y="3101340"/>
            <a:ext cx="4321810" cy="110363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AVL Trees</a:t>
            </a:r>
          </a:p>
        </p:txBody>
      </p:sp>
      <p:sp>
        <p:nvSpPr>
          <p:cNvPr id="253" name="Freeform 66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 rot="218059">
            <a:off x="2211017" y="2796845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4" name="Freeform 21"/>
          <p:cNvSpPr/>
          <p:nvPr>
            <p:custDataLst>
              <p:tags r:id="rId2"/>
            </p:custDataLst>
          </p:nvPr>
        </p:nvSpPr>
        <p:spPr bwMode="auto">
          <a:xfrm>
            <a:off x="1820137" y="4365863"/>
            <a:ext cx="5716934" cy="236783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6" name="Freeform 66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 rot="218059">
            <a:off x="7899230" y="4168444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57" name="组合 256"/>
          <p:cNvGrpSpPr/>
          <p:nvPr/>
        </p:nvGrpSpPr>
        <p:grpSpPr>
          <a:xfrm>
            <a:off x="6378216" y="1357125"/>
            <a:ext cx="1341837" cy="428035"/>
            <a:chOff x="1499734" y="1836011"/>
            <a:chExt cx="1723530" cy="785645"/>
          </a:xfrm>
        </p:grpSpPr>
        <p:sp>
          <p:nvSpPr>
            <p:cNvPr id="258" name="任意多边形 257"/>
            <p:cNvSpPr/>
            <p:nvPr>
              <p:custDataLst>
                <p:tags r:id="rId17"/>
              </p:custDataLst>
            </p:nvPr>
          </p:nvSpPr>
          <p:spPr>
            <a:xfrm>
              <a:off x="1862723" y="1836011"/>
              <a:ext cx="1360541" cy="764760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 258"/>
            <p:cNvSpPr/>
            <p:nvPr>
              <p:custDataLst>
                <p:tags r:id="rId18"/>
              </p:custDataLst>
            </p:nvPr>
          </p:nvSpPr>
          <p:spPr>
            <a:xfrm>
              <a:off x="1499734" y="2157271"/>
              <a:ext cx="770022" cy="464385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0" name="Group 22"/>
          <p:cNvGrpSpPr/>
          <p:nvPr/>
        </p:nvGrpSpPr>
        <p:grpSpPr>
          <a:xfrm>
            <a:off x="395576" y="3923931"/>
            <a:ext cx="953802" cy="435606"/>
            <a:chOff x="0" y="-1"/>
            <a:chExt cx="1887191" cy="861891"/>
          </a:xfrm>
        </p:grpSpPr>
        <p:sp>
          <p:nvSpPr>
            <p:cNvPr id="261" name="Shape 20"/>
            <p:cNvSpPr/>
            <p:nvPr>
              <p:custDataLst>
                <p:tags r:id="rId15"/>
              </p:custDataLst>
            </p:nvPr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2" name="Shape 21"/>
            <p:cNvSpPr/>
            <p:nvPr>
              <p:custDataLst>
                <p:tags r:id="rId16"/>
              </p:custDataLst>
            </p:nvPr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1F4E79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264" name="Group 98"/>
          <p:cNvGrpSpPr/>
          <p:nvPr/>
        </p:nvGrpSpPr>
        <p:grpSpPr>
          <a:xfrm rot="1262012">
            <a:off x="1397198" y="1377912"/>
            <a:ext cx="673320" cy="842234"/>
            <a:chOff x="0" y="0"/>
            <a:chExt cx="1561716" cy="1953500"/>
          </a:xfrm>
        </p:grpSpPr>
        <p:grpSp>
          <p:nvGrpSpPr>
            <p:cNvPr id="265" name="Group 90"/>
            <p:cNvGrpSpPr/>
            <p:nvPr/>
          </p:nvGrpSpPr>
          <p:grpSpPr>
            <a:xfrm>
              <a:off x="622299" y="723900"/>
              <a:ext cx="539187" cy="576209"/>
              <a:chOff x="0" y="0"/>
              <a:chExt cx="539185" cy="576208"/>
            </a:xfrm>
          </p:grpSpPr>
          <p:sp>
            <p:nvSpPr>
              <p:cNvPr id="273" name="Shape 88"/>
              <p:cNvSpPr/>
              <p:nvPr>
                <p:custDataLst>
                  <p:tags r:id="rId13"/>
                </p:custDataLst>
              </p:nvPr>
            </p:nvSpPr>
            <p:spPr>
              <a:xfrm>
                <a:off x="-1" y="0"/>
                <a:ext cx="539187" cy="576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4" h="17472" extrusionOk="0">
                    <a:moveTo>
                      <a:pt x="17716" y="14514"/>
                    </a:moveTo>
                    <a:cubicBezTo>
                      <a:pt x="20957" y="10991"/>
                      <a:pt x="21156" y="5148"/>
                      <a:pt x="16903" y="2098"/>
                    </a:cubicBezTo>
                    <a:cubicBezTo>
                      <a:pt x="10629" y="-2401"/>
                      <a:pt x="569" y="729"/>
                      <a:pt x="21" y="7726"/>
                    </a:cubicBezTo>
                    <a:cubicBezTo>
                      <a:pt x="-444" y="13669"/>
                      <a:pt x="6904" y="19199"/>
                      <a:pt x="13877" y="16965"/>
                    </a:cubicBezTo>
                    <a:cubicBezTo>
                      <a:pt x="15420" y="16471"/>
                      <a:pt x="16714" y="15603"/>
                      <a:pt x="17716" y="14514"/>
                    </a:cubicBezTo>
                    <a:close/>
                  </a:path>
                </a:pathLst>
              </a:custGeom>
              <a:solidFill>
                <a:srgbClr val="E7E4E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4" name="Shape 89"/>
              <p:cNvSpPr/>
              <p:nvPr>
                <p:custDataLst>
                  <p:tags r:id="rId14"/>
                </p:custDataLst>
              </p:nvPr>
            </p:nvSpPr>
            <p:spPr>
              <a:xfrm>
                <a:off x="114300" y="114300"/>
                <a:ext cx="320568" cy="3425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5" h="17472" extrusionOk="0">
                    <a:moveTo>
                      <a:pt x="17716" y="14515"/>
                    </a:moveTo>
                    <a:cubicBezTo>
                      <a:pt x="20957" y="10992"/>
                      <a:pt x="21156" y="5149"/>
                      <a:pt x="16903" y="2099"/>
                    </a:cubicBezTo>
                    <a:cubicBezTo>
                      <a:pt x="10629" y="-2400"/>
                      <a:pt x="569" y="730"/>
                      <a:pt x="21" y="7727"/>
                    </a:cubicBezTo>
                    <a:cubicBezTo>
                      <a:pt x="-444" y="13670"/>
                      <a:pt x="6904" y="19200"/>
                      <a:pt x="13878" y="16966"/>
                    </a:cubicBezTo>
                    <a:cubicBezTo>
                      <a:pt x="15420" y="16471"/>
                      <a:pt x="16714" y="15604"/>
                      <a:pt x="17716" y="14515"/>
                    </a:cubicBezTo>
                    <a:close/>
                  </a:path>
                </a:pathLst>
              </a:custGeom>
              <a:solidFill>
                <a:srgbClr val="FDD67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66" name="Group 97"/>
            <p:cNvGrpSpPr/>
            <p:nvPr/>
          </p:nvGrpSpPr>
          <p:grpSpPr>
            <a:xfrm>
              <a:off x="0" y="-1"/>
              <a:ext cx="1561717" cy="1953502"/>
              <a:chOff x="0" y="0"/>
              <a:chExt cx="1561716" cy="1953500"/>
            </a:xfrm>
          </p:grpSpPr>
          <p:sp>
            <p:nvSpPr>
              <p:cNvPr id="267" name="Shape 91"/>
              <p:cNvSpPr/>
              <p:nvPr>
                <p:custDataLst>
                  <p:tags r:id="rId7"/>
                </p:custDataLst>
              </p:nvPr>
            </p:nvSpPr>
            <p:spPr>
              <a:xfrm>
                <a:off x="-1" y="0"/>
                <a:ext cx="1561718" cy="1953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3" h="21575" extrusionOk="0">
                    <a:moveTo>
                      <a:pt x="4422" y="10273"/>
                    </a:moveTo>
                    <a:cubicBezTo>
                      <a:pt x="4988" y="10128"/>
                      <a:pt x="5596" y="10037"/>
                      <a:pt x="6024" y="10128"/>
                    </a:cubicBezTo>
                    <a:cubicBezTo>
                      <a:pt x="7105" y="8239"/>
                      <a:pt x="8932" y="6998"/>
                      <a:pt x="10714" y="5587"/>
                    </a:cubicBezTo>
                    <a:cubicBezTo>
                      <a:pt x="12697" y="4016"/>
                      <a:pt x="14777" y="2735"/>
                      <a:pt x="17151" y="1581"/>
                    </a:cubicBezTo>
                    <a:cubicBezTo>
                      <a:pt x="18423" y="962"/>
                      <a:pt x="19735" y="449"/>
                      <a:pt x="21109" y="0"/>
                    </a:cubicBezTo>
                    <a:cubicBezTo>
                      <a:pt x="21057" y="17"/>
                      <a:pt x="21261" y="2955"/>
                      <a:pt x="20839" y="4745"/>
                    </a:cubicBezTo>
                    <a:cubicBezTo>
                      <a:pt x="20497" y="6196"/>
                      <a:pt x="20104" y="7587"/>
                      <a:pt x="19402" y="8948"/>
                    </a:cubicBezTo>
                    <a:cubicBezTo>
                      <a:pt x="18832" y="10055"/>
                      <a:pt x="18455" y="11150"/>
                      <a:pt x="17794" y="12230"/>
                    </a:cubicBezTo>
                    <a:cubicBezTo>
                      <a:pt x="17708" y="12371"/>
                      <a:pt x="16484" y="14383"/>
                      <a:pt x="16436" y="14360"/>
                    </a:cubicBezTo>
                    <a:cubicBezTo>
                      <a:pt x="16949" y="14631"/>
                      <a:pt x="17118" y="15843"/>
                      <a:pt x="17101" y="16284"/>
                    </a:cubicBezTo>
                    <a:cubicBezTo>
                      <a:pt x="17074" y="17045"/>
                      <a:pt x="16801" y="18083"/>
                      <a:pt x="16459" y="18783"/>
                    </a:cubicBezTo>
                    <a:cubicBezTo>
                      <a:pt x="15792" y="20152"/>
                      <a:pt x="14589" y="21319"/>
                      <a:pt x="12593" y="21505"/>
                    </a:cubicBezTo>
                    <a:cubicBezTo>
                      <a:pt x="12169" y="21545"/>
                      <a:pt x="11727" y="21600"/>
                      <a:pt x="11302" y="21562"/>
                    </a:cubicBezTo>
                    <a:cubicBezTo>
                      <a:pt x="11902" y="21366"/>
                      <a:pt x="12300" y="20667"/>
                      <a:pt x="12472" y="20196"/>
                    </a:cubicBezTo>
                    <a:cubicBezTo>
                      <a:pt x="12593" y="19865"/>
                      <a:pt x="12628" y="19516"/>
                      <a:pt x="12567" y="19173"/>
                    </a:cubicBezTo>
                    <a:cubicBezTo>
                      <a:pt x="12547" y="19061"/>
                      <a:pt x="12120" y="18241"/>
                      <a:pt x="12133" y="18225"/>
                    </a:cubicBezTo>
                    <a:cubicBezTo>
                      <a:pt x="11577" y="18901"/>
                      <a:pt x="10529" y="19406"/>
                      <a:pt x="9649" y="19755"/>
                    </a:cubicBezTo>
                    <a:cubicBezTo>
                      <a:pt x="9055" y="19528"/>
                      <a:pt x="7992" y="18910"/>
                      <a:pt x="7621" y="18704"/>
                    </a:cubicBezTo>
                    <a:cubicBezTo>
                      <a:pt x="6788" y="18241"/>
                      <a:pt x="5993" y="17735"/>
                      <a:pt x="5229" y="17198"/>
                    </a:cubicBezTo>
                    <a:cubicBezTo>
                      <a:pt x="4963" y="17011"/>
                      <a:pt x="4136" y="16487"/>
                      <a:pt x="4026" y="16251"/>
                    </a:cubicBezTo>
                    <a:cubicBezTo>
                      <a:pt x="3931" y="16045"/>
                      <a:pt x="4554" y="14389"/>
                      <a:pt x="4437" y="14350"/>
                    </a:cubicBezTo>
                    <a:cubicBezTo>
                      <a:pt x="3946" y="14185"/>
                      <a:pt x="3105" y="14445"/>
                      <a:pt x="2643" y="14602"/>
                    </a:cubicBezTo>
                    <a:cubicBezTo>
                      <a:pt x="2110" y="14785"/>
                      <a:pt x="835" y="15557"/>
                      <a:pt x="800" y="16582"/>
                    </a:cubicBezTo>
                    <a:cubicBezTo>
                      <a:pt x="-339" y="15137"/>
                      <a:pt x="-266" y="13495"/>
                      <a:pt x="1050" y="12196"/>
                    </a:cubicBezTo>
                    <a:cubicBezTo>
                      <a:pt x="1672" y="11583"/>
                      <a:pt x="2430" y="11014"/>
                      <a:pt x="3301" y="10647"/>
                    </a:cubicBezTo>
                    <a:cubicBezTo>
                      <a:pt x="3585" y="10527"/>
                      <a:pt x="3992" y="10384"/>
                      <a:pt x="4422" y="10273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8" name="Shape 92"/>
              <p:cNvSpPr/>
              <p:nvPr>
                <p:custDataLst>
                  <p:tags r:id="rId8"/>
                </p:custDataLst>
              </p:nvPr>
            </p:nvSpPr>
            <p:spPr>
              <a:xfrm>
                <a:off x="1066800" y="266700"/>
                <a:ext cx="431366" cy="289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379" y="6426"/>
                      <a:pt x="7227" y="11376"/>
                      <a:pt x="11452" y="14964"/>
                    </a:cubicBezTo>
                    <a:cubicBezTo>
                      <a:pt x="13898" y="17041"/>
                      <a:pt x="19295" y="20423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9" name="Shape 93"/>
              <p:cNvSpPr/>
              <p:nvPr>
                <p:custDataLst>
                  <p:tags r:id="rId9"/>
                </p:custDataLst>
              </p:nvPr>
            </p:nvSpPr>
            <p:spPr>
              <a:xfrm>
                <a:off x="1003300" y="317500"/>
                <a:ext cx="479079" cy="327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142" y="5671"/>
                      <a:pt x="7183" y="11692"/>
                      <a:pt x="10987" y="14858"/>
                    </a:cubicBezTo>
                    <a:cubicBezTo>
                      <a:pt x="13189" y="16691"/>
                      <a:pt x="19525" y="20561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0" name="Shape 9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17500" y="1028700"/>
                <a:ext cx="84374" cy="267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016" y="15315"/>
                      <a:pt x="14405" y="5985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1" name="Shape 95"/>
              <p:cNvSpPr/>
              <p:nvPr>
                <p:custDataLst>
                  <p:tags r:id="rId11"/>
                </p:custDataLst>
              </p:nvPr>
            </p:nvSpPr>
            <p:spPr>
              <a:xfrm>
                <a:off x="889000" y="1409700"/>
                <a:ext cx="194631" cy="2416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151" y="14365"/>
                      <a:pt x="14301" y="8151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2" name="Shape 96"/>
              <p:cNvSpPr/>
              <p:nvPr>
                <p:custDataLst>
                  <p:tags r:id="rId12"/>
                </p:custDataLst>
              </p:nvPr>
            </p:nvSpPr>
            <p:spPr>
              <a:xfrm>
                <a:off x="304800" y="1358900"/>
                <a:ext cx="514350" cy="349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445" y="1850"/>
                      <a:pt x="4122" y="5622"/>
                      <a:pt x="6224" y="8181"/>
                    </a:cubicBezTo>
                    <a:cubicBezTo>
                      <a:pt x="8411" y="10843"/>
                      <a:pt x="10777" y="13242"/>
                      <a:pt x="13131" y="15565"/>
                    </a:cubicBezTo>
                    <a:cubicBezTo>
                      <a:pt x="15743" y="18141"/>
                      <a:pt x="18474" y="20652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sp>
        <p:nvSpPr>
          <p:cNvPr id="3" name="灯片编号占位符 2"/>
          <p:cNvSpPr>
            <a:spLocks noGrp="1"/>
          </p:cNvSpPr>
          <p:nvPr>
            <p:ph type="sldNum" sz="quarter" idx="4294967295"/>
            <p:custDataLst>
              <p:tags r:id="rId4"/>
            </p:custDataLst>
          </p:nvPr>
        </p:nvSpPr>
        <p:spPr>
          <a:xfrm>
            <a:off x="5635769" y="6356353"/>
            <a:ext cx="1157288" cy="365125"/>
          </a:xfrm>
        </p:spPr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750" smtClean="0"/>
              <a:pPr>
                <a:defRPr/>
              </a:pPr>
              <a:t>3</a:t>
            </a:fld>
            <a:endParaRPr lang="zh-CN" altLang="en-US" sz="750"/>
          </a:p>
        </p:txBody>
      </p:sp>
      <p:sp>
        <p:nvSpPr>
          <p:cNvPr id="8" name="日期占位符 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353866" y="6356353"/>
            <a:ext cx="1157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133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DE1A424-C712-40FE-ADD1-E4ED92881DD0}" type="datetime1">
              <a:rPr lang="zh-CN" altLang="en-US" sz="750" smtClean="0"/>
              <a:pPr>
                <a:defRPr/>
              </a:pPr>
              <a:t>2025/12/13</a:t>
            </a:fld>
            <a:endParaRPr lang="zh-CN" altLang="en-US" sz="750"/>
          </a:p>
        </p:txBody>
      </p:sp>
      <p:sp>
        <p:nvSpPr>
          <p:cNvPr id="9" name="页脚占位符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704035" y="6356353"/>
            <a:ext cx="17359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790"/>
              <a:t>AVL Trees  - Lecture 4-2</a:t>
            </a:r>
            <a:endParaRPr lang="zh-CN" altLang="en-US" sz="79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22987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Readings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968EBC-DC1E-4670-8456-699794B666B5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399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A8A39B-02FF-43A1-AA7D-7CEC33486D9D}" type="slidenum">
              <a:rPr lang="en-US" altLang="zh-CN" sz="790"/>
              <a:pPr/>
              <a:t>4</a:t>
            </a:fld>
            <a:endParaRPr lang="en-US" altLang="zh-CN" sz="790"/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51280" y="2976880"/>
            <a:ext cx="4639310" cy="1224280"/>
          </a:xfrm>
        </p:spPr>
        <p:txBody>
          <a:bodyPr>
            <a:noAutofit/>
          </a:bodyPr>
          <a:lstStyle/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sz="4000" dirty="0">
                <a:ea typeface="宋体" panose="02010600030101010101" pitchFamily="2" charset="-122"/>
              </a:rPr>
              <a:t>Reading </a:t>
            </a:r>
          </a:p>
          <a:p>
            <a:pPr lvl="1">
              <a:spcBef>
                <a:spcPts val="395"/>
              </a:spcBef>
              <a:spcAft>
                <a:spcPts val="395"/>
              </a:spcAft>
            </a:pPr>
            <a:r>
              <a:rPr lang="en-US" altLang="zh-CN" sz="3600" dirty="0">
                <a:ea typeface="宋体" panose="02010600030101010101" pitchFamily="2" charset="-122"/>
              </a:rPr>
              <a:t>Section 4.4, </a:t>
            </a:r>
          </a:p>
        </p:txBody>
      </p:sp>
      <p:grpSp>
        <p:nvGrpSpPr>
          <p:cNvPr id="17" name="PA_chenying0907 16"/>
          <p:cNvGrpSpPr/>
          <p:nvPr>
            <p:custDataLst>
              <p:tags r:id="rId5"/>
            </p:custDataLst>
          </p:nvPr>
        </p:nvGrpSpPr>
        <p:grpSpPr>
          <a:xfrm>
            <a:off x="6704345" y="2930078"/>
            <a:ext cx="1292722" cy="1430612"/>
            <a:chOff x="5451475" y="2014538"/>
            <a:chExt cx="238125" cy="263525"/>
          </a:xfrm>
          <a:solidFill>
            <a:schemeClr val="accent3"/>
          </a:solidFill>
        </p:grpSpPr>
        <p:sp>
          <p:nvSpPr>
            <p:cNvPr id="18" name="Freeform 6"/>
            <p:cNvSpPr/>
            <p:nvPr>
              <p:custDataLst>
                <p:tags r:id="rId6"/>
              </p:custDataLst>
            </p:nvPr>
          </p:nvSpPr>
          <p:spPr bwMode="auto">
            <a:xfrm>
              <a:off x="5473700" y="2217738"/>
              <a:ext cx="7938" cy="6350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1 h 2"/>
                <a:gd name="T4" fmla="*/ 1 w 2"/>
                <a:gd name="T5" fmla="*/ 2 h 2"/>
                <a:gd name="T6" fmla="*/ 0 w 2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0"/>
                    <a:pt x="1" y="1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19" name="Freeform 7"/>
            <p:cNvSpPr/>
            <p:nvPr>
              <p:custDataLst>
                <p:tags r:id="rId7"/>
              </p:custDataLst>
            </p:nvPr>
          </p:nvSpPr>
          <p:spPr bwMode="auto">
            <a:xfrm>
              <a:off x="5487988" y="2206626"/>
              <a:ext cx="4763" cy="11113"/>
            </a:xfrm>
            <a:custGeom>
              <a:avLst/>
              <a:gdLst>
                <a:gd name="T0" fmla="*/ 0 w 1"/>
                <a:gd name="T1" fmla="*/ 3 h 3"/>
                <a:gd name="T2" fmla="*/ 0 w 1"/>
                <a:gd name="T3" fmla="*/ 0 h 3"/>
                <a:gd name="T4" fmla="*/ 0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0" y="3"/>
                  </a:moveTo>
                  <a:cubicBezTo>
                    <a:pt x="0" y="2"/>
                    <a:pt x="0" y="1"/>
                    <a:pt x="0" y="0"/>
                  </a:cubicBezTo>
                  <a:cubicBezTo>
                    <a:pt x="1" y="1"/>
                    <a:pt x="1" y="3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0" name="Freeform 8"/>
            <p:cNvSpPr/>
            <p:nvPr>
              <p:custDataLst>
                <p:tags r:id="rId8"/>
              </p:custDataLst>
            </p:nvPr>
          </p:nvSpPr>
          <p:spPr bwMode="auto">
            <a:xfrm>
              <a:off x="5487988" y="2105026"/>
              <a:ext cx="7938" cy="3175"/>
            </a:xfrm>
            <a:custGeom>
              <a:avLst/>
              <a:gdLst>
                <a:gd name="T0" fmla="*/ 0 w 2"/>
                <a:gd name="T1" fmla="*/ 1 h 1"/>
                <a:gd name="T2" fmla="*/ 0 w 2"/>
                <a:gd name="T3" fmla="*/ 0 h 1"/>
                <a:gd name="T4" fmla="*/ 2 w 2"/>
                <a:gd name="T5" fmla="*/ 1 h 1"/>
                <a:gd name="T6" fmla="*/ 0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1" y="1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1" name="Freeform 9"/>
            <p:cNvSpPr/>
            <p:nvPr>
              <p:custDataLst>
                <p:tags r:id="rId9"/>
              </p:custDataLst>
            </p:nvPr>
          </p:nvSpPr>
          <p:spPr bwMode="auto">
            <a:xfrm>
              <a:off x="5522913" y="2146301"/>
              <a:ext cx="38100" cy="74613"/>
            </a:xfrm>
            <a:custGeom>
              <a:avLst/>
              <a:gdLst>
                <a:gd name="T0" fmla="*/ 3 w 10"/>
                <a:gd name="T1" fmla="*/ 0 h 20"/>
                <a:gd name="T2" fmla="*/ 3 w 10"/>
                <a:gd name="T3" fmla="*/ 1 h 20"/>
                <a:gd name="T4" fmla="*/ 9 w 10"/>
                <a:gd name="T5" fmla="*/ 0 h 20"/>
                <a:gd name="T6" fmla="*/ 10 w 10"/>
                <a:gd name="T7" fmla="*/ 1 h 20"/>
                <a:gd name="T8" fmla="*/ 8 w 10"/>
                <a:gd name="T9" fmla="*/ 2 h 20"/>
                <a:gd name="T10" fmla="*/ 7 w 10"/>
                <a:gd name="T11" fmla="*/ 9 h 20"/>
                <a:gd name="T12" fmla="*/ 9 w 10"/>
                <a:gd name="T13" fmla="*/ 10 h 20"/>
                <a:gd name="T14" fmla="*/ 6 w 10"/>
                <a:gd name="T15" fmla="*/ 20 h 20"/>
                <a:gd name="T16" fmla="*/ 6 w 10"/>
                <a:gd name="T17" fmla="*/ 17 h 20"/>
                <a:gd name="T18" fmla="*/ 3 w 10"/>
                <a:gd name="T19" fmla="*/ 18 h 20"/>
                <a:gd name="T20" fmla="*/ 6 w 10"/>
                <a:gd name="T21" fmla="*/ 16 h 20"/>
                <a:gd name="T22" fmla="*/ 6 w 10"/>
                <a:gd name="T23" fmla="*/ 11 h 20"/>
                <a:gd name="T24" fmla="*/ 4 w 10"/>
                <a:gd name="T25" fmla="*/ 12 h 20"/>
                <a:gd name="T26" fmla="*/ 6 w 10"/>
                <a:gd name="T27" fmla="*/ 10 h 20"/>
                <a:gd name="T28" fmla="*/ 7 w 10"/>
                <a:gd name="T29" fmla="*/ 3 h 20"/>
                <a:gd name="T30" fmla="*/ 3 w 10"/>
                <a:gd name="T31" fmla="*/ 3 h 20"/>
                <a:gd name="T32" fmla="*/ 2 w 10"/>
                <a:gd name="T33" fmla="*/ 20 h 20"/>
                <a:gd name="T34" fmla="*/ 1 w 10"/>
                <a:gd name="T35" fmla="*/ 9 h 20"/>
                <a:gd name="T36" fmla="*/ 3 w 10"/>
                <a:gd name="T3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20"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cubicBezTo>
                    <a:pt x="6" y="2"/>
                    <a:pt x="7" y="1"/>
                    <a:pt x="9" y="0"/>
                  </a:cubicBezTo>
                  <a:cubicBezTo>
                    <a:pt x="9" y="1"/>
                    <a:pt x="10" y="1"/>
                    <a:pt x="10" y="1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8" y="4"/>
                    <a:pt x="8" y="7"/>
                    <a:pt x="7" y="9"/>
                  </a:cubicBezTo>
                  <a:cubicBezTo>
                    <a:pt x="8" y="10"/>
                    <a:pt x="8" y="9"/>
                    <a:pt x="9" y="10"/>
                  </a:cubicBezTo>
                  <a:cubicBezTo>
                    <a:pt x="6" y="13"/>
                    <a:pt x="8" y="17"/>
                    <a:pt x="6" y="20"/>
                  </a:cubicBezTo>
                  <a:cubicBezTo>
                    <a:pt x="5" y="19"/>
                    <a:pt x="7" y="18"/>
                    <a:pt x="6" y="17"/>
                  </a:cubicBezTo>
                  <a:cubicBezTo>
                    <a:pt x="5" y="17"/>
                    <a:pt x="4" y="18"/>
                    <a:pt x="3" y="18"/>
                  </a:cubicBezTo>
                  <a:cubicBezTo>
                    <a:pt x="3" y="16"/>
                    <a:pt x="5" y="16"/>
                    <a:pt x="6" y="16"/>
                  </a:cubicBezTo>
                  <a:cubicBezTo>
                    <a:pt x="6" y="15"/>
                    <a:pt x="6" y="13"/>
                    <a:pt x="6" y="11"/>
                  </a:cubicBezTo>
                  <a:cubicBezTo>
                    <a:pt x="5" y="12"/>
                    <a:pt x="4" y="12"/>
                    <a:pt x="4" y="12"/>
                  </a:cubicBezTo>
                  <a:cubicBezTo>
                    <a:pt x="4" y="11"/>
                    <a:pt x="5" y="10"/>
                    <a:pt x="6" y="10"/>
                  </a:cubicBezTo>
                  <a:cubicBezTo>
                    <a:pt x="7" y="7"/>
                    <a:pt x="7" y="6"/>
                    <a:pt x="7" y="3"/>
                  </a:cubicBezTo>
                  <a:cubicBezTo>
                    <a:pt x="6" y="2"/>
                    <a:pt x="4" y="4"/>
                    <a:pt x="3" y="3"/>
                  </a:cubicBezTo>
                  <a:cubicBezTo>
                    <a:pt x="1" y="8"/>
                    <a:pt x="3" y="15"/>
                    <a:pt x="2" y="20"/>
                  </a:cubicBezTo>
                  <a:cubicBezTo>
                    <a:pt x="1" y="17"/>
                    <a:pt x="1" y="13"/>
                    <a:pt x="1" y="9"/>
                  </a:cubicBezTo>
                  <a:cubicBezTo>
                    <a:pt x="1" y="6"/>
                    <a:pt x="0" y="2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2" name="Freeform 10"/>
            <p:cNvSpPr/>
            <p:nvPr>
              <p:custDataLst>
                <p:tags r:id="rId10"/>
              </p:custDataLst>
            </p:nvPr>
          </p:nvSpPr>
          <p:spPr bwMode="auto">
            <a:xfrm>
              <a:off x="5526088" y="2224088"/>
              <a:ext cx="4763" cy="7938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3" name="Freeform 11"/>
            <p:cNvSpPr/>
            <p:nvPr>
              <p:custDataLst>
                <p:tags r:id="rId11"/>
              </p:custDataLst>
            </p:nvPr>
          </p:nvSpPr>
          <p:spPr bwMode="auto">
            <a:xfrm>
              <a:off x="5534025" y="2224088"/>
              <a:ext cx="7938" cy="4763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0 h 1"/>
                <a:gd name="T4" fmla="*/ 0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4" name="Freeform 12"/>
            <p:cNvSpPr/>
            <p:nvPr>
              <p:custDataLst>
                <p:tags r:id="rId12"/>
              </p:custDataLst>
            </p:nvPr>
          </p:nvSpPr>
          <p:spPr bwMode="auto">
            <a:xfrm>
              <a:off x="5541963" y="2039938"/>
              <a:ext cx="7938" cy="4763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2" y="0"/>
                    <a:pt x="1" y="1"/>
                    <a:pt x="1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5" name="Freeform 13"/>
            <p:cNvSpPr/>
            <p:nvPr>
              <p:custDataLst>
                <p:tags r:id="rId13"/>
              </p:custDataLst>
            </p:nvPr>
          </p:nvSpPr>
          <p:spPr bwMode="auto">
            <a:xfrm>
              <a:off x="5575300" y="2182813"/>
              <a:ext cx="26988" cy="57150"/>
            </a:xfrm>
            <a:custGeom>
              <a:avLst/>
              <a:gdLst>
                <a:gd name="T0" fmla="*/ 0 w 7"/>
                <a:gd name="T1" fmla="*/ 14 h 15"/>
                <a:gd name="T2" fmla="*/ 2 w 7"/>
                <a:gd name="T3" fmla="*/ 2 h 15"/>
                <a:gd name="T4" fmla="*/ 1 w 7"/>
                <a:gd name="T5" fmla="*/ 0 h 15"/>
                <a:gd name="T6" fmla="*/ 7 w 7"/>
                <a:gd name="T7" fmla="*/ 0 h 15"/>
                <a:gd name="T8" fmla="*/ 3 w 7"/>
                <a:gd name="T9" fmla="*/ 1 h 15"/>
                <a:gd name="T10" fmla="*/ 2 w 7"/>
                <a:gd name="T11" fmla="*/ 7 h 15"/>
                <a:gd name="T12" fmla="*/ 7 w 7"/>
                <a:gd name="T13" fmla="*/ 7 h 15"/>
                <a:gd name="T14" fmla="*/ 3 w 7"/>
                <a:gd name="T15" fmla="*/ 8 h 15"/>
                <a:gd name="T16" fmla="*/ 2 w 7"/>
                <a:gd name="T17" fmla="*/ 12 h 15"/>
                <a:gd name="T18" fmla="*/ 7 w 7"/>
                <a:gd name="T19" fmla="*/ 12 h 15"/>
                <a:gd name="T20" fmla="*/ 3 w 7"/>
                <a:gd name="T21" fmla="*/ 13 h 15"/>
                <a:gd name="T22" fmla="*/ 2 w 7"/>
                <a:gd name="T23" fmla="*/ 15 h 15"/>
                <a:gd name="T24" fmla="*/ 0 w 7"/>
                <a:gd name="T25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15">
                  <a:moveTo>
                    <a:pt x="0" y="14"/>
                  </a:moveTo>
                  <a:cubicBezTo>
                    <a:pt x="3" y="11"/>
                    <a:pt x="0" y="5"/>
                    <a:pt x="2" y="2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7" y="2"/>
                    <a:pt x="5" y="0"/>
                    <a:pt x="3" y="1"/>
                  </a:cubicBezTo>
                  <a:cubicBezTo>
                    <a:pt x="2" y="3"/>
                    <a:pt x="3" y="5"/>
                    <a:pt x="2" y="7"/>
                  </a:cubicBezTo>
                  <a:cubicBezTo>
                    <a:pt x="4" y="8"/>
                    <a:pt x="5" y="6"/>
                    <a:pt x="7" y="7"/>
                  </a:cubicBezTo>
                  <a:cubicBezTo>
                    <a:pt x="7" y="9"/>
                    <a:pt x="4" y="8"/>
                    <a:pt x="3" y="8"/>
                  </a:cubicBezTo>
                  <a:cubicBezTo>
                    <a:pt x="2" y="10"/>
                    <a:pt x="2" y="11"/>
                    <a:pt x="2" y="12"/>
                  </a:cubicBezTo>
                  <a:cubicBezTo>
                    <a:pt x="4" y="12"/>
                    <a:pt x="5" y="11"/>
                    <a:pt x="7" y="12"/>
                  </a:cubicBezTo>
                  <a:cubicBezTo>
                    <a:pt x="6" y="12"/>
                    <a:pt x="4" y="13"/>
                    <a:pt x="3" y="13"/>
                  </a:cubicBezTo>
                  <a:cubicBezTo>
                    <a:pt x="2" y="14"/>
                    <a:pt x="2" y="14"/>
                    <a:pt x="2" y="15"/>
                  </a:cubicBezTo>
                  <a:cubicBezTo>
                    <a:pt x="1" y="14"/>
                    <a:pt x="1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6" name="Freeform 14"/>
            <p:cNvSpPr/>
            <p:nvPr>
              <p:custDataLst>
                <p:tags r:id="rId14"/>
              </p:custDataLst>
            </p:nvPr>
          </p:nvSpPr>
          <p:spPr bwMode="auto">
            <a:xfrm>
              <a:off x="5605463" y="2176463"/>
              <a:ext cx="7938" cy="41275"/>
            </a:xfrm>
            <a:custGeom>
              <a:avLst/>
              <a:gdLst>
                <a:gd name="T0" fmla="*/ 0 w 2"/>
                <a:gd name="T1" fmla="*/ 0 h 11"/>
                <a:gd name="T2" fmla="*/ 1 w 2"/>
                <a:gd name="T3" fmla="*/ 11 h 11"/>
                <a:gd name="T4" fmla="*/ 0 w 2"/>
                <a:gd name="T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">
                  <a:moveTo>
                    <a:pt x="0" y="0"/>
                  </a:moveTo>
                  <a:cubicBezTo>
                    <a:pt x="2" y="2"/>
                    <a:pt x="1" y="7"/>
                    <a:pt x="1" y="11"/>
                  </a:cubicBezTo>
                  <a:cubicBezTo>
                    <a:pt x="0" y="8"/>
                    <a:pt x="0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7" name="Freeform 15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451475" y="2014538"/>
              <a:ext cx="238125" cy="263525"/>
            </a:xfrm>
            <a:custGeom>
              <a:avLst/>
              <a:gdLst>
                <a:gd name="T0" fmla="*/ 26 w 63"/>
                <a:gd name="T1" fmla="*/ 0 h 70"/>
                <a:gd name="T2" fmla="*/ 35 w 63"/>
                <a:gd name="T3" fmla="*/ 11 h 70"/>
                <a:gd name="T4" fmla="*/ 53 w 63"/>
                <a:gd name="T5" fmla="*/ 24 h 70"/>
                <a:gd name="T6" fmla="*/ 63 w 63"/>
                <a:gd name="T7" fmla="*/ 23 h 70"/>
                <a:gd name="T8" fmla="*/ 60 w 63"/>
                <a:gd name="T9" fmla="*/ 53 h 70"/>
                <a:gd name="T10" fmla="*/ 60 w 63"/>
                <a:gd name="T11" fmla="*/ 56 h 70"/>
                <a:gd name="T12" fmla="*/ 46 w 63"/>
                <a:gd name="T13" fmla="*/ 68 h 70"/>
                <a:gd name="T14" fmla="*/ 41 w 63"/>
                <a:gd name="T15" fmla="*/ 68 h 70"/>
                <a:gd name="T16" fmla="*/ 4 w 63"/>
                <a:gd name="T17" fmla="*/ 69 h 70"/>
                <a:gd name="T18" fmla="*/ 2 w 63"/>
                <a:gd name="T19" fmla="*/ 21 h 70"/>
                <a:gd name="T20" fmla="*/ 11 w 63"/>
                <a:gd name="T21" fmla="*/ 47 h 70"/>
                <a:gd name="T22" fmla="*/ 6 w 63"/>
                <a:gd name="T23" fmla="*/ 52 h 70"/>
                <a:gd name="T24" fmla="*/ 5 w 63"/>
                <a:gd name="T25" fmla="*/ 40 h 70"/>
                <a:gd name="T26" fmla="*/ 7 w 63"/>
                <a:gd name="T27" fmla="*/ 32 h 70"/>
                <a:gd name="T28" fmla="*/ 4 w 63"/>
                <a:gd name="T29" fmla="*/ 66 h 70"/>
                <a:gd name="T30" fmla="*/ 15 w 63"/>
                <a:gd name="T31" fmla="*/ 23 h 70"/>
                <a:gd name="T32" fmla="*/ 5 w 63"/>
                <a:gd name="T33" fmla="*/ 31 h 70"/>
                <a:gd name="T34" fmla="*/ 15 w 63"/>
                <a:gd name="T35" fmla="*/ 29 h 70"/>
                <a:gd name="T36" fmla="*/ 12 w 63"/>
                <a:gd name="T37" fmla="*/ 41 h 70"/>
                <a:gd name="T38" fmla="*/ 11 w 63"/>
                <a:gd name="T39" fmla="*/ 39 h 70"/>
                <a:gd name="T40" fmla="*/ 7 w 63"/>
                <a:gd name="T41" fmla="*/ 47 h 70"/>
                <a:gd name="T42" fmla="*/ 12 w 63"/>
                <a:gd name="T43" fmla="*/ 42 h 70"/>
                <a:gd name="T44" fmla="*/ 11 w 63"/>
                <a:gd name="T45" fmla="*/ 47 h 70"/>
                <a:gd name="T46" fmla="*/ 12 w 63"/>
                <a:gd name="T47" fmla="*/ 31 h 70"/>
                <a:gd name="T48" fmla="*/ 7 w 63"/>
                <a:gd name="T49" fmla="*/ 39 h 70"/>
                <a:gd name="T50" fmla="*/ 17 w 63"/>
                <a:gd name="T51" fmla="*/ 19 h 70"/>
                <a:gd name="T52" fmla="*/ 29 w 63"/>
                <a:gd name="T53" fmla="*/ 6 h 70"/>
                <a:gd name="T54" fmla="*/ 25 w 63"/>
                <a:gd name="T55" fmla="*/ 4 h 70"/>
                <a:gd name="T56" fmla="*/ 23 w 63"/>
                <a:gd name="T57" fmla="*/ 4 h 70"/>
                <a:gd name="T58" fmla="*/ 17 w 63"/>
                <a:gd name="T59" fmla="*/ 19 h 70"/>
                <a:gd name="T60" fmla="*/ 18 w 63"/>
                <a:gd name="T61" fmla="*/ 66 h 70"/>
                <a:gd name="T62" fmla="*/ 32 w 63"/>
                <a:gd name="T63" fmla="*/ 30 h 70"/>
                <a:gd name="T64" fmla="*/ 21 w 63"/>
                <a:gd name="T65" fmla="*/ 19 h 70"/>
                <a:gd name="T66" fmla="*/ 33 w 63"/>
                <a:gd name="T67" fmla="*/ 7 h 70"/>
                <a:gd name="T68" fmla="*/ 31 w 63"/>
                <a:gd name="T69" fmla="*/ 24 h 70"/>
                <a:gd name="T70" fmla="*/ 39 w 63"/>
                <a:gd name="T71" fmla="*/ 19 h 70"/>
                <a:gd name="T72" fmla="*/ 35 w 63"/>
                <a:gd name="T73" fmla="*/ 14 h 70"/>
                <a:gd name="T74" fmla="*/ 34 w 63"/>
                <a:gd name="T75" fmla="*/ 17 h 70"/>
                <a:gd name="T76" fmla="*/ 28 w 63"/>
                <a:gd name="T77" fmla="*/ 26 h 70"/>
                <a:gd name="T78" fmla="*/ 39 w 63"/>
                <a:gd name="T79" fmla="*/ 16 h 70"/>
                <a:gd name="T80" fmla="*/ 30 w 63"/>
                <a:gd name="T81" fmla="*/ 28 h 70"/>
                <a:gd name="T82" fmla="*/ 30 w 63"/>
                <a:gd name="T83" fmla="*/ 28 h 70"/>
                <a:gd name="T84" fmla="*/ 29 w 63"/>
                <a:gd name="T85" fmla="*/ 26 h 70"/>
                <a:gd name="T86" fmla="*/ 31 w 63"/>
                <a:gd name="T87" fmla="*/ 66 h 70"/>
                <a:gd name="T88" fmla="*/ 43 w 63"/>
                <a:gd name="T89" fmla="*/ 37 h 70"/>
                <a:gd name="T90" fmla="*/ 31 w 63"/>
                <a:gd name="T91" fmla="*/ 66 h 70"/>
                <a:gd name="T92" fmla="*/ 33 w 63"/>
                <a:gd name="T93" fmla="*/ 25 h 70"/>
                <a:gd name="T94" fmla="*/ 36 w 63"/>
                <a:gd name="T95" fmla="*/ 26 h 70"/>
                <a:gd name="T96" fmla="*/ 46 w 63"/>
                <a:gd name="T97" fmla="*/ 22 h 70"/>
                <a:gd name="T98" fmla="*/ 44 w 63"/>
                <a:gd name="T99" fmla="*/ 16 h 70"/>
                <a:gd name="T100" fmla="*/ 42 w 63"/>
                <a:gd name="T101" fmla="*/ 33 h 70"/>
                <a:gd name="T102" fmla="*/ 50 w 63"/>
                <a:gd name="T103" fmla="*/ 26 h 70"/>
                <a:gd name="T104" fmla="*/ 51 w 63"/>
                <a:gd name="T105" fmla="*/ 27 h 70"/>
                <a:gd name="T106" fmla="*/ 46 w 63"/>
                <a:gd name="T107" fmla="*/ 32 h 70"/>
                <a:gd name="T108" fmla="*/ 55 w 63"/>
                <a:gd name="T109" fmla="*/ 26 h 70"/>
                <a:gd name="T110" fmla="*/ 38 w 63"/>
                <a:gd name="T111" fmla="*/ 33 h 70"/>
                <a:gd name="T112" fmla="*/ 45 w 63"/>
                <a:gd name="T113" fmla="*/ 65 h 70"/>
                <a:gd name="T114" fmla="*/ 56 w 63"/>
                <a:gd name="T115" fmla="*/ 42 h 70"/>
                <a:gd name="T116" fmla="*/ 45 w 63"/>
                <a:gd name="T117" fmla="*/ 65 h 70"/>
                <a:gd name="T118" fmla="*/ 47 w 63"/>
                <a:gd name="T119" fmla="*/ 46 h 70"/>
                <a:gd name="T120" fmla="*/ 56 w 63"/>
                <a:gd name="T121" fmla="*/ 38 h 70"/>
                <a:gd name="T122" fmla="*/ 57 w 63"/>
                <a:gd name="T123" fmla="*/ 37 h 70"/>
                <a:gd name="T124" fmla="*/ 47 w 63"/>
                <a:gd name="T125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" h="70">
                  <a:moveTo>
                    <a:pt x="24" y="0"/>
                  </a:moveTo>
                  <a:cubicBezTo>
                    <a:pt x="25" y="0"/>
                    <a:pt x="25" y="1"/>
                    <a:pt x="26" y="0"/>
                  </a:cubicBezTo>
                  <a:cubicBezTo>
                    <a:pt x="27" y="5"/>
                    <a:pt x="32" y="2"/>
                    <a:pt x="36" y="2"/>
                  </a:cubicBezTo>
                  <a:cubicBezTo>
                    <a:pt x="37" y="5"/>
                    <a:pt x="35" y="7"/>
                    <a:pt x="35" y="11"/>
                  </a:cubicBezTo>
                  <a:cubicBezTo>
                    <a:pt x="39" y="15"/>
                    <a:pt x="44" y="9"/>
                    <a:pt x="49" y="11"/>
                  </a:cubicBezTo>
                  <a:cubicBezTo>
                    <a:pt x="49" y="15"/>
                    <a:pt x="46" y="23"/>
                    <a:pt x="53" y="24"/>
                  </a:cubicBezTo>
                  <a:cubicBezTo>
                    <a:pt x="56" y="24"/>
                    <a:pt x="59" y="23"/>
                    <a:pt x="61" y="21"/>
                  </a:cubicBezTo>
                  <a:cubicBezTo>
                    <a:pt x="62" y="21"/>
                    <a:pt x="62" y="22"/>
                    <a:pt x="63" y="23"/>
                  </a:cubicBezTo>
                  <a:cubicBezTo>
                    <a:pt x="61" y="27"/>
                    <a:pt x="61" y="35"/>
                    <a:pt x="60" y="40"/>
                  </a:cubicBezTo>
                  <a:cubicBezTo>
                    <a:pt x="61" y="44"/>
                    <a:pt x="60" y="48"/>
                    <a:pt x="60" y="53"/>
                  </a:cubicBezTo>
                  <a:cubicBezTo>
                    <a:pt x="60" y="54"/>
                    <a:pt x="59" y="54"/>
                    <a:pt x="58" y="55"/>
                  </a:cubicBezTo>
                  <a:cubicBezTo>
                    <a:pt x="59" y="55"/>
                    <a:pt x="60" y="55"/>
                    <a:pt x="60" y="56"/>
                  </a:cubicBezTo>
                  <a:cubicBezTo>
                    <a:pt x="60" y="56"/>
                    <a:pt x="59" y="56"/>
                    <a:pt x="59" y="56"/>
                  </a:cubicBezTo>
                  <a:cubicBezTo>
                    <a:pt x="54" y="59"/>
                    <a:pt x="50" y="63"/>
                    <a:pt x="46" y="68"/>
                  </a:cubicBezTo>
                  <a:cubicBezTo>
                    <a:pt x="46" y="68"/>
                    <a:pt x="45" y="69"/>
                    <a:pt x="44" y="69"/>
                  </a:cubicBezTo>
                  <a:cubicBezTo>
                    <a:pt x="43" y="69"/>
                    <a:pt x="42" y="70"/>
                    <a:pt x="41" y="68"/>
                  </a:cubicBezTo>
                  <a:cubicBezTo>
                    <a:pt x="32" y="69"/>
                    <a:pt x="23" y="67"/>
                    <a:pt x="16" y="70"/>
                  </a:cubicBezTo>
                  <a:cubicBezTo>
                    <a:pt x="13" y="68"/>
                    <a:pt x="7" y="68"/>
                    <a:pt x="4" y="69"/>
                  </a:cubicBezTo>
                  <a:cubicBezTo>
                    <a:pt x="2" y="68"/>
                    <a:pt x="0" y="67"/>
                    <a:pt x="2" y="65"/>
                  </a:cubicBezTo>
                  <a:cubicBezTo>
                    <a:pt x="2" y="50"/>
                    <a:pt x="4" y="35"/>
                    <a:pt x="2" y="21"/>
                  </a:cubicBezTo>
                  <a:cubicBezTo>
                    <a:pt x="8" y="13"/>
                    <a:pt x="17" y="8"/>
                    <a:pt x="24" y="0"/>
                  </a:cubicBezTo>
                  <a:close/>
                  <a:moveTo>
                    <a:pt x="11" y="47"/>
                  </a:moveTo>
                  <a:cubicBezTo>
                    <a:pt x="10" y="48"/>
                    <a:pt x="8" y="48"/>
                    <a:pt x="6" y="49"/>
                  </a:cubicBezTo>
                  <a:cubicBezTo>
                    <a:pt x="6" y="50"/>
                    <a:pt x="7" y="51"/>
                    <a:pt x="6" y="52"/>
                  </a:cubicBezTo>
                  <a:cubicBezTo>
                    <a:pt x="5" y="48"/>
                    <a:pt x="7" y="44"/>
                    <a:pt x="7" y="41"/>
                  </a:cubicBezTo>
                  <a:cubicBezTo>
                    <a:pt x="6" y="41"/>
                    <a:pt x="5" y="41"/>
                    <a:pt x="5" y="40"/>
                  </a:cubicBezTo>
                  <a:cubicBezTo>
                    <a:pt x="5" y="39"/>
                    <a:pt x="6" y="39"/>
                    <a:pt x="7" y="39"/>
                  </a:cubicBezTo>
                  <a:cubicBezTo>
                    <a:pt x="6" y="37"/>
                    <a:pt x="7" y="34"/>
                    <a:pt x="7" y="32"/>
                  </a:cubicBezTo>
                  <a:cubicBezTo>
                    <a:pt x="6" y="32"/>
                    <a:pt x="5" y="32"/>
                    <a:pt x="5" y="32"/>
                  </a:cubicBezTo>
                  <a:cubicBezTo>
                    <a:pt x="5" y="42"/>
                    <a:pt x="3" y="56"/>
                    <a:pt x="4" y="66"/>
                  </a:cubicBezTo>
                  <a:cubicBezTo>
                    <a:pt x="7" y="66"/>
                    <a:pt x="11" y="66"/>
                    <a:pt x="14" y="66"/>
                  </a:cubicBezTo>
                  <a:cubicBezTo>
                    <a:pt x="15" y="52"/>
                    <a:pt x="15" y="38"/>
                    <a:pt x="15" y="23"/>
                  </a:cubicBezTo>
                  <a:cubicBezTo>
                    <a:pt x="11" y="22"/>
                    <a:pt x="8" y="25"/>
                    <a:pt x="4" y="23"/>
                  </a:cubicBezTo>
                  <a:cubicBezTo>
                    <a:pt x="3" y="26"/>
                    <a:pt x="4" y="29"/>
                    <a:pt x="5" y="31"/>
                  </a:cubicBezTo>
                  <a:cubicBezTo>
                    <a:pt x="5" y="29"/>
                    <a:pt x="8" y="26"/>
                    <a:pt x="8" y="30"/>
                  </a:cubicBezTo>
                  <a:cubicBezTo>
                    <a:pt x="11" y="30"/>
                    <a:pt x="13" y="28"/>
                    <a:pt x="15" y="29"/>
                  </a:cubicBezTo>
                  <a:cubicBezTo>
                    <a:pt x="13" y="31"/>
                    <a:pt x="12" y="35"/>
                    <a:pt x="13" y="38"/>
                  </a:cubicBezTo>
                  <a:cubicBezTo>
                    <a:pt x="12" y="38"/>
                    <a:pt x="12" y="40"/>
                    <a:pt x="12" y="41"/>
                  </a:cubicBezTo>
                  <a:cubicBezTo>
                    <a:pt x="12" y="41"/>
                    <a:pt x="12" y="41"/>
                    <a:pt x="11" y="41"/>
                  </a:cubicBezTo>
                  <a:cubicBezTo>
                    <a:pt x="11" y="40"/>
                    <a:pt x="11" y="40"/>
                    <a:pt x="11" y="39"/>
                  </a:cubicBezTo>
                  <a:cubicBezTo>
                    <a:pt x="10" y="39"/>
                    <a:pt x="9" y="40"/>
                    <a:pt x="7" y="40"/>
                  </a:cubicBezTo>
                  <a:cubicBezTo>
                    <a:pt x="7" y="42"/>
                    <a:pt x="7" y="44"/>
                    <a:pt x="7" y="47"/>
                  </a:cubicBezTo>
                  <a:cubicBezTo>
                    <a:pt x="8" y="47"/>
                    <a:pt x="9" y="46"/>
                    <a:pt x="11" y="46"/>
                  </a:cubicBezTo>
                  <a:cubicBezTo>
                    <a:pt x="11" y="44"/>
                    <a:pt x="11" y="43"/>
                    <a:pt x="12" y="42"/>
                  </a:cubicBezTo>
                  <a:cubicBezTo>
                    <a:pt x="11" y="45"/>
                    <a:pt x="12" y="48"/>
                    <a:pt x="10" y="50"/>
                  </a:cubicBezTo>
                  <a:cubicBezTo>
                    <a:pt x="11" y="49"/>
                    <a:pt x="10" y="48"/>
                    <a:pt x="11" y="47"/>
                  </a:cubicBezTo>
                  <a:close/>
                  <a:moveTo>
                    <a:pt x="11" y="38"/>
                  </a:moveTo>
                  <a:cubicBezTo>
                    <a:pt x="12" y="35"/>
                    <a:pt x="11" y="33"/>
                    <a:pt x="12" y="31"/>
                  </a:cubicBezTo>
                  <a:cubicBezTo>
                    <a:pt x="11" y="30"/>
                    <a:pt x="10" y="31"/>
                    <a:pt x="8" y="31"/>
                  </a:cubicBezTo>
                  <a:cubicBezTo>
                    <a:pt x="7" y="33"/>
                    <a:pt x="8" y="37"/>
                    <a:pt x="7" y="39"/>
                  </a:cubicBezTo>
                  <a:cubicBezTo>
                    <a:pt x="9" y="38"/>
                    <a:pt x="10" y="38"/>
                    <a:pt x="11" y="38"/>
                  </a:cubicBezTo>
                  <a:close/>
                  <a:moveTo>
                    <a:pt x="17" y="19"/>
                  </a:moveTo>
                  <a:cubicBezTo>
                    <a:pt x="20" y="16"/>
                    <a:pt x="25" y="9"/>
                    <a:pt x="29" y="7"/>
                  </a:cubicBezTo>
                  <a:cubicBezTo>
                    <a:pt x="29" y="7"/>
                    <a:pt x="29" y="6"/>
                    <a:pt x="29" y="6"/>
                  </a:cubicBezTo>
                  <a:cubicBezTo>
                    <a:pt x="30" y="6"/>
                    <a:pt x="32" y="6"/>
                    <a:pt x="32" y="5"/>
                  </a:cubicBezTo>
                  <a:cubicBezTo>
                    <a:pt x="30" y="6"/>
                    <a:pt x="27" y="5"/>
                    <a:pt x="25" y="4"/>
                  </a:cubicBezTo>
                  <a:cubicBezTo>
                    <a:pt x="26" y="5"/>
                    <a:pt x="24" y="6"/>
                    <a:pt x="23" y="6"/>
                  </a:cubicBezTo>
                  <a:cubicBezTo>
                    <a:pt x="23" y="5"/>
                    <a:pt x="24" y="4"/>
                    <a:pt x="23" y="4"/>
                  </a:cubicBezTo>
                  <a:cubicBezTo>
                    <a:pt x="18" y="9"/>
                    <a:pt x="12" y="13"/>
                    <a:pt x="8" y="18"/>
                  </a:cubicBezTo>
                  <a:cubicBezTo>
                    <a:pt x="11" y="19"/>
                    <a:pt x="15" y="21"/>
                    <a:pt x="17" y="19"/>
                  </a:cubicBezTo>
                  <a:close/>
                  <a:moveTo>
                    <a:pt x="18" y="31"/>
                  </a:moveTo>
                  <a:cubicBezTo>
                    <a:pt x="19" y="42"/>
                    <a:pt x="19" y="54"/>
                    <a:pt x="18" y="66"/>
                  </a:cubicBezTo>
                  <a:cubicBezTo>
                    <a:pt x="21" y="66"/>
                    <a:pt x="25" y="66"/>
                    <a:pt x="29" y="66"/>
                  </a:cubicBezTo>
                  <a:cubicBezTo>
                    <a:pt x="31" y="54"/>
                    <a:pt x="32" y="43"/>
                    <a:pt x="32" y="30"/>
                  </a:cubicBezTo>
                  <a:cubicBezTo>
                    <a:pt x="29" y="33"/>
                    <a:pt x="22" y="27"/>
                    <a:pt x="18" y="31"/>
                  </a:cubicBezTo>
                  <a:close/>
                  <a:moveTo>
                    <a:pt x="21" y="19"/>
                  </a:moveTo>
                  <a:cubicBezTo>
                    <a:pt x="20" y="21"/>
                    <a:pt x="17" y="23"/>
                    <a:pt x="19" y="26"/>
                  </a:cubicBezTo>
                  <a:cubicBezTo>
                    <a:pt x="24" y="20"/>
                    <a:pt x="33" y="18"/>
                    <a:pt x="33" y="7"/>
                  </a:cubicBezTo>
                  <a:cubicBezTo>
                    <a:pt x="30" y="10"/>
                    <a:pt x="24" y="14"/>
                    <a:pt x="21" y="19"/>
                  </a:cubicBezTo>
                  <a:close/>
                  <a:moveTo>
                    <a:pt x="31" y="24"/>
                  </a:moveTo>
                  <a:cubicBezTo>
                    <a:pt x="33" y="22"/>
                    <a:pt x="36" y="20"/>
                    <a:pt x="39" y="18"/>
                  </a:cubicBezTo>
                  <a:cubicBezTo>
                    <a:pt x="39" y="18"/>
                    <a:pt x="39" y="18"/>
                    <a:pt x="39" y="19"/>
                  </a:cubicBezTo>
                  <a:cubicBezTo>
                    <a:pt x="41" y="17"/>
                    <a:pt x="42" y="16"/>
                    <a:pt x="43" y="14"/>
                  </a:cubicBezTo>
                  <a:cubicBezTo>
                    <a:pt x="40" y="14"/>
                    <a:pt x="38" y="14"/>
                    <a:pt x="35" y="14"/>
                  </a:cubicBezTo>
                  <a:cubicBezTo>
                    <a:pt x="35" y="15"/>
                    <a:pt x="34" y="15"/>
                    <a:pt x="34" y="16"/>
                  </a:cubicBezTo>
                  <a:cubicBezTo>
                    <a:pt x="34" y="17"/>
                    <a:pt x="34" y="16"/>
                    <a:pt x="34" y="17"/>
                  </a:cubicBezTo>
                  <a:cubicBezTo>
                    <a:pt x="30" y="20"/>
                    <a:pt x="26" y="23"/>
                    <a:pt x="23" y="26"/>
                  </a:cubicBezTo>
                  <a:cubicBezTo>
                    <a:pt x="25" y="26"/>
                    <a:pt x="27" y="26"/>
                    <a:pt x="28" y="26"/>
                  </a:cubicBezTo>
                  <a:cubicBezTo>
                    <a:pt x="31" y="21"/>
                    <a:pt x="36" y="19"/>
                    <a:pt x="39" y="15"/>
                  </a:cubicBezTo>
                  <a:cubicBezTo>
                    <a:pt x="39" y="15"/>
                    <a:pt x="39" y="16"/>
                    <a:pt x="39" y="16"/>
                  </a:cubicBezTo>
                  <a:cubicBezTo>
                    <a:pt x="37" y="19"/>
                    <a:pt x="33" y="21"/>
                    <a:pt x="31" y="24"/>
                  </a:cubicBezTo>
                  <a:close/>
                  <a:moveTo>
                    <a:pt x="30" y="28"/>
                  </a:moveTo>
                  <a:cubicBezTo>
                    <a:pt x="29" y="28"/>
                    <a:pt x="27" y="27"/>
                    <a:pt x="27" y="28"/>
                  </a:cubicBezTo>
                  <a:cubicBezTo>
                    <a:pt x="28" y="28"/>
                    <a:pt x="30" y="29"/>
                    <a:pt x="30" y="28"/>
                  </a:cubicBezTo>
                  <a:close/>
                  <a:moveTo>
                    <a:pt x="30" y="24"/>
                  </a:moveTo>
                  <a:cubicBezTo>
                    <a:pt x="29" y="24"/>
                    <a:pt x="29" y="25"/>
                    <a:pt x="29" y="26"/>
                  </a:cubicBezTo>
                  <a:cubicBezTo>
                    <a:pt x="30" y="26"/>
                    <a:pt x="30" y="25"/>
                    <a:pt x="30" y="24"/>
                  </a:cubicBezTo>
                  <a:close/>
                  <a:moveTo>
                    <a:pt x="31" y="66"/>
                  </a:moveTo>
                  <a:cubicBezTo>
                    <a:pt x="35" y="66"/>
                    <a:pt x="38" y="65"/>
                    <a:pt x="42" y="66"/>
                  </a:cubicBezTo>
                  <a:cubicBezTo>
                    <a:pt x="44" y="57"/>
                    <a:pt x="43" y="47"/>
                    <a:pt x="43" y="37"/>
                  </a:cubicBezTo>
                  <a:cubicBezTo>
                    <a:pt x="41" y="38"/>
                    <a:pt x="37" y="38"/>
                    <a:pt x="34" y="37"/>
                  </a:cubicBezTo>
                  <a:cubicBezTo>
                    <a:pt x="34" y="47"/>
                    <a:pt x="32" y="58"/>
                    <a:pt x="31" y="66"/>
                  </a:cubicBezTo>
                  <a:close/>
                  <a:moveTo>
                    <a:pt x="38" y="19"/>
                  </a:moveTo>
                  <a:cubicBezTo>
                    <a:pt x="36" y="20"/>
                    <a:pt x="34" y="23"/>
                    <a:pt x="33" y="25"/>
                  </a:cubicBezTo>
                  <a:cubicBezTo>
                    <a:pt x="35" y="23"/>
                    <a:pt x="37" y="21"/>
                    <a:pt x="38" y="19"/>
                  </a:cubicBezTo>
                  <a:close/>
                  <a:moveTo>
                    <a:pt x="36" y="26"/>
                  </a:moveTo>
                  <a:cubicBezTo>
                    <a:pt x="35" y="28"/>
                    <a:pt x="35" y="31"/>
                    <a:pt x="35" y="33"/>
                  </a:cubicBezTo>
                  <a:cubicBezTo>
                    <a:pt x="39" y="30"/>
                    <a:pt x="42" y="25"/>
                    <a:pt x="46" y="22"/>
                  </a:cubicBezTo>
                  <a:cubicBezTo>
                    <a:pt x="46" y="20"/>
                    <a:pt x="47" y="17"/>
                    <a:pt x="46" y="15"/>
                  </a:cubicBezTo>
                  <a:cubicBezTo>
                    <a:pt x="45" y="15"/>
                    <a:pt x="45" y="16"/>
                    <a:pt x="44" y="16"/>
                  </a:cubicBezTo>
                  <a:cubicBezTo>
                    <a:pt x="43" y="21"/>
                    <a:pt x="38" y="22"/>
                    <a:pt x="36" y="26"/>
                  </a:cubicBezTo>
                  <a:close/>
                  <a:moveTo>
                    <a:pt x="42" y="33"/>
                  </a:moveTo>
                  <a:cubicBezTo>
                    <a:pt x="44" y="31"/>
                    <a:pt x="45" y="30"/>
                    <a:pt x="47" y="29"/>
                  </a:cubicBezTo>
                  <a:cubicBezTo>
                    <a:pt x="47" y="27"/>
                    <a:pt x="49" y="25"/>
                    <a:pt x="50" y="26"/>
                  </a:cubicBezTo>
                  <a:cubicBezTo>
                    <a:pt x="49" y="28"/>
                    <a:pt x="47" y="29"/>
                    <a:pt x="46" y="31"/>
                  </a:cubicBezTo>
                  <a:cubicBezTo>
                    <a:pt x="48" y="30"/>
                    <a:pt x="49" y="28"/>
                    <a:pt x="51" y="27"/>
                  </a:cubicBezTo>
                  <a:cubicBezTo>
                    <a:pt x="51" y="28"/>
                    <a:pt x="52" y="28"/>
                    <a:pt x="52" y="28"/>
                  </a:cubicBezTo>
                  <a:cubicBezTo>
                    <a:pt x="50" y="29"/>
                    <a:pt x="48" y="32"/>
                    <a:pt x="46" y="32"/>
                  </a:cubicBezTo>
                  <a:cubicBezTo>
                    <a:pt x="45" y="32"/>
                    <a:pt x="44" y="32"/>
                    <a:pt x="44" y="33"/>
                  </a:cubicBezTo>
                  <a:cubicBezTo>
                    <a:pt x="50" y="32"/>
                    <a:pt x="52" y="28"/>
                    <a:pt x="55" y="26"/>
                  </a:cubicBezTo>
                  <a:cubicBezTo>
                    <a:pt x="52" y="27"/>
                    <a:pt x="50" y="24"/>
                    <a:pt x="47" y="24"/>
                  </a:cubicBezTo>
                  <a:cubicBezTo>
                    <a:pt x="44" y="27"/>
                    <a:pt x="41" y="30"/>
                    <a:pt x="38" y="33"/>
                  </a:cubicBezTo>
                  <a:cubicBezTo>
                    <a:pt x="40" y="33"/>
                    <a:pt x="41" y="33"/>
                    <a:pt x="42" y="33"/>
                  </a:cubicBezTo>
                  <a:close/>
                  <a:moveTo>
                    <a:pt x="45" y="65"/>
                  </a:moveTo>
                  <a:cubicBezTo>
                    <a:pt x="48" y="62"/>
                    <a:pt x="54" y="57"/>
                    <a:pt x="56" y="54"/>
                  </a:cubicBezTo>
                  <a:cubicBezTo>
                    <a:pt x="57" y="51"/>
                    <a:pt x="56" y="45"/>
                    <a:pt x="56" y="42"/>
                  </a:cubicBezTo>
                  <a:cubicBezTo>
                    <a:pt x="54" y="44"/>
                    <a:pt x="50" y="49"/>
                    <a:pt x="46" y="47"/>
                  </a:cubicBezTo>
                  <a:cubicBezTo>
                    <a:pt x="46" y="53"/>
                    <a:pt x="45" y="59"/>
                    <a:pt x="45" y="65"/>
                  </a:cubicBezTo>
                  <a:close/>
                  <a:moveTo>
                    <a:pt x="47" y="36"/>
                  </a:moveTo>
                  <a:cubicBezTo>
                    <a:pt x="47" y="39"/>
                    <a:pt x="46" y="43"/>
                    <a:pt x="47" y="46"/>
                  </a:cubicBezTo>
                  <a:cubicBezTo>
                    <a:pt x="50" y="44"/>
                    <a:pt x="52" y="40"/>
                    <a:pt x="56" y="40"/>
                  </a:cubicBezTo>
                  <a:cubicBezTo>
                    <a:pt x="57" y="39"/>
                    <a:pt x="57" y="38"/>
                    <a:pt x="56" y="38"/>
                  </a:cubicBezTo>
                  <a:cubicBezTo>
                    <a:pt x="53" y="39"/>
                    <a:pt x="50" y="45"/>
                    <a:pt x="47" y="42"/>
                  </a:cubicBezTo>
                  <a:cubicBezTo>
                    <a:pt x="49" y="40"/>
                    <a:pt x="54" y="33"/>
                    <a:pt x="57" y="37"/>
                  </a:cubicBezTo>
                  <a:cubicBezTo>
                    <a:pt x="58" y="34"/>
                    <a:pt x="58" y="30"/>
                    <a:pt x="58" y="27"/>
                  </a:cubicBezTo>
                  <a:cubicBezTo>
                    <a:pt x="54" y="29"/>
                    <a:pt x="50" y="32"/>
                    <a:pt x="47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8" name="Freeform 16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492750" y="2036763"/>
              <a:ext cx="52388" cy="44450"/>
            </a:xfrm>
            <a:custGeom>
              <a:avLst/>
              <a:gdLst>
                <a:gd name="T0" fmla="*/ 3 w 14"/>
                <a:gd name="T1" fmla="*/ 11 h 12"/>
                <a:gd name="T2" fmla="*/ 4 w 14"/>
                <a:gd name="T3" fmla="*/ 10 h 12"/>
                <a:gd name="T4" fmla="*/ 1 w 14"/>
                <a:gd name="T5" fmla="*/ 12 h 12"/>
                <a:gd name="T6" fmla="*/ 0 w 14"/>
                <a:gd name="T7" fmla="*/ 10 h 12"/>
                <a:gd name="T8" fmla="*/ 5 w 14"/>
                <a:gd name="T9" fmla="*/ 7 h 12"/>
                <a:gd name="T10" fmla="*/ 11 w 14"/>
                <a:gd name="T11" fmla="*/ 0 h 12"/>
                <a:gd name="T12" fmla="*/ 5 w 14"/>
                <a:gd name="T13" fmla="*/ 9 h 12"/>
                <a:gd name="T14" fmla="*/ 11 w 14"/>
                <a:gd name="T15" fmla="*/ 3 h 12"/>
                <a:gd name="T16" fmla="*/ 11 w 14"/>
                <a:gd name="T17" fmla="*/ 4 h 12"/>
                <a:gd name="T18" fmla="*/ 12 w 14"/>
                <a:gd name="T19" fmla="*/ 2 h 12"/>
                <a:gd name="T20" fmla="*/ 14 w 14"/>
                <a:gd name="T21" fmla="*/ 2 h 12"/>
                <a:gd name="T22" fmla="*/ 4 w 14"/>
                <a:gd name="T23" fmla="*/ 12 h 12"/>
                <a:gd name="T24" fmla="*/ 3 w 14"/>
                <a:gd name="T25" fmla="*/ 11 h 12"/>
                <a:gd name="T26" fmla="*/ 4 w 14"/>
                <a:gd name="T27" fmla="*/ 9 h 12"/>
                <a:gd name="T28" fmla="*/ 4 w 14"/>
                <a:gd name="T29" fmla="*/ 10 h 12"/>
                <a:gd name="T30" fmla="*/ 4 w 14"/>
                <a:gd name="T31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2">
                  <a:moveTo>
                    <a:pt x="3" y="11"/>
                  </a:moveTo>
                  <a:cubicBezTo>
                    <a:pt x="3" y="11"/>
                    <a:pt x="4" y="11"/>
                    <a:pt x="4" y="10"/>
                  </a:cubicBezTo>
                  <a:cubicBezTo>
                    <a:pt x="2" y="10"/>
                    <a:pt x="2" y="12"/>
                    <a:pt x="1" y="12"/>
                  </a:cubicBezTo>
                  <a:cubicBezTo>
                    <a:pt x="0" y="12"/>
                    <a:pt x="0" y="11"/>
                    <a:pt x="0" y="10"/>
                  </a:cubicBezTo>
                  <a:cubicBezTo>
                    <a:pt x="2" y="11"/>
                    <a:pt x="3" y="7"/>
                    <a:pt x="5" y="7"/>
                  </a:cubicBezTo>
                  <a:cubicBezTo>
                    <a:pt x="6" y="4"/>
                    <a:pt x="9" y="3"/>
                    <a:pt x="11" y="0"/>
                  </a:cubicBezTo>
                  <a:cubicBezTo>
                    <a:pt x="11" y="3"/>
                    <a:pt x="6" y="5"/>
                    <a:pt x="5" y="9"/>
                  </a:cubicBezTo>
                  <a:cubicBezTo>
                    <a:pt x="7" y="7"/>
                    <a:pt x="9" y="5"/>
                    <a:pt x="11" y="3"/>
                  </a:cubicBezTo>
                  <a:cubicBezTo>
                    <a:pt x="11" y="3"/>
                    <a:pt x="11" y="4"/>
                    <a:pt x="11" y="4"/>
                  </a:cubicBezTo>
                  <a:cubicBezTo>
                    <a:pt x="11" y="3"/>
                    <a:pt x="12" y="3"/>
                    <a:pt x="12" y="2"/>
                  </a:cubicBezTo>
                  <a:cubicBezTo>
                    <a:pt x="13" y="2"/>
                    <a:pt x="13" y="2"/>
                    <a:pt x="14" y="2"/>
                  </a:cubicBezTo>
                  <a:cubicBezTo>
                    <a:pt x="10" y="5"/>
                    <a:pt x="7" y="9"/>
                    <a:pt x="4" y="12"/>
                  </a:cubicBezTo>
                  <a:cubicBezTo>
                    <a:pt x="3" y="12"/>
                    <a:pt x="3" y="11"/>
                    <a:pt x="3" y="11"/>
                  </a:cubicBezTo>
                  <a:close/>
                  <a:moveTo>
                    <a:pt x="4" y="9"/>
                  </a:moveTo>
                  <a:cubicBezTo>
                    <a:pt x="4" y="9"/>
                    <a:pt x="3" y="9"/>
                    <a:pt x="4" y="10"/>
                  </a:cubicBezTo>
                  <a:cubicBezTo>
                    <a:pt x="4" y="10"/>
                    <a:pt x="5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2998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49859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Binary Search Tree - Best Time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7F8265-B76C-4A2C-B130-3B424604BCB5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5002BD-71DC-4A19-AC07-6596B43D819A}" type="slidenum">
              <a:rPr lang="en-US" altLang="zh-CN" sz="790"/>
              <a:pPr/>
              <a:t>5</a:t>
            </a:fld>
            <a:endParaRPr lang="en-US" altLang="zh-CN" sz="790"/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696720"/>
            <a:ext cx="8126730" cy="4453890"/>
          </a:xfrm>
        </p:spPr>
        <p:txBody>
          <a:bodyPr>
            <a:normAutofit fontScale="8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All BST operations are O(d) in average case, where d is tree depth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minimum d is                  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for a binary tree with N nodes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What is the best case tree?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0066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What is the worst case tree?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So, best case running time of BST operations is O(log N)</a:t>
            </a:r>
          </a:p>
        </p:txBody>
      </p:sp>
      <p:graphicFrame>
        <p:nvGraphicFramePr>
          <p:cNvPr id="41991" name="Object 4"/>
          <p:cNvGraphicFramePr>
            <a:graphicFrameLocks noChangeAspect="1"/>
          </p:cNvGraphicFramePr>
          <p:nvPr/>
        </p:nvGraphicFramePr>
        <p:xfrm>
          <a:off x="2788161" y="2924944"/>
          <a:ext cx="1567815" cy="486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1" imgW="17678400" imgH="5486400" progId="Equation.3">
                  <p:embed/>
                </p:oleObj>
              </mc:Choice>
              <mc:Fallback>
                <p:oleObj name="Equation" r:id="rId11" imgW="17678400" imgH="54864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8161" y="2924944"/>
                        <a:ext cx="1567815" cy="4864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" name="组合 81"/>
          <p:cNvGrpSpPr/>
          <p:nvPr/>
        </p:nvGrpSpPr>
        <p:grpSpPr>
          <a:xfrm>
            <a:off x="7973060" y="5329555"/>
            <a:ext cx="764540" cy="765810"/>
            <a:chOff x="2726" y="5537"/>
            <a:chExt cx="1204" cy="1206"/>
          </a:xfrm>
          <a:solidFill>
            <a:schemeClr val="accent1">
              <a:lumMod val="75000"/>
              <a:alpha val="33000"/>
            </a:schemeClr>
          </a:solidFill>
        </p:grpSpPr>
        <p:sp>
          <p:nvSpPr>
            <p:cNvPr id="34" name="Freeform 3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726" y="5537"/>
              <a:ext cx="1204" cy="1206"/>
            </a:xfrm>
            <a:custGeom>
              <a:avLst/>
              <a:gdLst>
                <a:gd name="T0" fmla="*/ 210 w 421"/>
                <a:gd name="T1" fmla="*/ 0 h 421"/>
                <a:gd name="T2" fmla="*/ 0 w 421"/>
                <a:gd name="T3" fmla="*/ 211 h 421"/>
                <a:gd name="T4" fmla="*/ 210 w 421"/>
                <a:gd name="T5" fmla="*/ 421 h 421"/>
                <a:gd name="T6" fmla="*/ 421 w 421"/>
                <a:gd name="T7" fmla="*/ 211 h 421"/>
                <a:gd name="T8" fmla="*/ 210 w 421"/>
                <a:gd name="T9" fmla="*/ 0 h 421"/>
                <a:gd name="T10" fmla="*/ 210 w 421"/>
                <a:gd name="T11" fmla="*/ 386 h 421"/>
                <a:gd name="T12" fmla="*/ 35 w 421"/>
                <a:gd name="T13" fmla="*/ 211 h 421"/>
                <a:gd name="T14" fmla="*/ 210 w 421"/>
                <a:gd name="T15" fmla="*/ 36 h 421"/>
                <a:gd name="T16" fmla="*/ 385 w 421"/>
                <a:gd name="T17" fmla="*/ 211 h 421"/>
                <a:gd name="T18" fmla="*/ 210 w 421"/>
                <a:gd name="T19" fmla="*/ 386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1" h="421">
                  <a:moveTo>
                    <a:pt x="210" y="0"/>
                  </a:moveTo>
                  <a:cubicBezTo>
                    <a:pt x="94" y="0"/>
                    <a:pt x="0" y="95"/>
                    <a:pt x="0" y="211"/>
                  </a:cubicBezTo>
                  <a:cubicBezTo>
                    <a:pt x="0" y="327"/>
                    <a:pt x="94" y="421"/>
                    <a:pt x="210" y="421"/>
                  </a:cubicBezTo>
                  <a:cubicBezTo>
                    <a:pt x="326" y="421"/>
                    <a:pt x="421" y="327"/>
                    <a:pt x="421" y="211"/>
                  </a:cubicBezTo>
                  <a:cubicBezTo>
                    <a:pt x="421" y="95"/>
                    <a:pt x="326" y="0"/>
                    <a:pt x="210" y="0"/>
                  </a:cubicBezTo>
                  <a:close/>
                  <a:moveTo>
                    <a:pt x="210" y="386"/>
                  </a:moveTo>
                  <a:cubicBezTo>
                    <a:pt x="113" y="386"/>
                    <a:pt x="35" y="308"/>
                    <a:pt x="35" y="211"/>
                  </a:cubicBezTo>
                  <a:cubicBezTo>
                    <a:pt x="35" y="114"/>
                    <a:pt x="113" y="36"/>
                    <a:pt x="210" y="36"/>
                  </a:cubicBezTo>
                  <a:cubicBezTo>
                    <a:pt x="307" y="36"/>
                    <a:pt x="385" y="114"/>
                    <a:pt x="385" y="211"/>
                  </a:cubicBezTo>
                  <a:cubicBezTo>
                    <a:pt x="385" y="308"/>
                    <a:pt x="307" y="386"/>
                    <a:pt x="210" y="38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5" name="Freeform 37"/>
            <p:cNvSpPr/>
            <p:nvPr>
              <p:custDataLst>
                <p:tags r:id="rId6"/>
              </p:custDataLst>
            </p:nvPr>
          </p:nvSpPr>
          <p:spPr bwMode="auto">
            <a:xfrm>
              <a:off x="3255" y="6073"/>
              <a:ext cx="152" cy="152"/>
            </a:xfrm>
            <a:custGeom>
              <a:avLst/>
              <a:gdLst>
                <a:gd name="T0" fmla="*/ 44 w 53"/>
                <a:gd name="T1" fmla="*/ 11 h 53"/>
                <a:gd name="T2" fmla="*/ 43 w 53"/>
                <a:gd name="T3" fmla="*/ 44 h 53"/>
                <a:gd name="T4" fmla="*/ 9 w 53"/>
                <a:gd name="T5" fmla="*/ 43 h 53"/>
                <a:gd name="T6" fmla="*/ 11 w 53"/>
                <a:gd name="T7" fmla="*/ 9 h 53"/>
                <a:gd name="T8" fmla="*/ 44 w 53"/>
                <a:gd name="T9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53">
                  <a:moveTo>
                    <a:pt x="44" y="11"/>
                  </a:moveTo>
                  <a:cubicBezTo>
                    <a:pt x="53" y="20"/>
                    <a:pt x="52" y="36"/>
                    <a:pt x="43" y="44"/>
                  </a:cubicBezTo>
                  <a:cubicBezTo>
                    <a:pt x="33" y="53"/>
                    <a:pt x="18" y="53"/>
                    <a:pt x="9" y="43"/>
                  </a:cubicBezTo>
                  <a:cubicBezTo>
                    <a:pt x="0" y="33"/>
                    <a:pt x="1" y="18"/>
                    <a:pt x="11" y="9"/>
                  </a:cubicBezTo>
                  <a:cubicBezTo>
                    <a:pt x="20" y="0"/>
                    <a:pt x="35" y="1"/>
                    <a:pt x="44" y="1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6" name="Freeform 38"/>
            <p:cNvSpPr/>
            <p:nvPr>
              <p:custDataLst>
                <p:tags r:id="rId7"/>
              </p:custDataLst>
            </p:nvPr>
          </p:nvSpPr>
          <p:spPr bwMode="auto">
            <a:xfrm>
              <a:off x="3392" y="5895"/>
              <a:ext cx="223" cy="212"/>
            </a:xfrm>
            <a:custGeom>
              <a:avLst/>
              <a:gdLst>
                <a:gd name="T0" fmla="*/ 15 w 78"/>
                <a:gd name="T1" fmla="*/ 72 h 74"/>
                <a:gd name="T2" fmla="*/ 4 w 78"/>
                <a:gd name="T3" fmla="*/ 70 h 74"/>
                <a:gd name="T4" fmla="*/ 4 w 78"/>
                <a:gd name="T5" fmla="*/ 70 h 74"/>
                <a:gd name="T6" fmla="*/ 3 w 78"/>
                <a:gd name="T7" fmla="*/ 59 h 74"/>
                <a:gd name="T8" fmla="*/ 64 w 78"/>
                <a:gd name="T9" fmla="*/ 3 h 74"/>
                <a:gd name="T10" fmla="*/ 74 w 78"/>
                <a:gd name="T11" fmla="*/ 5 h 74"/>
                <a:gd name="T12" fmla="*/ 74 w 78"/>
                <a:gd name="T13" fmla="*/ 5 h 74"/>
                <a:gd name="T14" fmla="*/ 76 w 78"/>
                <a:gd name="T15" fmla="*/ 16 h 74"/>
                <a:gd name="T16" fmla="*/ 15 w 78"/>
                <a:gd name="T17" fmla="*/ 7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74">
                  <a:moveTo>
                    <a:pt x="15" y="72"/>
                  </a:moveTo>
                  <a:cubicBezTo>
                    <a:pt x="12" y="74"/>
                    <a:pt x="8" y="73"/>
                    <a:pt x="4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1" y="66"/>
                    <a:pt x="0" y="61"/>
                    <a:pt x="3" y="59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6" y="0"/>
                    <a:pt x="71" y="1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8" y="9"/>
                    <a:pt x="78" y="14"/>
                    <a:pt x="76" y="16"/>
                  </a:cubicBezTo>
                  <a:lnTo>
                    <a:pt x="15" y="7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7" name="Freeform 39"/>
            <p:cNvSpPr/>
            <p:nvPr>
              <p:custDataLst>
                <p:tags r:id="rId8"/>
              </p:custDataLst>
            </p:nvPr>
          </p:nvSpPr>
          <p:spPr bwMode="auto">
            <a:xfrm>
              <a:off x="3008" y="5813"/>
              <a:ext cx="268" cy="289"/>
            </a:xfrm>
            <a:custGeom>
              <a:avLst/>
              <a:gdLst>
                <a:gd name="T0" fmla="*/ 91 w 94"/>
                <a:gd name="T1" fmla="*/ 85 h 101"/>
                <a:gd name="T2" fmla="*/ 90 w 94"/>
                <a:gd name="T3" fmla="*/ 97 h 101"/>
                <a:gd name="T4" fmla="*/ 90 w 94"/>
                <a:gd name="T5" fmla="*/ 97 h 101"/>
                <a:gd name="T6" fmla="*/ 78 w 94"/>
                <a:gd name="T7" fmla="*/ 97 h 101"/>
                <a:gd name="T8" fmla="*/ 3 w 94"/>
                <a:gd name="T9" fmla="*/ 16 h 101"/>
                <a:gd name="T10" fmla="*/ 4 w 94"/>
                <a:gd name="T11" fmla="*/ 4 h 101"/>
                <a:gd name="T12" fmla="*/ 4 w 94"/>
                <a:gd name="T13" fmla="*/ 4 h 101"/>
                <a:gd name="T14" fmla="*/ 16 w 94"/>
                <a:gd name="T15" fmla="*/ 4 h 101"/>
                <a:gd name="T16" fmla="*/ 91 w 94"/>
                <a:gd name="T17" fmla="*/ 8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01">
                  <a:moveTo>
                    <a:pt x="91" y="85"/>
                  </a:moveTo>
                  <a:cubicBezTo>
                    <a:pt x="94" y="89"/>
                    <a:pt x="93" y="94"/>
                    <a:pt x="90" y="97"/>
                  </a:cubicBezTo>
                  <a:cubicBezTo>
                    <a:pt x="90" y="97"/>
                    <a:pt x="90" y="97"/>
                    <a:pt x="90" y="97"/>
                  </a:cubicBezTo>
                  <a:cubicBezTo>
                    <a:pt x="86" y="101"/>
                    <a:pt x="81" y="101"/>
                    <a:pt x="78" y="9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2"/>
                    <a:pt x="0" y="7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0"/>
                    <a:pt x="13" y="0"/>
                    <a:pt x="16" y="4"/>
                  </a:cubicBezTo>
                  <a:lnTo>
                    <a:pt x="91" y="85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4922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49859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Binary Search Tree - Worst Time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D1D091-7C99-44B2-BD42-3F88EEE32D8B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EA0DE1-C0EC-4BBC-A82A-E3E586EBE9D4}" type="slidenum">
              <a:rPr lang="en-US" altLang="zh-CN" sz="790"/>
              <a:pPr/>
              <a:t>6</a:t>
            </a:fld>
            <a:endParaRPr lang="en-US" altLang="zh-CN" sz="790"/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600" dirty="0">
                <a:ea typeface="宋体" panose="02010600030101010101" pitchFamily="2" charset="-122"/>
                <a:sym typeface="Symbol" panose="05050102010706020507" pitchFamily="18" charset="2"/>
              </a:rPr>
              <a:t>Worst case running time is O(N) </a:t>
            </a:r>
          </a:p>
          <a:p>
            <a:pPr lvl="1">
              <a:lnSpc>
                <a:spcPct val="90000"/>
              </a:lnSpc>
            </a:pP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What happens when you Insert elements in ascending order?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Insert: 2, 4, 6, 8, 10, 12 into an empty BST</a:t>
            </a:r>
            <a:endParaRPr lang="en-US" altLang="zh-CN" sz="32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Problem: Lack of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“balance”: </a:t>
            </a:r>
            <a:endParaRPr lang="en-US" altLang="zh-CN" sz="32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Unbalanced degenerate tree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7973060" y="5329555"/>
            <a:ext cx="764540" cy="765810"/>
            <a:chOff x="2726" y="5537"/>
            <a:chExt cx="1204" cy="1206"/>
          </a:xfrm>
          <a:solidFill>
            <a:schemeClr val="accent1">
              <a:lumMod val="75000"/>
              <a:alpha val="33000"/>
            </a:schemeClr>
          </a:solidFill>
        </p:grpSpPr>
        <p:sp>
          <p:nvSpPr>
            <p:cNvPr id="34" name="Freeform 3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726" y="5537"/>
              <a:ext cx="1204" cy="1206"/>
            </a:xfrm>
            <a:custGeom>
              <a:avLst/>
              <a:gdLst>
                <a:gd name="T0" fmla="*/ 210 w 421"/>
                <a:gd name="T1" fmla="*/ 0 h 421"/>
                <a:gd name="T2" fmla="*/ 0 w 421"/>
                <a:gd name="T3" fmla="*/ 211 h 421"/>
                <a:gd name="T4" fmla="*/ 210 w 421"/>
                <a:gd name="T5" fmla="*/ 421 h 421"/>
                <a:gd name="T6" fmla="*/ 421 w 421"/>
                <a:gd name="T7" fmla="*/ 211 h 421"/>
                <a:gd name="T8" fmla="*/ 210 w 421"/>
                <a:gd name="T9" fmla="*/ 0 h 421"/>
                <a:gd name="T10" fmla="*/ 210 w 421"/>
                <a:gd name="T11" fmla="*/ 386 h 421"/>
                <a:gd name="T12" fmla="*/ 35 w 421"/>
                <a:gd name="T13" fmla="*/ 211 h 421"/>
                <a:gd name="T14" fmla="*/ 210 w 421"/>
                <a:gd name="T15" fmla="*/ 36 h 421"/>
                <a:gd name="T16" fmla="*/ 385 w 421"/>
                <a:gd name="T17" fmla="*/ 211 h 421"/>
                <a:gd name="T18" fmla="*/ 210 w 421"/>
                <a:gd name="T19" fmla="*/ 386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1" h="421">
                  <a:moveTo>
                    <a:pt x="210" y="0"/>
                  </a:moveTo>
                  <a:cubicBezTo>
                    <a:pt x="94" y="0"/>
                    <a:pt x="0" y="95"/>
                    <a:pt x="0" y="211"/>
                  </a:cubicBezTo>
                  <a:cubicBezTo>
                    <a:pt x="0" y="327"/>
                    <a:pt x="94" y="421"/>
                    <a:pt x="210" y="421"/>
                  </a:cubicBezTo>
                  <a:cubicBezTo>
                    <a:pt x="326" y="421"/>
                    <a:pt x="421" y="327"/>
                    <a:pt x="421" y="211"/>
                  </a:cubicBezTo>
                  <a:cubicBezTo>
                    <a:pt x="421" y="95"/>
                    <a:pt x="326" y="0"/>
                    <a:pt x="210" y="0"/>
                  </a:cubicBezTo>
                  <a:close/>
                  <a:moveTo>
                    <a:pt x="210" y="386"/>
                  </a:moveTo>
                  <a:cubicBezTo>
                    <a:pt x="113" y="386"/>
                    <a:pt x="35" y="308"/>
                    <a:pt x="35" y="211"/>
                  </a:cubicBezTo>
                  <a:cubicBezTo>
                    <a:pt x="35" y="114"/>
                    <a:pt x="113" y="36"/>
                    <a:pt x="210" y="36"/>
                  </a:cubicBezTo>
                  <a:cubicBezTo>
                    <a:pt x="307" y="36"/>
                    <a:pt x="385" y="114"/>
                    <a:pt x="385" y="211"/>
                  </a:cubicBezTo>
                  <a:cubicBezTo>
                    <a:pt x="385" y="308"/>
                    <a:pt x="307" y="386"/>
                    <a:pt x="210" y="38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5" name="Freeform 37"/>
            <p:cNvSpPr/>
            <p:nvPr>
              <p:custDataLst>
                <p:tags r:id="rId6"/>
              </p:custDataLst>
            </p:nvPr>
          </p:nvSpPr>
          <p:spPr bwMode="auto">
            <a:xfrm>
              <a:off x="3255" y="6073"/>
              <a:ext cx="152" cy="152"/>
            </a:xfrm>
            <a:custGeom>
              <a:avLst/>
              <a:gdLst>
                <a:gd name="T0" fmla="*/ 44 w 53"/>
                <a:gd name="T1" fmla="*/ 11 h 53"/>
                <a:gd name="T2" fmla="*/ 43 w 53"/>
                <a:gd name="T3" fmla="*/ 44 h 53"/>
                <a:gd name="T4" fmla="*/ 9 w 53"/>
                <a:gd name="T5" fmla="*/ 43 h 53"/>
                <a:gd name="T6" fmla="*/ 11 w 53"/>
                <a:gd name="T7" fmla="*/ 9 h 53"/>
                <a:gd name="T8" fmla="*/ 44 w 53"/>
                <a:gd name="T9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53">
                  <a:moveTo>
                    <a:pt x="44" y="11"/>
                  </a:moveTo>
                  <a:cubicBezTo>
                    <a:pt x="53" y="20"/>
                    <a:pt x="52" y="36"/>
                    <a:pt x="43" y="44"/>
                  </a:cubicBezTo>
                  <a:cubicBezTo>
                    <a:pt x="33" y="53"/>
                    <a:pt x="18" y="53"/>
                    <a:pt x="9" y="43"/>
                  </a:cubicBezTo>
                  <a:cubicBezTo>
                    <a:pt x="0" y="33"/>
                    <a:pt x="1" y="18"/>
                    <a:pt x="11" y="9"/>
                  </a:cubicBezTo>
                  <a:cubicBezTo>
                    <a:pt x="20" y="0"/>
                    <a:pt x="35" y="1"/>
                    <a:pt x="44" y="1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6" name="Freeform 38"/>
            <p:cNvSpPr/>
            <p:nvPr>
              <p:custDataLst>
                <p:tags r:id="rId7"/>
              </p:custDataLst>
            </p:nvPr>
          </p:nvSpPr>
          <p:spPr bwMode="auto">
            <a:xfrm>
              <a:off x="3392" y="5895"/>
              <a:ext cx="223" cy="212"/>
            </a:xfrm>
            <a:custGeom>
              <a:avLst/>
              <a:gdLst>
                <a:gd name="T0" fmla="*/ 15 w 78"/>
                <a:gd name="T1" fmla="*/ 72 h 74"/>
                <a:gd name="T2" fmla="*/ 4 w 78"/>
                <a:gd name="T3" fmla="*/ 70 h 74"/>
                <a:gd name="T4" fmla="*/ 4 w 78"/>
                <a:gd name="T5" fmla="*/ 70 h 74"/>
                <a:gd name="T6" fmla="*/ 3 w 78"/>
                <a:gd name="T7" fmla="*/ 59 h 74"/>
                <a:gd name="T8" fmla="*/ 64 w 78"/>
                <a:gd name="T9" fmla="*/ 3 h 74"/>
                <a:gd name="T10" fmla="*/ 74 w 78"/>
                <a:gd name="T11" fmla="*/ 5 h 74"/>
                <a:gd name="T12" fmla="*/ 74 w 78"/>
                <a:gd name="T13" fmla="*/ 5 h 74"/>
                <a:gd name="T14" fmla="*/ 76 w 78"/>
                <a:gd name="T15" fmla="*/ 16 h 74"/>
                <a:gd name="T16" fmla="*/ 15 w 78"/>
                <a:gd name="T17" fmla="*/ 7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74">
                  <a:moveTo>
                    <a:pt x="15" y="72"/>
                  </a:moveTo>
                  <a:cubicBezTo>
                    <a:pt x="12" y="74"/>
                    <a:pt x="8" y="73"/>
                    <a:pt x="4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1" y="66"/>
                    <a:pt x="0" y="61"/>
                    <a:pt x="3" y="59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6" y="0"/>
                    <a:pt x="71" y="1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8" y="9"/>
                    <a:pt x="78" y="14"/>
                    <a:pt x="76" y="16"/>
                  </a:cubicBezTo>
                  <a:lnTo>
                    <a:pt x="15" y="7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7" name="Freeform 39"/>
            <p:cNvSpPr/>
            <p:nvPr>
              <p:custDataLst>
                <p:tags r:id="rId8"/>
              </p:custDataLst>
            </p:nvPr>
          </p:nvSpPr>
          <p:spPr bwMode="auto">
            <a:xfrm>
              <a:off x="3008" y="5813"/>
              <a:ext cx="268" cy="289"/>
            </a:xfrm>
            <a:custGeom>
              <a:avLst/>
              <a:gdLst>
                <a:gd name="T0" fmla="*/ 91 w 94"/>
                <a:gd name="T1" fmla="*/ 85 h 101"/>
                <a:gd name="T2" fmla="*/ 90 w 94"/>
                <a:gd name="T3" fmla="*/ 97 h 101"/>
                <a:gd name="T4" fmla="*/ 90 w 94"/>
                <a:gd name="T5" fmla="*/ 97 h 101"/>
                <a:gd name="T6" fmla="*/ 78 w 94"/>
                <a:gd name="T7" fmla="*/ 97 h 101"/>
                <a:gd name="T8" fmla="*/ 3 w 94"/>
                <a:gd name="T9" fmla="*/ 16 h 101"/>
                <a:gd name="T10" fmla="*/ 4 w 94"/>
                <a:gd name="T11" fmla="*/ 4 h 101"/>
                <a:gd name="T12" fmla="*/ 4 w 94"/>
                <a:gd name="T13" fmla="*/ 4 h 101"/>
                <a:gd name="T14" fmla="*/ 16 w 94"/>
                <a:gd name="T15" fmla="*/ 4 h 101"/>
                <a:gd name="T16" fmla="*/ 91 w 94"/>
                <a:gd name="T17" fmla="*/ 8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01">
                  <a:moveTo>
                    <a:pt x="91" y="85"/>
                  </a:moveTo>
                  <a:cubicBezTo>
                    <a:pt x="94" y="89"/>
                    <a:pt x="93" y="94"/>
                    <a:pt x="90" y="97"/>
                  </a:cubicBezTo>
                  <a:cubicBezTo>
                    <a:pt x="90" y="97"/>
                    <a:pt x="90" y="97"/>
                    <a:pt x="90" y="97"/>
                  </a:cubicBezTo>
                  <a:cubicBezTo>
                    <a:pt x="86" y="101"/>
                    <a:pt x="81" y="101"/>
                    <a:pt x="78" y="9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2"/>
                    <a:pt x="0" y="7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0"/>
                    <a:pt x="13" y="0"/>
                    <a:pt x="16" y="4"/>
                  </a:cubicBezTo>
                  <a:lnTo>
                    <a:pt x="91" y="85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985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49859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Balanced and unbalanced BST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C9B287-2A9C-488C-A188-DFE2BC9AF6E0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8A91FE-D742-4860-822B-633A1AB243D0}" type="slidenum">
              <a:rPr lang="en-US" altLang="zh-CN" sz="790"/>
              <a:pPr/>
              <a:t>7</a:t>
            </a:fld>
            <a:endParaRPr lang="en-US" altLang="zh-CN" sz="790"/>
          </a:p>
        </p:txBody>
      </p:sp>
      <p:grpSp>
        <p:nvGrpSpPr>
          <p:cNvPr id="4" name="组合 3"/>
          <p:cNvGrpSpPr/>
          <p:nvPr/>
        </p:nvGrpSpPr>
        <p:grpSpPr>
          <a:xfrm>
            <a:off x="5754370" y="2560955"/>
            <a:ext cx="2887980" cy="1761490"/>
            <a:chOff x="3829050" y="2987824"/>
            <a:chExt cx="2343150" cy="1428750"/>
          </a:xfrm>
        </p:grpSpPr>
        <p:sp>
          <p:nvSpPr>
            <p:cNvPr id="44038" name="Oval 4"/>
            <p:cNvSpPr>
              <a:spLocks noChangeArrowheads="1"/>
            </p:cNvSpPr>
            <p:nvPr/>
          </p:nvSpPr>
          <p:spPr bwMode="auto">
            <a:xfrm>
              <a:off x="5143500" y="29878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4039" name="Oval 5"/>
            <p:cNvSpPr>
              <a:spLocks noChangeArrowheads="1"/>
            </p:cNvSpPr>
            <p:nvPr/>
          </p:nvSpPr>
          <p:spPr bwMode="auto">
            <a:xfrm>
              <a:off x="4343400" y="35021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4040" name="Oval 6"/>
            <p:cNvSpPr>
              <a:spLocks noChangeArrowheads="1"/>
            </p:cNvSpPr>
            <p:nvPr/>
          </p:nvSpPr>
          <p:spPr bwMode="auto">
            <a:xfrm>
              <a:off x="5829300" y="35021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4041" name="Oval 9"/>
            <p:cNvSpPr>
              <a:spLocks noChangeArrowheads="1"/>
            </p:cNvSpPr>
            <p:nvPr/>
          </p:nvSpPr>
          <p:spPr bwMode="auto">
            <a:xfrm>
              <a:off x="3829050" y="40736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042" name="Oval 10"/>
            <p:cNvSpPr>
              <a:spLocks noChangeArrowheads="1"/>
            </p:cNvSpPr>
            <p:nvPr/>
          </p:nvSpPr>
          <p:spPr bwMode="auto">
            <a:xfrm>
              <a:off x="4800600" y="40736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44043" name="AutoShape 11"/>
            <p:cNvCxnSpPr>
              <a:cxnSpLocks noChangeShapeType="1"/>
              <a:stCxn id="44038" idx="3"/>
              <a:endCxn id="44039" idx="7"/>
            </p:cNvCxnSpPr>
            <p:nvPr/>
          </p:nvCxnSpPr>
          <p:spPr bwMode="auto">
            <a:xfrm flipH="1">
              <a:off x="4636294" y="3280718"/>
              <a:ext cx="557213" cy="2714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44" name="AutoShape 12"/>
            <p:cNvCxnSpPr>
              <a:cxnSpLocks noChangeShapeType="1"/>
              <a:stCxn id="44038" idx="5"/>
              <a:endCxn id="44040" idx="1"/>
            </p:cNvCxnSpPr>
            <p:nvPr/>
          </p:nvCxnSpPr>
          <p:spPr bwMode="auto">
            <a:xfrm>
              <a:off x="5436394" y="3280718"/>
              <a:ext cx="442913" cy="2714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45" name="AutoShape 13"/>
            <p:cNvCxnSpPr>
              <a:cxnSpLocks noChangeShapeType="1"/>
              <a:stCxn id="44039" idx="3"/>
              <a:endCxn id="44041" idx="0"/>
            </p:cNvCxnSpPr>
            <p:nvPr/>
          </p:nvCxnSpPr>
          <p:spPr bwMode="auto">
            <a:xfrm flipH="1">
              <a:off x="4000501" y="3795068"/>
              <a:ext cx="39290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46" name="AutoShape 14"/>
            <p:cNvCxnSpPr>
              <a:cxnSpLocks noChangeShapeType="1"/>
              <a:stCxn id="44039" idx="5"/>
              <a:endCxn id="44042" idx="0"/>
            </p:cNvCxnSpPr>
            <p:nvPr/>
          </p:nvCxnSpPr>
          <p:spPr bwMode="auto">
            <a:xfrm>
              <a:off x="4636294" y="3795068"/>
              <a:ext cx="33575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787650" y="1564640"/>
            <a:ext cx="3414395" cy="3859530"/>
            <a:chOff x="1943100" y="2987824"/>
            <a:chExt cx="2628900" cy="2971800"/>
          </a:xfrm>
        </p:grpSpPr>
        <p:sp>
          <p:nvSpPr>
            <p:cNvPr id="44047" name="Oval 17"/>
            <p:cNvSpPr>
              <a:spLocks noChangeArrowheads="1"/>
            </p:cNvSpPr>
            <p:nvPr/>
          </p:nvSpPr>
          <p:spPr bwMode="auto">
            <a:xfrm>
              <a:off x="1943100" y="29878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048" name="Oval 18"/>
            <p:cNvSpPr>
              <a:spLocks noChangeArrowheads="1"/>
            </p:cNvSpPr>
            <p:nvPr/>
          </p:nvSpPr>
          <p:spPr bwMode="auto">
            <a:xfrm>
              <a:off x="3429000" y="47023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4049" name="Oval 19"/>
            <p:cNvSpPr>
              <a:spLocks noChangeArrowheads="1"/>
            </p:cNvSpPr>
            <p:nvPr/>
          </p:nvSpPr>
          <p:spPr bwMode="auto">
            <a:xfrm>
              <a:off x="2286000" y="33878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4050" name="Oval 20"/>
            <p:cNvSpPr>
              <a:spLocks noChangeArrowheads="1"/>
            </p:cNvSpPr>
            <p:nvPr/>
          </p:nvSpPr>
          <p:spPr bwMode="auto">
            <a:xfrm>
              <a:off x="3028950" y="42451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4051" name="Oval 21"/>
            <p:cNvSpPr>
              <a:spLocks noChangeArrowheads="1"/>
            </p:cNvSpPr>
            <p:nvPr/>
          </p:nvSpPr>
          <p:spPr bwMode="auto">
            <a:xfrm>
              <a:off x="2628900" y="37879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4052" name="Oval 22"/>
            <p:cNvSpPr>
              <a:spLocks noChangeArrowheads="1"/>
            </p:cNvSpPr>
            <p:nvPr/>
          </p:nvSpPr>
          <p:spPr bwMode="auto">
            <a:xfrm>
              <a:off x="4229100" y="56167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44053" name="Oval 23"/>
            <p:cNvSpPr>
              <a:spLocks noChangeArrowheads="1"/>
            </p:cNvSpPr>
            <p:nvPr/>
          </p:nvSpPr>
          <p:spPr bwMode="auto">
            <a:xfrm>
              <a:off x="3829050" y="51595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cxnSp>
          <p:nvCxnSpPr>
            <p:cNvPr id="44054" name="AutoShape 24"/>
            <p:cNvCxnSpPr>
              <a:cxnSpLocks noChangeShapeType="1"/>
              <a:stCxn id="44050" idx="5"/>
              <a:endCxn id="44048" idx="7"/>
            </p:cNvCxnSpPr>
            <p:nvPr/>
          </p:nvCxnSpPr>
          <p:spPr bwMode="auto">
            <a:xfrm>
              <a:off x="3321844" y="4538018"/>
              <a:ext cx="400050" cy="2143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55" name="AutoShape 25"/>
            <p:cNvCxnSpPr>
              <a:cxnSpLocks noChangeShapeType="1"/>
              <a:stCxn id="44047" idx="5"/>
              <a:endCxn id="44049" idx="0"/>
            </p:cNvCxnSpPr>
            <p:nvPr/>
          </p:nvCxnSpPr>
          <p:spPr bwMode="auto">
            <a:xfrm>
              <a:off x="2235994" y="3280718"/>
              <a:ext cx="22145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56" name="AutoShape 26"/>
            <p:cNvCxnSpPr>
              <a:cxnSpLocks noChangeShapeType="1"/>
              <a:stCxn id="44053" idx="5"/>
              <a:endCxn id="44052" idx="0"/>
            </p:cNvCxnSpPr>
            <p:nvPr/>
          </p:nvCxnSpPr>
          <p:spPr bwMode="auto">
            <a:xfrm>
              <a:off x="4121944" y="5452418"/>
              <a:ext cx="278606" cy="164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57" name="AutoShape 27"/>
            <p:cNvCxnSpPr>
              <a:cxnSpLocks noChangeShapeType="1"/>
              <a:stCxn id="44048" idx="5"/>
              <a:endCxn id="44053" idx="0"/>
            </p:cNvCxnSpPr>
            <p:nvPr/>
          </p:nvCxnSpPr>
          <p:spPr bwMode="auto">
            <a:xfrm>
              <a:off x="3721894" y="4995218"/>
              <a:ext cx="278606" cy="164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58" name="AutoShape 28"/>
            <p:cNvCxnSpPr>
              <a:cxnSpLocks noChangeShapeType="1"/>
              <a:stCxn id="44051" idx="5"/>
              <a:endCxn id="44050" idx="0"/>
            </p:cNvCxnSpPr>
            <p:nvPr/>
          </p:nvCxnSpPr>
          <p:spPr bwMode="auto">
            <a:xfrm>
              <a:off x="2921794" y="4080818"/>
              <a:ext cx="278606" cy="164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59" name="AutoShape 29"/>
            <p:cNvCxnSpPr>
              <a:cxnSpLocks noChangeShapeType="1"/>
              <a:stCxn id="44049" idx="5"/>
              <a:endCxn id="44051" idx="0"/>
            </p:cNvCxnSpPr>
            <p:nvPr/>
          </p:nvCxnSpPr>
          <p:spPr bwMode="auto">
            <a:xfrm>
              <a:off x="2578894" y="3680768"/>
              <a:ext cx="22145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968375" y="3110865"/>
            <a:ext cx="3217545" cy="1642110"/>
            <a:chOff x="400050" y="4530874"/>
            <a:chExt cx="2800350" cy="1428750"/>
          </a:xfrm>
        </p:grpSpPr>
        <p:sp>
          <p:nvSpPr>
            <p:cNvPr id="44060" name="Oval 32"/>
            <p:cNvSpPr>
              <a:spLocks noChangeArrowheads="1"/>
            </p:cNvSpPr>
            <p:nvPr/>
          </p:nvSpPr>
          <p:spPr bwMode="auto">
            <a:xfrm>
              <a:off x="1714500" y="453087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4061" name="Oval 33"/>
            <p:cNvSpPr>
              <a:spLocks noChangeArrowheads="1"/>
            </p:cNvSpPr>
            <p:nvPr/>
          </p:nvSpPr>
          <p:spPr bwMode="auto">
            <a:xfrm>
              <a:off x="914400" y="50452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4062" name="Oval 34"/>
            <p:cNvSpPr>
              <a:spLocks noChangeArrowheads="1"/>
            </p:cNvSpPr>
            <p:nvPr/>
          </p:nvSpPr>
          <p:spPr bwMode="auto">
            <a:xfrm>
              <a:off x="2400300" y="50452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44063" name="Oval 35"/>
            <p:cNvSpPr>
              <a:spLocks noChangeArrowheads="1"/>
            </p:cNvSpPr>
            <p:nvPr/>
          </p:nvSpPr>
          <p:spPr bwMode="auto">
            <a:xfrm>
              <a:off x="1943100" y="56167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4064" name="Oval 36"/>
            <p:cNvSpPr>
              <a:spLocks noChangeArrowheads="1"/>
            </p:cNvSpPr>
            <p:nvPr/>
          </p:nvSpPr>
          <p:spPr bwMode="auto">
            <a:xfrm>
              <a:off x="2857500" y="56167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44065" name="Oval 37"/>
            <p:cNvSpPr>
              <a:spLocks noChangeArrowheads="1"/>
            </p:cNvSpPr>
            <p:nvPr/>
          </p:nvSpPr>
          <p:spPr bwMode="auto">
            <a:xfrm>
              <a:off x="400050" y="56167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066" name="Oval 38"/>
            <p:cNvSpPr>
              <a:spLocks noChangeArrowheads="1"/>
            </p:cNvSpPr>
            <p:nvPr/>
          </p:nvSpPr>
          <p:spPr bwMode="auto">
            <a:xfrm>
              <a:off x="1371600" y="561672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44067" name="AutoShape 39"/>
            <p:cNvCxnSpPr>
              <a:cxnSpLocks noChangeShapeType="1"/>
              <a:stCxn id="44060" idx="3"/>
              <a:endCxn id="44061" idx="7"/>
            </p:cNvCxnSpPr>
            <p:nvPr/>
          </p:nvCxnSpPr>
          <p:spPr bwMode="auto">
            <a:xfrm flipH="1">
              <a:off x="1207294" y="4823768"/>
              <a:ext cx="557213" cy="2714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68" name="AutoShape 40"/>
            <p:cNvCxnSpPr>
              <a:cxnSpLocks noChangeShapeType="1"/>
              <a:stCxn id="44060" idx="5"/>
              <a:endCxn id="44062" idx="1"/>
            </p:cNvCxnSpPr>
            <p:nvPr/>
          </p:nvCxnSpPr>
          <p:spPr bwMode="auto">
            <a:xfrm>
              <a:off x="2007394" y="4823768"/>
              <a:ext cx="442913" cy="2714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69" name="AutoShape 41"/>
            <p:cNvCxnSpPr>
              <a:cxnSpLocks noChangeShapeType="1"/>
              <a:stCxn id="44061" idx="3"/>
              <a:endCxn id="44065" idx="0"/>
            </p:cNvCxnSpPr>
            <p:nvPr/>
          </p:nvCxnSpPr>
          <p:spPr bwMode="auto">
            <a:xfrm flipH="1">
              <a:off x="571501" y="5338118"/>
              <a:ext cx="39290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0" name="AutoShape 42"/>
            <p:cNvCxnSpPr>
              <a:cxnSpLocks noChangeShapeType="1"/>
              <a:stCxn id="44061" idx="5"/>
              <a:endCxn id="44066" idx="0"/>
            </p:cNvCxnSpPr>
            <p:nvPr/>
          </p:nvCxnSpPr>
          <p:spPr bwMode="auto">
            <a:xfrm>
              <a:off x="1207294" y="5338118"/>
              <a:ext cx="33575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1" name="AutoShape 43"/>
            <p:cNvCxnSpPr>
              <a:cxnSpLocks noChangeShapeType="1"/>
              <a:stCxn id="44062" idx="3"/>
              <a:endCxn id="44063" idx="0"/>
            </p:cNvCxnSpPr>
            <p:nvPr/>
          </p:nvCxnSpPr>
          <p:spPr bwMode="auto">
            <a:xfrm flipH="1">
              <a:off x="2114551" y="5338118"/>
              <a:ext cx="33575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2" name="AutoShape 44"/>
            <p:cNvCxnSpPr>
              <a:cxnSpLocks noChangeShapeType="1"/>
              <a:stCxn id="44062" idx="5"/>
              <a:endCxn id="44064" idx="0"/>
            </p:cNvCxnSpPr>
            <p:nvPr/>
          </p:nvCxnSpPr>
          <p:spPr bwMode="auto">
            <a:xfrm>
              <a:off x="2693194" y="5338118"/>
              <a:ext cx="335756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4073" name="Text Box 45"/>
          <p:cNvSpPr txBox="1">
            <a:spLocks noChangeArrowheads="1"/>
          </p:cNvSpPr>
          <p:nvPr/>
        </p:nvSpPr>
        <p:spPr bwMode="auto">
          <a:xfrm>
            <a:off x="4427876" y="2084226"/>
            <a:ext cx="26733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Is this “balanced”?</a:t>
            </a:r>
          </a:p>
        </p:txBody>
      </p:sp>
      <p:sp>
        <p:nvSpPr>
          <p:cNvPr id="6" name="矩形 5"/>
          <p:cNvSpPr/>
          <p:nvPr/>
        </p:nvSpPr>
        <p:spPr>
          <a:xfrm>
            <a:off x="1550670" y="5588635"/>
            <a:ext cx="6279515" cy="52197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How to determine that a </a:t>
            </a:r>
            <a:r>
              <a:rPr lang="en-US" altLang="zh-CN" sz="2800" dirty="0">
                <a:solidFill>
                  <a:srgbClr val="FF0000"/>
                </a:solidFill>
              </a:rPr>
              <a:t>BST</a:t>
            </a:r>
            <a:r>
              <a:rPr lang="zh-CN" altLang="en-US" sz="2800" dirty="0">
                <a:solidFill>
                  <a:srgbClr val="FF0000"/>
                </a:solidFill>
              </a:rPr>
              <a:t> is balanced</a:t>
            </a:r>
            <a:r>
              <a:rPr lang="en-US" altLang="zh-CN" sz="2800" dirty="0">
                <a:solidFill>
                  <a:srgbClr val="FF0000"/>
                </a:solidFill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73" grpId="0" bldLvl="0" animBg="1"/>
      <p:bldP spid="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985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49859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Approaches to balancing trees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CED172-0267-450D-AA75-27258437F61F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4505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B27F63-440B-442B-9CF6-7BAF32F39E27}" type="slidenum">
              <a:rPr lang="en-US" altLang="zh-CN" sz="790"/>
              <a:pPr/>
              <a:t>8</a:t>
            </a:fld>
            <a:endParaRPr lang="en-US" altLang="zh-CN" sz="790"/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413510"/>
            <a:ext cx="8119745" cy="361823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Don't balance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May end up with some nodes very deep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</a:rPr>
              <a:t>Strict balance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The tree must always be balanced perfectly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Pretty good balance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Only allow a little out of balance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6600CC"/>
                </a:solidFill>
                <a:ea typeface="宋体" panose="02010600030101010101" pitchFamily="2" charset="-122"/>
              </a:rPr>
              <a:t>Adjust on access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Self-adjusting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7740015" y="4869815"/>
            <a:ext cx="995680" cy="1167130"/>
            <a:chOff x="8523" y="5551"/>
            <a:chExt cx="452" cy="530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6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7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264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1962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49859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Full Binary Trees（满二叉树）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633847" y="1685292"/>
            <a:ext cx="7886700" cy="4351337"/>
          </a:xfrm>
        </p:spPr>
        <p:txBody>
          <a:bodyPr/>
          <a:lstStyle/>
          <a:p>
            <a:pPr eaLnBrk="1" hangingPunct="1"/>
            <a:r>
              <a:rPr lang="en-US" altLang="zh-CN" dirty="0"/>
              <a:t>In a </a:t>
            </a:r>
            <a:r>
              <a:rPr lang="en-US" altLang="zh-CN" dirty="0">
                <a:solidFill>
                  <a:srgbClr val="FF0000"/>
                </a:solidFill>
              </a:rPr>
              <a:t>full binary tree</a:t>
            </a:r>
            <a:r>
              <a:rPr lang="en-US" altLang="zh-CN" dirty="0"/>
              <a:t>, each node is either (1) an internal node with exactly two non-empty children or (2) a leaf.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949761B-1B8A-406C-ADDA-0009D57C5EF9}" type="slidenum">
              <a:rPr lang="en-US" altLang="zh-CN" sz="750" smtClean="0"/>
              <a:pPr/>
              <a:t>9</a:t>
            </a:fld>
            <a:endParaRPr lang="en-US" altLang="zh-CN" sz="750"/>
          </a:p>
        </p:txBody>
      </p:sp>
      <p:pic>
        <p:nvPicPr>
          <p:cNvPr id="11269" name="Picture 4" descr="C:\Shaffer\CS2604\Figs\FullComp.gi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" r="3473" b="2127"/>
          <a:stretch>
            <a:fillRect/>
          </a:stretch>
        </p:blipFill>
        <p:spPr bwMode="auto">
          <a:xfrm>
            <a:off x="1199515" y="3550285"/>
            <a:ext cx="7011670" cy="195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4" r="44818" b="23360"/>
          <a:stretch>
            <a:fillRect/>
          </a:stretch>
        </p:blipFill>
        <p:spPr bwMode="auto">
          <a:xfrm>
            <a:off x="6088380" y="4968875"/>
            <a:ext cx="1149350" cy="1211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32" t="24525" b="29491"/>
          <a:stretch>
            <a:fillRect/>
          </a:stretch>
        </p:blipFill>
        <p:spPr bwMode="auto">
          <a:xfrm>
            <a:off x="2200275" y="4968875"/>
            <a:ext cx="1074420" cy="95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4D85E0-043B-43C6-A513-F9AE380E5652}" type="datetime1">
              <a:rPr lang="zh-CN" altLang="en-US" sz="750" smtClean="0"/>
              <a:pPr>
                <a:defRPr/>
              </a:pPr>
              <a:t>2025/12/13</a:t>
            </a:fld>
            <a:endParaRPr lang="zh-CN" altLang="en-US" sz="75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790"/>
              <a:t>AVL Trees  - Lecture 4-2</a:t>
            </a:r>
            <a:endParaRPr lang="zh-CN" altLang="en-US" sz="79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7593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831340"/>
            <a:ext cx="8703945" cy="2247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967105"/>
            <a:ext cx="747141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Complete Binary Trees</a:t>
            </a:r>
          </a:p>
          <a:p>
            <a:r>
              <a:rPr lang="en-US" altLang="zh-CN" sz="3600" dirty="0">
                <a:solidFill>
                  <a:schemeClr val="bg1"/>
                </a:solidFill>
              </a:rPr>
              <a:t>（完全二叉树）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368935" y="1988820"/>
            <a:ext cx="8266430" cy="248158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In a </a:t>
            </a:r>
            <a:r>
              <a:rPr lang="en-US" altLang="zh-CN" sz="2800" dirty="0">
                <a:solidFill>
                  <a:srgbClr val="FF0000"/>
                </a:solidFill>
              </a:rPr>
              <a:t>complete binary tree </a:t>
            </a:r>
            <a:r>
              <a:rPr lang="en-US" altLang="zh-CN" sz="2800" dirty="0"/>
              <a:t>of depth </a:t>
            </a:r>
            <a:r>
              <a:rPr lang="en-US" altLang="zh-CN" sz="2800" i="1" dirty="0"/>
              <a:t>d</a:t>
            </a:r>
            <a:r>
              <a:rPr lang="en-US" altLang="zh-CN" sz="2800" dirty="0"/>
              <a:t>, all levels except possibly level </a:t>
            </a:r>
            <a:r>
              <a:rPr lang="en-US" altLang="zh-CN" sz="2800" i="1" dirty="0"/>
              <a:t>d</a:t>
            </a:r>
            <a:r>
              <a:rPr lang="en-US" altLang="zh-CN" sz="2800" dirty="0"/>
              <a:t>-1 are completely full. The bottom level has its nodes filled in from the left side. </a:t>
            </a:r>
          </a:p>
          <a:p>
            <a:pPr lvl="1" eaLnBrk="1" hangingPunct="1"/>
            <a:r>
              <a:rPr lang="en-US" altLang="zh-CN" sz="2000" dirty="0"/>
              <a:t>A complete binary tree is obtained by starting at the root and filling the tree by levels from left to right.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5FA1E1-179E-43DD-9BC6-56D652531A7A}" type="slidenum">
              <a:rPr lang="en-US" altLang="zh-CN" sz="750" smtClean="0"/>
              <a:pPr/>
              <a:t>10</a:t>
            </a:fld>
            <a:endParaRPr lang="en-US" altLang="zh-CN" sz="750"/>
          </a:p>
        </p:txBody>
      </p:sp>
      <p:pic>
        <p:nvPicPr>
          <p:cNvPr id="12293" name="Picture 4" descr="C:\Shaffer\CS2604\Figs\FullComp.gi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" r="3473" b="2127"/>
          <a:stretch>
            <a:fillRect/>
          </a:stretch>
        </p:blipFill>
        <p:spPr bwMode="auto">
          <a:xfrm>
            <a:off x="1144905" y="4119245"/>
            <a:ext cx="6991350" cy="195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4" r="44818" b="23360"/>
          <a:stretch>
            <a:fillRect/>
          </a:stretch>
        </p:blipFill>
        <p:spPr bwMode="auto">
          <a:xfrm>
            <a:off x="2268220" y="5445760"/>
            <a:ext cx="873760" cy="922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32" t="24525" b="29491"/>
          <a:stretch>
            <a:fillRect/>
          </a:stretch>
        </p:blipFill>
        <p:spPr bwMode="auto">
          <a:xfrm>
            <a:off x="6084570" y="5517515"/>
            <a:ext cx="865505" cy="770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E004B7-E8EE-4122-9D48-7D3CE27B2289}" type="datetime1">
              <a:rPr lang="zh-CN" altLang="en-US" sz="750" smtClean="0"/>
              <a:pPr>
                <a:defRPr/>
              </a:pPr>
              <a:t>2025/12/13</a:t>
            </a:fld>
            <a:endParaRPr lang="zh-CN" altLang="en-US" sz="75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790"/>
              <a:t>AVL Trees  - Lecture 4-2</a:t>
            </a:r>
            <a:endParaRPr lang="zh-CN" altLang="en-US" sz="79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4080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1769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49859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Perfect Balance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A9068D-A0F8-46ED-8582-82F547BEF8A6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0A80B6-B9D0-4352-9E5B-0828DB2B140D}" type="slidenum">
              <a:rPr lang="en-US" altLang="zh-CN" sz="790"/>
              <a:pPr/>
              <a:t>11</a:t>
            </a:fld>
            <a:endParaRPr lang="en-US" altLang="zh-CN" sz="790"/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2095" y="1557020"/>
            <a:ext cx="8738870" cy="1451610"/>
          </a:xfrm>
        </p:spPr>
        <p:txBody>
          <a:bodyPr>
            <a:noAutofit/>
          </a:bodyPr>
          <a:lstStyle/>
          <a:p>
            <a:r>
              <a:rPr lang="en-US" altLang="zh-CN" sz="2400" dirty="0">
                <a:ea typeface="宋体" panose="02010600030101010101" pitchFamily="2" charset="-122"/>
              </a:rPr>
              <a:t>Want a 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complete tree</a:t>
            </a:r>
            <a:r>
              <a:rPr lang="en-US" altLang="zh-CN" sz="2400" dirty="0">
                <a:ea typeface="宋体" panose="02010600030101010101" pitchFamily="2" charset="-122"/>
              </a:rPr>
              <a:t> after every operation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tree is full except possibly in the lower right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For example, insert 2 in the tree on the left and then rebuild as a complete tree</a:t>
            </a:r>
          </a:p>
        </p:txBody>
      </p:sp>
      <p:sp>
        <p:nvSpPr>
          <p:cNvPr id="47111" name="Text Box 42"/>
          <p:cNvSpPr txBox="1">
            <a:spLocks noChangeArrowheads="1"/>
          </p:cNvSpPr>
          <p:nvPr/>
        </p:nvSpPr>
        <p:spPr bwMode="auto">
          <a:xfrm>
            <a:off x="3584004" y="4817375"/>
            <a:ext cx="15671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</a:rPr>
              <a:t>Insert 2 &amp;</a:t>
            </a:r>
          </a:p>
          <a:p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</a:rPr>
              <a:t>complete tree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52475" y="3426460"/>
            <a:ext cx="7719695" cy="1659890"/>
            <a:chOff x="457200" y="5314950"/>
            <a:chExt cx="6115050" cy="1314450"/>
          </a:xfrm>
        </p:grpSpPr>
        <p:sp>
          <p:nvSpPr>
            <p:cNvPr id="47112" name="Oval 43"/>
            <p:cNvSpPr>
              <a:spLocks noChangeArrowheads="1"/>
            </p:cNvSpPr>
            <p:nvPr/>
          </p:nvSpPr>
          <p:spPr bwMode="auto">
            <a:xfrm>
              <a:off x="1771650" y="53149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47113" name="Oval 44"/>
            <p:cNvSpPr>
              <a:spLocks noChangeArrowheads="1"/>
            </p:cNvSpPr>
            <p:nvPr/>
          </p:nvSpPr>
          <p:spPr bwMode="auto">
            <a:xfrm>
              <a:off x="971550" y="57602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7114" name="Oval 45"/>
            <p:cNvSpPr>
              <a:spLocks noChangeArrowheads="1"/>
            </p:cNvSpPr>
            <p:nvPr/>
          </p:nvSpPr>
          <p:spPr bwMode="auto">
            <a:xfrm>
              <a:off x="2457450" y="57602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47115" name="Oval 46"/>
            <p:cNvSpPr>
              <a:spLocks noChangeArrowheads="1"/>
            </p:cNvSpPr>
            <p:nvPr/>
          </p:nvSpPr>
          <p:spPr bwMode="auto">
            <a:xfrm>
              <a:off x="200025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47116" name="Oval 48"/>
            <p:cNvSpPr>
              <a:spLocks noChangeArrowheads="1"/>
            </p:cNvSpPr>
            <p:nvPr/>
          </p:nvSpPr>
          <p:spPr bwMode="auto">
            <a:xfrm>
              <a:off x="45720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7117" name="Oval 49"/>
            <p:cNvSpPr>
              <a:spLocks noChangeArrowheads="1"/>
            </p:cNvSpPr>
            <p:nvPr/>
          </p:nvSpPr>
          <p:spPr bwMode="auto">
            <a:xfrm>
              <a:off x="142875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47118" name="AutoShape 50"/>
            <p:cNvCxnSpPr>
              <a:cxnSpLocks noChangeShapeType="1"/>
              <a:stCxn id="47112" idx="3"/>
              <a:endCxn id="47113" idx="7"/>
            </p:cNvCxnSpPr>
            <p:nvPr/>
          </p:nvCxnSpPr>
          <p:spPr bwMode="auto">
            <a:xfrm flipH="1">
              <a:off x="1264444" y="5607844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19" name="AutoShape 51"/>
            <p:cNvCxnSpPr>
              <a:cxnSpLocks noChangeShapeType="1"/>
              <a:stCxn id="47112" idx="5"/>
              <a:endCxn id="47114" idx="1"/>
            </p:cNvCxnSpPr>
            <p:nvPr/>
          </p:nvCxnSpPr>
          <p:spPr bwMode="auto">
            <a:xfrm>
              <a:off x="2064544" y="5607844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20" name="AutoShape 52"/>
            <p:cNvCxnSpPr>
              <a:cxnSpLocks noChangeShapeType="1"/>
              <a:stCxn id="47113" idx="3"/>
              <a:endCxn id="47116" idx="0"/>
            </p:cNvCxnSpPr>
            <p:nvPr/>
          </p:nvCxnSpPr>
          <p:spPr bwMode="auto">
            <a:xfrm flipH="1">
              <a:off x="628651" y="6053137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21" name="AutoShape 53"/>
            <p:cNvCxnSpPr>
              <a:cxnSpLocks noChangeShapeType="1"/>
              <a:stCxn id="47113" idx="5"/>
              <a:endCxn id="47117" idx="0"/>
            </p:cNvCxnSpPr>
            <p:nvPr/>
          </p:nvCxnSpPr>
          <p:spPr bwMode="auto">
            <a:xfrm>
              <a:off x="1264444" y="60531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22" name="AutoShape 54"/>
            <p:cNvCxnSpPr>
              <a:cxnSpLocks noChangeShapeType="1"/>
              <a:stCxn id="47114" idx="3"/>
              <a:endCxn id="47115" idx="0"/>
            </p:cNvCxnSpPr>
            <p:nvPr/>
          </p:nvCxnSpPr>
          <p:spPr bwMode="auto">
            <a:xfrm flipH="1">
              <a:off x="2171701" y="60531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123" name="Oval 56"/>
            <p:cNvSpPr>
              <a:spLocks noChangeArrowheads="1"/>
            </p:cNvSpPr>
            <p:nvPr/>
          </p:nvSpPr>
          <p:spPr bwMode="auto">
            <a:xfrm>
              <a:off x="5086350" y="53149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7124" name="Oval 57"/>
            <p:cNvSpPr>
              <a:spLocks noChangeArrowheads="1"/>
            </p:cNvSpPr>
            <p:nvPr/>
          </p:nvSpPr>
          <p:spPr bwMode="auto">
            <a:xfrm>
              <a:off x="4286250" y="5760244"/>
              <a:ext cx="342900" cy="342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7125" name="Oval 58"/>
            <p:cNvSpPr>
              <a:spLocks noChangeArrowheads="1"/>
            </p:cNvSpPr>
            <p:nvPr/>
          </p:nvSpPr>
          <p:spPr bwMode="auto">
            <a:xfrm>
              <a:off x="5772150" y="57602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47126" name="Oval 59"/>
            <p:cNvSpPr>
              <a:spLocks noChangeArrowheads="1"/>
            </p:cNvSpPr>
            <p:nvPr/>
          </p:nvSpPr>
          <p:spPr bwMode="auto">
            <a:xfrm>
              <a:off x="531495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47127" name="Oval 60"/>
            <p:cNvSpPr>
              <a:spLocks noChangeArrowheads="1"/>
            </p:cNvSpPr>
            <p:nvPr/>
          </p:nvSpPr>
          <p:spPr bwMode="auto">
            <a:xfrm>
              <a:off x="622935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47128" name="Oval 61"/>
            <p:cNvSpPr>
              <a:spLocks noChangeArrowheads="1"/>
            </p:cNvSpPr>
            <p:nvPr/>
          </p:nvSpPr>
          <p:spPr bwMode="auto">
            <a:xfrm>
              <a:off x="377190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7129" name="Oval 62"/>
            <p:cNvSpPr>
              <a:spLocks noChangeArrowheads="1"/>
            </p:cNvSpPr>
            <p:nvPr/>
          </p:nvSpPr>
          <p:spPr bwMode="auto">
            <a:xfrm>
              <a:off x="4743450" y="6286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cxnSp>
          <p:nvCxnSpPr>
            <p:cNvPr id="47130" name="AutoShape 63"/>
            <p:cNvCxnSpPr>
              <a:cxnSpLocks noChangeShapeType="1"/>
              <a:stCxn id="47123" idx="3"/>
              <a:endCxn id="47124" idx="7"/>
            </p:cNvCxnSpPr>
            <p:nvPr/>
          </p:nvCxnSpPr>
          <p:spPr bwMode="auto">
            <a:xfrm flipH="1">
              <a:off x="4579144" y="5607844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31" name="AutoShape 64"/>
            <p:cNvCxnSpPr>
              <a:cxnSpLocks noChangeShapeType="1"/>
              <a:stCxn id="47123" idx="5"/>
              <a:endCxn id="47125" idx="1"/>
            </p:cNvCxnSpPr>
            <p:nvPr/>
          </p:nvCxnSpPr>
          <p:spPr bwMode="auto">
            <a:xfrm>
              <a:off x="5379244" y="5607844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32" name="AutoShape 65"/>
            <p:cNvCxnSpPr>
              <a:cxnSpLocks noChangeShapeType="1"/>
              <a:stCxn id="47124" idx="3"/>
              <a:endCxn id="47128" idx="0"/>
            </p:cNvCxnSpPr>
            <p:nvPr/>
          </p:nvCxnSpPr>
          <p:spPr bwMode="auto">
            <a:xfrm flipH="1">
              <a:off x="3943351" y="6053137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33" name="AutoShape 66"/>
            <p:cNvCxnSpPr>
              <a:cxnSpLocks noChangeShapeType="1"/>
              <a:stCxn id="47124" idx="5"/>
              <a:endCxn id="47129" idx="0"/>
            </p:cNvCxnSpPr>
            <p:nvPr/>
          </p:nvCxnSpPr>
          <p:spPr bwMode="auto">
            <a:xfrm>
              <a:off x="4579144" y="60531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34" name="AutoShape 67"/>
            <p:cNvCxnSpPr>
              <a:cxnSpLocks noChangeShapeType="1"/>
              <a:stCxn id="47125" idx="3"/>
              <a:endCxn id="47126" idx="0"/>
            </p:cNvCxnSpPr>
            <p:nvPr/>
          </p:nvCxnSpPr>
          <p:spPr bwMode="auto">
            <a:xfrm flipH="1">
              <a:off x="5486401" y="60531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35" name="AutoShape 68"/>
            <p:cNvCxnSpPr>
              <a:cxnSpLocks noChangeShapeType="1"/>
              <a:stCxn id="47125" idx="5"/>
              <a:endCxn id="47127" idx="0"/>
            </p:cNvCxnSpPr>
            <p:nvPr/>
          </p:nvCxnSpPr>
          <p:spPr bwMode="auto">
            <a:xfrm>
              <a:off x="6065044" y="60531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136" name="Line 69"/>
            <p:cNvSpPr>
              <a:spLocks noChangeShapeType="1"/>
            </p:cNvSpPr>
            <p:nvPr/>
          </p:nvSpPr>
          <p:spPr bwMode="auto">
            <a:xfrm>
              <a:off x="3086100" y="6286500"/>
              <a:ext cx="457200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</p:grpSp>
      <p:sp>
        <p:nvSpPr>
          <p:cNvPr id="3" name="矩形 2"/>
          <p:cNvSpPr/>
          <p:nvPr/>
        </p:nvSpPr>
        <p:spPr>
          <a:xfrm>
            <a:off x="3050046" y="5682807"/>
            <a:ext cx="2693035" cy="52197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This is expensive!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734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84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49859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Balancing Binary Search Trees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580207-970D-43FC-A627-494EFEE82115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FA3A10-11EE-4789-AFC4-91ADCE19B5DD}" type="slidenum">
              <a:rPr lang="en-US" altLang="zh-CN" sz="790"/>
              <a:pPr/>
              <a:t>12</a:t>
            </a:fld>
            <a:endParaRPr lang="en-US" altLang="zh-CN" sz="790"/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72920"/>
            <a:ext cx="8107045" cy="423672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Many algorithms exist for keeping binary search trees balanced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Adelson-</a:t>
            </a:r>
            <a:r>
              <a:rPr lang="en-US" altLang="zh-CN" dirty="0" err="1">
                <a:ea typeface="宋体" panose="02010600030101010101" pitchFamily="2" charset="-122"/>
              </a:rPr>
              <a:t>Velskii</a:t>
            </a:r>
            <a:r>
              <a:rPr lang="en-US" altLang="zh-CN" dirty="0">
                <a:ea typeface="宋体" panose="02010600030101010101" pitchFamily="2" charset="-122"/>
              </a:rPr>
              <a:t> and Landis (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AVL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trees (height-balanced trees) 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Splay trees </a:t>
            </a:r>
            <a:r>
              <a:rPr lang="en-US" altLang="zh-CN" dirty="0">
                <a:ea typeface="宋体" panose="02010600030101010101" pitchFamily="2" charset="-122"/>
              </a:rPr>
              <a:t>and other self-adjusting trees</a:t>
            </a:r>
          </a:p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B-trees</a:t>
            </a:r>
            <a:r>
              <a:rPr lang="en-US" altLang="zh-CN" dirty="0">
                <a:ea typeface="宋体" panose="02010600030101010101" pitchFamily="2" charset="-122"/>
              </a:rPr>
              <a:t> and other multiway search trees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668260" y="5065395"/>
            <a:ext cx="1014095" cy="942340"/>
            <a:chOff x="6948" y="2091"/>
            <a:chExt cx="536" cy="498"/>
          </a:xfrm>
          <a:solidFill>
            <a:schemeClr val="accent1">
              <a:lumMod val="75000"/>
              <a:alpha val="37000"/>
            </a:schemeClr>
          </a:solidFill>
        </p:grpSpPr>
        <p:sp>
          <p:nvSpPr>
            <p:cNvPr id="1270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948" y="2091"/>
              <a:ext cx="537" cy="499"/>
            </a:xfrm>
            <a:custGeom>
              <a:avLst/>
              <a:gdLst>
                <a:gd name="T0" fmla="*/ 494 w 564"/>
                <a:gd name="T1" fmla="*/ 148 h 524"/>
                <a:gd name="T2" fmla="*/ 480 w 564"/>
                <a:gd name="T3" fmla="*/ 120 h 524"/>
                <a:gd name="T4" fmla="*/ 285 w 564"/>
                <a:gd name="T5" fmla="*/ 71 h 524"/>
                <a:gd name="T6" fmla="*/ 292 w 564"/>
                <a:gd name="T7" fmla="*/ 15 h 524"/>
                <a:gd name="T8" fmla="*/ 260 w 564"/>
                <a:gd name="T9" fmla="*/ 92 h 524"/>
                <a:gd name="T10" fmla="*/ 256 w 564"/>
                <a:gd name="T11" fmla="*/ 78 h 524"/>
                <a:gd name="T12" fmla="*/ 63 w 564"/>
                <a:gd name="T13" fmla="*/ 124 h 524"/>
                <a:gd name="T14" fmla="*/ 59 w 564"/>
                <a:gd name="T15" fmla="*/ 158 h 524"/>
                <a:gd name="T16" fmla="*/ 2 w 564"/>
                <a:gd name="T17" fmla="*/ 269 h 524"/>
                <a:gd name="T18" fmla="*/ 123 w 564"/>
                <a:gd name="T19" fmla="*/ 296 h 524"/>
                <a:gd name="T20" fmla="*/ 84 w 564"/>
                <a:gd name="T21" fmla="*/ 139 h 524"/>
                <a:gd name="T22" fmla="*/ 128 w 564"/>
                <a:gd name="T23" fmla="*/ 438 h 524"/>
                <a:gd name="T24" fmla="*/ 131 w 564"/>
                <a:gd name="T25" fmla="*/ 440 h 524"/>
                <a:gd name="T26" fmla="*/ 127 w 564"/>
                <a:gd name="T27" fmla="*/ 477 h 524"/>
                <a:gd name="T28" fmla="*/ 346 w 564"/>
                <a:gd name="T29" fmla="*/ 512 h 524"/>
                <a:gd name="T30" fmla="*/ 287 w 564"/>
                <a:gd name="T31" fmla="*/ 380 h 524"/>
                <a:gd name="T32" fmla="*/ 474 w 564"/>
                <a:gd name="T33" fmla="*/ 133 h 524"/>
                <a:gd name="T34" fmla="*/ 425 w 564"/>
                <a:gd name="T35" fmla="*/ 272 h 524"/>
                <a:gd name="T36" fmla="*/ 38 w 564"/>
                <a:gd name="T37" fmla="*/ 321 h 524"/>
                <a:gd name="T38" fmla="*/ 36 w 564"/>
                <a:gd name="T39" fmla="*/ 309 h 524"/>
                <a:gd name="T40" fmla="*/ 45 w 564"/>
                <a:gd name="T41" fmla="*/ 277 h 524"/>
                <a:gd name="T42" fmla="*/ 115 w 564"/>
                <a:gd name="T43" fmla="*/ 291 h 524"/>
                <a:gd name="T44" fmla="*/ 71 w 564"/>
                <a:gd name="T45" fmla="*/ 144 h 524"/>
                <a:gd name="T46" fmla="*/ 64 w 564"/>
                <a:gd name="T47" fmla="*/ 148 h 524"/>
                <a:gd name="T48" fmla="*/ 70 w 564"/>
                <a:gd name="T49" fmla="*/ 134 h 524"/>
                <a:gd name="T50" fmla="*/ 73 w 564"/>
                <a:gd name="T51" fmla="*/ 139 h 524"/>
                <a:gd name="T52" fmla="*/ 488 w 564"/>
                <a:gd name="T53" fmla="*/ 141 h 524"/>
                <a:gd name="T54" fmla="*/ 285 w 564"/>
                <a:gd name="T55" fmla="*/ 18 h 524"/>
                <a:gd name="T56" fmla="*/ 257 w 564"/>
                <a:gd name="T57" fmla="*/ 37 h 524"/>
                <a:gd name="T58" fmla="*/ 268 w 564"/>
                <a:gd name="T59" fmla="*/ 23 h 524"/>
                <a:gd name="T60" fmla="*/ 281 w 564"/>
                <a:gd name="T61" fmla="*/ 15 h 524"/>
                <a:gd name="T62" fmla="*/ 289 w 564"/>
                <a:gd name="T63" fmla="*/ 22 h 524"/>
                <a:gd name="T64" fmla="*/ 288 w 564"/>
                <a:gd name="T65" fmla="*/ 31 h 524"/>
                <a:gd name="T66" fmla="*/ 267 w 564"/>
                <a:gd name="T67" fmla="*/ 45 h 524"/>
                <a:gd name="T68" fmla="*/ 282 w 564"/>
                <a:gd name="T69" fmla="*/ 72 h 524"/>
                <a:gd name="T70" fmla="*/ 279 w 564"/>
                <a:gd name="T71" fmla="*/ 368 h 524"/>
                <a:gd name="T72" fmla="*/ 287 w 564"/>
                <a:gd name="T73" fmla="*/ 417 h 524"/>
                <a:gd name="T74" fmla="*/ 302 w 564"/>
                <a:gd name="T75" fmla="*/ 429 h 524"/>
                <a:gd name="T76" fmla="*/ 260 w 564"/>
                <a:gd name="T77" fmla="*/ 456 h 524"/>
                <a:gd name="T78" fmla="*/ 339 w 564"/>
                <a:gd name="T79" fmla="*/ 453 h 524"/>
                <a:gd name="T80" fmla="*/ 133 w 564"/>
                <a:gd name="T81" fmla="*/ 439 h 524"/>
                <a:gd name="T82" fmla="*/ 142 w 564"/>
                <a:gd name="T83" fmla="*/ 472 h 524"/>
                <a:gd name="T84" fmla="*/ 403 w 564"/>
                <a:gd name="T85" fmla="*/ 448 h 524"/>
                <a:gd name="T86" fmla="*/ 374 w 564"/>
                <a:gd name="T87" fmla="*/ 469 h 524"/>
                <a:gd name="T88" fmla="*/ 350 w 564"/>
                <a:gd name="T89" fmla="*/ 501 h 524"/>
                <a:gd name="T90" fmla="*/ 300 w 564"/>
                <a:gd name="T91" fmla="*/ 477 h 524"/>
                <a:gd name="T92" fmla="*/ 244 w 564"/>
                <a:gd name="T93" fmla="*/ 510 h 524"/>
                <a:gd name="T94" fmla="*/ 203 w 564"/>
                <a:gd name="T95" fmla="*/ 474 h 524"/>
                <a:gd name="T96" fmla="*/ 157 w 564"/>
                <a:gd name="T97" fmla="*/ 499 h 524"/>
                <a:gd name="T98" fmla="*/ 137 w 564"/>
                <a:gd name="T99" fmla="*/ 489 h 524"/>
                <a:gd name="T100" fmla="*/ 438 w 564"/>
                <a:gd name="T101" fmla="*/ 104 h 524"/>
                <a:gd name="T102" fmla="*/ 286 w 564"/>
                <a:gd name="T103" fmla="*/ 92 h 524"/>
                <a:gd name="T104" fmla="*/ 545 w 564"/>
                <a:gd name="T105" fmla="*/ 273 h 524"/>
                <a:gd name="T106" fmla="*/ 451 w 564"/>
                <a:gd name="T107" fmla="*/ 321 h 524"/>
                <a:gd name="T108" fmla="*/ 444 w 564"/>
                <a:gd name="T109" fmla="*/ 309 h 524"/>
                <a:gd name="T110" fmla="*/ 431 w 564"/>
                <a:gd name="T111" fmla="*/ 288 h 524"/>
                <a:gd name="T112" fmla="*/ 547 w 564"/>
                <a:gd name="T113" fmla="*/ 282 h 524"/>
                <a:gd name="T114" fmla="*/ 551 w 564"/>
                <a:gd name="T115" fmla="*/ 292 h 524"/>
                <a:gd name="T116" fmla="*/ 500 w 564"/>
                <a:gd name="T117" fmla="*/ 327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64" h="524">
                  <a:moveTo>
                    <a:pt x="560" y="280"/>
                  </a:moveTo>
                  <a:cubicBezTo>
                    <a:pt x="559" y="280"/>
                    <a:pt x="559" y="279"/>
                    <a:pt x="559" y="279"/>
                  </a:cubicBezTo>
                  <a:cubicBezTo>
                    <a:pt x="561" y="276"/>
                    <a:pt x="559" y="271"/>
                    <a:pt x="556" y="272"/>
                  </a:cubicBezTo>
                  <a:cubicBezTo>
                    <a:pt x="555" y="272"/>
                    <a:pt x="554" y="272"/>
                    <a:pt x="553" y="272"/>
                  </a:cubicBezTo>
                  <a:cubicBezTo>
                    <a:pt x="547" y="250"/>
                    <a:pt x="534" y="230"/>
                    <a:pt x="522" y="211"/>
                  </a:cubicBezTo>
                  <a:cubicBezTo>
                    <a:pt x="515" y="200"/>
                    <a:pt x="508" y="189"/>
                    <a:pt x="502" y="178"/>
                  </a:cubicBezTo>
                  <a:cubicBezTo>
                    <a:pt x="497" y="169"/>
                    <a:pt x="494" y="160"/>
                    <a:pt x="492" y="150"/>
                  </a:cubicBezTo>
                  <a:cubicBezTo>
                    <a:pt x="492" y="149"/>
                    <a:pt x="493" y="148"/>
                    <a:pt x="494" y="148"/>
                  </a:cubicBezTo>
                  <a:cubicBezTo>
                    <a:pt x="495" y="147"/>
                    <a:pt x="494" y="145"/>
                    <a:pt x="493" y="145"/>
                  </a:cubicBezTo>
                  <a:cubicBezTo>
                    <a:pt x="495" y="139"/>
                    <a:pt x="492" y="132"/>
                    <a:pt x="487" y="127"/>
                  </a:cubicBezTo>
                  <a:cubicBezTo>
                    <a:pt x="486" y="127"/>
                    <a:pt x="485" y="126"/>
                    <a:pt x="484" y="127"/>
                  </a:cubicBezTo>
                  <a:cubicBezTo>
                    <a:pt x="483" y="127"/>
                    <a:pt x="483" y="127"/>
                    <a:pt x="482" y="127"/>
                  </a:cubicBezTo>
                  <a:cubicBezTo>
                    <a:pt x="482" y="127"/>
                    <a:pt x="482" y="126"/>
                    <a:pt x="482" y="126"/>
                  </a:cubicBezTo>
                  <a:cubicBezTo>
                    <a:pt x="482" y="125"/>
                    <a:pt x="481" y="125"/>
                    <a:pt x="481" y="124"/>
                  </a:cubicBezTo>
                  <a:cubicBezTo>
                    <a:pt x="481" y="123"/>
                    <a:pt x="481" y="122"/>
                    <a:pt x="481" y="121"/>
                  </a:cubicBezTo>
                  <a:cubicBezTo>
                    <a:pt x="481" y="121"/>
                    <a:pt x="480" y="120"/>
                    <a:pt x="480" y="120"/>
                  </a:cubicBezTo>
                  <a:cubicBezTo>
                    <a:pt x="481" y="120"/>
                    <a:pt x="481" y="120"/>
                    <a:pt x="481" y="120"/>
                  </a:cubicBezTo>
                  <a:cubicBezTo>
                    <a:pt x="482" y="121"/>
                    <a:pt x="483" y="119"/>
                    <a:pt x="482" y="118"/>
                  </a:cubicBezTo>
                  <a:cubicBezTo>
                    <a:pt x="471" y="109"/>
                    <a:pt x="456" y="103"/>
                    <a:pt x="442" y="98"/>
                  </a:cubicBezTo>
                  <a:cubicBezTo>
                    <a:pt x="425" y="92"/>
                    <a:pt x="408" y="88"/>
                    <a:pt x="390" y="85"/>
                  </a:cubicBezTo>
                  <a:cubicBezTo>
                    <a:pt x="356" y="80"/>
                    <a:pt x="321" y="78"/>
                    <a:pt x="286" y="78"/>
                  </a:cubicBezTo>
                  <a:cubicBezTo>
                    <a:pt x="286" y="78"/>
                    <a:pt x="286" y="78"/>
                    <a:pt x="286" y="78"/>
                  </a:cubicBezTo>
                  <a:cubicBezTo>
                    <a:pt x="286" y="76"/>
                    <a:pt x="286" y="73"/>
                    <a:pt x="286" y="71"/>
                  </a:cubicBezTo>
                  <a:cubicBezTo>
                    <a:pt x="286" y="71"/>
                    <a:pt x="285" y="71"/>
                    <a:pt x="285" y="71"/>
                  </a:cubicBezTo>
                  <a:cubicBezTo>
                    <a:pt x="285" y="67"/>
                    <a:pt x="285" y="62"/>
                    <a:pt x="285" y="58"/>
                  </a:cubicBezTo>
                  <a:cubicBezTo>
                    <a:pt x="285" y="54"/>
                    <a:pt x="285" y="50"/>
                    <a:pt x="285" y="46"/>
                  </a:cubicBezTo>
                  <a:cubicBezTo>
                    <a:pt x="285" y="46"/>
                    <a:pt x="285" y="45"/>
                    <a:pt x="285" y="45"/>
                  </a:cubicBezTo>
                  <a:cubicBezTo>
                    <a:pt x="291" y="42"/>
                    <a:pt x="297" y="37"/>
                    <a:pt x="298" y="30"/>
                  </a:cubicBezTo>
                  <a:cubicBezTo>
                    <a:pt x="299" y="25"/>
                    <a:pt x="297" y="20"/>
                    <a:pt x="293" y="16"/>
                  </a:cubicBezTo>
                  <a:cubicBezTo>
                    <a:pt x="293" y="15"/>
                    <a:pt x="293" y="15"/>
                    <a:pt x="294" y="15"/>
                  </a:cubicBezTo>
                  <a:cubicBezTo>
                    <a:pt x="294" y="14"/>
                    <a:pt x="293" y="14"/>
                    <a:pt x="293" y="14"/>
                  </a:cubicBezTo>
                  <a:cubicBezTo>
                    <a:pt x="293" y="14"/>
                    <a:pt x="292" y="15"/>
                    <a:pt x="292" y="15"/>
                  </a:cubicBezTo>
                  <a:cubicBezTo>
                    <a:pt x="289" y="11"/>
                    <a:pt x="285" y="9"/>
                    <a:pt x="282" y="7"/>
                  </a:cubicBezTo>
                  <a:cubicBezTo>
                    <a:pt x="275" y="3"/>
                    <a:pt x="268" y="0"/>
                    <a:pt x="261" y="1"/>
                  </a:cubicBezTo>
                  <a:cubicBezTo>
                    <a:pt x="254" y="3"/>
                    <a:pt x="249" y="8"/>
                    <a:pt x="247" y="14"/>
                  </a:cubicBezTo>
                  <a:cubicBezTo>
                    <a:pt x="247" y="14"/>
                    <a:pt x="247" y="14"/>
                    <a:pt x="247" y="14"/>
                  </a:cubicBezTo>
                  <a:cubicBezTo>
                    <a:pt x="246" y="15"/>
                    <a:pt x="246" y="16"/>
                    <a:pt x="246" y="18"/>
                  </a:cubicBezTo>
                  <a:cubicBezTo>
                    <a:pt x="244" y="31"/>
                    <a:pt x="250" y="47"/>
                    <a:pt x="261" y="51"/>
                  </a:cubicBezTo>
                  <a:cubicBezTo>
                    <a:pt x="261" y="65"/>
                    <a:pt x="261" y="78"/>
                    <a:pt x="261" y="92"/>
                  </a:cubicBezTo>
                  <a:cubicBezTo>
                    <a:pt x="261" y="92"/>
                    <a:pt x="260" y="92"/>
                    <a:pt x="260" y="92"/>
                  </a:cubicBezTo>
                  <a:cubicBezTo>
                    <a:pt x="226" y="91"/>
                    <a:pt x="192" y="94"/>
                    <a:pt x="159" y="100"/>
                  </a:cubicBezTo>
                  <a:cubicBezTo>
                    <a:pt x="130" y="105"/>
                    <a:pt x="102" y="112"/>
                    <a:pt x="77" y="124"/>
                  </a:cubicBezTo>
                  <a:cubicBezTo>
                    <a:pt x="74" y="123"/>
                    <a:pt x="71" y="122"/>
                    <a:pt x="68" y="122"/>
                  </a:cubicBezTo>
                  <a:cubicBezTo>
                    <a:pt x="68" y="121"/>
                    <a:pt x="67" y="119"/>
                    <a:pt x="67" y="118"/>
                  </a:cubicBezTo>
                  <a:cubicBezTo>
                    <a:pt x="80" y="113"/>
                    <a:pt x="92" y="107"/>
                    <a:pt x="104" y="104"/>
                  </a:cubicBezTo>
                  <a:cubicBezTo>
                    <a:pt x="121" y="99"/>
                    <a:pt x="137" y="95"/>
                    <a:pt x="154" y="92"/>
                  </a:cubicBezTo>
                  <a:cubicBezTo>
                    <a:pt x="188" y="87"/>
                    <a:pt x="222" y="85"/>
                    <a:pt x="256" y="85"/>
                  </a:cubicBezTo>
                  <a:cubicBezTo>
                    <a:pt x="260" y="85"/>
                    <a:pt x="260" y="78"/>
                    <a:pt x="256" y="78"/>
                  </a:cubicBezTo>
                  <a:cubicBezTo>
                    <a:pt x="221" y="78"/>
                    <a:pt x="186" y="80"/>
                    <a:pt x="152" y="85"/>
                  </a:cubicBezTo>
                  <a:cubicBezTo>
                    <a:pt x="134" y="88"/>
                    <a:pt x="117" y="92"/>
                    <a:pt x="100" y="98"/>
                  </a:cubicBezTo>
                  <a:cubicBezTo>
                    <a:pt x="88" y="102"/>
                    <a:pt x="75" y="107"/>
                    <a:pt x="65" y="115"/>
                  </a:cubicBezTo>
                  <a:cubicBezTo>
                    <a:pt x="63" y="115"/>
                    <a:pt x="62" y="115"/>
                    <a:pt x="62" y="117"/>
                  </a:cubicBezTo>
                  <a:cubicBezTo>
                    <a:pt x="61" y="117"/>
                    <a:pt x="60" y="118"/>
                    <a:pt x="60" y="118"/>
                  </a:cubicBezTo>
                  <a:cubicBezTo>
                    <a:pt x="59" y="119"/>
                    <a:pt x="60" y="121"/>
                    <a:pt x="61" y="120"/>
                  </a:cubicBezTo>
                  <a:cubicBezTo>
                    <a:pt x="61" y="120"/>
                    <a:pt x="62" y="120"/>
                    <a:pt x="62" y="120"/>
                  </a:cubicBezTo>
                  <a:cubicBezTo>
                    <a:pt x="62" y="121"/>
                    <a:pt x="63" y="122"/>
                    <a:pt x="63" y="124"/>
                  </a:cubicBezTo>
                  <a:cubicBezTo>
                    <a:pt x="62" y="125"/>
                    <a:pt x="62" y="126"/>
                    <a:pt x="62" y="127"/>
                  </a:cubicBezTo>
                  <a:cubicBezTo>
                    <a:pt x="59" y="127"/>
                    <a:pt x="55" y="128"/>
                    <a:pt x="52" y="131"/>
                  </a:cubicBezTo>
                  <a:cubicBezTo>
                    <a:pt x="49" y="133"/>
                    <a:pt x="47" y="136"/>
                    <a:pt x="47" y="140"/>
                  </a:cubicBezTo>
                  <a:cubicBezTo>
                    <a:pt x="48" y="143"/>
                    <a:pt x="49" y="146"/>
                    <a:pt x="50" y="149"/>
                  </a:cubicBezTo>
                  <a:cubicBezTo>
                    <a:pt x="52" y="153"/>
                    <a:pt x="54" y="155"/>
                    <a:pt x="57" y="157"/>
                  </a:cubicBezTo>
                  <a:cubicBezTo>
                    <a:pt x="42" y="194"/>
                    <a:pt x="26" y="229"/>
                    <a:pt x="4" y="263"/>
                  </a:cubicBezTo>
                  <a:cubicBezTo>
                    <a:pt x="3" y="265"/>
                    <a:pt x="7" y="268"/>
                    <a:pt x="9" y="265"/>
                  </a:cubicBezTo>
                  <a:cubicBezTo>
                    <a:pt x="29" y="232"/>
                    <a:pt x="49" y="196"/>
                    <a:pt x="59" y="158"/>
                  </a:cubicBezTo>
                  <a:cubicBezTo>
                    <a:pt x="63" y="159"/>
                    <a:pt x="68" y="159"/>
                    <a:pt x="72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3" y="176"/>
                    <a:pt x="81" y="194"/>
                    <a:pt x="89" y="210"/>
                  </a:cubicBezTo>
                  <a:cubicBezTo>
                    <a:pt x="98" y="228"/>
                    <a:pt x="108" y="245"/>
                    <a:pt x="117" y="263"/>
                  </a:cubicBezTo>
                  <a:cubicBezTo>
                    <a:pt x="111" y="263"/>
                    <a:pt x="104" y="263"/>
                    <a:pt x="98" y="264"/>
                  </a:cubicBezTo>
                  <a:cubicBezTo>
                    <a:pt x="87" y="265"/>
                    <a:pt x="76" y="265"/>
                    <a:pt x="65" y="265"/>
                  </a:cubicBezTo>
                  <a:cubicBezTo>
                    <a:pt x="44" y="265"/>
                    <a:pt x="22" y="262"/>
                    <a:pt x="2" y="267"/>
                  </a:cubicBezTo>
                  <a:cubicBezTo>
                    <a:pt x="1" y="267"/>
                    <a:pt x="1" y="268"/>
                    <a:pt x="2" y="269"/>
                  </a:cubicBezTo>
                  <a:cubicBezTo>
                    <a:pt x="0" y="278"/>
                    <a:pt x="1" y="286"/>
                    <a:pt x="3" y="294"/>
                  </a:cubicBezTo>
                  <a:cubicBezTo>
                    <a:pt x="3" y="294"/>
                    <a:pt x="4" y="294"/>
                    <a:pt x="4" y="295"/>
                  </a:cubicBezTo>
                  <a:cubicBezTo>
                    <a:pt x="5" y="298"/>
                    <a:pt x="7" y="301"/>
                    <a:pt x="9" y="304"/>
                  </a:cubicBezTo>
                  <a:cubicBezTo>
                    <a:pt x="8" y="305"/>
                    <a:pt x="8" y="307"/>
                    <a:pt x="9" y="308"/>
                  </a:cubicBezTo>
                  <a:cubicBezTo>
                    <a:pt x="10" y="308"/>
                    <a:pt x="11" y="309"/>
                    <a:pt x="12" y="309"/>
                  </a:cubicBezTo>
                  <a:cubicBezTo>
                    <a:pt x="24" y="323"/>
                    <a:pt x="44" y="333"/>
                    <a:pt x="63" y="334"/>
                  </a:cubicBezTo>
                  <a:cubicBezTo>
                    <a:pt x="80" y="335"/>
                    <a:pt x="96" y="328"/>
                    <a:pt x="108" y="318"/>
                  </a:cubicBezTo>
                  <a:cubicBezTo>
                    <a:pt x="115" y="311"/>
                    <a:pt x="119" y="304"/>
                    <a:pt x="123" y="296"/>
                  </a:cubicBezTo>
                  <a:cubicBezTo>
                    <a:pt x="125" y="288"/>
                    <a:pt x="128" y="277"/>
                    <a:pt x="125" y="269"/>
                  </a:cubicBezTo>
                  <a:cubicBezTo>
                    <a:pt x="126" y="268"/>
                    <a:pt x="126" y="267"/>
                    <a:pt x="125" y="266"/>
                  </a:cubicBezTo>
                  <a:cubicBezTo>
                    <a:pt x="125" y="266"/>
                    <a:pt x="125" y="266"/>
                    <a:pt x="125" y="266"/>
                  </a:cubicBezTo>
                  <a:cubicBezTo>
                    <a:pt x="125" y="266"/>
                    <a:pt x="126" y="265"/>
                    <a:pt x="126" y="265"/>
                  </a:cubicBezTo>
                  <a:cubicBezTo>
                    <a:pt x="127" y="264"/>
                    <a:pt x="127" y="262"/>
                    <a:pt x="125" y="262"/>
                  </a:cubicBezTo>
                  <a:cubicBezTo>
                    <a:pt x="124" y="262"/>
                    <a:pt x="124" y="262"/>
                    <a:pt x="123" y="262"/>
                  </a:cubicBezTo>
                  <a:cubicBezTo>
                    <a:pt x="106" y="227"/>
                    <a:pt x="83" y="195"/>
                    <a:pt x="75" y="156"/>
                  </a:cubicBezTo>
                  <a:cubicBezTo>
                    <a:pt x="80" y="152"/>
                    <a:pt x="84" y="146"/>
                    <a:pt x="84" y="139"/>
                  </a:cubicBezTo>
                  <a:cubicBezTo>
                    <a:pt x="85" y="135"/>
                    <a:pt x="83" y="130"/>
                    <a:pt x="80" y="127"/>
                  </a:cubicBezTo>
                  <a:cubicBezTo>
                    <a:pt x="136" y="103"/>
                    <a:pt x="200" y="95"/>
                    <a:pt x="260" y="97"/>
                  </a:cubicBezTo>
                  <a:cubicBezTo>
                    <a:pt x="260" y="97"/>
                    <a:pt x="261" y="97"/>
                    <a:pt x="261" y="97"/>
                  </a:cubicBezTo>
                  <a:cubicBezTo>
                    <a:pt x="261" y="136"/>
                    <a:pt x="261" y="176"/>
                    <a:pt x="261" y="216"/>
                  </a:cubicBezTo>
                  <a:cubicBezTo>
                    <a:pt x="260" y="244"/>
                    <a:pt x="260" y="271"/>
                    <a:pt x="260" y="299"/>
                  </a:cubicBezTo>
                  <a:cubicBezTo>
                    <a:pt x="260" y="326"/>
                    <a:pt x="259" y="353"/>
                    <a:pt x="261" y="380"/>
                  </a:cubicBezTo>
                  <a:cubicBezTo>
                    <a:pt x="238" y="382"/>
                    <a:pt x="216" y="391"/>
                    <a:pt x="195" y="402"/>
                  </a:cubicBezTo>
                  <a:cubicBezTo>
                    <a:pt x="173" y="413"/>
                    <a:pt x="150" y="426"/>
                    <a:pt x="128" y="438"/>
                  </a:cubicBezTo>
                  <a:cubicBezTo>
                    <a:pt x="126" y="437"/>
                    <a:pt x="125" y="439"/>
                    <a:pt x="125" y="440"/>
                  </a:cubicBezTo>
                  <a:cubicBezTo>
                    <a:pt x="129" y="449"/>
                    <a:pt x="127" y="457"/>
                    <a:pt x="126" y="466"/>
                  </a:cubicBezTo>
                  <a:cubicBezTo>
                    <a:pt x="126" y="471"/>
                    <a:pt x="125" y="476"/>
                    <a:pt x="130" y="479"/>
                  </a:cubicBezTo>
                  <a:cubicBezTo>
                    <a:pt x="131" y="479"/>
                    <a:pt x="133" y="479"/>
                    <a:pt x="133" y="477"/>
                  </a:cubicBezTo>
                  <a:cubicBezTo>
                    <a:pt x="133" y="471"/>
                    <a:pt x="132" y="465"/>
                    <a:pt x="133" y="458"/>
                  </a:cubicBezTo>
                  <a:cubicBezTo>
                    <a:pt x="134" y="452"/>
                    <a:pt x="133" y="445"/>
                    <a:pt x="129" y="440"/>
                  </a:cubicBezTo>
                  <a:cubicBezTo>
                    <a:pt x="130" y="440"/>
                    <a:pt x="130" y="440"/>
                    <a:pt x="130" y="440"/>
                  </a:cubicBezTo>
                  <a:cubicBezTo>
                    <a:pt x="130" y="440"/>
                    <a:pt x="130" y="440"/>
                    <a:pt x="131" y="440"/>
                  </a:cubicBezTo>
                  <a:cubicBezTo>
                    <a:pt x="134" y="443"/>
                    <a:pt x="139" y="445"/>
                    <a:pt x="143" y="447"/>
                  </a:cubicBezTo>
                  <a:cubicBezTo>
                    <a:pt x="143" y="447"/>
                    <a:pt x="143" y="447"/>
                    <a:pt x="143" y="447"/>
                  </a:cubicBezTo>
                  <a:cubicBezTo>
                    <a:pt x="139" y="454"/>
                    <a:pt x="138" y="461"/>
                    <a:pt x="136" y="469"/>
                  </a:cubicBezTo>
                  <a:cubicBezTo>
                    <a:pt x="136" y="472"/>
                    <a:pt x="135" y="477"/>
                    <a:pt x="135" y="481"/>
                  </a:cubicBezTo>
                  <a:cubicBezTo>
                    <a:pt x="135" y="481"/>
                    <a:pt x="135" y="481"/>
                    <a:pt x="135" y="481"/>
                  </a:cubicBezTo>
                  <a:cubicBezTo>
                    <a:pt x="133" y="483"/>
                    <a:pt x="132" y="484"/>
                    <a:pt x="132" y="486"/>
                  </a:cubicBezTo>
                  <a:cubicBezTo>
                    <a:pt x="130" y="484"/>
                    <a:pt x="129" y="481"/>
                    <a:pt x="127" y="477"/>
                  </a:cubicBezTo>
                  <a:cubicBezTo>
                    <a:pt x="127" y="477"/>
                    <a:pt x="127" y="477"/>
                    <a:pt x="127" y="477"/>
                  </a:cubicBezTo>
                  <a:cubicBezTo>
                    <a:pt x="125" y="484"/>
                    <a:pt x="129" y="492"/>
                    <a:pt x="133" y="497"/>
                  </a:cubicBezTo>
                  <a:cubicBezTo>
                    <a:pt x="139" y="506"/>
                    <a:pt x="147" y="511"/>
                    <a:pt x="157" y="514"/>
                  </a:cubicBezTo>
                  <a:cubicBezTo>
                    <a:pt x="181" y="524"/>
                    <a:pt x="209" y="524"/>
                    <a:pt x="235" y="523"/>
                  </a:cubicBezTo>
                  <a:cubicBezTo>
                    <a:pt x="241" y="523"/>
                    <a:pt x="247" y="523"/>
                    <a:pt x="253" y="522"/>
                  </a:cubicBezTo>
                  <a:cubicBezTo>
                    <a:pt x="264" y="523"/>
                    <a:pt x="274" y="522"/>
                    <a:pt x="285" y="521"/>
                  </a:cubicBezTo>
                  <a:cubicBezTo>
                    <a:pt x="299" y="520"/>
                    <a:pt x="314" y="518"/>
                    <a:pt x="328" y="515"/>
                  </a:cubicBezTo>
                  <a:cubicBezTo>
                    <a:pt x="334" y="514"/>
                    <a:pt x="339" y="514"/>
                    <a:pt x="344" y="512"/>
                  </a:cubicBezTo>
                  <a:cubicBezTo>
                    <a:pt x="345" y="512"/>
                    <a:pt x="345" y="512"/>
                    <a:pt x="346" y="512"/>
                  </a:cubicBezTo>
                  <a:cubicBezTo>
                    <a:pt x="366" y="507"/>
                    <a:pt x="387" y="501"/>
                    <a:pt x="406" y="493"/>
                  </a:cubicBezTo>
                  <a:cubicBezTo>
                    <a:pt x="409" y="492"/>
                    <a:pt x="409" y="489"/>
                    <a:pt x="408" y="488"/>
                  </a:cubicBezTo>
                  <a:cubicBezTo>
                    <a:pt x="409" y="487"/>
                    <a:pt x="409" y="487"/>
                    <a:pt x="409" y="486"/>
                  </a:cubicBezTo>
                  <a:cubicBezTo>
                    <a:pt x="409" y="473"/>
                    <a:pt x="409" y="459"/>
                    <a:pt x="407" y="447"/>
                  </a:cubicBezTo>
                  <a:cubicBezTo>
                    <a:pt x="409" y="446"/>
                    <a:pt x="409" y="443"/>
                    <a:pt x="408" y="441"/>
                  </a:cubicBezTo>
                  <a:cubicBezTo>
                    <a:pt x="399" y="431"/>
                    <a:pt x="389" y="425"/>
                    <a:pt x="378" y="419"/>
                  </a:cubicBezTo>
                  <a:cubicBezTo>
                    <a:pt x="368" y="412"/>
                    <a:pt x="357" y="405"/>
                    <a:pt x="346" y="399"/>
                  </a:cubicBezTo>
                  <a:cubicBezTo>
                    <a:pt x="328" y="388"/>
                    <a:pt x="308" y="382"/>
                    <a:pt x="287" y="380"/>
                  </a:cubicBezTo>
                  <a:cubicBezTo>
                    <a:pt x="287" y="376"/>
                    <a:pt x="287" y="372"/>
                    <a:pt x="286" y="368"/>
                  </a:cubicBezTo>
                  <a:cubicBezTo>
                    <a:pt x="286" y="365"/>
                    <a:pt x="286" y="361"/>
                    <a:pt x="286" y="357"/>
                  </a:cubicBezTo>
                  <a:cubicBezTo>
                    <a:pt x="287" y="309"/>
                    <a:pt x="287" y="262"/>
                    <a:pt x="287" y="214"/>
                  </a:cubicBezTo>
                  <a:cubicBezTo>
                    <a:pt x="288" y="201"/>
                    <a:pt x="289" y="187"/>
                    <a:pt x="289" y="174"/>
                  </a:cubicBezTo>
                  <a:cubicBezTo>
                    <a:pt x="290" y="148"/>
                    <a:pt x="288" y="122"/>
                    <a:pt x="286" y="97"/>
                  </a:cubicBezTo>
                  <a:cubicBezTo>
                    <a:pt x="349" y="95"/>
                    <a:pt x="417" y="105"/>
                    <a:pt x="474" y="132"/>
                  </a:cubicBezTo>
                  <a:cubicBezTo>
                    <a:pt x="474" y="132"/>
                    <a:pt x="474" y="132"/>
                    <a:pt x="474" y="132"/>
                  </a:cubicBezTo>
                  <a:cubicBezTo>
                    <a:pt x="474" y="132"/>
                    <a:pt x="474" y="132"/>
                    <a:pt x="474" y="133"/>
                  </a:cubicBezTo>
                  <a:cubicBezTo>
                    <a:pt x="473" y="132"/>
                    <a:pt x="473" y="132"/>
                    <a:pt x="473" y="132"/>
                  </a:cubicBezTo>
                  <a:cubicBezTo>
                    <a:pt x="471" y="132"/>
                    <a:pt x="470" y="133"/>
                    <a:pt x="470" y="134"/>
                  </a:cubicBezTo>
                  <a:cubicBezTo>
                    <a:pt x="470" y="135"/>
                    <a:pt x="470" y="136"/>
                    <a:pt x="470" y="137"/>
                  </a:cubicBezTo>
                  <a:cubicBezTo>
                    <a:pt x="469" y="140"/>
                    <a:pt x="469" y="143"/>
                    <a:pt x="471" y="147"/>
                  </a:cubicBezTo>
                  <a:cubicBezTo>
                    <a:pt x="471" y="148"/>
                    <a:pt x="473" y="150"/>
                    <a:pt x="475" y="151"/>
                  </a:cubicBezTo>
                  <a:cubicBezTo>
                    <a:pt x="470" y="159"/>
                    <a:pt x="468" y="169"/>
                    <a:pt x="465" y="178"/>
                  </a:cubicBezTo>
                  <a:cubicBezTo>
                    <a:pt x="455" y="210"/>
                    <a:pt x="437" y="239"/>
                    <a:pt x="427" y="271"/>
                  </a:cubicBezTo>
                  <a:cubicBezTo>
                    <a:pt x="426" y="271"/>
                    <a:pt x="425" y="271"/>
                    <a:pt x="425" y="272"/>
                  </a:cubicBezTo>
                  <a:cubicBezTo>
                    <a:pt x="423" y="281"/>
                    <a:pt x="421" y="289"/>
                    <a:pt x="425" y="298"/>
                  </a:cubicBezTo>
                  <a:cubicBezTo>
                    <a:pt x="427" y="302"/>
                    <a:pt x="430" y="305"/>
                    <a:pt x="433" y="307"/>
                  </a:cubicBezTo>
                  <a:cubicBezTo>
                    <a:pt x="435" y="312"/>
                    <a:pt x="438" y="316"/>
                    <a:pt x="439" y="318"/>
                  </a:cubicBezTo>
                  <a:cubicBezTo>
                    <a:pt x="450" y="335"/>
                    <a:pt x="465" y="343"/>
                    <a:pt x="485" y="344"/>
                  </a:cubicBezTo>
                  <a:cubicBezTo>
                    <a:pt x="522" y="348"/>
                    <a:pt x="564" y="322"/>
                    <a:pt x="560" y="280"/>
                  </a:cubicBezTo>
                  <a:close/>
                  <a:moveTo>
                    <a:pt x="103" y="311"/>
                  </a:moveTo>
                  <a:cubicBezTo>
                    <a:pt x="93" y="321"/>
                    <a:pt x="78" y="326"/>
                    <a:pt x="63" y="326"/>
                  </a:cubicBezTo>
                  <a:cubicBezTo>
                    <a:pt x="54" y="326"/>
                    <a:pt x="46" y="324"/>
                    <a:pt x="38" y="321"/>
                  </a:cubicBezTo>
                  <a:cubicBezTo>
                    <a:pt x="43" y="321"/>
                    <a:pt x="46" y="318"/>
                    <a:pt x="48" y="314"/>
                  </a:cubicBezTo>
                  <a:cubicBezTo>
                    <a:pt x="48" y="314"/>
                    <a:pt x="48" y="314"/>
                    <a:pt x="48" y="314"/>
                  </a:cubicBezTo>
                  <a:cubicBezTo>
                    <a:pt x="44" y="317"/>
                    <a:pt x="39" y="317"/>
                    <a:pt x="35" y="316"/>
                  </a:cubicBezTo>
                  <a:cubicBezTo>
                    <a:pt x="31" y="315"/>
                    <a:pt x="28" y="312"/>
                    <a:pt x="24" y="312"/>
                  </a:cubicBezTo>
                  <a:cubicBezTo>
                    <a:pt x="23" y="312"/>
                    <a:pt x="23" y="312"/>
                    <a:pt x="23" y="312"/>
                  </a:cubicBezTo>
                  <a:cubicBezTo>
                    <a:pt x="23" y="312"/>
                    <a:pt x="23" y="311"/>
                    <a:pt x="22" y="311"/>
                  </a:cubicBezTo>
                  <a:cubicBezTo>
                    <a:pt x="27" y="311"/>
                    <a:pt x="31" y="311"/>
                    <a:pt x="36" y="311"/>
                  </a:cubicBezTo>
                  <a:cubicBezTo>
                    <a:pt x="36" y="310"/>
                    <a:pt x="36" y="309"/>
                    <a:pt x="36" y="309"/>
                  </a:cubicBezTo>
                  <a:cubicBezTo>
                    <a:pt x="29" y="308"/>
                    <a:pt x="23" y="307"/>
                    <a:pt x="17" y="305"/>
                  </a:cubicBezTo>
                  <a:cubicBezTo>
                    <a:pt x="15" y="303"/>
                    <a:pt x="13" y="301"/>
                    <a:pt x="12" y="298"/>
                  </a:cubicBezTo>
                  <a:cubicBezTo>
                    <a:pt x="21" y="300"/>
                    <a:pt x="30" y="299"/>
                    <a:pt x="40" y="298"/>
                  </a:cubicBezTo>
                  <a:cubicBezTo>
                    <a:pt x="41" y="298"/>
                    <a:pt x="41" y="296"/>
                    <a:pt x="40" y="296"/>
                  </a:cubicBezTo>
                  <a:cubicBezTo>
                    <a:pt x="29" y="295"/>
                    <a:pt x="18" y="295"/>
                    <a:pt x="9" y="291"/>
                  </a:cubicBezTo>
                  <a:cubicBezTo>
                    <a:pt x="7" y="287"/>
                    <a:pt x="6" y="283"/>
                    <a:pt x="5" y="278"/>
                  </a:cubicBezTo>
                  <a:cubicBezTo>
                    <a:pt x="5" y="278"/>
                    <a:pt x="5" y="279"/>
                    <a:pt x="5" y="279"/>
                  </a:cubicBezTo>
                  <a:cubicBezTo>
                    <a:pt x="18" y="284"/>
                    <a:pt x="32" y="283"/>
                    <a:pt x="45" y="277"/>
                  </a:cubicBezTo>
                  <a:cubicBezTo>
                    <a:pt x="46" y="277"/>
                    <a:pt x="45" y="275"/>
                    <a:pt x="43" y="275"/>
                  </a:cubicBezTo>
                  <a:cubicBezTo>
                    <a:pt x="32" y="279"/>
                    <a:pt x="19" y="279"/>
                    <a:pt x="8" y="274"/>
                  </a:cubicBezTo>
                  <a:cubicBezTo>
                    <a:pt x="6" y="273"/>
                    <a:pt x="5" y="274"/>
                    <a:pt x="4" y="275"/>
                  </a:cubicBezTo>
                  <a:cubicBezTo>
                    <a:pt x="4" y="273"/>
                    <a:pt x="3" y="271"/>
                    <a:pt x="3" y="269"/>
                  </a:cubicBezTo>
                  <a:cubicBezTo>
                    <a:pt x="23" y="274"/>
                    <a:pt x="45" y="275"/>
                    <a:pt x="65" y="276"/>
                  </a:cubicBezTo>
                  <a:cubicBezTo>
                    <a:pt x="76" y="276"/>
                    <a:pt x="87" y="276"/>
                    <a:pt x="98" y="275"/>
                  </a:cubicBezTo>
                  <a:cubicBezTo>
                    <a:pt x="106" y="274"/>
                    <a:pt x="113" y="272"/>
                    <a:pt x="120" y="269"/>
                  </a:cubicBezTo>
                  <a:cubicBezTo>
                    <a:pt x="117" y="276"/>
                    <a:pt x="117" y="284"/>
                    <a:pt x="115" y="291"/>
                  </a:cubicBezTo>
                  <a:cubicBezTo>
                    <a:pt x="115" y="291"/>
                    <a:pt x="115" y="291"/>
                    <a:pt x="115" y="292"/>
                  </a:cubicBezTo>
                  <a:cubicBezTo>
                    <a:pt x="110" y="293"/>
                    <a:pt x="106" y="296"/>
                    <a:pt x="101" y="297"/>
                  </a:cubicBezTo>
                  <a:cubicBezTo>
                    <a:pt x="94" y="299"/>
                    <a:pt x="85" y="300"/>
                    <a:pt x="77" y="297"/>
                  </a:cubicBezTo>
                  <a:cubicBezTo>
                    <a:pt x="77" y="296"/>
                    <a:pt x="76" y="297"/>
                    <a:pt x="76" y="298"/>
                  </a:cubicBezTo>
                  <a:cubicBezTo>
                    <a:pt x="81" y="304"/>
                    <a:pt x="88" y="304"/>
                    <a:pt x="95" y="303"/>
                  </a:cubicBezTo>
                  <a:cubicBezTo>
                    <a:pt x="99" y="303"/>
                    <a:pt x="106" y="302"/>
                    <a:pt x="111" y="300"/>
                  </a:cubicBezTo>
                  <a:cubicBezTo>
                    <a:pt x="109" y="304"/>
                    <a:pt x="106" y="308"/>
                    <a:pt x="103" y="311"/>
                  </a:cubicBezTo>
                  <a:close/>
                  <a:moveTo>
                    <a:pt x="71" y="144"/>
                  </a:moveTo>
                  <a:cubicBezTo>
                    <a:pt x="71" y="144"/>
                    <a:pt x="71" y="144"/>
                    <a:pt x="70" y="145"/>
                  </a:cubicBezTo>
                  <a:cubicBezTo>
                    <a:pt x="70" y="145"/>
                    <a:pt x="70" y="145"/>
                    <a:pt x="70" y="146"/>
                  </a:cubicBezTo>
                  <a:cubicBezTo>
                    <a:pt x="69" y="146"/>
                    <a:pt x="69" y="146"/>
                    <a:pt x="69" y="146"/>
                  </a:cubicBezTo>
                  <a:cubicBezTo>
                    <a:pt x="68" y="147"/>
                    <a:pt x="67" y="147"/>
                    <a:pt x="67" y="148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66" y="148"/>
                    <a:pt x="65" y="148"/>
                    <a:pt x="65" y="148"/>
                  </a:cubicBezTo>
                  <a:cubicBezTo>
                    <a:pt x="65" y="148"/>
                    <a:pt x="64" y="148"/>
                    <a:pt x="64" y="148"/>
                  </a:cubicBezTo>
                  <a:cubicBezTo>
                    <a:pt x="64" y="148"/>
                    <a:pt x="64" y="148"/>
                    <a:pt x="64" y="148"/>
                  </a:cubicBezTo>
                  <a:cubicBezTo>
                    <a:pt x="64" y="148"/>
                    <a:pt x="64" y="148"/>
                    <a:pt x="63" y="148"/>
                  </a:cubicBezTo>
                  <a:cubicBezTo>
                    <a:pt x="62" y="148"/>
                    <a:pt x="61" y="147"/>
                    <a:pt x="60" y="146"/>
                  </a:cubicBezTo>
                  <a:cubicBezTo>
                    <a:pt x="59" y="144"/>
                    <a:pt x="58" y="142"/>
                    <a:pt x="58" y="139"/>
                  </a:cubicBezTo>
                  <a:cubicBezTo>
                    <a:pt x="58" y="138"/>
                    <a:pt x="59" y="136"/>
                    <a:pt x="61" y="135"/>
                  </a:cubicBezTo>
                  <a:cubicBezTo>
                    <a:pt x="63" y="134"/>
                    <a:pt x="65" y="133"/>
                    <a:pt x="67" y="132"/>
                  </a:cubicBezTo>
                  <a:cubicBezTo>
                    <a:pt x="67" y="133"/>
                    <a:pt x="68" y="133"/>
                    <a:pt x="68" y="133"/>
                  </a:cubicBezTo>
                  <a:cubicBezTo>
                    <a:pt x="69" y="133"/>
                    <a:pt x="69" y="133"/>
                    <a:pt x="70" y="134"/>
                  </a:cubicBezTo>
                  <a:cubicBezTo>
                    <a:pt x="70" y="134"/>
                    <a:pt x="70" y="134"/>
                    <a:pt x="70" y="134"/>
                  </a:cubicBezTo>
                  <a:cubicBezTo>
                    <a:pt x="71" y="135"/>
                    <a:pt x="71" y="135"/>
                    <a:pt x="72" y="136"/>
                  </a:cubicBezTo>
                  <a:cubicBezTo>
                    <a:pt x="72" y="136"/>
                    <a:pt x="72" y="136"/>
                    <a:pt x="72" y="136"/>
                  </a:cubicBezTo>
                  <a:cubicBezTo>
                    <a:pt x="72" y="136"/>
                    <a:pt x="72" y="136"/>
                    <a:pt x="72" y="136"/>
                  </a:cubicBezTo>
                  <a:cubicBezTo>
                    <a:pt x="72" y="137"/>
                    <a:pt x="72" y="137"/>
                    <a:pt x="73" y="137"/>
                  </a:cubicBezTo>
                  <a:cubicBezTo>
                    <a:pt x="73" y="137"/>
                    <a:pt x="73" y="137"/>
                    <a:pt x="73" y="137"/>
                  </a:cubicBezTo>
                  <a:cubicBezTo>
                    <a:pt x="73" y="137"/>
                    <a:pt x="73" y="138"/>
                    <a:pt x="73" y="138"/>
                  </a:cubicBezTo>
                  <a:cubicBezTo>
                    <a:pt x="73" y="138"/>
                    <a:pt x="73" y="138"/>
                    <a:pt x="73" y="138"/>
                  </a:cubicBezTo>
                  <a:cubicBezTo>
                    <a:pt x="73" y="138"/>
                    <a:pt x="73" y="139"/>
                    <a:pt x="73" y="139"/>
                  </a:cubicBezTo>
                  <a:cubicBezTo>
                    <a:pt x="73" y="139"/>
                    <a:pt x="73" y="139"/>
                    <a:pt x="73" y="140"/>
                  </a:cubicBezTo>
                  <a:cubicBezTo>
                    <a:pt x="73" y="140"/>
                    <a:pt x="73" y="141"/>
                    <a:pt x="73" y="141"/>
                  </a:cubicBezTo>
                  <a:cubicBezTo>
                    <a:pt x="73" y="141"/>
                    <a:pt x="72" y="141"/>
                    <a:pt x="72" y="142"/>
                  </a:cubicBezTo>
                  <a:cubicBezTo>
                    <a:pt x="72" y="142"/>
                    <a:pt x="72" y="142"/>
                    <a:pt x="72" y="143"/>
                  </a:cubicBezTo>
                  <a:cubicBezTo>
                    <a:pt x="72" y="143"/>
                    <a:pt x="71" y="144"/>
                    <a:pt x="71" y="144"/>
                  </a:cubicBezTo>
                  <a:cubicBezTo>
                    <a:pt x="71" y="144"/>
                    <a:pt x="71" y="144"/>
                    <a:pt x="71" y="144"/>
                  </a:cubicBezTo>
                  <a:close/>
                  <a:moveTo>
                    <a:pt x="484" y="134"/>
                  </a:moveTo>
                  <a:cubicBezTo>
                    <a:pt x="486" y="136"/>
                    <a:pt x="488" y="139"/>
                    <a:pt x="488" y="141"/>
                  </a:cubicBezTo>
                  <a:cubicBezTo>
                    <a:pt x="488" y="142"/>
                    <a:pt x="487" y="142"/>
                    <a:pt x="487" y="142"/>
                  </a:cubicBezTo>
                  <a:cubicBezTo>
                    <a:pt x="487" y="143"/>
                    <a:pt x="487" y="143"/>
                    <a:pt x="487" y="143"/>
                  </a:cubicBezTo>
                  <a:cubicBezTo>
                    <a:pt x="487" y="144"/>
                    <a:pt x="487" y="144"/>
                    <a:pt x="486" y="145"/>
                  </a:cubicBezTo>
                  <a:cubicBezTo>
                    <a:pt x="485" y="145"/>
                    <a:pt x="484" y="144"/>
                    <a:pt x="483" y="145"/>
                  </a:cubicBezTo>
                  <a:cubicBezTo>
                    <a:pt x="482" y="145"/>
                    <a:pt x="479" y="144"/>
                    <a:pt x="478" y="143"/>
                  </a:cubicBezTo>
                  <a:cubicBezTo>
                    <a:pt x="477" y="143"/>
                    <a:pt x="477" y="142"/>
                    <a:pt x="477" y="141"/>
                  </a:cubicBezTo>
                  <a:cubicBezTo>
                    <a:pt x="476" y="138"/>
                    <a:pt x="481" y="135"/>
                    <a:pt x="484" y="134"/>
                  </a:cubicBezTo>
                  <a:close/>
                  <a:moveTo>
                    <a:pt x="285" y="18"/>
                  </a:moveTo>
                  <a:cubicBezTo>
                    <a:pt x="285" y="18"/>
                    <a:pt x="285" y="18"/>
                    <a:pt x="285" y="18"/>
                  </a:cubicBezTo>
                  <a:cubicBezTo>
                    <a:pt x="285" y="18"/>
                    <a:pt x="284" y="19"/>
                    <a:pt x="283" y="19"/>
                  </a:cubicBezTo>
                  <a:cubicBezTo>
                    <a:pt x="284" y="18"/>
                    <a:pt x="284" y="18"/>
                    <a:pt x="285" y="18"/>
                  </a:cubicBezTo>
                  <a:close/>
                  <a:moveTo>
                    <a:pt x="279" y="13"/>
                  </a:moveTo>
                  <a:cubicBezTo>
                    <a:pt x="274" y="12"/>
                    <a:pt x="270" y="11"/>
                    <a:pt x="267" y="9"/>
                  </a:cubicBezTo>
                  <a:cubicBezTo>
                    <a:pt x="271" y="9"/>
                    <a:pt x="275" y="11"/>
                    <a:pt x="279" y="13"/>
                  </a:cubicBezTo>
                  <a:close/>
                  <a:moveTo>
                    <a:pt x="258" y="40"/>
                  </a:moveTo>
                  <a:cubicBezTo>
                    <a:pt x="258" y="39"/>
                    <a:pt x="257" y="38"/>
                    <a:pt x="257" y="37"/>
                  </a:cubicBezTo>
                  <a:cubicBezTo>
                    <a:pt x="263" y="37"/>
                    <a:pt x="269" y="32"/>
                    <a:pt x="273" y="27"/>
                  </a:cubicBezTo>
                  <a:cubicBezTo>
                    <a:pt x="273" y="27"/>
                    <a:pt x="273" y="27"/>
                    <a:pt x="272" y="27"/>
                  </a:cubicBezTo>
                  <a:cubicBezTo>
                    <a:pt x="270" y="29"/>
                    <a:pt x="268" y="30"/>
                    <a:pt x="265" y="31"/>
                  </a:cubicBezTo>
                  <a:cubicBezTo>
                    <a:pt x="262" y="32"/>
                    <a:pt x="258" y="34"/>
                    <a:pt x="255" y="33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3" y="27"/>
                    <a:pt x="253" y="24"/>
                  </a:cubicBezTo>
                  <a:cubicBezTo>
                    <a:pt x="258" y="25"/>
                    <a:pt x="263" y="25"/>
                    <a:pt x="268" y="23"/>
                  </a:cubicBezTo>
                  <a:cubicBezTo>
                    <a:pt x="269" y="23"/>
                    <a:pt x="268" y="23"/>
                    <a:pt x="268" y="23"/>
                  </a:cubicBezTo>
                  <a:cubicBezTo>
                    <a:pt x="263" y="24"/>
                    <a:pt x="258" y="23"/>
                    <a:pt x="253" y="22"/>
                  </a:cubicBezTo>
                  <a:cubicBezTo>
                    <a:pt x="254" y="21"/>
                    <a:pt x="254" y="20"/>
                    <a:pt x="254" y="19"/>
                  </a:cubicBezTo>
                  <a:cubicBezTo>
                    <a:pt x="257" y="17"/>
                    <a:pt x="260" y="16"/>
                    <a:pt x="264" y="15"/>
                  </a:cubicBezTo>
                  <a:cubicBezTo>
                    <a:pt x="265" y="15"/>
                    <a:pt x="265" y="14"/>
                    <a:pt x="264" y="14"/>
                  </a:cubicBezTo>
                  <a:cubicBezTo>
                    <a:pt x="261" y="14"/>
                    <a:pt x="258" y="15"/>
                    <a:pt x="255" y="16"/>
                  </a:cubicBezTo>
                  <a:cubicBezTo>
                    <a:pt x="255" y="15"/>
                    <a:pt x="255" y="15"/>
                    <a:pt x="256" y="14"/>
                  </a:cubicBezTo>
                  <a:cubicBezTo>
                    <a:pt x="258" y="10"/>
                    <a:pt x="261" y="8"/>
                    <a:pt x="265" y="9"/>
                  </a:cubicBezTo>
                  <a:cubicBezTo>
                    <a:pt x="268" y="14"/>
                    <a:pt x="275" y="17"/>
                    <a:pt x="281" y="15"/>
                  </a:cubicBezTo>
                  <a:cubicBezTo>
                    <a:pt x="281" y="15"/>
                    <a:pt x="281" y="15"/>
                    <a:pt x="281" y="15"/>
                  </a:cubicBezTo>
                  <a:cubicBezTo>
                    <a:pt x="282" y="15"/>
                    <a:pt x="282" y="16"/>
                    <a:pt x="282" y="16"/>
                  </a:cubicBezTo>
                  <a:cubicBezTo>
                    <a:pt x="282" y="16"/>
                    <a:pt x="282" y="16"/>
                    <a:pt x="282" y="16"/>
                  </a:cubicBezTo>
                  <a:cubicBezTo>
                    <a:pt x="280" y="19"/>
                    <a:pt x="276" y="19"/>
                    <a:pt x="273" y="18"/>
                  </a:cubicBezTo>
                  <a:cubicBezTo>
                    <a:pt x="271" y="17"/>
                    <a:pt x="271" y="20"/>
                    <a:pt x="272" y="20"/>
                  </a:cubicBezTo>
                  <a:cubicBezTo>
                    <a:pt x="275" y="21"/>
                    <a:pt x="278" y="21"/>
                    <a:pt x="281" y="20"/>
                  </a:cubicBezTo>
                  <a:cubicBezTo>
                    <a:pt x="283" y="20"/>
                    <a:pt x="285" y="20"/>
                    <a:pt x="287" y="20"/>
                  </a:cubicBezTo>
                  <a:cubicBezTo>
                    <a:pt x="288" y="21"/>
                    <a:pt x="289" y="21"/>
                    <a:pt x="289" y="22"/>
                  </a:cubicBezTo>
                  <a:cubicBezTo>
                    <a:pt x="285" y="23"/>
                    <a:pt x="281" y="25"/>
                    <a:pt x="276" y="27"/>
                  </a:cubicBezTo>
                  <a:cubicBezTo>
                    <a:pt x="276" y="27"/>
                    <a:pt x="276" y="28"/>
                    <a:pt x="277" y="28"/>
                  </a:cubicBezTo>
                  <a:cubicBezTo>
                    <a:pt x="281" y="26"/>
                    <a:pt x="286" y="25"/>
                    <a:pt x="290" y="24"/>
                  </a:cubicBezTo>
                  <a:cubicBezTo>
                    <a:pt x="291" y="25"/>
                    <a:pt x="291" y="26"/>
                    <a:pt x="291" y="27"/>
                  </a:cubicBezTo>
                  <a:cubicBezTo>
                    <a:pt x="290" y="27"/>
                    <a:pt x="289" y="28"/>
                    <a:pt x="288" y="28"/>
                  </a:cubicBezTo>
                  <a:cubicBezTo>
                    <a:pt x="286" y="29"/>
                    <a:pt x="283" y="30"/>
                    <a:pt x="281" y="30"/>
                  </a:cubicBezTo>
                  <a:cubicBezTo>
                    <a:pt x="279" y="30"/>
                    <a:pt x="279" y="33"/>
                    <a:pt x="281" y="33"/>
                  </a:cubicBezTo>
                  <a:cubicBezTo>
                    <a:pt x="283" y="33"/>
                    <a:pt x="286" y="32"/>
                    <a:pt x="288" y="31"/>
                  </a:cubicBezTo>
                  <a:cubicBezTo>
                    <a:pt x="289" y="31"/>
                    <a:pt x="290" y="31"/>
                    <a:pt x="290" y="30"/>
                  </a:cubicBezTo>
                  <a:cubicBezTo>
                    <a:pt x="290" y="32"/>
                    <a:pt x="288" y="34"/>
                    <a:pt x="287" y="35"/>
                  </a:cubicBezTo>
                  <a:cubicBezTo>
                    <a:pt x="285" y="36"/>
                    <a:pt x="283" y="37"/>
                    <a:pt x="281" y="38"/>
                  </a:cubicBezTo>
                  <a:cubicBezTo>
                    <a:pt x="277" y="39"/>
                    <a:pt x="272" y="39"/>
                    <a:pt x="268" y="39"/>
                  </a:cubicBezTo>
                  <a:cubicBezTo>
                    <a:pt x="268" y="39"/>
                    <a:pt x="268" y="40"/>
                    <a:pt x="268" y="40"/>
                  </a:cubicBezTo>
                  <a:cubicBezTo>
                    <a:pt x="267" y="40"/>
                    <a:pt x="266" y="39"/>
                    <a:pt x="265" y="39"/>
                  </a:cubicBezTo>
                  <a:cubicBezTo>
                    <a:pt x="264" y="38"/>
                    <a:pt x="263" y="39"/>
                    <a:pt x="263" y="40"/>
                  </a:cubicBezTo>
                  <a:cubicBezTo>
                    <a:pt x="264" y="42"/>
                    <a:pt x="265" y="44"/>
                    <a:pt x="267" y="45"/>
                  </a:cubicBezTo>
                  <a:cubicBezTo>
                    <a:pt x="263" y="44"/>
                    <a:pt x="261" y="43"/>
                    <a:pt x="258" y="40"/>
                  </a:cubicBezTo>
                  <a:close/>
                  <a:moveTo>
                    <a:pt x="264" y="302"/>
                  </a:moveTo>
                  <a:cubicBezTo>
                    <a:pt x="264" y="275"/>
                    <a:pt x="264" y="247"/>
                    <a:pt x="264" y="219"/>
                  </a:cubicBezTo>
                  <a:cubicBezTo>
                    <a:pt x="263" y="163"/>
                    <a:pt x="263" y="107"/>
                    <a:pt x="263" y="52"/>
                  </a:cubicBezTo>
                  <a:cubicBezTo>
                    <a:pt x="264" y="52"/>
                    <a:pt x="265" y="52"/>
                    <a:pt x="266" y="52"/>
                  </a:cubicBezTo>
                  <a:cubicBezTo>
                    <a:pt x="272" y="53"/>
                    <a:pt x="278" y="50"/>
                    <a:pt x="282" y="46"/>
                  </a:cubicBezTo>
                  <a:cubicBezTo>
                    <a:pt x="283" y="46"/>
                    <a:pt x="283" y="45"/>
                    <a:pt x="283" y="45"/>
                  </a:cubicBezTo>
                  <a:cubicBezTo>
                    <a:pt x="282" y="54"/>
                    <a:pt x="282" y="63"/>
                    <a:pt x="282" y="72"/>
                  </a:cubicBezTo>
                  <a:cubicBezTo>
                    <a:pt x="282" y="79"/>
                    <a:pt x="282" y="85"/>
                    <a:pt x="282" y="92"/>
                  </a:cubicBezTo>
                  <a:cubicBezTo>
                    <a:pt x="279" y="92"/>
                    <a:pt x="279" y="97"/>
                    <a:pt x="282" y="97"/>
                  </a:cubicBezTo>
                  <a:cubicBezTo>
                    <a:pt x="282" y="97"/>
                    <a:pt x="282" y="97"/>
                    <a:pt x="282" y="97"/>
                  </a:cubicBezTo>
                  <a:cubicBezTo>
                    <a:pt x="282" y="103"/>
                    <a:pt x="283" y="110"/>
                    <a:pt x="283" y="116"/>
                  </a:cubicBezTo>
                  <a:cubicBezTo>
                    <a:pt x="283" y="146"/>
                    <a:pt x="282" y="176"/>
                    <a:pt x="282" y="206"/>
                  </a:cubicBezTo>
                  <a:cubicBezTo>
                    <a:pt x="281" y="229"/>
                    <a:pt x="279" y="252"/>
                    <a:pt x="278" y="276"/>
                  </a:cubicBezTo>
                  <a:cubicBezTo>
                    <a:pt x="278" y="296"/>
                    <a:pt x="277" y="317"/>
                    <a:pt x="278" y="338"/>
                  </a:cubicBezTo>
                  <a:cubicBezTo>
                    <a:pt x="278" y="348"/>
                    <a:pt x="278" y="358"/>
                    <a:pt x="279" y="368"/>
                  </a:cubicBezTo>
                  <a:cubicBezTo>
                    <a:pt x="279" y="372"/>
                    <a:pt x="279" y="376"/>
                    <a:pt x="280" y="380"/>
                  </a:cubicBezTo>
                  <a:cubicBezTo>
                    <a:pt x="278" y="379"/>
                    <a:pt x="276" y="379"/>
                    <a:pt x="274" y="379"/>
                  </a:cubicBezTo>
                  <a:cubicBezTo>
                    <a:pt x="270" y="379"/>
                    <a:pt x="267" y="379"/>
                    <a:pt x="264" y="380"/>
                  </a:cubicBezTo>
                  <a:cubicBezTo>
                    <a:pt x="265" y="354"/>
                    <a:pt x="264" y="328"/>
                    <a:pt x="264" y="302"/>
                  </a:cubicBezTo>
                  <a:close/>
                  <a:moveTo>
                    <a:pt x="195" y="412"/>
                  </a:moveTo>
                  <a:cubicBezTo>
                    <a:pt x="220" y="402"/>
                    <a:pt x="247" y="398"/>
                    <a:pt x="274" y="399"/>
                  </a:cubicBezTo>
                  <a:cubicBezTo>
                    <a:pt x="290" y="399"/>
                    <a:pt x="305" y="403"/>
                    <a:pt x="319" y="409"/>
                  </a:cubicBezTo>
                  <a:cubicBezTo>
                    <a:pt x="309" y="409"/>
                    <a:pt x="298" y="414"/>
                    <a:pt x="287" y="417"/>
                  </a:cubicBezTo>
                  <a:cubicBezTo>
                    <a:pt x="274" y="420"/>
                    <a:pt x="261" y="424"/>
                    <a:pt x="247" y="426"/>
                  </a:cubicBezTo>
                  <a:cubicBezTo>
                    <a:pt x="246" y="426"/>
                    <a:pt x="247" y="428"/>
                    <a:pt x="248" y="428"/>
                  </a:cubicBezTo>
                  <a:cubicBezTo>
                    <a:pt x="260" y="428"/>
                    <a:pt x="271" y="425"/>
                    <a:pt x="283" y="422"/>
                  </a:cubicBezTo>
                  <a:cubicBezTo>
                    <a:pt x="296" y="419"/>
                    <a:pt x="310" y="416"/>
                    <a:pt x="323" y="411"/>
                  </a:cubicBezTo>
                  <a:cubicBezTo>
                    <a:pt x="323" y="411"/>
                    <a:pt x="323" y="411"/>
                    <a:pt x="323" y="411"/>
                  </a:cubicBezTo>
                  <a:cubicBezTo>
                    <a:pt x="328" y="413"/>
                    <a:pt x="333" y="415"/>
                    <a:pt x="337" y="417"/>
                  </a:cubicBezTo>
                  <a:cubicBezTo>
                    <a:pt x="334" y="419"/>
                    <a:pt x="330" y="420"/>
                    <a:pt x="327" y="421"/>
                  </a:cubicBezTo>
                  <a:cubicBezTo>
                    <a:pt x="318" y="424"/>
                    <a:pt x="310" y="427"/>
                    <a:pt x="302" y="429"/>
                  </a:cubicBezTo>
                  <a:cubicBezTo>
                    <a:pt x="284" y="434"/>
                    <a:pt x="266" y="438"/>
                    <a:pt x="248" y="439"/>
                  </a:cubicBezTo>
                  <a:cubicBezTo>
                    <a:pt x="247" y="439"/>
                    <a:pt x="247" y="440"/>
                    <a:pt x="248" y="440"/>
                  </a:cubicBezTo>
                  <a:cubicBezTo>
                    <a:pt x="266" y="441"/>
                    <a:pt x="283" y="439"/>
                    <a:pt x="300" y="434"/>
                  </a:cubicBezTo>
                  <a:cubicBezTo>
                    <a:pt x="310" y="432"/>
                    <a:pt x="319" y="429"/>
                    <a:pt x="328" y="425"/>
                  </a:cubicBezTo>
                  <a:cubicBezTo>
                    <a:pt x="333" y="424"/>
                    <a:pt x="338" y="422"/>
                    <a:pt x="343" y="420"/>
                  </a:cubicBezTo>
                  <a:cubicBezTo>
                    <a:pt x="350" y="424"/>
                    <a:pt x="356" y="427"/>
                    <a:pt x="363" y="431"/>
                  </a:cubicBezTo>
                  <a:cubicBezTo>
                    <a:pt x="349" y="435"/>
                    <a:pt x="336" y="441"/>
                    <a:pt x="323" y="445"/>
                  </a:cubicBezTo>
                  <a:cubicBezTo>
                    <a:pt x="302" y="452"/>
                    <a:pt x="281" y="455"/>
                    <a:pt x="260" y="456"/>
                  </a:cubicBezTo>
                  <a:cubicBezTo>
                    <a:pt x="259" y="456"/>
                    <a:pt x="259" y="457"/>
                    <a:pt x="260" y="457"/>
                  </a:cubicBezTo>
                  <a:cubicBezTo>
                    <a:pt x="281" y="459"/>
                    <a:pt x="301" y="455"/>
                    <a:pt x="321" y="450"/>
                  </a:cubicBezTo>
                  <a:cubicBezTo>
                    <a:pt x="336" y="445"/>
                    <a:pt x="352" y="440"/>
                    <a:pt x="366" y="433"/>
                  </a:cubicBezTo>
                  <a:cubicBezTo>
                    <a:pt x="368" y="433"/>
                    <a:pt x="370" y="434"/>
                    <a:pt x="371" y="435"/>
                  </a:cubicBezTo>
                  <a:cubicBezTo>
                    <a:pt x="373" y="436"/>
                    <a:pt x="375" y="437"/>
                    <a:pt x="377" y="438"/>
                  </a:cubicBezTo>
                  <a:cubicBezTo>
                    <a:pt x="372" y="441"/>
                    <a:pt x="367" y="443"/>
                    <a:pt x="362" y="445"/>
                  </a:cubicBezTo>
                  <a:cubicBezTo>
                    <a:pt x="354" y="447"/>
                    <a:pt x="346" y="449"/>
                    <a:pt x="339" y="451"/>
                  </a:cubicBezTo>
                  <a:cubicBezTo>
                    <a:pt x="337" y="451"/>
                    <a:pt x="338" y="453"/>
                    <a:pt x="339" y="453"/>
                  </a:cubicBezTo>
                  <a:cubicBezTo>
                    <a:pt x="352" y="451"/>
                    <a:pt x="370" y="449"/>
                    <a:pt x="381" y="440"/>
                  </a:cubicBezTo>
                  <a:cubicBezTo>
                    <a:pt x="385" y="442"/>
                    <a:pt x="388" y="444"/>
                    <a:pt x="392" y="445"/>
                  </a:cubicBezTo>
                  <a:cubicBezTo>
                    <a:pt x="389" y="446"/>
                    <a:pt x="385" y="447"/>
                    <a:pt x="382" y="448"/>
                  </a:cubicBezTo>
                  <a:cubicBezTo>
                    <a:pt x="372" y="451"/>
                    <a:pt x="362" y="454"/>
                    <a:pt x="352" y="456"/>
                  </a:cubicBezTo>
                  <a:cubicBezTo>
                    <a:pt x="330" y="460"/>
                    <a:pt x="308" y="463"/>
                    <a:pt x="286" y="465"/>
                  </a:cubicBezTo>
                  <a:cubicBezTo>
                    <a:pt x="261" y="467"/>
                    <a:pt x="237" y="465"/>
                    <a:pt x="213" y="461"/>
                  </a:cubicBezTo>
                  <a:cubicBezTo>
                    <a:pt x="199" y="459"/>
                    <a:pt x="186" y="455"/>
                    <a:pt x="172" y="451"/>
                  </a:cubicBezTo>
                  <a:cubicBezTo>
                    <a:pt x="159" y="448"/>
                    <a:pt x="146" y="442"/>
                    <a:pt x="133" y="439"/>
                  </a:cubicBezTo>
                  <a:cubicBezTo>
                    <a:pt x="154" y="432"/>
                    <a:pt x="174" y="420"/>
                    <a:pt x="195" y="412"/>
                  </a:cubicBezTo>
                  <a:close/>
                  <a:moveTo>
                    <a:pt x="402" y="486"/>
                  </a:moveTo>
                  <a:cubicBezTo>
                    <a:pt x="402" y="486"/>
                    <a:pt x="402" y="486"/>
                    <a:pt x="402" y="486"/>
                  </a:cubicBezTo>
                  <a:cubicBezTo>
                    <a:pt x="402" y="487"/>
                    <a:pt x="402" y="487"/>
                    <a:pt x="402" y="487"/>
                  </a:cubicBezTo>
                  <a:cubicBezTo>
                    <a:pt x="402" y="488"/>
                    <a:pt x="401" y="488"/>
                    <a:pt x="400" y="488"/>
                  </a:cubicBezTo>
                  <a:cubicBezTo>
                    <a:pt x="401" y="488"/>
                    <a:pt x="401" y="487"/>
                    <a:pt x="402" y="486"/>
                  </a:cubicBezTo>
                  <a:close/>
                  <a:moveTo>
                    <a:pt x="141" y="490"/>
                  </a:moveTo>
                  <a:cubicBezTo>
                    <a:pt x="143" y="485"/>
                    <a:pt x="142" y="478"/>
                    <a:pt x="142" y="472"/>
                  </a:cubicBezTo>
                  <a:cubicBezTo>
                    <a:pt x="142" y="464"/>
                    <a:pt x="143" y="456"/>
                    <a:pt x="145" y="448"/>
                  </a:cubicBezTo>
                  <a:cubicBezTo>
                    <a:pt x="145" y="448"/>
                    <a:pt x="145" y="448"/>
                    <a:pt x="145" y="448"/>
                  </a:cubicBezTo>
                  <a:cubicBezTo>
                    <a:pt x="151" y="451"/>
                    <a:pt x="158" y="453"/>
                    <a:pt x="165" y="455"/>
                  </a:cubicBezTo>
                  <a:cubicBezTo>
                    <a:pt x="179" y="460"/>
                    <a:pt x="193" y="464"/>
                    <a:pt x="208" y="467"/>
                  </a:cubicBezTo>
                  <a:cubicBezTo>
                    <a:pt x="233" y="472"/>
                    <a:pt x="258" y="473"/>
                    <a:pt x="283" y="471"/>
                  </a:cubicBezTo>
                  <a:cubicBezTo>
                    <a:pt x="306" y="470"/>
                    <a:pt x="329" y="467"/>
                    <a:pt x="351" y="462"/>
                  </a:cubicBezTo>
                  <a:cubicBezTo>
                    <a:pt x="362" y="460"/>
                    <a:pt x="373" y="458"/>
                    <a:pt x="384" y="455"/>
                  </a:cubicBezTo>
                  <a:cubicBezTo>
                    <a:pt x="390" y="453"/>
                    <a:pt x="397" y="452"/>
                    <a:pt x="403" y="448"/>
                  </a:cubicBezTo>
                  <a:cubicBezTo>
                    <a:pt x="402" y="460"/>
                    <a:pt x="402" y="473"/>
                    <a:pt x="402" y="485"/>
                  </a:cubicBezTo>
                  <a:cubicBezTo>
                    <a:pt x="402" y="485"/>
                    <a:pt x="401" y="485"/>
                    <a:pt x="401" y="485"/>
                  </a:cubicBezTo>
                  <a:cubicBezTo>
                    <a:pt x="397" y="486"/>
                    <a:pt x="394" y="488"/>
                    <a:pt x="390" y="489"/>
                  </a:cubicBezTo>
                  <a:cubicBezTo>
                    <a:pt x="394" y="478"/>
                    <a:pt x="392" y="465"/>
                    <a:pt x="385" y="456"/>
                  </a:cubicBezTo>
                  <a:cubicBezTo>
                    <a:pt x="385" y="456"/>
                    <a:pt x="384" y="456"/>
                    <a:pt x="384" y="456"/>
                  </a:cubicBezTo>
                  <a:cubicBezTo>
                    <a:pt x="390" y="467"/>
                    <a:pt x="387" y="479"/>
                    <a:pt x="388" y="490"/>
                  </a:cubicBezTo>
                  <a:cubicBezTo>
                    <a:pt x="383" y="491"/>
                    <a:pt x="379" y="492"/>
                    <a:pt x="374" y="493"/>
                  </a:cubicBezTo>
                  <a:cubicBezTo>
                    <a:pt x="375" y="485"/>
                    <a:pt x="374" y="477"/>
                    <a:pt x="374" y="469"/>
                  </a:cubicBezTo>
                  <a:cubicBezTo>
                    <a:pt x="374" y="467"/>
                    <a:pt x="371" y="467"/>
                    <a:pt x="371" y="469"/>
                  </a:cubicBezTo>
                  <a:cubicBezTo>
                    <a:pt x="370" y="477"/>
                    <a:pt x="369" y="486"/>
                    <a:pt x="370" y="494"/>
                  </a:cubicBezTo>
                  <a:cubicBezTo>
                    <a:pt x="365" y="496"/>
                    <a:pt x="359" y="497"/>
                    <a:pt x="353" y="499"/>
                  </a:cubicBezTo>
                  <a:cubicBezTo>
                    <a:pt x="354" y="496"/>
                    <a:pt x="354" y="492"/>
                    <a:pt x="354" y="489"/>
                  </a:cubicBezTo>
                  <a:cubicBezTo>
                    <a:pt x="353" y="482"/>
                    <a:pt x="353" y="476"/>
                    <a:pt x="353" y="469"/>
                  </a:cubicBezTo>
                  <a:cubicBezTo>
                    <a:pt x="353" y="467"/>
                    <a:pt x="350" y="467"/>
                    <a:pt x="350" y="469"/>
                  </a:cubicBezTo>
                  <a:cubicBezTo>
                    <a:pt x="350" y="475"/>
                    <a:pt x="349" y="481"/>
                    <a:pt x="349" y="487"/>
                  </a:cubicBezTo>
                  <a:cubicBezTo>
                    <a:pt x="349" y="491"/>
                    <a:pt x="349" y="496"/>
                    <a:pt x="350" y="501"/>
                  </a:cubicBezTo>
                  <a:cubicBezTo>
                    <a:pt x="350" y="501"/>
                    <a:pt x="350" y="501"/>
                    <a:pt x="350" y="501"/>
                  </a:cubicBezTo>
                  <a:cubicBezTo>
                    <a:pt x="343" y="503"/>
                    <a:pt x="336" y="504"/>
                    <a:pt x="329" y="505"/>
                  </a:cubicBezTo>
                  <a:cubicBezTo>
                    <a:pt x="330" y="494"/>
                    <a:pt x="325" y="482"/>
                    <a:pt x="331" y="471"/>
                  </a:cubicBezTo>
                  <a:cubicBezTo>
                    <a:pt x="331" y="471"/>
                    <a:pt x="331" y="470"/>
                    <a:pt x="330" y="471"/>
                  </a:cubicBezTo>
                  <a:cubicBezTo>
                    <a:pt x="327" y="475"/>
                    <a:pt x="325" y="480"/>
                    <a:pt x="324" y="486"/>
                  </a:cubicBezTo>
                  <a:cubicBezTo>
                    <a:pt x="324" y="492"/>
                    <a:pt x="323" y="499"/>
                    <a:pt x="324" y="505"/>
                  </a:cubicBezTo>
                  <a:cubicBezTo>
                    <a:pt x="318" y="506"/>
                    <a:pt x="312" y="507"/>
                    <a:pt x="306" y="507"/>
                  </a:cubicBezTo>
                  <a:cubicBezTo>
                    <a:pt x="302" y="498"/>
                    <a:pt x="297" y="487"/>
                    <a:pt x="300" y="477"/>
                  </a:cubicBezTo>
                  <a:cubicBezTo>
                    <a:pt x="300" y="477"/>
                    <a:pt x="299" y="476"/>
                    <a:pt x="299" y="477"/>
                  </a:cubicBezTo>
                  <a:cubicBezTo>
                    <a:pt x="295" y="483"/>
                    <a:pt x="295" y="488"/>
                    <a:pt x="295" y="495"/>
                  </a:cubicBezTo>
                  <a:cubicBezTo>
                    <a:pt x="296" y="498"/>
                    <a:pt x="297" y="502"/>
                    <a:pt x="298" y="505"/>
                  </a:cubicBezTo>
                  <a:cubicBezTo>
                    <a:pt x="299" y="506"/>
                    <a:pt x="299" y="507"/>
                    <a:pt x="300" y="508"/>
                  </a:cubicBezTo>
                  <a:cubicBezTo>
                    <a:pt x="283" y="509"/>
                    <a:pt x="267" y="510"/>
                    <a:pt x="250" y="510"/>
                  </a:cubicBezTo>
                  <a:cubicBezTo>
                    <a:pt x="248" y="499"/>
                    <a:pt x="246" y="488"/>
                    <a:pt x="244" y="477"/>
                  </a:cubicBezTo>
                  <a:cubicBezTo>
                    <a:pt x="244" y="476"/>
                    <a:pt x="242" y="476"/>
                    <a:pt x="242" y="477"/>
                  </a:cubicBezTo>
                  <a:cubicBezTo>
                    <a:pt x="241" y="488"/>
                    <a:pt x="242" y="499"/>
                    <a:pt x="244" y="510"/>
                  </a:cubicBezTo>
                  <a:cubicBezTo>
                    <a:pt x="237" y="510"/>
                    <a:pt x="231" y="510"/>
                    <a:pt x="225" y="509"/>
                  </a:cubicBezTo>
                  <a:cubicBezTo>
                    <a:pt x="225" y="505"/>
                    <a:pt x="224" y="501"/>
                    <a:pt x="223" y="497"/>
                  </a:cubicBezTo>
                  <a:cubicBezTo>
                    <a:pt x="222" y="489"/>
                    <a:pt x="221" y="481"/>
                    <a:pt x="220" y="473"/>
                  </a:cubicBezTo>
                  <a:cubicBezTo>
                    <a:pt x="219" y="471"/>
                    <a:pt x="217" y="472"/>
                    <a:pt x="217" y="473"/>
                  </a:cubicBezTo>
                  <a:cubicBezTo>
                    <a:pt x="216" y="482"/>
                    <a:pt x="217" y="491"/>
                    <a:pt x="218" y="500"/>
                  </a:cubicBezTo>
                  <a:cubicBezTo>
                    <a:pt x="218" y="502"/>
                    <a:pt x="218" y="506"/>
                    <a:pt x="219" y="509"/>
                  </a:cubicBezTo>
                  <a:cubicBezTo>
                    <a:pt x="213" y="508"/>
                    <a:pt x="207" y="508"/>
                    <a:pt x="200" y="507"/>
                  </a:cubicBezTo>
                  <a:cubicBezTo>
                    <a:pt x="200" y="496"/>
                    <a:pt x="198" y="483"/>
                    <a:pt x="203" y="474"/>
                  </a:cubicBezTo>
                  <a:cubicBezTo>
                    <a:pt x="203" y="473"/>
                    <a:pt x="202" y="471"/>
                    <a:pt x="201" y="472"/>
                  </a:cubicBezTo>
                  <a:cubicBezTo>
                    <a:pt x="193" y="482"/>
                    <a:pt x="194" y="495"/>
                    <a:pt x="195" y="506"/>
                  </a:cubicBezTo>
                  <a:cubicBezTo>
                    <a:pt x="190" y="505"/>
                    <a:pt x="185" y="505"/>
                    <a:pt x="179" y="504"/>
                  </a:cubicBezTo>
                  <a:cubicBezTo>
                    <a:pt x="175" y="491"/>
                    <a:pt x="173" y="478"/>
                    <a:pt x="178" y="465"/>
                  </a:cubicBezTo>
                  <a:cubicBezTo>
                    <a:pt x="178" y="464"/>
                    <a:pt x="177" y="463"/>
                    <a:pt x="176" y="464"/>
                  </a:cubicBezTo>
                  <a:cubicBezTo>
                    <a:pt x="169" y="476"/>
                    <a:pt x="167" y="490"/>
                    <a:pt x="171" y="502"/>
                  </a:cubicBezTo>
                  <a:cubicBezTo>
                    <a:pt x="171" y="502"/>
                    <a:pt x="171" y="502"/>
                    <a:pt x="171" y="502"/>
                  </a:cubicBezTo>
                  <a:cubicBezTo>
                    <a:pt x="166" y="501"/>
                    <a:pt x="162" y="500"/>
                    <a:pt x="157" y="499"/>
                  </a:cubicBezTo>
                  <a:cubicBezTo>
                    <a:pt x="161" y="485"/>
                    <a:pt x="159" y="469"/>
                    <a:pt x="158" y="456"/>
                  </a:cubicBezTo>
                  <a:cubicBezTo>
                    <a:pt x="157" y="454"/>
                    <a:pt x="155" y="454"/>
                    <a:pt x="155" y="456"/>
                  </a:cubicBezTo>
                  <a:cubicBezTo>
                    <a:pt x="154" y="464"/>
                    <a:pt x="153" y="472"/>
                    <a:pt x="152" y="480"/>
                  </a:cubicBezTo>
                  <a:cubicBezTo>
                    <a:pt x="152" y="485"/>
                    <a:pt x="150" y="491"/>
                    <a:pt x="149" y="496"/>
                  </a:cubicBezTo>
                  <a:cubicBezTo>
                    <a:pt x="146" y="494"/>
                    <a:pt x="142" y="493"/>
                    <a:pt x="140" y="491"/>
                  </a:cubicBezTo>
                  <a:cubicBezTo>
                    <a:pt x="140" y="491"/>
                    <a:pt x="140" y="491"/>
                    <a:pt x="141" y="490"/>
                  </a:cubicBezTo>
                  <a:close/>
                  <a:moveTo>
                    <a:pt x="135" y="482"/>
                  </a:moveTo>
                  <a:cubicBezTo>
                    <a:pt x="136" y="485"/>
                    <a:pt x="136" y="487"/>
                    <a:pt x="137" y="489"/>
                  </a:cubicBezTo>
                  <a:cubicBezTo>
                    <a:pt x="135" y="487"/>
                    <a:pt x="135" y="485"/>
                    <a:pt x="135" y="482"/>
                  </a:cubicBezTo>
                  <a:close/>
                  <a:moveTo>
                    <a:pt x="286" y="92"/>
                  </a:moveTo>
                  <a:cubicBezTo>
                    <a:pt x="286" y="91"/>
                    <a:pt x="286" y="90"/>
                    <a:pt x="286" y="89"/>
                  </a:cubicBezTo>
                  <a:cubicBezTo>
                    <a:pt x="286" y="89"/>
                    <a:pt x="286" y="89"/>
                    <a:pt x="286" y="89"/>
                  </a:cubicBezTo>
                  <a:cubicBezTo>
                    <a:pt x="286" y="88"/>
                    <a:pt x="286" y="86"/>
                    <a:pt x="286" y="85"/>
                  </a:cubicBezTo>
                  <a:cubicBezTo>
                    <a:pt x="286" y="85"/>
                    <a:pt x="286" y="85"/>
                    <a:pt x="286" y="85"/>
                  </a:cubicBezTo>
                  <a:cubicBezTo>
                    <a:pt x="320" y="85"/>
                    <a:pt x="355" y="87"/>
                    <a:pt x="388" y="92"/>
                  </a:cubicBezTo>
                  <a:cubicBezTo>
                    <a:pt x="405" y="95"/>
                    <a:pt x="422" y="99"/>
                    <a:pt x="438" y="104"/>
                  </a:cubicBezTo>
                  <a:cubicBezTo>
                    <a:pt x="450" y="107"/>
                    <a:pt x="462" y="113"/>
                    <a:pt x="475" y="118"/>
                  </a:cubicBezTo>
                  <a:cubicBezTo>
                    <a:pt x="474" y="118"/>
                    <a:pt x="474" y="118"/>
                    <a:pt x="474" y="118"/>
                  </a:cubicBezTo>
                  <a:cubicBezTo>
                    <a:pt x="473" y="119"/>
                    <a:pt x="471" y="121"/>
                    <a:pt x="472" y="122"/>
                  </a:cubicBezTo>
                  <a:cubicBezTo>
                    <a:pt x="472" y="124"/>
                    <a:pt x="472" y="126"/>
                    <a:pt x="474" y="127"/>
                  </a:cubicBezTo>
                  <a:cubicBezTo>
                    <a:pt x="474" y="128"/>
                    <a:pt x="475" y="128"/>
                    <a:pt x="475" y="129"/>
                  </a:cubicBezTo>
                  <a:cubicBezTo>
                    <a:pt x="475" y="129"/>
                    <a:pt x="475" y="129"/>
                    <a:pt x="475" y="129"/>
                  </a:cubicBezTo>
                  <a:cubicBezTo>
                    <a:pt x="447" y="114"/>
                    <a:pt x="415" y="105"/>
                    <a:pt x="384" y="100"/>
                  </a:cubicBezTo>
                  <a:cubicBezTo>
                    <a:pt x="351" y="94"/>
                    <a:pt x="319" y="91"/>
                    <a:pt x="286" y="92"/>
                  </a:cubicBezTo>
                  <a:close/>
                  <a:moveTo>
                    <a:pt x="467" y="192"/>
                  </a:moveTo>
                  <a:cubicBezTo>
                    <a:pt x="470" y="184"/>
                    <a:pt x="472" y="176"/>
                    <a:pt x="474" y="168"/>
                  </a:cubicBezTo>
                  <a:cubicBezTo>
                    <a:pt x="475" y="164"/>
                    <a:pt x="476" y="160"/>
                    <a:pt x="477" y="156"/>
                  </a:cubicBezTo>
                  <a:cubicBezTo>
                    <a:pt x="477" y="155"/>
                    <a:pt x="478" y="153"/>
                    <a:pt x="478" y="152"/>
                  </a:cubicBezTo>
                  <a:cubicBezTo>
                    <a:pt x="479" y="153"/>
                    <a:pt x="480" y="153"/>
                    <a:pt x="481" y="153"/>
                  </a:cubicBezTo>
                  <a:cubicBezTo>
                    <a:pt x="483" y="153"/>
                    <a:pt x="485" y="153"/>
                    <a:pt x="487" y="152"/>
                  </a:cubicBezTo>
                  <a:cubicBezTo>
                    <a:pt x="489" y="172"/>
                    <a:pt x="502" y="192"/>
                    <a:pt x="512" y="208"/>
                  </a:cubicBezTo>
                  <a:cubicBezTo>
                    <a:pt x="525" y="229"/>
                    <a:pt x="539" y="249"/>
                    <a:pt x="545" y="273"/>
                  </a:cubicBezTo>
                  <a:cubicBezTo>
                    <a:pt x="525" y="274"/>
                    <a:pt x="505" y="272"/>
                    <a:pt x="484" y="272"/>
                  </a:cubicBezTo>
                  <a:cubicBezTo>
                    <a:pt x="468" y="272"/>
                    <a:pt x="451" y="275"/>
                    <a:pt x="434" y="273"/>
                  </a:cubicBezTo>
                  <a:cubicBezTo>
                    <a:pt x="443" y="245"/>
                    <a:pt x="458" y="220"/>
                    <a:pt x="467" y="192"/>
                  </a:cubicBezTo>
                  <a:close/>
                  <a:moveTo>
                    <a:pt x="490" y="336"/>
                  </a:moveTo>
                  <a:cubicBezTo>
                    <a:pt x="476" y="336"/>
                    <a:pt x="464" y="333"/>
                    <a:pt x="454" y="324"/>
                  </a:cubicBezTo>
                  <a:cubicBezTo>
                    <a:pt x="461" y="325"/>
                    <a:pt x="469" y="324"/>
                    <a:pt x="476" y="323"/>
                  </a:cubicBezTo>
                  <a:cubicBezTo>
                    <a:pt x="477" y="323"/>
                    <a:pt x="477" y="322"/>
                    <a:pt x="476" y="322"/>
                  </a:cubicBezTo>
                  <a:cubicBezTo>
                    <a:pt x="468" y="321"/>
                    <a:pt x="459" y="319"/>
                    <a:pt x="451" y="321"/>
                  </a:cubicBezTo>
                  <a:cubicBezTo>
                    <a:pt x="450" y="321"/>
                    <a:pt x="450" y="321"/>
                    <a:pt x="450" y="321"/>
                  </a:cubicBezTo>
                  <a:cubicBezTo>
                    <a:pt x="450" y="320"/>
                    <a:pt x="449" y="320"/>
                    <a:pt x="448" y="319"/>
                  </a:cubicBezTo>
                  <a:cubicBezTo>
                    <a:pt x="447" y="318"/>
                    <a:pt x="446" y="316"/>
                    <a:pt x="445" y="315"/>
                  </a:cubicBezTo>
                  <a:cubicBezTo>
                    <a:pt x="448" y="315"/>
                    <a:pt x="451" y="316"/>
                    <a:pt x="453" y="316"/>
                  </a:cubicBezTo>
                  <a:cubicBezTo>
                    <a:pt x="461" y="317"/>
                    <a:pt x="470" y="315"/>
                    <a:pt x="476" y="310"/>
                  </a:cubicBezTo>
                  <a:cubicBezTo>
                    <a:pt x="477" y="310"/>
                    <a:pt x="476" y="309"/>
                    <a:pt x="476" y="309"/>
                  </a:cubicBezTo>
                  <a:cubicBezTo>
                    <a:pt x="468" y="314"/>
                    <a:pt x="460" y="312"/>
                    <a:pt x="452" y="311"/>
                  </a:cubicBezTo>
                  <a:cubicBezTo>
                    <a:pt x="450" y="311"/>
                    <a:pt x="447" y="310"/>
                    <a:pt x="444" y="309"/>
                  </a:cubicBezTo>
                  <a:cubicBezTo>
                    <a:pt x="444" y="309"/>
                    <a:pt x="444" y="309"/>
                    <a:pt x="444" y="309"/>
                  </a:cubicBezTo>
                  <a:cubicBezTo>
                    <a:pt x="441" y="306"/>
                    <a:pt x="438" y="303"/>
                    <a:pt x="435" y="300"/>
                  </a:cubicBezTo>
                  <a:cubicBezTo>
                    <a:pt x="435" y="299"/>
                    <a:pt x="435" y="299"/>
                    <a:pt x="435" y="298"/>
                  </a:cubicBezTo>
                  <a:cubicBezTo>
                    <a:pt x="434" y="296"/>
                    <a:pt x="433" y="294"/>
                    <a:pt x="432" y="292"/>
                  </a:cubicBezTo>
                  <a:cubicBezTo>
                    <a:pt x="444" y="301"/>
                    <a:pt x="462" y="299"/>
                    <a:pt x="476" y="298"/>
                  </a:cubicBezTo>
                  <a:cubicBezTo>
                    <a:pt x="477" y="298"/>
                    <a:pt x="477" y="297"/>
                    <a:pt x="476" y="297"/>
                  </a:cubicBezTo>
                  <a:cubicBezTo>
                    <a:pt x="469" y="296"/>
                    <a:pt x="462" y="296"/>
                    <a:pt x="455" y="296"/>
                  </a:cubicBezTo>
                  <a:cubicBezTo>
                    <a:pt x="446" y="295"/>
                    <a:pt x="439" y="292"/>
                    <a:pt x="431" y="288"/>
                  </a:cubicBezTo>
                  <a:cubicBezTo>
                    <a:pt x="431" y="287"/>
                    <a:pt x="431" y="287"/>
                    <a:pt x="430" y="287"/>
                  </a:cubicBezTo>
                  <a:cubicBezTo>
                    <a:pt x="429" y="284"/>
                    <a:pt x="429" y="280"/>
                    <a:pt x="430" y="276"/>
                  </a:cubicBezTo>
                  <a:cubicBezTo>
                    <a:pt x="431" y="276"/>
                    <a:pt x="430" y="276"/>
                    <a:pt x="430" y="276"/>
                  </a:cubicBezTo>
                  <a:cubicBezTo>
                    <a:pt x="430" y="277"/>
                    <a:pt x="429" y="278"/>
                    <a:pt x="428" y="279"/>
                  </a:cubicBezTo>
                  <a:cubicBezTo>
                    <a:pt x="428" y="278"/>
                    <a:pt x="428" y="277"/>
                    <a:pt x="428" y="275"/>
                  </a:cubicBezTo>
                  <a:cubicBezTo>
                    <a:pt x="429" y="276"/>
                    <a:pt x="430" y="276"/>
                    <a:pt x="431" y="276"/>
                  </a:cubicBezTo>
                  <a:cubicBezTo>
                    <a:pt x="445" y="283"/>
                    <a:pt x="464" y="280"/>
                    <a:pt x="479" y="281"/>
                  </a:cubicBezTo>
                  <a:cubicBezTo>
                    <a:pt x="502" y="281"/>
                    <a:pt x="525" y="284"/>
                    <a:pt x="547" y="282"/>
                  </a:cubicBezTo>
                  <a:cubicBezTo>
                    <a:pt x="548" y="284"/>
                    <a:pt x="549" y="284"/>
                    <a:pt x="551" y="284"/>
                  </a:cubicBezTo>
                  <a:cubicBezTo>
                    <a:pt x="551" y="285"/>
                    <a:pt x="551" y="287"/>
                    <a:pt x="551" y="288"/>
                  </a:cubicBezTo>
                  <a:cubicBezTo>
                    <a:pt x="551" y="288"/>
                    <a:pt x="551" y="288"/>
                    <a:pt x="551" y="288"/>
                  </a:cubicBezTo>
                  <a:cubicBezTo>
                    <a:pt x="545" y="289"/>
                    <a:pt x="540" y="293"/>
                    <a:pt x="534" y="295"/>
                  </a:cubicBezTo>
                  <a:cubicBezTo>
                    <a:pt x="528" y="296"/>
                    <a:pt x="520" y="296"/>
                    <a:pt x="514" y="296"/>
                  </a:cubicBezTo>
                  <a:cubicBezTo>
                    <a:pt x="512" y="295"/>
                    <a:pt x="511" y="298"/>
                    <a:pt x="513" y="299"/>
                  </a:cubicBezTo>
                  <a:cubicBezTo>
                    <a:pt x="521" y="300"/>
                    <a:pt x="528" y="300"/>
                    <a:pt x="536" y="299"/>
                  </a:cubicBezTo>
                  <a:cubicBezTo>
                    <a:pt x="540" y="298"/>
                    <a:pt x="547" y="296"/>
                    <a:pt x="551" y="292"/>
                  </a:cubicBezTo>
                  <a:cubicBezTo>
                    <a:pt x="550" y="295"/>
                    <a:pt x="549" y="299"/>
                    <a:pt x="548" y="302"/>
                  </a:cubicBezTo>
                  <a:cubicBezTo>
                    <a:pt x="543" y="305"/>
                    <a:pt x="538" y="309"/>
                    <a:pt x="533" y="310"/>
                  </a:cubicBezTo>
                  <a:cubicBezTo>
                    <a:pt x="526" y="312"/>
                    <a:pt x="517" y="313"/>
                    <a:pt x="509" y="313"/>
                  </a:cubicBezTo>
                  <a:cubicBezTo>
                    <a:pt x="508" y="313"/>
                    <a:pt x="508" y="315"/>
                    <a:pt x="509" y="315"/>
                  </a:cubicBezTo>
                  <a:cubicBezTo>
                    <a:pt x="518" y="317"/>
                    <a:pt x="532" y="318"/>
                    <a:pt x="541" y="314"/>
                  </a:cubicBezTo>
                  <a:cubicBezTo>
                    <a:pt x="540" y="315"/>
                    <a:pt x="539" y="316"/>
                    <a:pt x="538" y="317"/>
                  </a:cubicBezTo>
                  <a:cubicBezTo>
                    <a:pt x="526" y="321"/>
                    <a:pt x="515" y="333"/>
                    <a:pt x="502" y="326"/>
                  </a:cubicBezTo>
                  <a:cubicBezTo>
                    <a:pt x="501" y="325"/>
                    <a:pt x="499" y="326"/>
                    <a:pt x="500" y="327"/>
                  </a:cubicBezTo>
                  <a:cubicBezTo>
                    <a:pt x="504" y="330"/>
                    <a:pt x="508" y="332"/>
                    <a:pt x="513" y="332"/>
                  </a:cubicBezTo>
                  <a:cubicBezTo>
                    <a:pt x="506" y="334"/>
                    <a:pt x="498" y="336"/>
                    <a:pt x="490" y="33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71" name="Freeform 6"/>
            <p:cNvSpPr/>
            <p:nvPr>
              <p:custDataLst>
                <p:tags r:id="rId6"/>
              </p:custDataLst>
            </p:nvPr>
          </p:nvSpPr>
          <p:spPr bwMode="auto">
            <a:xfrm>
              <a:off x="7206" y="2544"/>
              <a:ext cx="9" cy="32"/>
            </a:xfrm>
            <a:custGeom>
              <a:avLst/>
              <a:gdLst>
                <a:gd name="T0" fmla="*/ 8 w 9"/>
                <a:gd name="T1" fmla="*/ 32 h 35"/>
                <a:gd name="T2" fmla="*/ 3 w 9"/>
                <a:gd name="T3" fmla="*/ 2 h 35"/>
                <a:gd name="T4" fmla="*/ 0 w 9"/>
                <a:gd name="T5" fmla="*/ 2 h 35"/>
                <a:gd name="T6" fmla="*/ 3 w 9"/>
                <a:gd name="T7" fmla="*/ 32 h 35"/>
                <a:gd name="T8" fmla="*/ 8 w 9"/>
                <a:gd name="T9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35">
                  <a:moveTo>
                    <a:pt x="8" y="32"/>
                  </a:moveTo>
                  <a:cubicBezTo>
                    <a:pt x="7" y="22"/>
                    <a:pt x="6" y="11"/>
                    <a:pt x="3" y="2"/>
                  </a:cubicBezTo>
                  <a:cubicBezTo>
                    <a:pt x="2" y="0"/>
                    <a:pt x="0" y="0"/>
                    <a:pt x="0" y="2"/>
                  </a:cubicBezTo>
                  <a:cubicBezTo>
                    <a:pt x="1" y="12"/>
                    <a:pt x="1" y="23"/>
                    <a:pt x="3" y="32"/>
                  </a:cubicBezTo>
                  <a:cubicBezTo>
                    <a:pt x="4" y="35"/>
                    <a:pt x="9" y="35"/>
                    <a:pt x="8" y="3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72" name="Freeform 7"/>
            <p:cNvSpPr/>
            <p:nvPr>
              <p:custDataLst>
                <p:tags r:id="rId7"/>
              </p:custDataLst>
            </p:nvPr>
          </p:nvSpPr>
          <p:spPr bwMode="auto">
            <a:xfrm>
              <a:off x="7015" y="2352"/>
              <a:ext cx="46" cy="17"/>
            </a:xfrm>
            <a:custGeom>
              <a:avLst/>
              <a:gdLst>
                <a:gd name="T0" fmla="*/ 2 w 47"/>
                <a:gd name="T1" fmla="*/ 17 h 19"/>
                <a:gd name="T2" fmla="*/ 45 w 47"/>
                <a:gd name="T3" fmla="*/ 5 h 19"/>
                <a:gd name="T4" fmla="*/ 42 w 47"/>
                <a:gd name="T5" fmla="*/ 1 h 19"/>
                <a:gd name="T6" fmla="*/ 23 w 47"/>
                <a:gd name="T7" fmla="*/ 10 h 19"/>
                <a:gd name="T8" fmla="*/ 2 w 47"/>
                <a:gd name="T9" fmla="*/ 15 h 19"/>
                <a:gd name="T10" fmla="*/ 2 w 47"/>
                <a:gd name="T11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9">
                  <a:moveTo>
                    <a:pt x="2" y="17"/>
                  </a:moveTo>
                  <a:cubicBezTo>
                    <a:pt x="16" y="19"/>
                    <a:pt x="34" y="14"/>
                    <a:pt x="45" y="5"/>
                  </a:cubicBezTo>
                  <a:cubicBezTo>
                    <a:pt x="47" y="3"/>
                    <a:pt x="45" y="0"/>
                    <a:pt x="42" y="1"/>
                  </a:cubicBezTo>
                  <a:cubicBezTo>
                    <a:pt x="36" y="4"/>
                    <a:pt x="30" y="8"/>
                    <a:pt x="23" y="10"/>
                  </a:cubicBezTo>
                  <a:cubicBezTo>
                    <a:pt x="16" y="13"/>
                    <a:pt x="9" y="14"/>
                    <a:pt x="2" y="15"/>
                  </a:cubicBezTo>
                  <a:cubicBezTo>
                    <a:pt x="0" y="15"/>
                    <a:pt x="1" y="17"/>
                    <a:pt x="2" y="1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73" name="Freeform 8"/>
            <p:cNvSpPr/>
            <p:nvPr>
              <p:custDataLst>
                <p:tags r:id="rId8"/>
              </p:custDataLst>
            </p:nvPr>
          </p:nvSpPr>
          <p:spPr bwMode="auto">
            <a:xfrm>
              <a:off x="7015" y="2384"/>
              <a:ext cx="32" cy="19"/>
            </a:xfrm>
            <a:custGeom>
              <a:avLst/>
              <a:gdLst>
                <a:gd name="T0" fmla="*/ 32 w 34"/>
                <a:gd name="T1" fmla="*/ 1 h 19"/>
                <a:gd name="T2" fmla="*/ 1 w 34"/>
                <a:gd name="T3" fmla="*/ 6 h 19"/>
                <a:gd name="T4" fmla="*/ 0 w 34"/>
                <a:gd name="T5" fmla="*/ 6 h 19"/>
                <a:gd name="T6" fmla="*/ 33 w 34"/>
                <a:gd name="T7" fmla="*/ 2 h 19"/>
                <a:gd name="T8" fmla="*/ 32 w 34"/>
                <a:gd name="T9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9">
                  <a:moveTo>
                    <a:pt x="32" y="1"/>
                  </a:moveTo>
                  <a:cubicBezTo>
                    <a:pt x="24" y="0"/>
                    <a:pt x="8" y="15"/>
                    <a:pt x="1" y="6"/>
                  </a:cubicBezTo>
                  <a:cubicBezTo>
                    <a:pt x="1" y="5"/>
                    <a:pt x="0" y="6"/>
                    <a:pt x="0" y="6"/>
                  </a:cubicBezTo>
                  <a:cubicBezTo>
                    <a:pt x="0" y="19"/>
                    <a:pt x="29" y="8"/>
                    <a:pt x="33" y="2"/>
                  </a:cubicBezTo>
                  <a:cubicBezTo>
                    <a:pt x="34" y="2"/>
                    <a:pt x="33" y="1"/>
                    <a:pt x="32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996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84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20407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- Good but not Perfect Balance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BFB752-D54D-42A0-AB2D-F167F27F7C69}" type="datetime1">
              <a:rPr lang="zh-CN" altLang="en-US" sz="790" smtClean="0"/>
              <a:pPr/>
              <a:t>2025/12/13</a:t>
            </a:fld>
            <a:endParaRPr lang="en-US" altLang="zh-CN" sz="790" dirty="0"/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5D1C99-6FC2-4C13-9465-2D9A6A71866D}" type="slidenum">
              <a:rPr lang="en-US" altLang="zh-CN" sz="790"/>
              <a:pPr/>
              <a:t>13</a:t>
            </a:fld>
            <a:endParaRPr lang="en-US" altLang="zh-CN" sz="790"/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605" y="1772285"/>
            <a:ext cx="8295640" cy="443928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AVL trees are height-balanced binary search trees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Balance factor</a:t>
            </a:r>
            <a:r>
              <a:rPr lang="en-US" altLang="zh-CN" sz="2800" dirty="0">
                <a:ea typeface="宋体" panose="02010600030101010101" pitchFamily="2" charset="-122"/>
              </a:rPr>
              <a:t> of a node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height(left subtree) - height(right subtree)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An AVL tree has balance factor calculated at every node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For every node, heights of left and right subtree can differ by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no more than 1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Store current </a:t>
            </a:r>
            <a:r>
              <a:rPr lang="en-US" altLang="zh-CN" sz="2400" dirty="0"/>
              <a:t>heights/balance factor  </a:t>
            </a:r>
            <a:r>
              <a:rPr lang="en-US" altLang="zh-CN" sz="2400" dirty="0">
                <a:ea typeface="宋体" panose="02010600030101010101" pitchFamily="2" charset="-122"/>
              </a:rPr>
              <a:t>in each node</a:t>
            </a:r>
          </a:p>
        </p:txBody>
      </p:sp>
      <p:grpSp>
        <p:nvGrpSpPr>
          <p:cNvPr id="56" name="Group 4"/>
          <p:cNvGrpSpPr>
            <a:grpSpLocks noChangeAspect="1"/>
          </p:cNvGrpSpPr>
          <p:nvPr/>
        </p:nvGrpSpPr>
        <p:grpSpPr bwMode="auto">
          <a:xfrm rot="960000">
            <a:off x="7893685" y="5155565"/>
            <a:ext cx="780415" cy="911860"/>
            <a:chOff x="3082" y="1214"/>
            <a:chExt cx="1623" cy="1896"/>
          </a:xfrm>
          <a:solidFill>
            <a:srgbClr val="345F86">
              <a:alpha val="57000"/>
            </a:srgbClr>
          </a:solidFill>
        </p:grpSpPr>
        <p:grpSp>
          <p:nvGrpSpPr>
            <p:cNvPr id="57" name="Group 205"/>
            <p:cNvGrpSpPr/>
            <p:nvPr/>
          </p:nvGrpSpPr>
          <p:grpSpPr bwMode="auto">
            <a:xfrm>
              <a:off x="3082" y="1214"/>
              <a:ext cx="1623" cy="1603"/>
              <a:chOff x="3082" y="1214"/>
              <a:chExt cx="1623" cy="1603"/>
            </a:xfrm>
            <a:grpFill/>
          </p:grpSpPr>
          <p:sp>
            <p:nvSpPr>
              <p:cNvPr id="330" name="Freeform 5"/>
              <p:cNvSpPr/>
              <p:nvPr>
                <p:custDataLst>
                  <p:tags r:id="rId251"/>
                </p:custDataLst>
              </p:nvPr>
            </p:nvSpPr>
            <p:spPr bwMode="auto">
              <a:xfrm>
                <a:off x="3608" y="2103"/>
                <a:ext cx="13" cy="0"/>
              </a:xfrm>
              <a:custGeom>
                <a:avLst/>
                <a:gdLst>
                  <a:gd name="T0" fmla="*/ 0 w 6"/>
                  <a:gd name="T1" fmla="*/ 6 w 6"/>
                  <a:gd name="T2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cubicBezTo>
                      <a:pt x="1" y="0"/>
                      <a:pt x="3" y="0"/>
                      <a:pt x="6" y="0"/>
                    </a:cubicBezTo>
                    <a:cubicBezTo>
                      <a:pt x="3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1" name="Freeform 6"/>
              <p:cNvSpPr/>
              <p:nvPr>
                <p:custDataLst>
                  <p:tags r:id="rId252"/>
                </p:custDataLst>
              </p:nvPr>
            </p:nvSpPr>
            <p:spPr bwMode="auto">
              <a:xfrm>
                <a:off x="3576" y="1893"/>
                <a:ext cx="5" cy="0"/>
              </a:xfrm>
              <a:custGeom>
                <a:avLst/>
                <a:gdLst>
                  <a:gd name="T0" fmla="*/ 0 w 2"/>
                  <a:gd name="T1" fmla="*/ 0 w 2"/>
                  <a:gd name="T2" fmla="*/ 0 w 2"/>
                  <a:gd name="T3" fmla="*/ 0 w 2"/>
                  <a:gd name="T4" fmla="*/ 2 w 2"/>
                  <a:gd name="T5" fmla="*/ 2 w 2"/>
                  <a:gd name="T6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2" name="Freeform 7"/>
              <p:cNvSpPr/>
              <p:nvPr>
                <p:custDataLst>
                  <p:tags r:id="rId253"/>
                </p:custDataLst>
              </p:nvPr>
            </p:nvSpPr>
            <p:spPr bwMode="auto">
              <a:xfrm>
                <a:off x="3615" y="1903"/>
                <a:ext cx="0" cy="5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3" name="Freeform 8"/>
              <p:cNvSpPr/>
              <p:nvPr>
                <p:custDataLst>
                  <p:tags r:id="rId254"/>
                </p:custDataLst>
              </p:nvPr>
            </p:nvSpPr>
            <p:spPr bwMode="auto">
              <a:xfrm>
                <a:off x="3566" y="1893"/>
                <a:ext cx="6" cy="0"/>
              </a:xfrm>
              <a:custGeom>
                <a:avLst/>
                <a:gdLst>
                  <a:gd name="T0" fmla="*/ 3 w 3"/>
                  <a:gd name="T1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4" name="Freeform 9"/>
              <p:cNvSpPr/>
              <p:nvPr>
                <p:custDataLst>
                  <p:tags r:id="rId255"/>
                </p:custDataLst>
              </p:nvPr>
            </p:nvSpPr>
            <p:spPr bwMode="auto">
              <a:xfrm>
                <a:off x="3820" y="23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5" name="Freeform 10"/>
              <p:cNvSpPr/>
              <p:nvPr>
                <p:custDataLst>
                  <p:tags r:id="rId256"/>
                </p:custDataLst>
              </p:nvPr>
            </p:nvSpPr>
            <p:spPr bwMode="auto">
              <a:xfrm>
                <a:off x="3642" y="2209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6" name="Freeform 11"/>
              <p:cNvSpPr/>
              <p:nvPr>
                <p:custDataLst>
                  <p:tags r:id="rId257"/>
                </p:custDataLst>
              </p:nvPr>
            </p:nvSpPr>
            <p:spPr bwMode="auto">
              <a:xfrm>
                <a:off x="3549" y="2154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7" name="Freeform 12"/>
              <p:cNvSpPr/>
              <p:nvPr>
                <p:custDataLst>
                  <p:tags r:id="rId258"/>
                </p:custDataLst>
              </p:nvPr>
            </p:nvSpPr>
            <p:spPr bwMode="auto">
              <a:xfrm>
                <a:off x="3610" y="1895"/>
                <a:ext cx="9" cy="8"/>
              </a:xfrm>
              <a:custGeom>
                <a:avLst/>
                <a:gdLst>
                  <a:gd name="T0" fmla="*/ 1 w 4"/>
                  <a:gd name="T1" fmla="*/ 1 h 4"/>
                  <a:gd name="T2" fmla="*/ 1 w 4"/>
                  <a:gd name="T3" fmla="*/ 2 h 4"/>
                  <a:gd name="T4" fmla="*/ 0 w 4"/>
                  <a:gd name="T5" fmla="*/ 2 h 4"/>
                  <a:gd name="T6" fmla="*/ 2 w 4"/>
                  <a:gd name="T7" fmla="*/ 4 h 4"/>
                  <a:gd name="T8" fmla="*/ 2 w 4"/>
                  <a:gd name="T9" fmla="*/ 2 h 4"/>
                  <a:gd name="T10" fmla="*/ 3 w 4"/>
                  <a:gd name="T11" fmla="*/ 1 h 4"/>
                  <a:gd name="T12" fmla="*/ 4 w 4"/>
                  <a:gd name="T13" fmla="*/ 0 h 4"/>
                  <a:gd name="T14" fmla="*/ 4 w 4"/>
                  <a:gd name="T15" fmla="*/ 0 h 4"/>
                  <a:gd name="T16" fmla="*/ 4 w 4"/>
                  <a:gd name="T17" fmla="*/ 0 h 4"/>
                  <a:gd name="T18" fmla="*/ 2 w 4"/>
                  <a:gd name="T19" fmla="*/ 0 h 4"/>
                  <a:gd name="T20" fmla="*/ 2 w 4"/>
                  <a:gd name="T21" fmla="*/ 0 h 4"/>
                  <a:gd name="T22" fmla="*/ 1 w 4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2" y="3"/>
                      <a:pt x="2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8" name="Freeform 13"/>
              <p:cNvSpPr/>
              <p:nvPr>
                <p:custDataLst>
                  <p:tags r:id="rId259"/>
                </p:custDataLst>
              </p:nvPr>
            </p:nvSpPr>
            <p:spPr bwMode="auto">
              <a:xfrm>
                <a:off x="3926" y="1914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9" name="Freeform 14"/>
              <p:cNvSpPr/>
              <p:nvPr>
                <p:custDataLst>
                  <p:tags r:id="rId260"/>
                </p:custDataLst>
              </p:nvPr>
            </p:nvSpPr>
            <p:spPr bwMode="auto">
              <a:xfrm>
                <a:off x="3810" y="177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0" name="Freeform 15"/>
              <p:cNvSpPr/>
              <p:nvPr>
                <p:custDataLst>
                  <p:tags r:id="rId261"/>
                </p:custDataLst>
              </p:nvPr>
            </p:nvSpPr>
            <p:spPr bwMode="auto">
              <a:xfrm>
                <a:off x="3846" y="2474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1" name="Freeform 16"/>
              <p:cNvSpPr/>
              <p:nvPr>
                <p:custDataLst>
                  <p:tags r:id="rId262"/>
                </p:custDataLst>
              </p:nvPr>
            </p:nvSpPr>
            <p:spPr bwMode="auto">
              <a:xfrm>
                <a:off x="3943" y="2546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2" name="Freeform 17"/>
              <p:cNvSpPr/>
              <p:nvPr>
                <p:custDataLst>
                  <p:tags r:id="rId263"/>
                </p:custDataLst>
              </p:nvPr>
            </p:nvSpPr>
            <p:spPr bwMode="auto">
              <a:xfrm>
                <a:off x="3846" y="2474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3" name="Freeform 18"/>
              <p:cNvSpPr/>
              <p:nvPr>
                <p:custDataLst>
                  <p:tags r:id="rId264"/>
                </p:custDataLst>
              </p:nvPr>
            </p:nvSpPr>
            <p:spPr bwMode="auto">
              <a:xfrm>
                <a:off x="4156" y="220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4" name="Freeform 19"/>
              <p:cNvSpPr/>
              <p:nvPr>
                <p:custDataLst>
                  <p:tags r:id="rId265"/>
                </p:custDataLst>
              </p:nvPr>
            </p:nvSpPr>
            <p:spPr bwMode="auto">
              <a:xfrm>
                <a:off x="4056" y="221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5" name="Freeform 20"/>
              <p:cNvSpPr/>
              <p:nvPr>
                <p:custDataLst>
                  <p:tags r:id="rId266"/>
                </p:custDataLst>
              </p:nvPr>
            </p:nvSpPr>
            <p:spPr bwMode="auto">
              <a:xfrm>
                <a:off x="3837" y="2470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6" name="Freeform 21"/>
              <p:cNvSpPr/>
              <p:nvPr>
                <p:custDataLst>
                  <p:tags r:id="rId267"/>
                </p:custDataLst>
              </p:nvPr>
            </p:nvSpPr>
            <p:spPr bwMode="auto">
              <a:xfrm>
                <a:off x="3954" y="2311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7" name="Freeform 22"/>
              <p:cNvSpPr/>
              <p:nvPr>
                <p:custDataLst>
                  <p:tags r:id="rId268"/>
                </p:custDataLst>
              </p:nvPr>
            </p:nvSpPr>
            <p:spPr bwMode="auto">
              <a:xfrm>
                <a:off x="3576" y="18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8" name="Freeform 23"/>
              <p:cNvSpPr/>
              <p:nvPr>
                <p:custDataLst>
                  <p:tags r:id="rId269"/>
                </p:custDataLst>
              </p:nvPr>
            </p:nvSpPr>
            <p:spPr bwMode="auto">
              <a:xfrm>
                <a:off x="3281" y="254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9" name="Freeform 24"/>
              <p:cNvSpPr/>
              <p:nvPr>
                <p:custDataLst>
                  <p:tags r:id="rId270"/>
                </p:custDataLst>
              </p:nvPr>
            </p:nvSpPr>
            <p:spPr bwMode="auto">
              <a:xfrm>
                <a:off x="3364" y="2470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1 h 2"/>
                  <a:gd name="T6" fmla="*/ 1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0" name="Freeform 25"/>
              <p:cNvSpPr/>
              <p:nvPr>
                <p:custDataLst>
                  <p:tags r:id="rId271"/>
                </p:custDataLst>
              </p:nvPr>
            </p:nvSpPr>
            <p:spPr bwMode="auto">
              <a:xfrm>
                <a:off x="3360" y="2470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1" name="Freeform 26"/>
              <p:cNvSpPr/>
              <p:nvPr>
                <p:custDataLst>
                  <p:tags r:id="rId272"/>
                </p:custDataLst>
              </p:nvPr>
            </p:nvSpPr>
            <p:spPr bwMode="auto">
              <a:xfrm>
                <a:off x="3353" y="2470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0" y="0"/>
                      <a:pt x="1" y="1"/>
                      <a:pt x="0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2" name="Freeform 27"/>
              <p:cNvSpPr/>
              <p:nvPr>
                <p:custDataLst>
                  <p:tags r:id="rId273"/>
                </p:custDataLst>
              </p:nvPr>
            </p:nvSpPr>
            <p:spPr bwMode="auto">
              <a:xfrm>
                <a:off x="3392" y="2482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3" name="Freeform 28"/>
              <p:cNvSpPr/>
              <p:nvPr>
                <p:custDataLst>
                  <p:tags r:id="rId274"/>
                </p:custDataLst>
              </p:nvPr>
            </p:nvSpPr>
            <p:spPr bwMode="auto">
              <a:xfrm>
                <a:off x="3390" y="2480"/>
                <a:ext cx="2" cy="7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4" name="Freeform 29"/>
              <p:cNvSpPr/>
              <p:nvPr>
                <p:custDataLst>
                  <p:tags r:id="rId275"/>
                </p:custDataLst>
              </p:nvPr>
            </p:nvSpPr>
            <p:spPr bwMode="auto">
              <a:xfrm>
                <a:off x="3341" y="247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5" name="Freeform 30"/>
              <p:cNvSpPr/>
              <p:nvPr>
                <p:custDataLst>
                  <p:tags r:id="rId276"/>
                </p:custDataLst>
              </p:nvPr>
            </p:nvSpPr>
            <p:spPr bwMode="auto">
              <a:xfrm>
                <a:off x="3822" y="2279"/>
                <a:ext cx="5" cy="4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1 h 2"/>
                  <a:gd name="T4" fmla="*/ 0 w 2"/>
                  <a:gd name="T5" fmla="*/ 2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6" name="Freeform 31"/>
              <p:cNvSpPr/>
              <p:nvPr>
                <p:custDataLst>
                  <p:tags r:id="rId277"/>
                </p:custDataLst>
              </p:nvPr>
            </p:nvSpPr>
            <p:spPr bwMode="auto">
              <a:xfrm>
                <a:off x="3292" y="252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7" name="Freeform 32"/>
              <p:cNvSpPr/>
              <p:nvPr>
                <p:custDataLst>
                  <p:tags r:id="rId278"/>
                </p:custDataLst>
              </p:nvPr>
            </p:nvSpPr>
            <p:spPr bwMode="auto">
              <a:xfrm>
                <a:off x="3699" y="2796"/>
                <a:ext cx="7" cy="5"/>
              </a:xfrm>
              <a:custGeom>
                <a:avLst/>
                <a:gdLst>
                  <a:gd name="T0" fmla="*/ 2 w 3"/>
                  <a:gd name="T1" fmla="*/ 2 h 2"/>
                  <a:gd name="T2" fmla="*/ 2 w 3"/>
                  <a:gd name="T3" fmla="*/ 0 h 2"/>
                  <a:gd name="T4" fmla="*/ 2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1"/>
                      <a:pt x="2" y="0"/>
                      <a:pt x="2" y="0"/>
                    </a:cubicBezTo>
                    <a:cubicBezTo>
                      <a:pt x="0" y="0"/>
                      <a:pt x="3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8" name="Freeform 33"/>
              <p:cNvSpPr/>
              <p:nvPr>
                <p:custDataLst>
                  <p:tags r:id="rId279"/>
                </p:custDataLst>
              </p:nvPr>
            </p:nvSpPr>
            <p:spPr bwMode="auto">
              <a:xfrm>
                <a:off x="4616" y="18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9" name="Freeform 34"/>
              <p:cNvSpPr/>
              <p:nvPr>
                <p:custDataLst>
                  <p:tags r:id="rId280"/>
                </p:custDataLst>
              </p:nvPr>
            </p:nvSpPr>
            <p:spPr bwMode="auto">
              <a:xfrm>
                <a:off x="3262" y="2567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4 w 4"/>
                  <a:gd name="T3" fmla="*/ 4 h 4"/>
                  <a:gd name="T4" fmla="*/ 0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4" y="4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0" name="Freeform 35"/>
              <p:cNvSpPr/>
              <p:nvPr>
                <p:custDataLst>
                  <p:tags r:id="rId281"/>
                </p:custDataLst>
              </p:nvPr>
            </p:nvSpPr>
            <p:spPr bwMode="auto">
              <a:xfrm>
                <a:off x="3570" y="1893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1 w 3"/>
                  <a:gd name="T3" fmla="*/ 0 h 3"/>
                  <a:gd name="T4" fmla="*/ 1 w 3"/>
                  <a:gd name="T5" fmla="*/ 0 h 3"/>
                  <a:gd name="T6" fmla="*/ 1 w 3"/>
                  <a:gd name="T7" fmla="*/ 0 h 3"/>
                  <a:gd name="T8" fmla="*/ 1 w 3"/>
                  <a:gd name="T9" fmla="*/ 0 h 3"/>
                  <a:gd name="T10" fmla="*/ 2 w 3"/>
                  <a:gd name="T11" fmla="*/ 1 h 3"/>
                  <a:gd name="T12" fmla="*/ 0 w 3"/>
                  <a:gd name="T13" fmla="*/ 2 h 3"/>
                  <a:gd name="T14" fmla="*/ 2 w 3"/>
                  <a:gd name="T15" fmla="*/ 2 h 3"/>
                  <a:gd name="T16" fmla="*/ 3 w 3"/>
                  <a:gd name="T17" fmla="*/ 0 h 3"/>
                  <a:gd name="T18" fmla="*/ 1 w 3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2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1" name="Freeform 36"/>
              <p:cNvSpPr/>
              <p:nvPr>
                <p:custDataLst>
                  <p:tags r:id="rId282"/>
                </p:custDataLst>
              </p:nvPr>
            </p:nvSpPr>
            <p:spPr bwMode="auto">
              <a:xfrm>
                <a:off x="3207" y="2465"/>
                <a:ext cx="183" cy="174"/>
              </a:xfrm>
              <a:custGeom>
                <a:avLst/>
                <a:gdLst>
                  <a:gd name="T0" fmla="*/ 83 w 86"/>
                  <a:gd name="T1" fmla="*/ 5 h 82"/>
                  <a:gd name="T2" fmla="*/ 80 w 86"/>
                  <a:gd name="T3" fmla="*/ 4 h 82"/>
                  <a:gd name="T4" fmla="*/ 77 w 86"/>
                  <a:gd name="T5" fmla="*/ 8 h 82"/>
                  <a:gd name="T6" fmla="*/ 76 w 86"/>
                  <a:gd name="T7" fmla="*/ 6 h 82"/>
                  <a:gd name="T8" fmla="*/ 72 w 86"/>
                  <a:gd name="T9" fmla="*/ 7 h 82"/>
                  <a:gd name="T10" fmla="*/ 70 w 86"/>
                  <a:gd name="T11" fmla="*/ 4 h 82"/>
                  <a:gd name="T12" fmla="*/ 67 w 86"/>
                  <a:gd name="T13" fmla="*/ 1 h 82"/>
                  <a:gd name="T14" fmla="*/ 68 w 86"/>
                  <a:gd name="T15" fmla="*/ 6 h 82"/>
                  <a:gd name="T16" fmla="*/ 70 w 86"/>
                  <a:gd name="T17" fmla="*/ 10 h 82"/>
                  <a:gd name="T18" fmla="*/ 65 w 86"/>
                  <a:gd name="T19" fmla="*/ 6 h 82"/>
                  <a:gd name="T20" fmla="*/ 65 w 86"/>
                  <a:gd name="T21" fmla="*/ 8 h 82"/>
                  <a:gd name="T22" fmla="*/ 62 w 86"/>
                  <a:gd name="T23" fmla="*/ 6 h 82"/>
                  <a:gd name="T24" fmla="*/ 61 w 86"/>
                  <a:gd name="T25" fmla="*/ 8 h 82"/>
                  <a:gd name="T26" fmla="*/ 59 w 86"/>
                  <a:gd name="T27" fmla="*/ 9 h 82"/>
                  <a:gd name="T28" fmla="*/ 62 w 86"/>
                  <a:gd name="T29" fmla="*/ 15 h 82"/>
                  <a:gd name="T30" fmla="*/ 58 w 86"/>
                  <a:gd name="T31" fmla="*/ 10 h 82"/>
                  <a:gd name="T32" fmla="*/ 57 w 86"/>
                  <a:gd name="T33" fmla="*/ 12 h 82"/>
                  <a:gd name="T34" fmla="*/ 53 w 86"/>
                  <a:gd name="T35" fmla="*/ 17 h 82"/>
                  <a:gd name="T36" fmla="*/ 51 w 86"/>
                  <a:gd name="T37" fmla="*/ 19 h 82"/>
                  <a:gd name="T38" fmla="*/ 48 w 86"/>
                  <a:gd name="T39" fmla="*/ 22 h 82"/>
                  <a:gd name="T40" fmla="*/ 48 w 86"/>
                  <a:gd name="T41" fmla="*/ 24 h 82"/>
                  <a:gd name="T42" fmla="*/ 46 w 86"/>
                  <a:gd name="T43" fmla="*/ 24 h 82"/>
                  <a:gd name="T44" fmla="*/ 45 w 86"/>
                  <a:gd name="T45" fmla="*/ 25 h 82"/>
                  <a:gd name="T46" fmla="*/ 46 w 86"/>
                  <a:gd name="T47" fmla="*/ 27 h 82"/>
                  <a:gd name="T48" fmla="*/ 43 w 86"/>
                  <a:gd name="T49" fmla="*/ 28 h 82"/>
                  <a:gd name="T50" fmla="*/ 40 w 86"/>
                  <a:gd name="T51" fmla="*/ 30 h 82"/>
                  <a:gd name="T52" fmla="*/ 38 w 86"/>
                  <a:gd name="T53" fmla="*/ 32 h 82"/>
                  <a:gd name="T54" fmla="*/ 36 w 86"/>
                  <a:gd name="T55" fmla="*/ 34 h 82"/>
                  <a:gd name="T56" fmla="*/ 36 w 86"/>
                  <a:gd name="T57" fmla="*/ 37 h 82"/>
                  <a:gd name="T58" fmla="*/ 34 w 86"/>
                  <a:gd name="T59" fmla="*/ 36 h 82"/>
                  <a:gd name="T60" fmla="*/ 34 w 86"/>
                  <a:gd name="T61" fmla="*/ 37 h 82"/>
                  <a:gd name="T62" fmla="*/ 31 w 86"/>
                  <a:gd name="T63" fmla="*/ 41 h 82"/>
                  <a:gd name="T64" fmla="*/ 32 w 86"/>
                  <a:gd name="T65" fmla="*/ 45 h 82"/>
                  <a:gd name="T66" fmla="*/ 31 w 86"/>
                  <a:gd name="T67" fmla="*/ 48 h 82"/>
                  <a:gd name="T68" fmla="*/ 28 w 86"/>
                  <a:gd name="T69" fmla="*/ 47 h 82"/>
                  <a:gd name="T70" fmla="*/ 25 w 86"/>
                  <a:gd name="T71" fmla="*/ 53 h 82"/>
                  <a:gd name="T72" fmla="*/ 24 w 86"/>
                  <a:gd name="T73" fmla="*/ 55 h 82"/>
                  <a:gd name="T74" fmla="*/ 18 w 86"/>
                  <a:gd name="T75" fmla="*/ 59 h 82"/>
                  <a:gd name="T76" fmla="*/ 15 w 86"/>
                  <a:gd name="T77" fmla="*/ 59 h 82"/>
                  <a:gd name="T78" fmla="*/ 14 w 86"/>
                  <a:gd name="T79" fmla="*/ 60 h 82"/>
                  <a:gd name="T80" fmla="*/ 11 w 86"/>
                  <a:gd name="T81" fmla="*/ 69 h 82"/>
                  <a:gd name="T82" fmla="*/ 2 w 86"/>
                  <a:gd name="T83" fmla="*/ 75 h 82"/>
                  <a:gd name="T84" fmla="*/ 23 w 86"/>
                  <a:gd name="T85" fmla="*/ 72 h 82"/>
                  <a:gd name="T86" fmla="*/ 28 w 86"/>
                  <a:gd name="T87" fmla="*/ 68 h 82"/>
                  <a:gd name="T88" fmla="*/ 42 w 86"/>
                  <a:gd name="T89" fmla="*/ 48 h 82"/>
                  <a:gd name="T90" fmla="*/ 49 w 86"/>
                  <a:gd name="T91" fmla="*/ 45 h 82"/>
                  <a:gd name="T92" fmla="*/ 55 w 86"/>
                  <a:gd name="T93" fmla="*/ 43 h 82"/>
                  <a:gd name="T94" fmla="*/ 63 w 86"/>
                  <a:gd name="T95" fmla="*/ 35 h 82"/>
                  <a:gd name="T96" fmla="*/ 68 w 86"/>
                  <a:gd name="T97" fmla="*/ 31 h 82"/>
                  <a:gd name="T98" fmla="*/ 74 w 86"/>
                  <a:gd name="T99" fmla="*/ 23 h 82"/>
                  <a:gd name="T100" fmla="*/ 75 w 86"/>
                  <a:gd name="T101" fmla="*/ 16 h 82"/>
                  <a:gd name="T102" fmla="*/ 82 w 86"/>
                  <a:gd name="T103" fmla="*/ 14 h 82"/>
                  <a:gd name="T104" fmla="*/ 84 w 86"/>
                  <a:gd name="T105" fmla="*/ 13 h 82"/>
                  <a:gd name="T106" fmla="*/ 84 w 86"/>
                  <a:gd name="T107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6" h="82">
                    <a:moveTo>
                      <a:pt x="84" y="7"/>
                    </a:moveTo>
                    <a:cubicBezTo>
                      <a:pt x="85" y="8"/>
                      <a:pt x="85" y="9"/>
                      <a:pt x="86" y="10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7"/>
                      <a:pt x="85" y="6"/>
                      <a:pt x="84" y="5"/>
                    </a:cubicBezTo>
                    <a:cubicBezTo>
                      <a:pt x="84" y="6"/>
                      <a:pt x="84" y="6"/>
                      <a:pt x="84" y="6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5"/>
                      <a:pt x="82" y="4"/>
                      <a:pt x="82" y="6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4" y="9"/>
                      <a:pt x="83" y="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2" y="7"/>
                      <a:pt x="80" y="5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5"/>
                      <a:pt x="81" y="7"/>
                      <a:pt x="81" y="7"/>
                    </a:cubicBezTo>
                    <a:cubicBezTo>
                      <a:pt x="80" y="7"/>
                      <a:pt x="79" y="5"/>
                      <a:pt x="79" y="4"/>
                    </a:cubicBezTo>
                    <a:cubicBezTo>
                      <a:pt x="78" y="4"/>
                      <a:pt x="79" y="6"/>
                      <a:pt x="77" y="5"/>
                    </a:cubicBezTo>
                    <a:cubicBezTo>
                      <a:pt x="77" y="5"/>
                      <a:pt x="77" y="6"/>
                      <a:pt x="77" y="8"/>
                    </a:cubicBezTo>
                    <a:cubicBezTo>
                      <a:pt x="77" y="8"/>
                      <a:pt x="76" y="5"/>
                      <a:pt x="76" y="6"/>
                    </a:cubicBezTo>
                    <a:cubicBezTo>
                      <a:pt x="75" y="5"/>
                      <a:pt x="74" y="3"/>
                      <a:pt x="74" y="2"/>
                    </a:cubicBezTo>
                    <a:cubicBezTo>
                      <a:pt x="74" y="2"/>
                      <a:pt x="73" y="1"/>
                      <a:pt x="73" y="2"/>
                    </a:cubicBezTo>
                    <a:cubicBezTo>
                      <a:pt x="73" y="1"/>
                      <a:pt x="72" y="0"/>
                      <a:pt x="72" y="0"/>
                    </a:cubicBezTo>
                    <a:cubicBezTo>
                      <a:pt x="73" y="1"/>
                      <a:pt x="74" y="3"/>
                      <a:pt x="74" y="3"/>
                    </a:cubicBezTo>
                    <a:cubicBezTo>
                      <a:pt x="76" y="5"/>
                      <a:pt x="74" y="4"/>
                      <a:pt x="76" y="6"/>
                    </a:cubicBezTo>
                    <a:cubicBezTo>
                      <a:pt x="75" y="6"/>
                      <a:pt x="74" y="6"/>
                      <a:pt x="74" y="7"/>
                    </a:cubicBezTo>
                    <a:cubicBezTo>
                      <a:pt x="74" y="7"/>
                      <a:pt x="73" y="5"/>
                      <a:pt x="73" y="4"/>
                    </a:cubicBezTo>
                    <a:cubicBezTo>
                      <a:pt x="73" y="6"/>
                      <a:pt x="73" y="7"/>
                      <a:pt x="73" y="7"/>
                    </a:cubicBezTo>
                    <a:cubicBezTo>
                      <a:pt x="74" y="8"/>
                      <a:pt x="74" y="8"/>
                      <a:pt x="75" y="10"/>
                    </a:cubicBezTo>
                    <a:cubicBezTo>
                      <a:pt x="75" y="10"/>
                      <a:pt x="75" y="11"/>
                      <a:pt x="75" y="11"/>
                    </a:cubicBezTo>
                    <a:cubicBezTo>
                      <a:pt x="74" y="9"/>
                      <a:pt x="72" y="7"/>
                      <a:pt x="72" y="7"/>
                    </a:cubicBezTo>
                    <a:cubicBezTo>
                      <a:pt x="71" y="5"/>
                      <a:pt x="73" y="7"/>
                      <a:pt x="71" y="5"/>
                    </a:cubicBezTo>
                    <a:cubicBezTo>
                      <a:pt x="70" y="3"/>
                      <a:pt x="71" y="2"/>
                      <a:pt x="72" y="3"/>
                    </a:cubicBezTo>
                    <a:cubicBezTo>
                      <a:pt x="71" y="1"/>
                      <a:pt x="71" y="3"/>
                      <a:pt x="70" y="1"/>
                    </a:cubicBezTo>
                    <a:cubicBezTo>
                      <a:pt x="70" y="1"/>
                      <a:pt x="70" y="3"/>
                      <a:pt x="70" y="3"/>
                    </a:cubicBezTo>
                    <a:cubicBezTo>
                      <a:pt x="71" y="4"/>
                      <a:pt x="71" y="4"/>
                      <a:pt x="71" y="5"/>
                    </a:cubicBezTo>
                    <a:cubicBezTo>
                      <a:pt x="72" y="8"/>
                      <a:pt x="70" y="4"/>
                      <a:pt x="70" y="4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9" y="3"/>
                      <a:pt x="69" y="4"/>
                      <a:pt x="69" y="4"/>
                    </a:cubicBezTo>
                    <a:cubicBezTo>
                      <a:pt x="67" y="2"/>
                      <a:pt x="69" y="4"/>
                      <a:pt x="68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6" y="0"/>
                      <a:pt x="68" y="2"/>
                      <a:pt x="67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68" y="3"/>
                      <a:pt x="69" y="4"/>
                      <a:pt x="69" y="4"/>
                    </a:cubicBezTo>
                    <a:cubicBezTo>
                      <a:pt x="70" y="7"/>
                      <a:pt x="69" y="4"/>
                      <a:pt x="69" y="5"/>
                    </a:cubicBezTo>
                    <a:cubicBezTo>
                      <a:pt x="69" y="7"/>
                      <a:pt x="69" y="5"/>
                      <a:pt x="70" y="6"/>
                    </a:cubicBezTo>
                    <a:cubicBezTo>
                      <a:pt x="71" y="8"/>
                      <a:pt x="70" y="8"/>
                      <a:pt x="70" y="8"/>
                    </a:cubicBezTo>
                    <a:cubicBezTo>
                      <a:pt x="70" y="9"/>
                      <a:pt x="69" y="7"/>
                      <a:pt x="68" y="6"/>
                    </a:cubicBezTo>
                    <a:cubicBezTo>
                      <a:pt x="68" y="6"/>
                      <a:pt x="68" y="5"/>
                      <a:pt x="69" y="6"/>
                    </a:cubicBezTo>
                    <a:cubicBezTo>
                      <a:pt x="68" y="4"/>
                      <a:pt x="67" y="3"/>
                      <a:pt x="66" y="2"/>
                    </a:cubicBezTo>
                    <a:cubicBezTo>
                      <a:pt x="65" y="1"/>
                      <a:pt x="67" y="4"/>
                      <a:pt x="67" y="4"/>
                    </a:cubicBezTo>
                    <a:cubicBezTo>
                      <a:pt x="67" y="3"/>
                      <a:pt x="68" y="5"/>
                      <a:pt x="68" y="6"/>
                    </a:cubicBezTo>
                    <a:cubicBezTo>
                      <a:pt x="70" y="10"/>
                      <a:pt x="66" y="3"/>
                      <a:pt x="66" y="4"/>
                    </a:cubicBezTo>
                    <a:cubicBezTo>
                      <a:pt x="68" y="6"/>
                      <a:pt x="67" y="8"/>
                      <a:pt x="70" y="10"/>
                    </a:cubicBezTo>
                    <a:cubicBezTo>
                      <a:pt x="70" y="11"/>
                      <a:pt x="70" y="12"/>
                      <a:pt x="70" y="12"/>
                    </a:cubicBezTo>
                    <a:cubicBezTo>
                      <a:pt x="69" y="10"/>
                      <a:pt x="69" y="10"/>
                      <a:pt x="68" y="8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4"/>
                      <a:pt x="65" y="5"/>
                      <a:pt x="65" y="6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5"/>
                      <a:pt x="65" y="7"/>
                      <a:pt x="65" y="7"/>
                    </a:cubicBezTo>
                    <a:cubicBezTo>
                      <a:pt x="65" y="7"/>
                      <a:pt x="64" y="6"/>
                      <a:pt x="63" y="5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5"/>
                      <a:pt x="62" y="3"/>
                      <a:pt x="62" y="4"/>
                    </a:cubicBezTo>
                    <a:cubicBezTo>
                      <a:pt x="63" y="5"/>
                      <a:pt x="64" y="6"/>
                      <a:pt x="65" y="8"/>
                    </a:cubicBezTo>
                    <a:cubicBezTo>
                      <a:pt x="65" y="8"/>
                      <a:pt x="64" y="7"/>
                      <a:pt x="64" y="7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7"/>
                      <a:pt x="62" y="4"/>
                      <a:pt x="62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2" y="6"/>
                      <a:pt x="62" y="5"/>
                      <a:pt x="61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2" y="6"/>
                      <a:pt x="63" y="8"/>
                      <a:pt x="61" y="6"/>
                    </a:cubicBezTo>
                    <a:cubicBezTo>
                      <a:pt x="63" y="8"/>
                      <a:pt x="61" y="6"/>
                      <a:pt x="62" y="7"/>
                    </a:cubicBezTo>
                    <a:cubicBezTo>
                      <a:pt x="64" y="9"/>
                      <a:pt x="63" y="9"/>
                      <a:pt x="63" y="9"/>
                    </a:cubicBezTo>
                    <a:cubicBezTo>
                      <a:pt x="62" y="7"/>
                      <a:pt x="63" y="9"/>
                      <a:pt x="63" y="9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0" y="6"/>
                      <a:pt x="62" y="10"/>
                      <a:pt x="61" y="10"/>
                    </a:cubicBezTo>
                    <a:cubicBezTo>
                      <a:pt x="61" y="9"/>
                      <a:pt x="60" y="7"/>
                      <a:pt x="60" y="7"/>
                    </a:cubicBezTo>
                    <a:cubicBezTo>
                      <a:pt x="61" y="9"/>
                      <a:pt x="61" y="10"/>
                      <a:pt x="62" y="11"/>
                    </a:cubicBezTo>
                    <a:cubicBezTo>
                      <a:pt x="61" y="11"/>
                      <a:pt x="60" y="9"/>
                      <a:pt x="59" y="7"/>
                    </a:cubicBezTo>
                    <a:cubicBezTo>
                      <a:pt x="60" y="9"/>
                      <a:pt x="58" y="7"/>
                      <a:pt x="59" y="9"/>
                    </a:cubicBezTo>
                    <a:cubicBezTo>
                      <a:pt x="60" y="9"/>
                      <a:pt x="60" y="10"/>
                      <a:pt x="61" y="11"/>
                    </a:cubicBezTo>
                    <a:cubicBezTo>
                      <a:pt x="61" y="11"/>
                      <a:pt x="60" y="10"/>
                      <a:pt x="60" y="10"/>
                    </a:cubicBezTo>
                    <a:cubicBezTo>
                      <a:pt x="60" y="10"/>
                      <a:pt x="61" y="12"/>
                      <a:pt x="61" y="12"/>
                    </a:cubicBezTo>
                    <a:cubicBezTo>
                      <a:pt x="61" y="12"/>
                      <a:pt x="62" y="14"/>
                      <a:pt x="61" y="13"/>
                    </a:cubicBezTo>
                    <a:cubicBezTo>
                      <a:pt x="60" y="12"/>
                      <a:pt x="61" y="12"/>
                      <a:pt x="60" y="11"/>
                    </a:cubicBezTo>
                    <a:cubicBezTo>
                      <a:pt x="60" y="11"/>
                      <a:pt x="62" y="15"/>
                      <a:pt x="62" y="15"/>
                    </a:cubicBezTo>
                    <a:cubicBezTo>
                      <a:pt x="63" y="16"/>
                      <a:pt x="65" y="18"/>
                      <a:pt x="65" y="19"/>
                    </a:cubicBezTo>
                    <a:cubicBezTo>
                      <a:pt x="64" y="19"/>
                      <a:pt x="65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1" y="15"/>
                      <a:pt x="61" y="13"/>
                      <a:pt x="59" y="11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59" y="12"/>
                      <a:pt x="58" y="10"/>
                      <a:pt x="58" y="10"/>
                    </a:cubicBezTo>
                    <a:cubicBezTo>
                      <a:pt x="59" y="12"/>
                      <a:pt x="57" y="11"/>
                      <a:pt x="58" y="11"/>
                    </a:cubicBezTo>
                    <a:cubicBezTo>
                      <a:pt x="59" y="12"/>
                      <a:pt x="58" y="11"/>
                      <a:pt x="58" y="12"/>
                    </a:cubicBezTo>
                    <a:cubicBezTo>
                      <a:pt x="58" y="12"/>
                      <a:pt x="60" y="14"/>
                      <a:pt x="59" y="14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6" y="11"/>
                      <a:pt x="58" y="13"/>
                      <a:pt x="57" y="12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6" y="12"/>
                      <a:pt x="55" y="13"/>
                      <a:pt x="57" y="17"/>
                    </a:cubicBezTo>
                    <a:cubicBezTo>
                      <a:pt x="56" y="16"/>
                      <a:pt x="55" y="16"/>
                      <a:pt x="54" y="15"/>
                    </a:cubicBezTo>
                    <a:cubicBezTo>
                      <a:pt x="55" y="16"/>
                      <a:pt x="55" y="17"/>
                      <a:pt x="55" y="1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5"/>
                      <a:pt x="54" y="17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4" y="18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9"/>
                      <a:pt x="53" y="19"/>
                      <a:pt x="52" y="17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2" y="18"/>
                      <a:pt x="51" y="18"/>
                      <a:pt x="51" y="19"/>
                    </a:cubicBezTo>
                    <a:cubicBezTo>
                      <a:pt x="52" y="19"/>
                      <a:pt x="52" y="20"/>
                      <a:pt x="53" y="21"/>
                    </a:cubicBezTo>
                    <a:cubicBezTo>
                      <a:pt x="55" y="22"/>
                      <a:pt x="53" y="20"/>
                      <a:pt x="54" y="22"/>
                    </a:cubicBezTo>
                    <a:cubicBezTo>
                      <a:pt x="53" y="21"/>
                      <a:pt x="52" y="20"/>
                      <a:pt x="52" y="20"/>
                    </a:cubicBezTo>
                    <a:cubicBezTo>
                      <a:pt x="49" y="18"/>
                      <a:pt x="50" y="21"/>
                      <a:pt x="50" y="2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0"/>
                      <a:pt x="50" y="22"/>
                      <a:pt x="48" y="22"/>
                    </a:cubicBezTo>
                    <a:cubicBezTo>
                      <a:pt x="49" y="22"/>
                      <a:pt x="51" y="25"/>
                      <a:pt x="51" y="25"/>
                    </a:cubicBezTo>
                    <a:cubicBezTo>
                      <a:pt x="52" y="26"/>
                      <a:pt x="49" y="23"/>
                      <a:pt x="48" y="22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4"/>
                      <a:pt x="49" y="25"/>
                      <a:pt x="4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4"/>
                      <a:pt x="47" y="23"/>
                      <a:pt x="47" y="23"/>
                    </a:cubicBezTo>
                    <a:cubicBezTo>
                      <a:pt x="48" y="25"/>
                      <a:pt x="47" y="24"/>
                      <a:pt x="48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4"/>
                      <a:pt x="47" y="25"/>
                      <a:pt x="47" y="26"/>
                    </a:cubicBezTo>
                    <a:cubicBezTo>
                      <a:pt x="48" y="27"/>
                      <a:pt x="47" y="26"/>
                      <a:pt x="46" y="26"/>
                    </a:cubicBezTo>
                    <a:cubicBezTo>
                      <a:pt x="46" y="25"/>
                      <a:pt x="47" y="26"/>
                      <a:pt x="47" y="25"/>
                    </a:cubicBezTo>
                    <a:cubicBezTo>
                      <a:pt x="46" y="24"/>
                      <a:pt x="46" y="25"/>
                      <a:pt x="46" y="25"/>
                    </a:cubicBezTo>
                    <a:cubicBezTo>
                      <a:pt x="46" y="25"/>
                      <a:pt x="47" y="26"/>
                      <a:pt x="46" y="26"/>
                    </a:cubicBezTo>
                    <a:cubicBezTo>
                      <a:pt x="46" y="26"/>
                      <a:pt x="46" y="26"/>
                      <a:pt x="45" y="25"/>
                    </a:cubicBezTo>
                    <a:cubicBezTo>
                      <a:pt x="46" y="26"/>
                      <a:pt x="45" y="26"/>
                      <a:pt x="46" y="27"/>
                    </a:cubicBezTo>
                    <a:cubicBezTo>
                      <a:pt x="46" y="27"/>
                      <a:pt x="47" y="27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6" y="28"/>
                      <a:pt x="47" y="29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7" y="28"/>
                      <a:pt x="46" y="28"/>
                      <a:pt x="46" y="29"/>
                    </a:cubicBezTo>
                    <a:cubicBezTo>
                      <a:pt x="45" y="27"/>
                      <a:pt x="44" y="26"/>
                      <a:pt x="44" y="26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28"/>
                      <a:pt x="44" y="27"/>
                      <a:pt x="43" y="27"/>
                    </a:cubicBezTo>
                    <a:cubicBezTo>
                      <a:pt x="42" y="26"/>
                      <a:pt x="46" y="31"/>
                      <a:pt x="45" y="30"/>
                    </a:cubicBezTo>
                    <a:cubicBezTo>
                      <a:pt x="44" y="28"/>
                      <a:pt x="43" y="28"/>
                      <a:pt x="43" y="28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4" y="29"/>
                      <a:pt x="42" y="28"/>
                      <a:pt x="44" y="28"/>
                    </a:cubicBezTo>
                    <a:cubicBezTo>
                      <a:pt x="44" y="29"/>
                      <a:pt x="44" y="29"/>
                      <a:pt x="44" y="30"/>
                    </a:cubicBezTo>
                    <a:cubicBezTo>
                      <a:pt x="41" y="27"/>
                      <a:pt x="42" y="30"/>
                      <a:pt x="40" y="29"/>
                    </a:cubicBezTo>
                    <a:cubicBezTo>
                      <a:pt x="42" y="30"/>
                      <a:pt x="41" y="29"/>
                      <a:pt x="41" y="30"/>
                    </a:cubicBezTo>
                    <a:cubicBezTo>
                      <a:pt x="39" y="28"/>
                      <a:pt x="41" y="31"/>
                      <a:pt x="40" y="30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0" y="31"/>
                      <a:pt x="44" y="35"/>
                      <a:pt x="41" y="33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38" y="29"/>
                      <a:pt x="41" y="33"/>
                      <a:pt x="39" y="31"/>
                    </a:cubicBezTo>
                    <a:cubicBezTo>
                      <a:pt x="39" y="32"/>
                      <a:pt x="40" y="33"/>
                      <a:pt x="41" y="34"/>
                    </a:cubicBezTo>
                    <a:cubicBezTo>
                      <a:pt x="40" y="33"/>
                      <a:pt x="39" y="33"/>
                      <a:pt x="38" y="32"/>
                    </a:cubicBezTo>
                    <a:cubicBezTo>
                      <a:pt x="39" y="33"/>
                      <a:pt x="39" y="33"/>
                      <a:pt x="38" y="33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7" y="32"/>
                      <a:pt x="38" y="33"/>
                      <a:pt x="38" y="33"/>
                    </a:cubicBezTo>
                    <a:cubicBezTo>
                      <a:pt x="37" y="32"/>
                      <a:pt x="37" y="33"/>
                      <a:pt x="36" y="33"/>
                    </a:cubicBezTo>
                    <a:cubicBezTo>
                      <a:pt x="37" y="35"/>
                      <a:pt x="35" y="32"/>
                      <a:pt x="37" y="35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5"/>
                      <a:pt x="38" y="36"/>
                      <a:pt x="38" y="37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3"/>
                      <a:pt x="36" y="35"/>
                      <a:pt x="35" y="34"/>
                    </a:cubicBezTo>
                    <a:cubicBezTo>
                      <a:pt x="36" y="35"/>
                      <a:pt x="35" y="34"/>
                      <a:pt x="36" y="35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8"/>
                      <a:pt x="35" y="36"/>
                      <a:pt x="35" y="36"/>
                    </a:cubicBezTo>
                    <a:cubicBezTo>
                      <a:pt x="34" y="35"/>
                      <a:pt x="34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4" y="36"/>
                    </a:cubicBezTo>
                    <a:cubicBezTo>
                      <a:pt x="34" y="36"/>
                      <a:pt x="34" y="36"/>
                      <a:pt x="35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6"/>
                      <a:pt x="34" y="37"/>
                    </a:cubicBezTo>
                    <a:cubicBezTo>
                      <a:pt x="32" y="36"/>
                      <a:pt x="33" y="38"/>
                      <a:pt x="33" y="39"/>
                    </a:cubicBezTo>
                    <a:cubicBezTo>
                      <a:pt x="33" y="39"/>
                      <a:pt x="32" y="38"/>
                      <a:pt x="33" y="38"/>
                    </a:cubicBezTo>
                    <a:cubicBezTo>
                      <a:pt x="33" y="39"/>
                      <a:pt x="33" y="40"/>
                      <a:pt x="33" y="39"/>
                    </a:cubicBezTo>
                    <a:cubicBezTo>
                      <a:pt x="33" y="40"/>
                      <a:pt x="32" y="38"/>
                      <a:pt x="32" y="38"/>
                    </a:cubicBezTo>
                    <a:cubicBezTo>
                      <a:pt x="31" y="38"/>
                      <a:pt x="33" y="40"/>
                      <a:pt x="32" y="40"/>
                    </a:cubicBezTo>
                    <a:cubicBezTo>
                      <a:pt x="30" y="38"/>
                      <a:pt x="33" y="42"/>
                      <a:pt x="31" y="41"/>
                    </a:cubicBezTo>
                    <a:cubicBezTo>
                      <a:pt x="31" y="41"/>
                      <a:pt x="31" y="40"/>
                      <a:pt x="30" y="39"/>
                    </a:cubicBezTo>
                    <a:cubicBezTo>
                      <a:pt x="30" y="40"/>
                      <a:pt x="30" y="41"/>
                      <a:pt x="31" y="43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0" y="41"/>
                      <a:pt x="30" y="42"/>
                      <a:pt x="31" y="43"/>
                    </a:cubicBezTo>
                    <a:cubicBezTo>
                      <a:pt x="32" y="44"/>
                      <a:pt x="32" y="45"/>
                      <a:pt x="32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9" y="43"/>
                      <a:pt x="29" y="44"/>
                      <a:pt x="29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29" y="44"/>
                      <a:pt x="29" y="44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48"/>
                      <a:pt x="30" y="47"/>
                      <a:pt x="29" y="46"/>
                    </a:cubicBezTo>
                    <a:cubicBezTo>
                      <a:pt x="29" y="46"/>
                      <a:pt x="31" y="49"/>
                      <a:pt x="31" y="50"/>
                    </a:cubicBezTo>
                    <a:cubicBezTo>
                      <a:pt x="31" y="50"/>
                      <a:pt x="31" y="51"/>
                      <a:pt x="31" y="51"/>
                    </a:cubicBezTo>
                    <a:cubicBezTo>
                      <a:pt x="30" y="50"/>
                      <a:pt x="31" y="51"/>
                      <a:pt x="31" y="51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8" y="48"/>
                      <a:pt x="28" y="47"/>
                    </a:cubicBezTo>
                    <a:cubicBezTo>
                      <a:pt x="28" y="48"/>
                      <a:pt x="27" y="47"/>
                      <a:pt x="26" y="47"/>
                    </a:cubicBezTo>
                    <a:cubicBezTo>
                      <a:pt x="28" y="49"/>
                      <a:pt x="27" y="49"/>
                      <a:pt x="28" y="51"/>
                    </a:cubicBezTo>
                    <a:cubicBezTo>
                      <a:pt x="28" y="51"/>
                      <a:pt x="27" y="49"/>
                      <a:pt x="26" y="49"/>
                    </a:cubicBezTo>
                    <a:cubicBezTo>
                      <a:pt x="27" y="50"/>
                      <a:pt x="26" y="50"/>
                      <a:pt x="25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1"/>
                      <a:pt x="24" y="51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4" y="51"/>
                      <a:pt x="27" y="54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3" y="52"/>
                      <a:pt x="24" y="54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53"/>
                      <a:pt x="23" y="53"/>
                      <a:pt x="24" y="55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2" y="52"/>
                      <a:pt x="24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3" y="55"/>
                      <a:pt x="22" y="55"/>
                      <a:pt x="23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5"/>
                      <a:pt x="18" y="56"/>
                      <a:pt x="18" y="59"/>
                    </a:cubicBezTo>
                    <a:cubicBezTo>
                      <a:pt x="16" y="57"/>
                      <a:pt x="17" y="57"/>
                      <a:pt x="16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8"/>
                      <a:pt x="15" y="57"/>
                      <a:pt x="16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4" y="56"/>
                      <a:pt x="15" y="59"/>
                    </a:cubicBezTo>
                    <a:cubicBezTo>
                      <a:pt x="14" y="57"/>
                      <a:pt x="14" y="57"/>
                      <a:pt x="14" y="57"/>
                    </a:cubicBezTo>
                    <a:cubicBezTo>
                      <a:pt x="16" y="60"/>
                      <a:pt x="13" y="57"/>
                      <a:pt x="15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3" y="58"/>
                      <a:pt x="15" y="61"/>
                      <a:pt x="14" y="60"/>
                    </a:cubicBezTo>
                    <a:cubicBezTo>
                      <a:pt x="14" y="60"/>
                      <a:pt x="14" y="61"/>
                      <a:pt x="15" y="63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3" y="62"/>
                      <a:pt x="12" y="63"/>
                      <a:pt x="13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3" y="67"/>
                      <a:pt x="9" y="64"/>
                      <a:pt x="12" y="67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1" y="68"/>
                      <a:pt x="10" y="68"/>
                      <a:pt x="11" y="69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10" y="68"/>
                      <a:pt x="11" y="70"/>
                      <a:pt x="11" y="7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7" y="68"/>
                      <a:pt x="4" y="67"/>
                      <a:pt x="5" y="71"/>
                    </a:cubicBezTo>
                    <a:cubicBezTo>
                      <a:pt x="5" y="72"/>
                      <a:pt x="3" y="70"/>
                      <a:pt x="3" y="70"/>
                    </a:cubicBezTo>
                    <a:cubicBezTo>
                      <a:pt x="5" y="73"/>
                      <a:pt x="0" y="70"/>
                      <a:pt x="2" y="75"/>
                    </a:cubicBezTo>
                    <a:cubicBezTo>
                      <a:pt x="2" y="77"/>
                      <a:pt x="6" y="82"/>
                      <a:pt x="6" y="82"/>
                    </a:cubicBezTo>
                    <a:cubicBezTo>
                      <a:pt x="7" y="78"/>
                      <a:pt x="10" y="79"/>
                      <a:pt x="14" y="80"/>
                    </a:cubicBezTo>
                    <a:cubicBezTo>
                      <a:pt x="14" y="79"/>
                      <a:pt x="14" y="77"/>
                      <a:pt x="15" y="78"/>
                    </a:cubicBezTo>
                    <a:cubicBezTo>
                      <a:pt x="18" y="75"/>
                      <a:pt x="23" y="77"/>
                      <a:pt x="24" y="73"/>
                    </a:cubicBezTo>
                    <a:cubicBezTo>
                      <a:pt x="23" y="73"/>
                      <a:pt x="23" y="72"/>
                      <a:pt x="23" y="71"/>
                    </a:cubicBezTo>
                    <a:cubicBezTo>
                      <a:pt x="23" y="72"/>
                      <a:pt x="23" y="72"/>
                      <a:pt x="23" y="72"/>
                    </a:cubicBezTo>
                    <a:cubicBezTo>
                      <a:pt x="22" y="71"/>
                      <a:pt x="22" y="71"/>
                      <a:pt x="22" y="71"/>
                    </a:cubicBezTo>
                    <a:cubicBezTo>
                      <a:pt x="23" y="70"/>
                      <a:pt x="24" y="72"/>
                      <a:pt x="24" y="72"/>
                    </a:cubicBezTo>
                    <a:cubicBezTo>
                      <a:pt x="25" y="71"/>
                      <a:pt x="25" y="70"/>
                      <a:pt x="26" y="70"/>
                    </a:cubicBezTo>
                    <a:cubicBezTo>
                      <a:pt x="25" y="68"/>
                      <a:pt x="27" y="69"/>
                      <a:pt x="25" y="67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8" y="68"/>
                    </a:cubicBezTo>
                    <a:cubicBezTo>
                      <a:pt x="32" y="68"/>
                      <a:pt x="33" y="64"/>
                      <a:pt x="36" y="63"/>
                    </a:cubicBezTo>
                    <a:cubicBezTo>
                      <a:pt x="39" y="60"/>
                      <a:pt x="40" y="57"/>
                      <a:pt x="43" y="54"/>
                    </a:cubicBezTo>
                    <a:cubicBezTo>
                      <a:pt x="41" y="51"/>
                      <a:pt x="42" y="52"/>
                      <a:pt x="41" y="49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48"/>
                      <a:pt x="42" y="49"/>
                      <a:pt x="44" y="50"/>
                    </a:cubicBezTo>
                    <a:cubicBezTo>
                      <a:pt x="43" y="49"/>
                      <a:pt x="44" y="50"/>
                      <a:pt x="42" y="48"/>
                    </a:cubicBezTo>
                    <a:cubicBezTo>
                      <a:pt x="41" y="47"/>
                      <a:pt x="44" y="50"/>
                      <a:pt x="44" y="49"/>
                    </a:cubicBezTo>
                    <a:cubicBezTo>
                      <a:pt x="45" y="50"/>
                      <a:pt x="43" y="48"/>
                      <a:pt x="44" y="49"/>
                    </a:cubicBezTo>
                    <a:cubicBezTo>
                      <a:pt x="43" y="46"/>
                      <a:pt x="44" y="50"/>
                      <a:pt x="47" y="50"/>
                    </a:cubicBezTo>
                    <a:cubicBezTo>
                      <a:pt x="47" y="49"/>
                      <a:pt x="47" y="46"/>
                      <a:pt x="49" y="46"/>
                    </a:cubicBezTo>
                    <a:cubicBezTo>
                      <a:pt x="49" y="46"/>
                      <a:pt x="48" y="45"/>
                      <a:pt x="48" y="45"/>
                    </a:cubicBezTo>
                    <a:cubicBezTo>
                      <a:pt x="50" y="47"/>
                      <a:pt x="48" y="44"/>
                      <a:pt x="49" y="45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1" y="46"/>
                      <a:pt x="50" y="45"/>
                      <a:pt x="52" y="45"/>
                    </a:cubicBezTo>
                    <a:cubicBezTo>
                      <a:pt x="51" y="44"/>
                      <a:pt x="54" y="45"/>
                      <a:pt x="53" y="44"/>
                    </a:cubicBezTo>
                    <a:cubicBezTo>
                      <a:pt x="54" y="45"/>
                      <a:pt x="54" y="44"/>
                      <a:pt x="54" y="45"/>
                    </a:cubicBezTo>
                    <a:cubicBezTo>
                      <a:pt x="52" y="42"/>
                      <a:pt x="56" y="45"/>
                      <a:pt x="55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6" y="42"/>
                      <a:pt x="58" y="42"/>
                      <a:pt x="58" y="39"/>
                    </a:cubicBezTo>
                    <a:cubicBezTo>
                      <a:pt x="59" y="38"/>
                      <a:pt x="62" y="40"/>
                      <a:pt x="62" y="38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6"/>
                      <a:pt x="62" y="37"/>
                      <a:pt x="62" y="38"/>
                    </a:cubicBezTo>
                    <a:cubicBezTo>
                      <a:pt x="61" y="36"/>
                      <a:pt x="63" y="37"/>
                      <a:pt x="64" y="37"/>
                    </a:cubicBezTo>
                    <a:cubicBezTo>
                      <a:pt x="63" y="36"/>
                      <a:pt x="63" y="36"/>
                      <a:pt x="63" y="35"/>
                    </a:cubicBezTo>
                    <a:cubicBezTo>
                      <a:pt x="66" y="36"/>
                      <a:pt x="63" y="33"/>
                      <a:pt x="66" y="34"/>
                    </a:cubicBezTo>
                    <a:cubicBezTo>
                      <a:pt x="63" y="32"/>
                      <a:pt x="65" y="33"/>
                      <a:pt x="64" y="32"/>
                    </a:cubicBezTo>
                    <a:cubicBezTo>
                      <a:pt x="64" y="32"/>
                      <a:pt x="65" y="33"/>
                      <a:pt x="65" y="33"/>
                    </a:cubicBezTo>
                    <a:cubicBezTo>
                      <a:pt x="66" y="33"/>
                      <a:pt x="66" y="32"/>
                      <a:pt x="67" y="33"/>
                    </a:cubicBezTo>
                    <a:cubicBezTo>
                      <a:pt x="67" y="32"/>
                      <a:pt x="66" y="31"/>
                      <a:pt x="66" y="31"/>
                    </a:cubicBezTo>
                    <a:cubicBezTo>
                      <a:pt x="68" y="33"/>
                      <a:pt x="67" y="31"/>
                      <a:pt x="68" y="31"/>
                    </a:cubicBezTo>
                    <a:cubicBezTo>
                      <a:pt x="66" y="29"/>
                      <a:pt x="66" y="28"/>
                      <a:pt x="66" y="28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29"/>
                      <a:pt x="71" y="30"/>
                      <a:pt x="70" y="27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5"/>
                      <a:pt x="73" y="26"/>
                      <a:pt x="72" y="23"/>
                    </a:cubicBezTo>
                    <a:cubicBezTo>
                      <a:pt x="73" y="23"/>
                      <a:pt x="73" y="24"/>
                      <a:pt x="74" y="23"/>
                    </a:cubicBezTo>
                    <a:cubicBezTo>
                      <a:pt x="73" y="22"/>
                      <a:pt x="73" y="22"/>
                      <a:pt x="72" y="20"/>
                    </a:cubicBezTo>
                    <a:cubicBezTo>
                      <a:pt x="72" y="20"/>
                      <a:pt x="73" y="21"/>
                      <a:pt x="74" y="21"/>
                    </a:cubicBezTo>
                    <a:cubicBezTo>
                      <a:pt x="74" y="21"/>
                      <a:pt x="76" y="23"/>
                      <a:pt x="75" y="20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6" y="20"/>
                      <a:pt x="75" y="18"/>
                      <a:pt x="76" y="19"/>
                    </a:cubicBezTo>
                    <a:cubicBezTo>
                      <a:pt x="76" y="18"/>
                      <a:pt x="76" y="17"/>
                      <a:pt x="75" y="16"/>
                    </a:cubicBezTo>
                    <a:cubicBezTo>
                      <a:pt x="75" y="16"/>
                      <a:pt x="76" y="18"/>
                      <a:pt x="76" y="17"/>
                    </a:cubicBezTo>
                    <a:cubicBezTo>
                      <a:pt x="77" y="19"/>
                      <a:pt x="77" y="19"/>
                      <a:pt x="77" y="19"/>
                    </a:cubicBezTo>
                    <a:cubicBezTo>
                      <a:pt x="78" y="18"/>
                      <a:pt x="78" y="17"/>
                      <a:pt x="79" y="15"/>
                    </a:cubicBezTo>
                    <a:cubicBezTo>
                      <a:pt x="80" y="17"/>
                      <a:pt x="80" y="15"/>
                      <a:pt x="81" y="15"/>
                    </a:cubicBezTo>
                    <a:cubicBezTo>
                      <a:pt x="81" y="14"/>
                      <a:pt x="82" y="15"/>
                      <a:pt x="81" y="13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14"/>
                      <a:pt x="83" y="13"/>
                      <a:pt x="84" y="14"/>
                    </a:cubicBezTo>
                    <a:cubicBezTo>
                      <a:pt x="84" y="14"/>
                      <a:pt x="83" y="12"/>
                      <a:pt x="83" y="11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1"/>
                      <a:pt x="83" y="10"/>
                      <a:pt x="82" y="8"/>
                    </a:cubicBezTo>
                    <a:cubicBezTo>
                      <a:pt x="83" y="9"/>
                      <a:pt x="82" y="8"/>
                      <a:pt x="83" y="9"/>
                    </a:cubicBezTo>
                    <a:cubicBezTo>
                      <a:pt x="83" y="10"/>
                      <a:pt x="84" y="11"/>
                      <a:pt x="84" y="13"/>
                    </a:cubicBezTo>
                    <a:cubicBezTo>
                      <a:pt x="85" y="13"/>
                      <a:pt x="84" y="10"/>
                      <a:pt x="85" y="11"/>
                    </a:cubicBezTo>
                    <a:cubicBezTo>
                      <a:pt x="86" y="12"/>
                      <a:pt x="86" y="11"/>
                      <a:pt x="85" y="9"/>
                    </a:cubicBezTo>
                    <a:cubicBezTo>
                      <a:pt x="85" y="10"/>
                      <a:pt x="85" y="10"/>
                      <a:pt x="86" y="11"/>
                    </a:cubicBezTo>
                    <a:cubicBezTo>
                      <a:pt x="86" y="11"/>
                      <a:pt x="86" y="11"/>
                      <a:pt x="86" y="10"/>
                    </a:cubicBezTo>
                    <a:cubicBezTo>
                      <a:pt x="86" y="10"/>
                      <a:pt x="85" y="10"/>
                      <a:pt x="85" y="10"/>
                    </a:cubicBezTo>
                    <a:cubicBezTo>
                      <a:pt x="85" y="9"/>
                      <a:pt x="85" y="8"/>
                      <a:pt x="84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3" y="6"/>
                      <a:pt x="84" y="5"/>
                      <a:pt x="8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2" name="Freeform 37"/>
              <p:cNvSpPr/>
              <p:nvPr>
                <p:custDataLst>
                  <p:tags r:id="rId283"/>
                </p:custDataLst>
              </p:nvPr>
            </p:nvSpPr>
            <p:spPr bwMode="auto">
              <a:xfrm>
                <a:off x="3725" y="226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3" name="Freeform 38"/>
              <p:cNvSpPr/>
              <p:nvPr>
                <p:custDataLst>
                  <p:tags r:id="rId284"/>
                </p:custDataLst>
              </p:nvPr>
            </p:nvSpPr>
            <p:spPr bwMode="auto">
              <a:xfrm>
                <a:off x="3474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4" name="Freeform 39"/>
              <p:cNvSpPr/>
              <p:nvPr>
                <p:custDataLst>
                  <p:tags r:id="rId285"/>
                </p:custDataLst>
              </p:nvPr>
            </p:nvSpPr>
            <p:spPr bwMode="auto">
              <a:xfrm>
                <a:off x="3799" y="26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5" name="Freeform 40"/>
              <p:cNvSpPr/>
              <p:nvPr>
                <p:custDataLst>
                  <p:tags r:id="rId286"/>
                </p:custDataLst>
              </p:nvPr>
            </p:nvSpPr>
            <p:spPr bwMode="auto">
              <a:xfrm>
                <a:off x="3470" y="2079"/>
                <a:ext cx="2" cy="3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6" name="Freeform 41"/>
              <p:cNvSpPr/>
              <p:nvPr>
                <p:custDataLst>
                  <p:tags r:id="rId287"/>
                </p:custDataLst>
              </p:nvPr>
            </p:nvSpPr>
            <p:spPr bwMode="auto">
              <a:xfrm>
                <a:off x="3825" y="27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7" name="Freeform 42"/>
              <p:cNvSpPr/>
              <p:nvPr>
                <p:custDataLst>
                  <p:tags r:id="rId288"/>
                </p:custDataLst>
              </p:nvPr>
            </p:nvSpPr>
            <p:spPr bwMode="auto">
              <a:xfrm>
                <a:off x="3466" y="215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8" name="Freeform 43"/>
              <p:cNvSpPr/>
              <p:nvPr>
                <p:custDataLst>
                  <p:tags r:id="rId289"/>
                </p:custDataLst>
              </p:nvPr>
            </p:nvSpPr>
            <p:spPr bwMode="auto">
              <a:xfrm>
                <a:off x="3916" y="2582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9" name="Freeform 44"/>
              <p:cNvSpPr/>
              <p:nvPr>
                <p:custDataLst>
                  <p:tags r:id="rId290"/>
                </p:custDataLst>
              </p:nvPr>
            </p:nvSpPr>
            <p:spPr bwMode="auto">
              <a:xfrm>
                <a:off x="3899" y="27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0" name="Freeform 45"/>
              <p:cNvSpPr/>
              <p:nvPr>
                <p:custDataLst>
                  <p:tags r:id="rId291"/>
                </p:custDataLst>
              </p:nvPr>
            </p:nvSpPr>
            <p:spPr bwMode="auto">
              <a:xfrm>
                <a:off x="3926" y="2582"/>
                <a:ext cx="3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1" name="Freeform 46"/>
              <p:cNvSpPr/>
              <p:nvPr>
                <p:custDataLst>
                  <p:tags r:id="rId292"/>
                </p:custDataLst>
              </p:nvPr>
            </p:nvSpPr>
            <p:spPr bwMode="auto">
              <a:xfrm>
                <a:off x="3850" y="26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2" name="Freeform 47"/>
              <p:cNvSpPr/>
              <p:nvPr>
                <p:custDataLst>
                  <p:tags r:id="rId293"/>
                </p:custDataLst>
              </p:nvPr>
            </p:nvSpPr>
            <p:spPr bwMode="auto">
              <a:xfrm>
                <a:off x="3926" y="25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3" name="Freeform 48"/>
              <p:cNvSpPr/>
              <p:nvPr>
                <p:custDataLst>
                  <p:tags r:id="rId294"/>
                </p:custDataLst>
              </p:nvPr>
            </p:nvSpPr>
            <p:spPr bwMode="auto">
              <a:xfrm>
                <a:off x="3810" y="27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4" name="Freeform 49"/>
              <p:cNvSpPr/>
              <p:nvPr>
                <p:custDataLst>
                  <p:tags r:id="rId295"/>
                </p:custDataLst>
              </p:nvPr>
            </p:nvSpPr>
            <p:spPr bwMode="auto">
              <a:xfrm>
                <a:off x="3827" y="22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5" name="Freeform 50"/>
              <p:cNvSpPr/>
              <p:nvPr>
                <p:custDataLst>
                  <p:tags r:id="rId296"/>
                </p:custDataLst>
              </p:nvPr>
            </p:nvSpPr>
            <p:spPr bwMode="auto">
              <a:xfrm>
                <a:off x="3470" y="208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6" name="Freeform 51"/>
              <p:cNvSpPr/>
              <p:nvPr>
                <p:custDataLst>
                  <p:tags r:id="rId297"/>
                </p:custDataLst>
              </p:nvPr>
            </p:nvSpPr>
            <p:spPr bwMode="auto">
              <a:xfrm>
                <a:off x="4497" y="233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1" y="0"/>
                      <a:pt x="0" y="1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7" name="Freeform 52"/>
              <p:cNvSpPr/>
              <p:nvPr>
                <p:custDataLst>
                  <p:tags r:id="rId298"/>
                </p:custDataLst>
              </p:nvPr>
            </p:nvSpPr>
            <p:spPr bwMode="auto">
              <a:xfrm>
                <a:off x="4468" y="231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8" name="Freeform 53"/>
              <p:cNvSpPr/>
              <p:nvPr>
                <p:custDataLst>
                  <p:tags r:id="rId299"/>
                </p:custDataLst>
              </p:nvPr>
            </p:nvSpPr>
            <p:spPr bwMode="auto">
              <a:xfrm>
                <a:off x="4451" y="22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9" name="Freeform 54"/>
              <p:cNvSpPr/>
              <p:nvPr>
                <p:custDataLst>
                  <p:tags r:id="rId300"/>
                </p:custDataLst>
              </p:nvPr>
            </p:nvSpPr>
            <p:spPr bwMode="auto">
              <a:xfrm>
                <a:off x="4385" y="2289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0" name="Freeform 55"/>
              <p:cNvSpPr/>
              <p:nvPr>
                <p:custDataLst>
                  <p:tags r:id="rId301"/>
                </p:custDataLst>
              </p:nvPr>
            </p:nvSpPr>
            <p:spPr bwMode="auto">
              <a:xfrm>
                <a:off x="4381" y="2277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1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1" name="Freeform 56"/>
              <p:cNvSpPr/>
              <p:nvPr>
                <p:custDataLst>
                  <p:tags r:id="rId302"/>
                </p:custDataLst>
              </p:nvPr>
            </p:nvSpPr>
            <p:spPr bwMode="auto">
              <a:xfrm>
                <a:off x="4383" y="2281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2" name="Freeform 57"/>
              <p:cNvSpPr/>
              <p:nvPr>
                <p:custDataLst>
                  <p:tags r:id="rId303"/>
                </p:custDataLst>
              </p:nvPr>
            </p:nvSpPr>
            <p:spPr bwMode="auto">
              <a:xfrm>
                <a:off x="4504" y="232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3" name="Freeform 58"/>
              <p:cNvSpPr/>
              <p:nvPr>
                <p:custDataLst>
                  <p:tags r:id="rId304"/>
                </p:custDataLst>
              </p:nvPr>
            </p:nvSpPr>
            <p:spPr bwMode="auto">
              <a:xfrm>
                <a:off x="3602" y="1893"/>
                <a:ext cx="27" cy="2"/>
              </a:xfrm>
              <a:custGeom>
                <a:avLst/>
                <a:gdLst>
                  <a:gd name="T0" fmla="*/ 4 w 13"/>
                  <a:gd name="T1" fmla="*/ 1 h 1"/>
                  <a:gd name="T2" fmla="*/ 6 w 13"/>
                  <a:gd name="T3" fmla="*/ 1 h 1"/>
                  <a:gd name="T4" fmla="*/ 6 w 13"/>
                  <a:gd name="T5" fmla="*/ 1 h 1"/>
                  <a:gd name="T6" fmla="*/ 6 w 13"/>
                  <a:gd name="T7" fmla="*/ 1 h 1"/>
                  <a:gd name="T8" fmla="*/ 6 w 13"/>
                  <a:gd name="T9" fmla="*/ 1 h 1"/>
                  <a:gd name="T10" fmla="*/ 6 w 13"/>
                  <a:gd name="T11" fmla="*/ 1 h 1"/>
                  <a:gd name="T12" fmla="*/ 6 w 13"/>
                  <a:gd name="T13" fmla="*/ 1 h 1"/>
                  <a:gd name="T14" fmla="*/ 6 w 13"/>
                  <a:gd name="T15" fmla="*/ 1 h 1"/>
                  <a:gd name="T16" fmla="*/ 4 w 13"/>
                  <a:gd name="T17" fmla="*/ 1 h 1"/>
                  <a:gd name="T18" fmla="*/ 4 w 13"/>
                  <a:gd name="T1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">
                    <a:moveTo>
                      <a:pt x="4" y="1"/>
                    </a:moveTo>
                    <a:cubicBezTo>
                      <a:pt x="4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0"/>
                      <a:pt x="1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4" name="Freeform 59"/>
              <p:cNvSpPr/>
              <p:nvPr>
                <p:custDataLst>
                  <p:tags r:id="rId305"/>
                </p:custDataLst>
              </p:nvPr>
            </p:nvSpPr>
            <p:spPr bwMode="auto">
              <a:xfrm>
                <a:off x="4495" y="233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5" name="Freeform 60"/>
              <p:cNvSpPr/>
              <p:nvPr>
                <p:custDataLst>
                  <p:tags r:id="rId306"/>
                </p:custDataLst>
              </p:nvPr>
            </p:nvSpPr>
            <p:spPr bwMode="auto">
              <a:xfrm>
                <a:off x="4381" y="2277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2 w 2"/>
                  <a:gd name="T3" fmla="*/ 0 h 4"/>
                  <a:gd name="T4" fmla="*/ 1 w 2"/>
                  <a:gd name="T5" fmla="*/ 2 h 4"/>
                  <a:gd name="T6" fmla="*/ 1 w 2"/>
                  <a:gd name="T7" fmla="*/ 2 h 4"/>
                  <a:gd name="T8" fmla="*/ 0 w 2"/>
                  <a:gd name="T9" fmla="*/ 4 h 4"/>
                  <a:gd name="T10" fmla="*/ 2 w 2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3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6" name="Freeform 61"/>
              <p:cNvSpPr/>
              <p:nvPr>
                <p:custDataLst>
                  <p:tags r:id="rId307"/>
                </p:custDataLst>
              </p:nvPr>
            </p:nvSpPr>
            <p:spPr bwMode="auto">
              <a:xfrm>
                <a:off x="4519" y="2328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2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7" name="Freeform 62"/>
              <p:cNvSpPr/>
              <p:nvPr>
                <p:custDataLst>
                  <p:tags r:id="rId308"/>
                </p:custDataLst>
              </p:nvPr>
            </p:nvSpPr>
            <p:spPr bwMode="auto">
              <a:xfrm>
                <a:off x="4504" y="2325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8" name="Freeform 63"/>
              <p:cNvSpPr/>
              <p:nvPr>
                <p:custDataLst>
                  <p:tags r:id="rId309"/>
                </p:custDataLst>
              </p:nvPr>
            </p:nvSpPr>
            <p:spPr bwMode="auto">
              <a:xfrm>
                <a:off x="4391" y="2294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1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9" name="Freeform 64"/>
              <p:cNvSpPr/>
              <p:nvPr>
                <p:custDataLst>
                  <p:tags r:id="rId310"/>
                </p:custDataLst>
              </p:nvPr>
            </p:nvSpPr>
            <p:spPr bwMode="auto">
              <a:xfrm>
                <a:off x="4381" y="2281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0" name="Freeform 65"/>
              <p:cNvSpPr/>
              <p:nvPr>
                <p:custDataLst>
                  <p:tags r:id="rId311"/>
                </p:custDataLst>
              </p:nvPr>
            </p:nvSpPr>
            <p:spPr bwMode="auto">
              <a:xfrm>
                <a:off x="3332" y="1903"/>
                <a:ext cx="2" cy="7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3 h 3"/>
                  <a:gd name="T4" fmla="*/ 1 w 1"/>
                  <a:gd name="T5" fmla="*/ 0 h 3"/>
                  <a:gd name="T6" fmla="*/ 0 w 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1" name="Freeform 66"/>
              <p:cNvSpPr/>
              <p:nvPr>
                <p:custDataLst>
                  <p:tags r:id="rId312"/>
                </p:custDataLst>
              </p:nvPr>
            </p:nvSpPr>
            <p:spPr bwMode="auto">
              <a:xfrm>
                <a:off x="3566" y="2372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2" name="Freeform 67"/>
              <p:cNvSpPr/>
              <p:nvPr>
                <p:custDataLst>
                  <p:tags r:id="rId313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3" name="Freeform 68"/>
              <p:cNvSpPr/>
              <p:nvPr>
                <p:custDataLst>
                  <p:tags r:id="rId314"/>
                </p:custDataLst>
              </p:nvPr>
            </p:nvSpPr>
            <p:spPr bwMode="auto">
              <a:xfrm>
                <a:off x="4060" y="1568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4" name="Freeform 69"/>
              <p:cNvSpPr/>
              <p:nvPr>
                <p:custDataLst>
                  <p:tags r:id="rId315"/>
                </p:custDataLst>
              </p:nvPr>
            </p:nvSpPr>
            <p:spPr bwMode="auto">
              <a:xfrm>
                <a:off x="3472" y="207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5" name="Freeform 70"/>
              <p:cNvSpPr/>
              <p:nvPr>
                <p:custDataLst>
                  <p:tags r:id="rId316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1 h 1"/>
                  <a:gd name="T5" fmla="*/ 1 h 1"/>
                  <a:gd name="T6" fmla="*/ 0 h 1"/>
                  <a:gd name="T7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6" name="Freeform 71"/>
              <p:cNvSpPr/>
              <p:nvPr>
                <p:custDataLst>
                  <p:tags r:id="rId317"/>
                </p:custDataLst>
              </p:nvPr>
            </p:nvSpPr>
            <p:spPr bwMode="auto">
              <a:xfrm>
                <a:off x="3702" y="1530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0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7" name="Freeform 72"/>
              <p:cNvSpPr/>
              <p:nvPr>
                <p:custDataLst>
                  <p:tags r:id="rId318"/>
                </p:custDataLst>
              </p:nvPr>
            </p:nvSpPr>
            <p:spPr bwMode="auto">
              <a:xfrm>
                <a:off x="3421" y="2084"/>
                <a:ext cx="17" cy="15"/>
              </a:xfrm>
              <a:custGeom>
                <a:avLst/>
                <a:gdLst>
                  <a:gd name="T0" fmla="*/ 2 w 8"/>
                  <a:gd name="T1" fmla="*/ 5 h 7"/>
                  <a:gd name="T2" fmla="*/ 4 w 8"/>
                  <a:gd name="T3" fmla="*/ 2 h 7"/>
                  <a:gd name="T4" fmla="*/ 2 w 8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2" y="5"/>
                    </a:moveTo>
                    <a:cubicBezTo>
                      <a:pt x="8" y="0"/>
                      <a:pt x="0" y="7"/>
                      <a:pt x="4" y="2"/>
                    </a:cubicBezTo>
                    <a:cubicBezTo>
                      <a:pt x="2" y="3"/>
                      <a:pt x="2" y="4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8" name="Freeform 73"/>
              <p:cNvSpPr/>
              <p:nvPr>
                <p:custDataLst>
                  <p:tags r:id="rId319"/>
                </p:custDataLst>
              </p:nvPr>
            </p:nvSpPr>
            <p:spPr bwMode="auto">
              <a:xfrm>
                <a:off x="4381" y="2247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0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9" name="Freeform 74"/>
              <p:cNvSpPr/>
              <p:nvPr>
                <p:custDataLst>
                  <p:tags r:id="rId320"/>
                </p:custDataLst>
              </p:nvPr>
            </p:nvSpPr>
            <p:spPr bwMode="auto">
              <a:xfrm>
                <a:off x="4381" y="2247"/>
                <a:ext cx="2" cy="6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3 h 3"/>
                  <a:gd name="T4" fmla="*/ 1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0" name="Freeform 75"/>
              <p:cNvSpPr/>
              <p:nvPr>
                <p:custDataLst>
                  <p:tags r:id="rId321"/>
                </p:custDataLst>
              </p:nvPr>
            </p:nvSpPr>
            <p:spPr bwMode="auto">
              <a:xfrm>
                <a:off x="3914" y="15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1" name="Freeform 76"/>
              <p:cNvSpPr/>
              <p:nvPr>
                <p:custDataLst>
                  <p:tags r:id="rId322"/>
                </p:custDataLst>
              </p:nvPr>
            </p:nvSpPr>
            <p:spPr bwMode="auto">
              <a:xfrm>
                <a:off x="3317" y="1492"/>
                <a:ext cx="1064" cy="1219"/>
              </a:xfrm>
              <a:custGeom>
                <a:avLst/>
                <a:gdLst>
                  <a:gd name="T0" fmla="*/ 307 w 501"/>
                  <a:gd name="T1" fmla="*/ 7 h 575"/>
                  <a:gd name="T2" fmla="*/ 204 w 501"/>
                  <a:gd name="T3" fmla="*/ 13 h 575"/>
                  <a:gd name="T4" fmla="*/ 130 w 501"/>
                  <a:gd name="T5" fmla="*/ 42 h 575"/>
                  <a:gd name="T6" fmla="*/ 23 w 501"/>
                  <a:gd name="T7" fmla="*/ 152 h 575"/>
                  <a:gd name="T8" fmla="*/ 0 w 501"/>
                  <a:gd name="T9" fmla="*/ 247 h 575"/>
                  <a:gd name="T10" fmla="*/ 50 w 501"/>
                  <a:gd name="T11" fmla="*/ 385 h 575"/>
                  <a:gd name="T12" fmla="*/ 111 w 501"/>
                  <a:gd name="T13" fmla="*/ 430 h 575"/>
                  <a:gd name="T14" fmla="*/ 184 w 501"/>
                  <a:gd name="T15" fmla="*/ 490 h 575"/>
                  <a:gd name="T16" fmla="*/ 202 w 501"/>
                  <a:gd name="T17" fmla="*/ 528 h 575"/>
                  <a:gd name="T18" fmla="*/ 213 w 501"/>
                  <a:gd name="T19" fmla="*/ 562 h 575"/>
                  <a:gd name="T20" fmla="*/ 214 w 501"/>
                  <a:gd name="T21" fmla="*/ 567 h 575"/>
                  <a:gd name="T22" fmla="*/ 211 w 501"/>
                  <a:gd name="T23" fmla="*/ 536 h 575"/>
                  <a:gd name="T24" fmla="*/ 199 w 501"/>
                  <a:gd name="T25" fmla="*/ 494 h 575"/>
                  <a:gd name="T26" fmla="*/ 165 w 501"/>
                  <a:gd name="T27" fmla="*/ 454 h 575"/>
                  <a:gd name="T28" fmla="*/ 164 w 501"/>
                  <a:gd name="T29" fmla="*/ 451 h 575"/>
                  <a:gd name="T30" fmla="*/ 135 w 501"/>
                  <a:gd name="T31" fmla="*/ 430 h 575"/>
                  <a:gd name="T32" fmla="*/ 134 w 501"/>
                  <a:gd name="T33" fmla="*/ 428 h 575"/>
                  <a:gd name="T34" fmla="*/ 125 w 501"/>
                  <a:gd name="T35" fmla="*/ 419 h 575"/>
                  <a:gd name="T36" fmla="*/ 97 w 501"/>
                  <a:gd name="T37" fmla="*/ 407 h 575"/>
                  <a:gd name="T38" fmla="*/ 85 w 501"/>
                  <a:gd name="T39" fmla="*/ 394 h 575"/>
                  <a:gd name="T40" fmla="*/ 77 w 501"/>
                  <a:gd name="T41" fmla="*/ 384 h 575"/>
                  <a:gd name="T42" fmla="*/ 63 w 501"/>
                  <a:gd name="T43" fmla="*/ 368 h 575"/>
                  <a:gd name="T44" fmla="*/ 49 w 501"/>
                  <a:gd name="T45" fmla="*/ 353 h 575"/>
                  <a:gd name="T46" fmla="*/ 40 w 501"/>
                  <a:gd name="T47" fmla="*/ 338 h 575"/>
                  <a:gd name="T48" fmla="*/ 25 w 501"/>
                  <a:gd name="T49" fmla="*/ 323 h 575"/>
                  <a:gd name="T50" fmla="*/ 29 w 501"/>
                  <a:gd name="T51" fmla="*/ 315 h 575"/>
                  <a:gd name="T52" fmla="*/ 21 w 501"/>
                  <a:gd name="T53" fmla="*/ 247 h 575"/>
                  <a:gd name="T54" fmla="*/ 23 w 501"/>
                  <a:gd name="T55" fmla="*/ 221 h 575"/>
                  <a:gd name="T56" fmla="*/ 26 w 501"/>
                  <a:gd name="T57" fmla="*/ 191 h 575"/>
                  <a:gd name="T58" fmla="*/ 56 w 501"/>
                  <a:gd name="T59" fmla="*/ 133 h 575"/>
                  <a:gd name="T60" fmla="*/ 74 w 501"/>
                  <a:gd name="T61" fmla="*/ 107 h 575"/>
                  <a:gd name="T62" fmla="*/ 84 w 501"/>
                  <a:gd name="T63" fmla="*/ 99 h 575"/>
                  <a:gd name="T64" fmla="*/ 90 w 501"/>
                  <a:gd name="T65" fmla="*/ 91 h 575"/>
                  <a:gd name="T66" fmla="*/ 110 w 501"/>
                  <a:gd name="T67" fmla="*/ 80 h 575"/>
                  <a:gd name="T68" fmla="*/ 129 w 501"/>
                  <a:gd name="T69" fmla="*/ 65 h 575"/>
                  <a:gd name="T70" fmla="*/ 182 w 501"/>
                  <a:gd name="T71" fmla="*/ 36 h 575"/>
                  <a:gd name="T72" fmla="*/ 211 w 501"/>
                  <a:gd name="T73" fmla="*/ 29 h 575"/>
                  <a:gd name="T74" fmla="*/ 253 w 501"/>
                  <a:gd name="T75" fmla="*/ 19 h 575"/>
                  <a:gd name="T76" fmla="*/ 281 w 501"/>
                  <a:gd name="T77" fmla="*/ 19 h 575"/>
                  <a:gd name="T78" fmla="*/ 284 w 501"/>
                  <a:gd name="T79" fmla="*/ 19 h 575"/>
                  <a:gd name="T80" fmla="*/ 320 w 501"/>
                  <a:gd name="T81" fmla="*/ 24 h 575"/>
                  <a:gd name="T82" fmla="*/ 369 w 501"/>
                  <a:gd name="T83" fmla="*/ 42 h 575"/>
                  <a:gd name="T84" fmla="*/ 388 w 501"/>
                  <a:gd name="T85" fmla="*/ 53 h 575"/>
                  <a:gd name="T86" fmla="*/ 407 w 501"/>
                  <a:gd name="T87" fmla="*/ 71 h 575"/>
                  <a:gd name="T88" fmla="*/ 435 w 501"/>
                  <a:gd name="T89" fmla="*/ 107 h 575"/>
                  <a:gd name="T90" fmla="*/ 462 w 501"/>
                  <a:gd name="T91" fmla="*/ 154 h 575"/>
                  <a:gd name="T92" fmla="*/ 471 w 501"/>
                  <a:gd name="T93" fmla="*/ 184 h 575"/>
                  <a:gd name="T94" fmla="*/ 464 w 501"/>
                  <a:gd name="T95" fmla="*/ 279 h 575"/>
                  <a:gd name="T96" fmla="*/ 451 w 501"/>
                  <a:gd name="T97" fmla="*/ 307 h 575"/>
                  <a:gd name="T98" fmla="*/ 395 w 501"/>
                  <a:gd name="T99" fmla="*/ 377 h 575"/>
                  <a:gd name="T100" fmla="*/ 368 w 501"/>
                  <a:gd name="T101" fmla="*/ 412 h 575"/>
                  <a:gd name="T102" fmla="*/ 363 w 501"/>
                  <a:gd name="T103" fmla="*/ 573 h 575"/>
                  <a:gd name="T104" fmla="*/ 446 w 501"/>
                  <a:gd name="T105" fmla="*/ 342 h 575"/>
                  <a:gd name="T106" fmla="*/ 463 w 501"/>
                  <a:gd name="T107" fmla="*/ 118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01" h="575">
                    <a:moveTo>
                      <a:pt x="463" y="118"/>
                    </a:moveTo>
                    <a:cubicBezTo>
                      <a:pt x="439" y="74"/>
                      <a:pt x="402" y="38"/>
                      <a:pt x="355" y="17"/>
                    </a:cubicBezTo>
                    <a:cubicBezTo>
                      <a:pt x="347" y="17"/>
                      <a:pt x="337" y="12"/>
                      <a:pt x="328" y="12"/>
                    </a:cubicBezTo>
                    <a:cubicBezTo>
                      <a:pt x="328" y="11"/>
                      <a:pt x="328" y="11"/>
                      <a:pt x="328" y="11"/>
                    </a:cubicBezTo>
                    <a:cubicBezTo>
                      <a:pt x="320" y="11"/>
                      <a:pt x="319" y="8"/>
                      <a:pt x="310" y="5"/>
                    </a:cubicBezTo>
                    <a:cubicBezTo>
                      <a:pt x="309" y="7"/>
                      <a:pt x="306" y="5"/>
                      <a:pt x="307" y="7"/>
                    </a:cubicBezTo>
                    <a:cubicBezTo>
                      <a:pt x="303" y="8"/>
                      <a:pt x="301" y="3"/>
                      <a:pt x="296" y="4"/>
                    </a:cubicBezTo>
                    <a:cubicBezTo>
                      <a:pt x="296" y="3"/>
                      <a:pt x="296" y="5"/>
                      <a:pt x="295" y="4"/>
                    </a:cubicBezTo>
                    <a:cubicBezTo>
                      <a:pt x="282" y="5"/>
                      <a:pt x="298" y="3"/>
                      <a:pt x="282" y="0"/>
                    </a:cubicBezTo>
                    <a:cubicBezTo>
                      <a:pt x="259" y="0"/>
                      <a:pt x="236" y="5"/>
                      <a:pt x="215" y="9"/>
                    </a:cubicBezTo>
                    <a:cubicBezTo>
                      <a:pt x="216" y="9"/>
                      <a:pt x="217" y="10"/>
                      <a:pt x="215" y="11"/>
                    </a:cubicBezTo>
                    <a:cubicBezTo>
                      <a:pt x="212" y="8"/>
                      <a:pt x="208" y="13"/>
                      <a:pt x="204" y="13"/>
                    </a:cubicBezTo>
                    <a:cubicBezTo>
                      <a:pt x="204" y="12"/>
                      <a:pt x="206" y="12"/>
                      <a:pt x="207" y="11"/>
                    </a:cubicBezTo>
                    <a:cubicBezTo>
                      <a:pt x="197" y="13"/>
                      <a:pt x="190" y="17"/>
                      <a:pt x="181" y="19"/>
                    </a:cubicBezTo>
                    <a:cubicBezTo>
                      <a:pt x="173" y="24"/>
                      <a:pt x="163" y="25"/>
                      <a:pt x="158" y="29"/>
                    </a:cubicBezTo>
                    <a:cubicBezTo>
                      <a:pt x="159" y="27"/>
                      <a:pt x="154" y="30"/>
                      <a:pt x="152" y="30"/>
                    </a:cubicBezTo>
                    <a:cubicBezTo>
                      <a:pt x="148" y="37"/>
                      <a:pt x="136" y="37"/>
                      <a:pt x="131" y="43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10" y="54"/>
                      <a:pt x="88" y="68"/>
                      <a:pt x="70" y="87"/>
                    </a:cubicBezTo>
                    <a:cubicBezTo>
                      <a:pt x="59" y="96"/>
                      <a:pt x="48" y="108"/>
                      <a:pt x="39" y="121"/>
                    </a:cubicBezTo>
                    <a:cubicBezTo>
                      <a:pt x="38" y="123"/>
                      <a:pt x="40" y="122"/>
                      <a:pt x="39" y="124"/>
                    </a:cubicBezTo>
                    <a:cubicBezTo>
                      <a:pt x="37" y="127"/>
                      <a:pt x="38" y="123"/>
                      <a:pt x="37" y="124"/>
                    </a:cubicBezTo>
                    <a:cubicBezTo>
                      <a:pt x="34" y="132"/>
                      <a:pt x="28" y="140"/>
                      <a:pt x="23" y="148"/>
                    </a:cubicBezTo>
                    <a:cubicBezTo>
                      <a:pt x="23" y="150"/>
                      <a:pt x="22" y="152"/>
                      <a:pt x="23" y="152"/>
                    </a:cubicBezTo>
                    <a:cubicBezTo>
                      <a:pt x="17" y="161"/>
                      <a:pt x="14" y="176"/>
                      <a:pt x="9" y="185"/>
                    </a:cubicBezTo>
                    <a:cubicBezTo>
                      <a:pt x="14" y="183"/>
                      <a:pt x="10" y="192"/>
                      <a:pt x="10" y="196"/>
                    </a:cubicBezTo>
                    <a:cubicBezTo>
                      <a:pt x="9" y="198"/>
                      <a:pt x="8" y="198"/>
                      <a:pt x="8" y="197"/>
                    </a:cubicBezTo>
                    <a:cubicBezTo>
                      <a:pt x="6" y="205"/>
                      <a:pt x="5" y="209"/>
                      <a:pt x="3" y="219"/>
                    </a:cubicBezTo>
                    <a:cubicBezTo>
                      <a:pt x="2" y="223"/>
                      <a:pt x="4" y="225"/>
                      <a:pt x="3" y="230"/>
                    </a:cubicBezTo>
                    <a:cubicBezTo>
                      <a:pt x="0" y="233"/>
                      <a:pt x="1" y="241"/>
                      <a:pt x="0" y="247"/>
                    </a:cubicBezTo>
                    <a:cubicBezTo>
                      <a:pt x="2" y="245"/>
                      <a:pt x="4" y="252"/>
                      <a:pt x="3" y="257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1" y="272"/>
                      <a:pt x="0" y="297"/>
                      <a:pt x="9" y="316"/>
                    </a:cubicBezTo>
                    <a:cubicBezTo>
                      <a:pt x="8" y="318"/>
                      <a:pt x="8" y="318"/>
                      <a:pt x="8" y="318"/>
                    </a:cubicBezTo>
                    <a:cubicBezTo>
                      <a:pt x="17" y="337"/>
                      <a:pt x="25" y="356"/>
                      <a:pt x="39" y="370"/>
                    </a:cubicBezTo>
                    <a:cubicBezTo>
                      <a:pt x="42" y="375"/>
                      <a:pt x="47" y="381"/>
                      <a:pt x="50" y="385"/>
                    </a:cubicBezTo>
                    <a:cubicBezTo>
                      <a:pt x="56" y="390"/>
                      <a:pt x="58" y="391"/>
                      <a:pt x="63" y="393"/>
                    </a:cubicBezTo>
                    <a:cubicBezTo>
                      <a:pt x="65" y="395"/>
                      <a:pt x="65" y="397"/>
                      <a:pt x="65" y="398"/>
                    </a:cubicBezTo>
                    <a:cubicBezTo>
                      <a:pt x="71" y="405"/>
                      <a:pt x="76" y="411"/>
                      <a:pt x="83" y="414"/>
                    </a:cubicBezTo>
                    <a:cubicBezTo>
                      <a:pt x="83" y="415"/>
                      <a:pt x="83" y="415"/>
                      <a:pt x="83" y="415"/>
                    </a:cubicBezTo>
                    <a:cubicBezTo>
                      <a:pt x="89" y="419"/>
                      <a:pt x="98" y="423"/>
                      <a:pt x="104" y="429"/>
                    </a:cubicBezTo>
                    <a:cubicBezTo>
                      <a:pt x="106" y="429"/>
                      <a:pt x="113" y="433"/>
                      <a:pt x="111" y="430"/>
                    </a:cubicBezTo>
                    <a:cubicBezTo>
                      <a:pt x="114" y="431"/>
                      <a:pt x="111" y="433"/>
                      <a:pt x="115" y="433"/>
                    </a:cubicBezTo>
                    <a:cubicBezTo>
                      <a:pt x="111" y="433"/>
                      <a:pt x="111" y="433"/>
                      <a:pt x="111" y="433"/>
                    </a:cubicBezTo>
                    <a:cubicBezTo>
                      <a:pt x="125" y="443"/>
                      <a:pt x="138" y="450"/>
                      <a:pt x="152" y="459"/>
                    </a:cubicBezTo>
                    <a:cubicBezTo>
                      <a:pt x="154" y="464"/>
                      <a:pt x="165" y="469"/>
                      <a:pt x="170" y="476"/>
                    </a:cubicBezTo>
                    <a:cubicBezTo>
                      <a:pt x="175" y="479"/>
                      <a:pt x="180" y="487"/>
                      <a:pt x="185" y="489"/>
                    </a:cubicBezTo>
                    <a:cubicBezTo>
                      <a:pt x="184" y="490"/>
                      <a:pt x="184" y="490"/>
                      <a:pt x="184" y="490"/>
                    </a:cubicBezTo>
                    <a:cubicBezTo>
                      <a:pt x="188" y="495"/>
                      <a:pt x="194" y="503"/>
                      <a:pt x="196" y="512"/>
                    </a:cubicBezTo>
                    <a:cubicBezTo>
                      <a:pt x="198" y="518"/>
                      <a:pt x="200" y="517"/>
                      <a:pt x="202" y="521"/>
                    </a:cubicBezTo>
                    <a:cubicBezTo>
                      <a:pt x="201" y="521"/>
                      <a:pt x="201" y="521"/>
                      <a:pt x="201" y="521"/>
                    </a:cubicBezTo>
                    <a:cubicBezTo>
                      <a:pt x="203" y="525"/>
                      <a:pt x="206" y="526"/>
                      <a:pt x="207" y="528"/>
                    </a:cubicBezTo>
                    <a:cubicBezTo>
                      <a:pt x="207" y="532"/>
                      <a:pt x="208" y="532"/>
                      <a:pt x="208" y="536"/>
                    </a:cubicBezTo>
                    <a:cubicBezTo>
                      <a:pt x="207" y="532"/>
                      <a:pt x="205" y="530"/>
                      <a:pt x="202" y="528"/>
                    </a:cubicBezTo>
                    <a:cubicBezTo>
                      <a:pt x="203" y="534"/>
                      <a:pt x="207" y="539"/>
                      <a:pt x="206" y="543"/>
                    </a:cubicBezTo>
                    <a:cubicBezTo>
                      <a:pt x="207" y="547"/>
                      <a:pt x="207" y="551"/>
                      <a:pt x="209" y="551"/>
                    </a:cubicBezTo>
                    <a:cubicBezTo>
                      <a:pt x="209" y="552"/>
                      <a:pt x="208" y="555"/>
                      <a:pt x="207" y="552"/>
                    </a:cubicBezTo>
                    <a:cubicBezTo>
                      <a:pt x="208" y="556"/>
                      <a:pt x="208" y="558"/>
                      <a:pt x="209" y="560"/>
                    </a:cubicBezTo>
                    <a:cubicBezTo>
                      <a:pt x="209" y="560"/>
                      <a:pt x="209" y="559"/>
                      <a:pt x="209" y="558"/>
                    </a:cubicBezTo>
                    <a:cubicBezTo>
                      <a:pt x="211" y="560"/>
                      <a:pt x="211" y="563"/>
                      <a:pt x="213" y="562"/>
                    </a:cubicBezTo>
                    <a:cubicBezTo>
                      <a:pt x="212" y="561"/>
                      <a:pt x="212" y="560"/>
                      <a:pt x="212" y="558"/>
                    </a:cubicBezTo>
                    <a:cubicBezTo>
                      <a:pt x="213" y="559"/>
                      <a:pt x="214" y="565"/>
                      <a:pt x="213" y="567"/>
                    </a:cubicBezTo>
                    <a:cubicBezTo>
                      <a:pt x="212" y="569"/>
                      <a:pt x="210" y="563"/>
                      <a:pt x="210" y="566"/>
                    </a:cubicBezTo>
                    <a:cubicBezTo>
                      <a:pt x="213" y="575"/>
                      <a:pt x="213" y="575"/>
                      <a:pt x="213" y="575"/>
                    </a:cubicBezTo>
                    <a:cubicBezTo>
                      <a:pt x="213" y="573"/>
                      <a:pt x="214" y="570"/>
                      <a:pt x="215" y="571"/>
                    </a:cubicBezTo>
                    <a:cubicBezTo>
                      <a:pt x="214" y="567"/>
                      <a:pt x="214" y="567"/>
                      <a:pt x="214" y="567"/>
                    </a:cubicBezTo>
                    <a:cubicBezTo>
                      <a:pt x="215" y="567"/>
                      <a:pt x="215" y="567"/>
                      <a:pt x="215" y="567"/>
                    </a:cubicBezTo>
                    <a:cubicBezTo>
                      <a:pt x="214" y="560"/>
                      <a:pt x="215" y="555"/>
                      <a:pt x="214" y="548"/>
                    </a:cubicBezTo>
                    <a:cubicBezTo>
                      <a:pt x="212" y="551"/>
                      <a:pt x="212" y="551"/>
                      <a:pt x="212" y="551"/>
                    </a:cubicBezTo>
                    <a:cubicBezTo>
                      <a:pt x="212" y="547"/>
                      <a:pt x="209" y="543"/>
                      <a:pt x="210" y="539"/>
                    </a:cubicBezTo>
                    <a:cubicBezTo>
                      <a:pt x="211" y="541"/>
                      <a:pt x="211" y="539"/>
                      <a:pt x="212" y="539"/>
                    </a:cubicBezTo>
                    <a:cubicBezTo>
                      <a:pt x="212" y="538"/>
                      <a:pt x="211" y="537"/>
                      <a:pt x="211" y="536"/>
                    </a:cubicBezTo>
                    <a:cubicBezTo>
                      <a:pt x="214" y="538"/>
                      <a:pt x="214" y="538"/>
                      <a:pt x="214" y="538"/>
                    </a:cubicBezTo>
                    <a:cubicBezTo>
                      <a:pt x="210" y="536"/>
                      <a:pt x="210" y="526"/>
                      <a:pt x="210" y="525"/>
                    </a:cubicBezTo>
                    <a:cubicBezTo>
                      <a:pt x="210" y="525"/>
                      <a:pt x="210" y="525"/>
                      <a:pt x="210" y="525"/>
                    </a:cubicBezTo>
                    <a:cubicBezTo>
                      <a:pt x="209" y="519"/>
                      <a:pt x="209" y="527"/>
                      <a:pt x="208" y="523"/>
                    </a:cubicBezTo>
                    <a:cubicBezTo>
                      <a:pt x="207" y="519"/>
                      <a:pt x="210" y="520"/>
                      <a:pt x="210" y="517"/>
                    </a:cubicBezTo>
                    <a:cubicBezTo>
                      <a:pt x="207" y="511"/>
                      <a:pt x="202" y="501"/>
                      <a:pt x="199" y="494"/>
                    </a:cubicBezTo>
                    <a:cubicBezTo>
                      <a:pt x="196" y="489"/>
                      <a:pt x="191" y="484"/>
                      <a:pt x="186" y="481"/>
                    </a:cubicBezTo>
                    <a:cubicBezTo>
                      <a:pt x="183" y="477"/>
                      <a:pt x="189" y="480"/>
                      <a:pt x="184" y="476"/>
                    </a:cubicBezTo>
                    <a:cubicBezTo>
                      <a:pt x="186" y="476"/>
                      <a:pt x="186" y="475"/>
                      <a:pt x="186" y="474"/>
                    </a:cubicBezTo>
                    <a:cubicBezTo>
                      <a:pt x="185" y="474"/>
                      <a:pt x="179" y="467"/>
                      <a:pt x="181" y="471"/>
                    </a:cubicBezTo>
                    <a:cubicBezTo>
                      <a:pt x="176" y="466"/>
                      <a:pt x="169" y="460"/>
                      <a:pt x="163" y="455"/>
                    </a:cubicBezTo>
                    <a:cubicBezTo>
                      <a:pt x="165" y="457"/>
                      <a:pt x="167" y="456"/>
                      <a:pt x="165" y="454"/>
                    </a:cubicBezTo>
                    <a:cubicBezTo>
                      <a:pt x="162" y="453"/>
                      <a:pt x="156" y="450"/>
                      <a:pt x="151" y="445"/>
                    </a:cubicBezTo>
                    <a:cubicBezTo>
                      <a:pt x="150" y="447"/>
                      <a:pt x="152" y="448"/>
                      <a:pt x="150" y="449"/>
                    </a:cubicBezTo>
                    <a:cubicBezTo>
                      <a:pt x="149" y="449"/>
                      <a:pt x="147" y="449"/>
                      <a:pt x="146" y="447"/>
                    </a:cubicBezTo>
                    <a:cubicBezTo>
                      <a:pt x="147" y="445"/>
                      <a:pt x="148" y="443"/>
                      <a:pt x="144" y="440"/>
                    </a:cubicBezTo>
                    <a:cubicBezTo>
                      <a:pt x="146" y="438"/>
                      <a:pt x="152" y="446"/>
                      <a:pt x="151" y="442"/>
                    </a:cubicBezTo>
                    <a:cubicBezTo>
                      <a:pt x="154" y="442"/>
                      <a:pt x="163" y="448"/>
                      <a:pt x="164" y="451"/>
                    </a:cubicBezTo>
                    <a:cubicBezTo>
                      <a:pt x="170" y="452"/>
                      <a:pt x="161" y="448"/>
                      <a:pt x="163" y="447"/>
                    </a:cubicBezTo>
                    <a:cubicBezTo>
                      <a:pt x="159" y="444"/>
                      <a:pt x="157" y="444"/>
                      <a:pt x="151" y="440"/>
                    </a:cubicBezTo>
                    <a:cubicBezTo>
                      <a:pt x="150" y="440"/>
                      <a:pt x="152" y="442"/>
                      <a:pt x="148" y="441"/>
                    </a:cubicBezTo>
                    <a:cubicBezTo>
                      <a:pt x="142" y="439"/>
                      <a:pt x="143" y="435"/>
                      <a:pt x="141" y="434"/>
                    </a:cubicBezTo>
                    <a:cubicBezTo>
                      <a:pt x="144" y="435"/>
                      <a:pt x="144" y="435"/>
                      <a:pt x="144" y="435"/>
                    </a:cubicBezTo>
                    <a:cubicBezTo>
                      <a:pt x="141" y="432"/>
                      <a:pt x="139" y="432"/>
                      <a:pt x="135" y="430"/>
                    </a:cubicBezTo>
                    <a:cubicBezTo>
                      <a:pt x="136" y="426"/>
                      <a:pt x="142" y="434"/>
                      <a:pt x="144" y="433"/>
                    </a:cubicBezTo>
                    <a:cubicBezTo>
                      <a:pt x="143" y="429"/>
                      <a:pt x="143" y="429"/>
                      <a:pt x="143" y="429"/>
                    </a:cubicBezTo>
                    <a:cubicBezTo>
                      <a:pt x="137" y="425"/>
                      <a:pt x="140" y="430"/>
                      <a:pt x="134" y="425"/>
                    </a:cubicBezTo>
                    <a:cubicBezTo>
                      <a:pt x="135" y="425"/>
                      <a:pt x="135" y="425"/>
                      <a:pt x="135" y="425"/>
                    </a:cubicBezTo>
                    <a:cubicBezTo>
                      <a:pt x="131" y="423"/>
                      <a:pt x="131" y="423"/>
                      <a:pt x="131" y="423"/>
                    </a:cubicBezTo>
                    <a:cubicBezTo>
                      <a:pt x="131" y="424"/>
                      <a:pt x="130" y="426"/>
                      <a:pt x="134" y="428"/>
                    </a:cubicBezTo>
                    <a:cubicBezTo>
                      <a:pt x="130" y="429"/>
                      <a:pt x="131" y="427"/>
                      <a:pt x="125" y="424"/>
                    </a:cubicBezTo>
                    <a:cubicBezTo>
                      <a:pt x="122" y="424"/>
                      <a:pt x="127" y="425"/>
                      <a:pt x="126" y="427"/>
                    </a:cubicBezTo>
                    <a:cubicBezTo>
                      <a:pt x="126" y="428"/>
                      <a:pt x="123" y="426"/>
                      <a:pt x="120" y="425"/>
                    </a:cubicBezTo>
                    <a:cubicBezTo>
                      <a:pt x="116" y="422"/>
                      <a:pt x="119" y="421"/>
                      <a:pt x="118" y="419"/>
                    </a:cubicBezTo>
                    <a:cubicBezTo>
                      <a:pt x="119" y="420"/>
                      <a:pt x="122" y="422"/>
                      <a:pt x="121" y="422"/>
                    </a:cubicBezTo>
                    <a:cubicBezTo>
                      <a:pt x="127" y="424"/>
                      <a:pt x="121" y="418"/>
                      <a:pt x="125" y="419"/>
                    </a:cubicBezTo>
                    <a:cubicBezTo>
                      <a:pt x="122" y="415"/>
                      <a:pt x="121" y="417"/>
                      <a:pt x="118" y="416"/>
                    </a:cubicBezTo>
                    <a:cubicBezTo>
                      <a:pt x="119" y="417"/>
                      <a:pt x="117" y="418"/>
                      <a:pt x="117" y="419"/>
                    </a:cubicBezTo>
                    <a:cubicBezTo>
                      <a:pt x="108" y="418"/>
                      <a:pt x="115" y="413"/>
                      <a:pt x="108" y="409"/>
                    </a:cubicBezTo>
                    <a:cubicBezTo>
                      <a:pt x="108" y="413"/>
                      <a:pt x="98" y="407"/>
                      <a:pt x="100" y="413"/>
                    </a:cubicBezTo>
                    <a:cubicBezTo>
                      <a:pt x="98" y="412"/>
                      <a:pt x="96" y="411"/>
                      <a:pt x="95" y="410"/>
                    </a:cubicBezTo>
                    <a:cubicBezTo>
                      <a:pt x="98" y="409"/>
                      <a:pt x="93" y="407"/>
                      <a:pt x="97" y="407"/>
                    </a:cubicBezTo>
                    <a:cubicBezTo>
                      <a:pt x="95" y="405"/>
                      <a:pt x="95" y="405"/>
                      <a:pt x="95" y="405"/>
                    </a:cubicBezTo>
                    <a:cubicBezTo>
                      <a:pt x="100" y="406"/>
                      <a:pt x="100" y="406"/>
                      <a:pt x="100" y="406"/>
                    </a:cubicBezTo>
                    <a:cubicBezTo>
                      <a:pt x="98" y="403"/>
                      <a:pt x="95" y="399"/>
                      <a:pt x="94" y="397"/>
                    </a:cubicBezTo>
                    <a:cubicBezTo>
                      <a:pt x="91" y="395"/>
                      <a:pt x="94" y="399"/>
                      <a:pt x="90" y="397"/>
                    </a:cubicBezTo>
                    <a:cubicBezTo>
                      <a:pt x="92" y="397"/>
                      <a:pt x="91" y="394"/>
                      <a:pt x="89" y="393"/>
                    </a:cubicBezTo>
                    <a:cubicBezTo>
                      <a:pt x="92" y="396"/>
                      <a:pt x="87" y="395"/>
                      <a:pt x="85" y="394"/>
                    </a:cubicBezTo>
                    <a:cubicBezTo>
                      <a:pt x="82" y="392"/>
                      <a:pt x="81" y="388"/>
                      <a:pt x="81" y="388"/>
                    </a:cubicBezTo>
                    <a:cubicBezTo>
                      <a:pt x="86" y="389"/>
                      <a:pt x="86" y="389"/>
                      <a:pt x="86" y="389"/>
                    </a:cubicBezTo>
                    <a:cubicBezTo>
                      <a:pt x="82" y="388"/>
                      <a:pt x="85" y="388"/>
                      <a:pt x="82" y="386"/>
                    </a:cubicBezTo>
                    <a:cubicBezTo>
                      <a:pt x="81" y="386"/>
                      <a:pt x="78" y="386"/>
                      <a:pt x="77" y="387"/>
                    </a:cubicBezTo>
                    <a:cubicBezTo>
                      <a:pt x="75" y="385"/>
                      <a:pt x="74" y="383"/>
                      <a:pt x="73" y="383"/>
                    </a:cubicBezTo>
                    <a:cubicBezTo>
                      <a:pt x="77" y="384"/>
                      <a:pt x="77" y="384"/>
                      <a:pt x="77" y="384"/>
                    </a:cubicBezTo>
                    <a:cubicBezTo>
                      <a:pt x="73" y="381"/>
                      <a:pt x="79" y="381"/>
                      <a:pt x="74" y="378"/>
                    </a:cubicBezTo>
                    <a:cubicBezTo>
                      <a:pt x="72" y="378"/>
                      <a:pt x="72" y="378"/>
                      <a:pt x="72" y="378"/>
                    </a:cubicBezTo>
                    <a:cubicBezTo>
                      <a:pt x="72" y="377"/>
                      <a:pt x="72" y="376"/>
                      <a:pt x="73" y="377"/>
                    </a:cubicBezTo>
                    <a:cubicBezTo>
                      <a:pt x="71" y="377"/>
                      <a:pt x="69" y="375"/>
                      <a:pt x="68" y="374"/>
                    </a:cubicBezTo>
                    <a:cubicBezTo>
                      <a:pt x="69" y="373"/>
                      <a:pt x="69" y="373"/>
                      <a:pt x="69" y="373"/>
                    </a:cubicBezTo>
                    <a:cubicBezTo>
                      <a:pt x="67" y="372"/>
                      <a:pt x="63" y="371"/>
                      <a:pt x="63" y="368"/>
                    </a:cubicBezTo>
                    <a:cubicBezTo>
                      <a:pt x="62" y="371"/>
                      <a:pt x="65" y="370"/>
                      <a:pt x="66" y="373"/>
                    </a:cubicBezTo>
                    <a:cubicBezTo>
                      <a:pt x="66" y="377"/>
                      <a:pt x="62" y="372"/>
                      <a:pt x="62" y="371"/>
                    </a:cubicBezTo>
                    <a:cubicBezTo>
                      <a:pt x="64" y="370"/>
                      <a:pt x="58" y="367"/>
                      <a:pt x="56" y="364"/>
                    </a:cubicBezTo>
                    <a:cubicBezTo>
                      <a:pt x="56" y="363"/>
                      <a:pt x="55" y="361"/>
                      <a:pt x="55" y="360"/>
                    </a:cubicBezTo>
                    <a:cubicBezTo>
                      <a:pt x="53" y="360"/>
                      <a:pt x="53" y="360"/>
                      <a:pt x="53" y="360"/>
                    </a:cubicBezTo>
                    <a:cubicBezTo>
                      <a:pt x="56" y="357"/>
                      <a:pt x="49" y="356"/>
                      <a:pt x="49" y="353"/>
                    </a:cubicBezTo>
                    <a:cubicBezTo>
                      <a:pt x="50" y="354"/>
                      <a:pt x="51" y="353"/>
                      <a:pt x="51" y="351"/>
                    </a:cubicBezTo>
                    <a:cubicBezTo>
                      <a:pt x="50" y="355"/>
                      <a:pt x="45" y="349"/>
                      <a:pt x="44" y="350"/>
                    </a:cubicBezTo>
                    <a:cubicBezTo>
                      <a:pt x="42" y="345"/>
                      <a:pt x="48" y="349"/>
                      <a:pt x="48" y="347"/>
                    </a:cubicBezTo>
                    <a:cubicBezTo>
                      <a:pt x="45" y="346"/>
                      <a:pt x="46" y="341"/>
                      <a:pt x="43" y="341"/>
                    </a:cubicBezTo>
                    <a:cubicBezTo>
                      <a:pt x="44" y="345"/>
                      <a:pt x="41" y="341"/>
                      <a:pt x="40" y="341"/>
                    </a:cubicBezTo>
                    <a:cubicBezTo>
                      <a:pt x="38" y="337"/>
                      <a:pt x="41" y="341"/>
                      <a:pt x="40" y="338"/>
                    </a:cubicBezTo>
                    <a:cubicBezTo>
                      <a:pt x="39" y="336"/>
                      <a:pt x="36" y="335"/>
                      <a:pt x="37" y="338"/>
                    </a:cubicBezTo>
                    <a:cubicBezTo>
                      <a:pt x="36" y="335"/>
                      <a:pt x="32" y="333"/>
                      <a:pt x="32" y="330"/>
                    </a:cubicBezTo>
                    <a:cubicBezTo>
                      <a:pt x="33" y="328"/>
                      <a:pt x="36" y="335"/>
                      <a:pt x="36" y="333"/>
                    </a:cubicBezTo>
                    <a:cubicBezTo>
                      <a:pt x="32" y="326"/>
                      <a:pt x="30" y="331"/>
                      <a:pt x="27" y="325"/>
                    </a:cubicBezTo>
                    <a:cubicBezTo>
                      <a:pt x="27" y="328"/>
                      <a:pt x="24" y="327"/>
                      <a:pt x="22" y="324"/>
                    </a:cubicBezTo>
                    <a:cubicBezTo>
                      <a:pt x="19" y="317"/>
                      <a:pt x="24" y="327"/>
                      <a:pt x="25" y="323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5" y="316"/>
                      <a:pt x="31" y="327"/>
                      <a:pt x="32" y="322"/>
                    </a:cubicBezTo>
                    <a:cubicBezTo>
                      <a:pt x="30" y="320"/>
                      <a:pt x="30" y="320"/>
                      <a:pt x="30" y="320"/>
                    </a:cubicBezTo>
                    <a:cubicBezTo>
                      <a:pt x="31" y="320"/>
                      <a:pt x="32" y="321"/>
                      <a:pt x="33" y="319"/>
                    </a:cubicBezTo>
                    <a:cubicBezTo>
                      <a:pt x="30" y="319"/>
                      <a:pt x="30" y="313"/>
                      <a:pt x="29" y="312"/>
                    </a:cubicBezTo>
                    <a:cubicBezTo>
                      <a:pt x="27" y="312"/>
                      <a:pt x="30" y="315"/>
                      <a:pt x="29" y="315"/>
                    </a:cubicBezTo>
                    <a:cubicBezTo>
                      <a:pt x="27" y="312"/>
                      <a:pt x="24" y="311"/>
                      <a:pt x="24" y="306"/>
                    </a:cubicBezTo>
                    <a:cubicBezTo>
                      <a:pt x="26" y="308"/>
                      <a:pt x="26" y="304"/>
                      <a:pt x="27" y="305"/>
                    </a:cubicBezTo>
                    <a:cubicBezTo>
                      <a:pt x="27" y="303"/>
                      <a:pt x="25" y="305"/>
                      <a:pt x="25" y="301"/>
                    </a:cubicBezTo>
                    <a:cubicBezTo>
                      <a:pt x="26" y="301"/>
                      <a:pt x="26" y="301"/>
                      <a:pt x="26" y="301"/>
                    </a:cubicBezTo>
                    <a:cubicBezTo>
                      <a:pt x="23" y="289"/>
                      <a:pt x="22" y="272"/>
                      <a:pt x="18" y="260"/>
                    </a:cubicBezTo>
                    <a:cubicBezTo>
                      <a:pt x="20" y="258"/>
                      <a:pt x="20" y="254"/>
                      <a:pt x="21" y="247"/>
                    </a:cubicBezTo>
                    <a:cubicBezTo>
                      <a:pt x="21" y="250"/>
                      <a:pt x="19" y="247"/>
                      <a:pt x="19" y="246"/>
                    </a:cubicBezTo>
                    <a:cubicBezTo>
                      <a:pt x="21" y="242"/>
                      <a:pt x="21" y="242"/>
                      <a:pt x="21" y="242"/>
                    </a:cubicBezTo>
                    <a:cubicBezTo>
                      <a:pt x="23" y="239"/>
                      <a:pt x="22" y="233"/>
                      <a:pt x="21" y="230"/>
                    </a:cubicBezTo>
                    <a:cubicBezTo>
                      <a:pt x="22" y="229"/>
                      <a:pt x="22" y="229"/>
                      <a:pt x="23" y="229"/>
                    </a:cubicBezTo>
                    <a:cubicBezTo>
                      <a:pt x="24" y="225"/>
                      <a:pt x="22" y="225"/>
                      <a:pt x="22" y="224"/>
                    </a:cubicBezTo>
                    <a:cubicBezTo>
                      <a:pt x="23" y="221"/>
                      <a:pt x="23" y="221"/>
                      <a:pt x="23" y="221"/>
                    </a:cubicBezTo>
                    <a:cubicBezTo>
                      <a:pt x="22" y="221"/>
                      <a:pt x="22" y="221"/>
                      <a:pt x="22" y="221"/>
                    </a:cubicBezTo>
                    <a:cubicBezTo>
                      <a:pt x="22" y="217"/>
                      <a:pt x="23" y="213"/>
                      <a:pt x="25" y="213"/>
                    </a:cubicBezTo>
                    <a:cubicBezTo>
                      <a:pt x="25" y="212"/>
                      <a:pt x="25" y="211"/>
                      <a:pt x="24" y="212"/>
                    </a:cubicBezTo>
                    <a:cubicBezTo>
                      <a:pt x="26" y="209"/>
                      <a:pt x="28" y="200"/>
                      <a:pt x="29" y="193"/>
                    </a:cubicBezTo>
                    <a:cubicBezTo>
                      <a:pt x="28" y="196"/>
                      <a:pt x="27" y="196"/>
                      <a:pt x="26" y="196"/>
                    </a:cubicBezTo>
                    <a:cubicBezTo>
                      <a:pt x="24" y="194"/>
                      <a:pt x="27" y="194"/>
                      <a:pt x="26" y="191"/>
                    </a:cubicBezTo>
                    <a:cubicBezTo>
                      <a:pt x="27" y="192"/>
                      <a:pt x="28" y="189"/>
                      <a:pt x="28" y="192"/>
                    </a:cubicBezTo>
                    <a:cubicBezTo>
                      <a:pt x="33" y="185"/>
                      <a:pt x="36" y="173"/>
                      <a:pt x="40" y="164"/>
                    </a:cubicBezTo>
                    <a:cubicBezTo>
                      <a:pt x="40" y="162"/>
                      <a:pt x="40" y="162"/>
                      <a:pt x="39" y="161"/>
                    </a:cubicBezTo>
                    <a:cubicBezTo>
                      <a:pt x="45" y="156"/>
                      <a:pt x="47" y="148"/>
                      <a:pt x="51" y="142"/>
                    </a:cubicBezTo>
                    <a:cubicBezTo>
                      <a:pt x="49" y="143"/>
                      <a:pt x="48" y="139"/>
                      <a:pt x="50" y="136"/>
                    </a:cubicBezTo>
                    <a:cubicBezTo>
                      <a:pt x="51" y="131"/>
                      <a:pt x="53" y="136"/>
                      <a:pt x="56" y="133"/>
                    </a:cubicBezTo>
                    <a:cubicBezTo>
                      <a:pt x="57" y="131"/>
                      <a:pt x="59" y="128"/>
                      <a:pt x="60" y="127"/>
                    </a:cubicBezTo>
                    <a:cubicBezTo>
                      <a:pt x="60" y="127"/>
                      <a:pt x="60" y="127"/>
                      <a:pt x="60" y="127"/>
                    </a:cubicBezTo>
                    <a:cubicBezTo>
                      <a:pt x="61" y="125"/>
                      <a:pt x="63" y="121"/>
                      <a:pt x="65" y="120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67" y="118"/>
                      <a:pt x="69" y="117"/>
                      <a:pt x="71" y="115"/>
                    </a:cubicBezTo>
                    <a:cubicBezTo>
                      <a:pt x="70" y="113"/>
                      <a:pt x="75" y="109"/>
                      <a:pt x="74" y="107"/>
                    </a:cubicBezTo>
                    <a:cubicBezTo>
                      <a:pt x="75" y="107"/>
                      <a:pt x="74" y="107"/>
                      <a:pt x="75" y="107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4"/>
                      <a:pt x="78" y="105"/>
                      <a:pt x="78" y="106"/>
                    </a:cubicBezTo>
                    <a:cubicBezTo>
                      <a:pt x="82" y="103"/>
                      <a:pt x="78" y="104"/>
                      <a:pt x="79" y="101"/>
                    </a:cubicBezTo>
                    <a:cubicBezTo>
                      <a:pt x="81" y="98"/>
                      <a:pt x="82" y="99"/>
                      <a:pt x="84" y="99"/>
                    </a:cubicBezTo>
                    <a:cubicBezTo>
                      <a:pt x="84" y="100"/>
                      <a:pt x="82" y="100"/>
                      <a:pt x="81" y="101"/>
                    </a:cubicBezTo>
                    <a:cubicBezTo>
                      <a:pt x="81" y="103"/>
                      <a:pt x="83" y="100"/>
                      <a:pt x="84" y="101"/>
                    </a:cubicBezTo>
                    <a:cubicBezTo>
                      <a:pt x="85" y="100"/>
                      <a:pt x="84" y="98"/>
                      <a:pt x="86" y="97"/>
                    </a:cubicBezTo>
                    <a:cubicBezTo>
                      <a:pt x="88" y="96"/>
                      <a:pt x="92" y="92"/>
                      <a:pt x="92" y="93"/>
                    </a:cubicBezTo>
                    <a:cubicBezTo>
                      <a:pt x="93" y="91"/>
                      <a:pt x="95" y="90"/>
                      <a:pt x="96" y="88"/>
                    </a:cubicBezTo>
                    <a:cubicBezTo>
                      <a:pt x="94" y="89"/>
                      <a:pt x="91" y="91"/>
                      <a:pt x="90" y="91"/>
                    </a:cubicBezTo>
                    <a:cubicBezTo>
                      <a:pt x="91" y="90"/>
                      <a:pt x="94" y="87"/>
                      <a:pt x="94" y="87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94" y="87"/>
                      <a:pt x="99" y="84"/>
                      <a:pt x="96" y="85"/>
                    </a:cubicBezTo>
                    <a:cubicBezTo>
                      <a:pt x="100" y="84"/>
                      <a:pt x="100" y="84"/>
                      <a:pt x="100" y="84"/>
                    </a:cubicBezTo>
                    <a:cubicBezTo>
                      <a:pt x="100" y="82"/>
                      <a:pt x="103" y="80"/>
                      <a:pt x="105" y="78"/>
                    </a:cubicBezTo>
                    <a:cubicBezTo>
                      <a:pt x="106" y="80"/>
                      <a:pt x="106" y="82"/>
                      <a:pt x="110" y="80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5" y="74"/>
                      <a:pt x="116" y="74"/>
                      <a:pt x="116" y="75"/>
                    </a:cubicBezTo>
                    <a:cubicBezTo>
                      <a:pt x="124" y="71"/>
                      <a:pt x="121" y="66"/>
                      <a:pt x="128" y="64"/>
                    </a:cubicBezTo>
                    <a:cubicBezTo>
                      <a:pt x="126" y="67"/>
                      <a:pt x="129" y="66"/>
                      <a:pt x="132" y="65"/>
                    </a:cubicBezTo>
                    <a:cubicBezTo>
                      <a:pt x="131" y="65"/>
                      <a:pt x="131" y="64"/>
                      <a:pt x="132" y="63"/>
                    </a:cubicBezTo>
                    <a:cubicBezTo>
                      <a:pt x="131" y="63"/>
                      <a:pt x="132" y="65"/>
                      <a:pt x="129" y="65"/>
                    </a:cubicBezTo>
                    <a:cubicBezTo>
                      <a:pt x="128" y="65"/>
                      <a:pt x="131" y="63"/>
                      <a:pt x="132" y="62"/>
                    </a:cubicBezTo>
                    <a:cubicBezTo>
                      <a:pt x="139" y="63"/>
                      <a:pt x="150" y="53"/>
                      <a:pt x="160" y="50"/>
                    </a:cubicBezTo>
                    <a:cubicBezTo>
                      <a:pt x="158" y="48"/>
                      <a:pt x="163" y="48"/>
                      <a:pt x="164" y="46"/>
                    </a:cubicBezTo>
                    <a:cubicBezTo>
                      <a:pt x="165" y="49"/>
                      <a:pt x="169" y="43"/>
                      <a:pt x="172" y="44"/>
                    </a:cubicBezTo>
                    <a:cubicBezTo>
                      <a:pt x="170" y="42"/>
                      <a:pt x="170" y="42"/>
                      <a:pt x="170" y="42"/>
                    </a:cubicBezTo>
                    <a:cubicBezTo>
                      <a:pt x="176" y="41"/>
                      <a:pt x="177" y="34"/>
                      <a:pt x="182" y="36"/>
                    </a:cubicBezTo>
                    <a:cubicBezTo>
                      <a:pt x="185" y="35"/>
                      <a:pt x="182" y="38"/>
                      <a:pt x="181" y="39"/>
                    </a:cubicBezTo>
                    <a:cubicBezTo>
                      <a:pt x="186" y="40"/>
                      <a:pt x="191" y="32"/>
                      <a:pt x="196" y="34"/>
                    </a:cubicBezTo>
                    <a:cubicBezTo>
                      <a:pt x="196" y="33"/>
                      <a:pt x="194" y="32"/>
                      <a:pt x="197" y="30"/>
                    </a:cubicBezTo>
                    <a:cubicBezTo>
                      <a:pt x="201" y="30"/>
                      <a:pt x="207" y="29"/>
                      <a:pt x="207" y="29"/>
                    </a:cubicBezTo>
                    <a:cubicBezTo>
                      <a:pt x="209" y="28"/>
                      <a:pt x="210" y="27"/>
                      <a:pt x="213" y="27"/>
                    </a:cubicBezTo>
                    <a:cubicBezTo>
                      <a:pt x="213" y="28"/>
                      <a:pt x="212" y="28"/>
                      <a:pt x="211" y="29"/>
                    </a:cubicBezTo>
                    <a:cubicBezTo>
                      <a:pt x="215" y="28"/>
                      <a:pt x="219" y="26"/>
                      <a:pt x="222" y="24"/>
                    </a:cubicBezTo>
                    <a:cubicBezTo>
                      <a:pt x="225" y="26"/>
                      <a:pt x="233" y="23"/>
                      <a:pt x="238" y="23"/>
                    </a:cubicBezTo>
                    <a:cubicBezTo>
                      <a:pt x="241" y="20"/>
                      <a:pt x="247" y="23"/>
                      <a:pt x="247" y="20"/>
                    </a:cubicBezTo>
                    <a:cubicBezTo>
                      <a:pt x="247" y="20"/>
                      <a:pt x="247" y="20"/>
                      <a:pt x="248" y="21"/>
                    </a:cubicBezTo>
                    <a:cubicBezTo>
                      <a:pt x="249" y="19"/>
                      <a:pt x="251" y="17"/>
                      <a:pt x="253" y="17"/>
                    </a:cubicBezTo>
                    <a:cubicBezTo>
                      <a:pt x="253" y="19"/>
                      <a:pt x="253" y="19"/>
                      <a:pt x="253" y="19"/>
                    </a:cubicBezTo>
                    <a:cubicBezTo>
                      <a:pt x="252" y="22"/>
                      <a:pt x="260" y="19"/>
                      <a:pt x="261" y="20"/>
                    </a:cubicBezTo>
                    <a:cubicBezTo>
                      <a:pt x="258" y="19"/>
                      <a:pt x="263" y="20"/>
                      <a:pt x="263" y="18"/>
                    </a:cubicBezTo>
                    <a:cubicBezTo>
                      <a:pt x="266" y="18"/>
                      <a:pt x="266" y="18"/>
                      <a:pt x="266" y="18"/>
                    </a:cubicBezTo>
                    <a:cubicBezTo>
                      <a:pt x="271" y="17"/>
                      <a:pt x="267" y="17"/>
                      <a:pt x="273" y="16"/>
                    </a:cubicBezTo>
                    <a:cubicBezTo>
                      <a:pt x="276" y="16"/>
                      <a:pt x="274" y="19"/>
                      <a:pt x="273" y="19"/>
                    </a:cubicBezTo>
                    <a:cubicBezTo>
                      <a:pt x="275" y="20"/>
                      <a:pt x="278" y="19"/>
                      <a:pt x="281" y="19"/>
                    </a:cubicBezTo>
                    <a:cubicBezTo>
                      <a:pt x="280" y="18"/>
                      <a:pt x="280" y="18"/>
                      <a:pt x="281" y="18"/>
                    </a:cubicBezTo>
                    <a:cubicBezTo>
                      <a:pt x="281" y="18"/>
                      <a:pt x="281" y="18"/>
                      <a:pt x="281" y="19"/>
                    </a:cubicBezTo>
                    <a:cubicBezTo>
                      <a:pt x="282" y="18"/>
                      <a:pt x="283" y="18"/>
                      <a:pt x="285" y="18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3" y="19"/>
                      <a:pt x="282" y="19"/>
                      <a:pt x="281" y="19"/>
                    </a:cubicBezTo>
                    <a:cubicBezTo>
                      <a:pt x="282" y="19"/>
                      <a:pt x="283" y="19"/>
                      <a:pt x="284" y="19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6" y="19"/>
                      <a:pt x="287" y="19"/>
                      <a:pt x="288" y="20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9" y="22"/>
                      <a:pt x="294" y="20"/>
                      <a:pt x="294" y="20"/>
                    </a:cubicBezTo>
                    <a:cubicBezTo>
                      <a:pt x="303" y="22"/>
                      <a:pt x="318" y="23"/>
                      <a:pt x="322" y="24"/>
                    </a:cubicBezTo>
                    <a:cubicBezTo>
                      <a:pt x="319" y="23"/>
                      <a:pt x="318" y="24"/>
                      <a:pt x="320" y="24"/>
                    </a:cubicBezTo>
                    <a:cubicBezTo>
                      <a:pt x="323" y="25"/>
                      <a:pt x="326" y="24"/>
                      <a:pt x="326" y="25"/>
                    </a:cubicBezTo>
                    <a:cubicBezTo>
                      <a:pt x="329" y="25"/>
                      <a:pt x="328" y="27"/>
                      <a:pt x="332" y="28"/>
                    </a:cubicBezTo>
                    <a:cubicBezTo>
                      <a:pt x="332" y="29"/>
                      <a:pt x="333" y="27"/>
                      <a:pt x="332" y="27"/>
                    </a:cubicBezTo>
                    <a:cubicBezTo>
                      <a:pt x="337" y="31"/>
                      <a:pt x="347" y="31"/>
                      <a:pt x="354" y="36"/>
                    </a:cubicBezTo>
                    <a:cubicBezTo>
                      <a:pt x="353" y="36"/>
                      <a:pt x="352" y="36"/>
                      <a:pt x="351" y="37"/>
                    </a:cubicBezTo>
                    <a:cubicBezTo>
                      <a:pt x="357" y="38"/>
                      <a:pt x="363" y="41"/>
                      <a:pt x="369" y="42"/>
                    </a:cubicBezTo>
                    <a:cubicBezTo>
                      <a:pt x="368" y="42"/>
                      <a:pt x="368" y="43"/>
                      <a:pt x="366" y="43"/>
                    </a:cubicBezTo>
                    <a:cubicBezTo>
                      <a:pt x="369" y="44"/>
                      <a:pt x="372" y="46"/>
                      <a:pt x="375" y="47"/>
                    </a:cubicBezTo>
                    <a:cubicBezTo>
                      <a:pt x="375" y="47"/>
                      <a:pt x="375" y="47"/>
                      <a:pt x="375" y="47"/>
                    </a:cubicBezTo>
                    <a:cubicBezTo>
                      <a:pt x="373" y="44"/>
                      <a:pt x="378" y="46"/>
                      <a:pt x="381" y="48"/>
                    </a:cubicBezTo>
                    <a:cubicBezTo>
                      <a:pt x="380" y="48"/>
                      <a:pt x="380" y="48"/>
                      <a:pt x="380" y="48"/>
                    </a:cubicBezTo>
                    <a:cubicBezTo>
                      <a:pt x="384" y="51"/>
                      <a:pt x="385" y="50"/>
                      <a:pt x="388" y="53"/>
                    </a:cubicBezTo>
                    <a:cubicBezTo>
                      <a:pt x="390" y="55"/>
                      <a:pt x="386" y="52"/>
                      <a:pt x="386" y="53"/>
                    </a:cubicBezTo>
                    <a:cubicBezTo>
                      <a:pt x="386" y="56"/>
                      <a:pt x="393" y="61"/>
                      <a:pt x="394" y="62"/>
                    </a:cubicBezTo>
                    <a:cubicBezTo>
                      <a:pt x="395" y="62"/>
                      <a:pt x="396" y="63"/>
                      <a:pt x="397" y="62"/>
                    </a:cubicBezTo>
                    <a:cubicBezTo>
                      <a:pt x="400" y="64"/>
                      <a:pt x="397" y="64"/>
                      <a:pt x="399" y="66"/>
                    </a:cubicBezTo>
                    <a:cubicBezTo>
                      <a:pt x="409" y="69"/>
                      <a:pt x="409" y="69"/>
                      <a:pt x="409" y="69"/>
                    </a:cubicBezTo>
                    <a:cubicBezTo>
                      <a:pt x="408" y="69"/>
                      <a:pt x="410" y="73"/>
                      <a:pt x="407" y="71"/>
                    </a:cubicBezTo>
                    <a:cubicBezTo>
                      <a:pt x="412" y="76"/>
                      <a:pt x="417" y="77"/>
                      <a:pt x="422" y="80"/>
                    </a:cubicBezTo>
                    <a:cubicBezTo>
                      <a:pt x="423" y="82"/>
                      <a:pt x="428" y="87"/>
                      <a:pt x="430" y="89"/>
                    </a:cubicBezTo>
                    <a:cubicBezTo>
                      <a:pt x="429" y="90"/>
                      <a:pt x="428" y="87"/>
                      <a:pt x="427" y="87"/>
                    </a:cubicBezTo>
                    <a:cubicBezTo>
                      <a:pt x="428" y="91"/>
                      <a:pt x="428" y="91"/>
                      <a:pt x="428" y="91"/>
                    </a:cubicBezTo>
                    <a:cubicBezTo>
                      <a:pt x="425" y="87"/>
                      <a:pt x="427" y="93"/>
                      <a:pt x="424" y="91"/>
                    </a:cubicBezTo>
                    <a:cubicBezTo>
                      <a:pt x="428" y="94"/>
                      <a:pt x="432" y="102"/>
                      <a:pt x="435" y="107"/>
                    </a:cubicBezTo>
                    <a:cubicBezTo>
                      <a:pt x="435" y="102"/>
                      <a:pt x="440" y="113"/>
                      <a:pt x="443" y="111"/>
                    </a:cubicBezTo>
                    <a:cubicBezTo>
                      <a:pt x="447" y="117"/>
                      <a:pt x="443" y="115"/>
                      <a:pt x="443" y="118"/>
                    </a:cubicBezTo>
                    <a:cubicBezTo>
                      <a:pt x="448" y="124"/>
                      <a:pt x="451" y="130"/>
                      <a:pt x="453" y="136"/>
                    </a:cubicBezTo>
                    <a:cubicBezTo>
                      <a:pt x="453" y="136"/>
                      <a:pt x="453" y="136"/>
                      <a:pt x="453" y="136"/>
                    </a:cubicBezTo>
                    <a:cubicBezTo>
                      <a:pt x="456" y="141"/>
                      <a:pt x="459" y="150"/>
                      <a:pt x="464" y="155"/>
                    </a:cubicBezTo>
                    <a:cubicBezTo>
                      <a:pt x="463" y="154"/>
                      <a:pt x="463" y="155"/>
                      <a:pt x="462" y="154"/>
                    </a:cubicBezTo>
                    <a:cubicBezTo>
                      <a:pt x="463" y="160"/>
                      <a:pt x="465" y="154"/>
                      <a:pt x="466" y="161"/>
                    </a:cubicBezTo>
                    <a:cubicBezTo>
                      <a:pt x="465" y="160"/>
                      <a:pt x="465" y="160"/>
                      <a:pt x="465" y="160"/>
                    </a:cubicBezTo>
                    <a:cubicBezTo>
                      <a:pt x="467" y="164"/>
                      <a:pt x="467" y="169"/>
                      <a:pt x="470" y="173"/>
                    </a:cubicBezTo>
                    <a:cubicBezTo>
                      <a:pt x="469" y="174"/>
                      <a:pt x="469" y="173"/>
                      <a:pt x="468" y="172"/>
                    </a:cubicBezTo>
                    <a:cubicBezTo>
                      <a:pt x="470" y="177"/>
                      <a:pt x="471" y="182"/>
                      <a:pt x="474" y="186"/>
                    </a:cubicBezTo>
                    <a:cubicBezTo>
                      <a:pt x="473" y="186"/>
                      <a:pt x="472" y="186"/>
                      <a:pt x="471" y="184"/>
                    </a:cubicBezTo>
                    <a:cubicBezTo>
                      <a:pt x="471" y="189"/>
                      <a:pt x="474" y="189"/>
                      <a:pt x="474" y="193"/>
                    </a:cubicBezTo>
                    <a:cubicBezTo>
                      <a:pt x="475" y="194"/>
                      <a:pt x="474" y="197"/>
                      <a:pt x="474" y="196"/>
                    </a:cubicBezTo>
                    <a:cubicBezTo>
                      <a:pt x="475" y="198"/>
                      <a:pt x="476" y="205"/>
                      <a:pt x="477" y="207"/>
                    </a:cubicBezTo>
                    <a:cubicBezTo>
                      <a:pt x="476" y="208"/>
                      <a:pt x="476" y="209"/>
                      <a:pt x="475" y="212"/>
                    </a:cubicBezTo>
                    <a:cubicBezTo>
                      <a:pt x="478" y="236"/>
                      <a:pt x="473" y="260"/>
                      <a:pt x="467" y="283"/>
                    </a:cubicBezTo>
                    <a:cubicBezTo>
                      <a:pt x="463" y="286"/>
                      <a:pt x="467" y="277"/>
                      <a:pt x="464" y="279"/>
                    </a:cubicBezTo>
                    <a:cubicBezTo>
                      <a:pt x="467" y="280"/>
                      <a:pt x="464" y="283"/>
                      <a:pt x="461" y="290"/>
                    </a:cubicBezTo>
                    <a:cubicBezTo>
                      <a:pt x="461" y="290"/>
                      <a:pt x="461" y="290"/>
                      <a:pt x="461" y="290"/>
                    </a:cubicBezTo>
                    <a:cubicBezTo>
                      <a:pt x="460" y="293"/>
                      <a:pt x="458" y="294"/>
                      <a:pt x="457" y="297"/>
                    </a:cubicBezTo>
                    <a:cubicBezTo>
                      <a:pt x="458" y="297"/>
                      <a:pt x="458" y="297"/>
                      <a:pt x="458" y="297"/>
                    </a:cubicBezTo>
                    <a:cubicBezTo>
                      <a:pt x="458" y="301"/>
                      <a:pt x="452" y="303"/>
                      <a:pt x="453" y="306"/>
                    </a:cubicBezTo>
                    <a:cubicBezTo>
                      <a:pt x="451" y="307"/>
                      <a:pt x="451" y="307"/>
                      <a:pt x="451" y="307"/>
                    </a:cubicBezTo>
                    <a:cubicBezTo>
                      <a:pt x="451" y="312"/>
                      <a:pt x="447" y="312"/>
                      <a:pt x="447" y="316"/>
                    </a:cubicBezTo>
                    <a:cubicBezTo>
                      <a:pt x="447" y="316"/>
                      <a:pt x="447" y="316"/>
                      <a:pt x="447" y="316"/>
                    </a:cubicBezTo>
                    <a:cubicBezTo>
                      <a:pt x="443" y="320"/>
                      <a:pt x="442" y="327"/>
                      <a:pt x="439" y="328"/>
                    </a:cubicBezTo>
                    <a:cubicBezTo>
                      <a:pt x="437" y="332"/>
                      <a:pt x="434" y="337"/>
                      <a:pt x="435" y="339"/>
                    </a:cubicBezTo>
                    <a:cubicBezTo>
                      <a:pt x="433" y="339"/>
                      <a:pt x="433" y="338"/>
                      <a:pt x="433" y="337"/>
                    </a:cubicBezTo>
                    <a:cubicBezTo>
                      <a:pt x="422" y="352"/>
                      <a:pt x="406" y="365"/>
                      <a:pt x="395" y="377"/>
                    </a:cubicBezTo>
                    <a:cubicBezTo>
                      <a:pt x="394" y="378"/>
                      <a:pt x="395" y="377"/>
                      <a:pt x="395" y="376"/>
                    </a:cubicBezTo>
                    <a:cubicBezTo>
                      <a:pt x="389" y="385"/>
                      <a:pt x="378" y="390"/>
                      <a:pt x="378" y="398"/>
                    </a:cubicBezTo>
                    <a:cubicBezTo>
                      <a:pt x="377" y="402"/>
                      <a:pt x="377" y="402"/>
                      <a:pt x="377" y="402"/>
                    </a:cubicBezTo>
                    <a:cubicBezTo>
                      <a:pt x="375" y="403"/>
                      <a:pt x="375" y="402"/>
                      <a:pt x="373" y="403"/>
                    </a:cubicBezTo>
                    <a:cubicBezTo>
                      <a:pt x="373" y="406"/>
                      <a:pt x="368" y="411"/>
                      <a:pt x="369" y="413"/>
                    </a:cubicBezTo>
                    <a:cubicBezTo>
                      <a:pt x="368" y="414"/>
                      <a:pt x="369" y="412"/>
                      <a:pt x="368" y="412"/>
                    </a:cubicBezTo>
                    <a:cubicBezTo>
                      <a:pt x="365" y="416"/>
                      <a:pt x="365" y="422"/>
                      <a:pt x="363" y="426"/>
                    </a:cubicBezTo>
                    <a:cubicBezTo>
                      <a:pt x="363" y="424"/>
                      <a:pt x="363" y="424"/>
                      <a:pt x="363" y="424"/>
                    </a:cubicBezTo>
                    <a:cubicBezTo>
                      <a:pt x="349" y="443"/>
                      <a:pt x="340" y="473"/>
                      <a:pt x="342" y="493"/>
                    </a:cubicBezTo>
                    <a:cubicBezTo>
                      <a:pt x="343" y="498"/>
                      <a:pt x="340" y="495"/>
                      <a:pt x="340" y="497"/>
                    </a:cubicBezTo>
                    <a:cubicBezTo>
                      <a:pt x="342" y="517"/>
                      <a:pt x="338" y="542"/>
                      <a:pt x="349" y="558"/>
                    </a:cubicBezTo>
                    <a:cubicBezTo>
                      <a:pt x="355" y="570"/>
                      <a:pt x="363" y="573"/>
                      <a:pt x="363" y="573"/>
                    </a:cubicBezTo>
                    <a:cubicBezTo>
                      <a:pt x="346" y="542"/>
                      <a:pt x="349" y="513"/>
                      <a:pt x="356" y="481"/>
                    </a:cubicBezTo>
                    <a:cubicBezTo>
                      <a:pt x="356" y="470"/>
                      <a:pt x="359" y="457"/>
                      <a:pt x="363" y="448"/>
                    </a:cubicBezTo>
                    <a:cubicBezTo>
                      <a:pt x="376" y="404"/>
                      <a:pt x="410" y="388"/>
                      <a:pt x="444" y="349"/>
                    </a:cubicBezTo>
                    <a:cubicBezTo>
                      <a:pt x="442" y="350"/>
                      <a:pt x="443" y="348"/>
                      <a:pt x="444" y="346"/>
                    </a:cubicBezTo>
                    <a:cubicBezTo>
                      <a:pt x="445" y="345"/>
                      <a:pt x="445" y="345"/>
                      <a:pt x="445" y="345"/>
                    </a:cubicBezTo>
                    <a:cubicBezTo>
                      <a:pt x="446" y="342"/>
                      <a:pt x="446" y="342"/>
                      <a:pt x="446" y="342"/>
                    </a:cubicBezTo>
                    <a:cubicBezTo>
                      <a:pt x="448" y="339"/>
                      <a:pt x="449" y="341"/>
                      <a:pt x="447" y="344"/>
                    </a:cubicBezTo>
                    <a:cubicBezTo>
                      <a:pt x="459" y="329"/>
                      <a:pt x="467" y="314"/>
                      <a:pt x="475" y="297"/>
                    </a:cubicBezTo>
                    <a:cubicBezTo>
                      <a:pt x="474" y="295"/>
                      <a:pt x="479" y="288"/>
                      <a:pt x="477" y="286"/>
                    </a:cubicBezTo>
                    <a:cubicBezTo>
                      <a:pt x="478" y="286"/>
                      <a:pt x="478" y="286"/>
                      <a:pt x="478" y="287"/>
                    </a:cubicBezTo>
                    <a:cubicBezTo>
                      <a:pt x="481" y="274"/>
                      <a:pt x="482" y="274"/>
                      <a:pt x="487" y="263"/>
                    </a:cubicBezTo>
                    <a:cubicBezTo>
                      <a:pt x="501" y="211"/>
                      <a:pt x="485" y="161"/>
                      <a:pt x="463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2" name="Rectangle 77"/>
              <p:cNvSpPr>
                <a:spLocks noChangeArrowheads="1"/>
              </p:cNvSpPr>
              <p:nvPr>
                <p:custDataLst>
                  <p:tags r:id="rId323"/>
                </p:custDataLst>
              </p:nvPr>
            </p:nvSpPr>
            <p:spPr bwMode="auto">
              <a:xfrm>
                <a:off x="4586" y="1893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3" name="Freeform 78"/>
              <p:cNvSpPr/>
              <p:nvPr>
                <p:custDataLst>
                  <p:tags r:id="rId324"/>
                </p:custDataLst>
              </p:nvPr>
            </p:nvSpPr>
            <p:spPr bwMode="auto">
              <a:xfrm>
                <a:off x="3937" y="2817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4" name="Freeform 79"/>
              <p:cNvSpPr/>
              <p:nvPr>
                <p:custDataLst>
                  <p:tags r:id="rId325"/>
                </p:custDataLst>
              </p:nvPr>
            </p:nvSpPr>
            <p:spPr bwMode="auto">
              <a:xfrm>
                <a:off x="4629" y="185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5" name="Freeform 80"/>
              <p:cNvSpPr/>
              <p:nvPr>
                <p:custDataLst>
                  <p:tags r:id="rId326"/>
                </p:custDataLst>
              </p:nvPr>
            </p:nvSpPr>
            <p:spPr bwMode="auto">
              <a:xfrm>
                <a:off x="3967" y="281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6" name="Freeform 81"/>
              <p:cNvSpPr/>
              <p:nvPr>
                <p:custDataLst>
                  <p:tags r:id="rId327"/>
                </p:custDataLst>
              </p:nvPr>
            </p:nvSpPr>
            <p:spPr bwMode="auto">
              <a:xfrm>
                <a:off x="4618" y="1878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7" name="Freeform 82"/>
              <p:cNvSpPr/>
              <p:nvPr>
                <p:custDataLst>
                  <p:tags r:id="rId328"/>
                </p:custDataLst>
              </p:nvPr>
            </p:nvSpPr>
            <p:spPr bwMode="auto">
              <a:xfrm>
                <a:off x="3814" y="226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8" name="Freeform 83"/>
              <p:cNvSpPr/>
              <p:nvPr>
                <p:custDataLst>
                  <p:tags r:id="rId329"/>
                </p:custDataLst>
              </p:nvPr>
            </p:nvSpPr>
            <p:spPr bwMode="auto">
              <a:xfrm>
                <a:off x="3876" y="24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9" name="Freeform 84"/>
              <p:cNvSpPr/>
              <p:nvPr>
                <p:custDataLst>
                  <p:tags r:id="rId330"/>
                </p:custDataLst>
              </p:nvPr>
            </p:nvSpPr>
            <p:spPr bwMode="auto">
              <a:xfrm>
                <a:off x="461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0" name="Freeform 85"/>
              <p:cNvSpPr/>
              <p:nvPr>
                <p:custDataLst>
                  <p:tags r:id="rId331"/>
                </p:custDataLst>
              </p:nvPr>
            </p:nvSpPr>
            <p:spPr bwMode="auto">
              <a:xfrm>
                <a:off x="3801" y="227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1" name="Freeform 86"/>
              <p:cNvSpPr/>
              <p:nvPr>
                <p:custDataLst>
                  <p:tags r:id="rId332"/>
                </p:custDataLst>
              </p:nvPr>
            </p:nvSpPr>
            <p:spPr bwMode="auto">
              <a:xfrm>
                <a:off x="3808" y="2266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2" name="Freeform 87"/>
              <p:cNvSpPr/>
              <p:nvPr>
                <p:custDataLst>
                  <p:tags r:id="rId333"/>
                </p:custDataLst>
              </p:nvPr>
            </p:nvSpPr>
            <p:spPr bwMode="auto">
              <a:xfrm>
                <a:off x="3878" y="239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3" name="Freeform 88"/>
              <p:cNvSpPr/>
              <p:nvPr>
                <p:custDataLst>
                  <p:tags r:id="rId334"/>
                </p:custDataLst>
              </p:nvPr>
            </p:nvSpPr>
            <p:spPr bwMode="auto">
              <a:xfrm>
                <a:off x="3810" y="2266"/>
                <a:ext cx="6" cy="0"/>
              </a:xfrm>
              <a:custGeom>
                <a:avLst/>
                <a:gdLst>
                  <a:gd name="T0" fmla="*/ 1 w 3"/>
                  <a:gd name="T1" fmla="*/ 0 w 3"/>
                  <a:gd name="T2" fmla="*/ 1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4" name="Freeform 89"/>
              <p:cNvSpPr/>
              <p:nvPr>
                <p:custDataLst>
                  <p:tags r:id="rId335"/>
                </p:custDataLst>
              </p:nvPr>
            </p:nvSpPr>
            <p:spPr bwMode="auto">
              <a:xfrm>
                <a:off x="3935" y="224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5" name="Freeform 90"/>
              <p:cNvSpPr/>
              <p:nvPr>
                <p:custDataLst>
                  <p:tags r:id="rId336"/>
                </p:custDataLst>
              </p:nvPr>
            </p:nvSpPr>
            <p:spPr bwMode="auto">
              <a:xfrm>
                <a:off x="3876" y="2213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6" name="Oval 91"/>
              <p:cNvSpPr>
                <a:spLocks noChangeArrowheads="1"/>
              </p:cNvSpPr>
              <p:nvPr>
                <p:custDataLst>
                  <p:tags r:id="rId337"/>
                </p:custDataLst>
              </p:nvPr>
            </p:nvSpPr>
            <p:spPr bwMode="auto">
              <a:xfrm>
                <a:off x="3814" y="2266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7" name="Freeform 92"/>
              <p:cNvSpPr/>
              <p:nvPr>
                <p:custDataLst>
                  <p:tags r:id="rId338"/>
                </p:custDataLst>
              </p:nvPr>
            </p:nvSpPr>
            <p:spPr bwMode="auto">
              <a:xfrm>
                <a:off x="3801" y="2007"/>
                <a:ext cx="5" cy="7"/>
              </a:xfrm>
              <a:custGeom>
                <a:avLst/>
                <a:gdLst>
                  <a:gd name="T0" fmla="*/ 1 w 2"/>
                  <a:gd name="T1" fmla="*/ 0 h 3"/>
                  <a:gd name="T2" fmla="*/ 2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0"/>
                      <a:pt x="0" y="1"/>
                      <a:pt x="2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8" name="Freeform 93"/>
              <p:cNvSpPr/>
              <p:nvPr>
                <p:custDataLst>
                  <p:tags r:id="rId339"/>
                </p:custDataLst>
              </p:nvPr>
            </p:nvSpPr>
            <p:spPr bwMode="auto">
              <a:xfrm>
                <a:off x="3837" y="24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9" name="Freeform 94"/>
              <p:cNvSpPr/>
              <p:nvPr>
                <p:custDataLst>
                  <p:tags r:id="rId340"/>
                </p:custDataLst>
              </p:nvPr>
            </p:nvSpPr>
            <p:spPr bwMode="auto">
              <a:xfrm>
                <a:off x="4398" y="229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0" name="Freeform 95"/>
              <p:cNvSpPr/>
              <p:nvPr>
                <p:custDataLst>
                  <p:tags r:id="rId341"/>
                </p:custDataLst>
              </p:nvPr>
            </p:nvSpPr>
            <p:spPr bwMode="auto">
              <a:xfrm>
                <a:off x="4376" y="2249"/>
                <a:ext cx="227" cy="119"/>
              </a:xfrm>
              <a:custGeom>
                <a:avLst/>
                <a:gdLst>
                  <a:gd name="T0" fmla="*/ 90 w 107"/>
                  <a:gd name="T1" fmla="*/ 34 h 56"/>
                  <a:gd name="T2" fmla="*/ 75 w 107"/>
                  <a:gd name="T3" fmla="*/ 23 h 56"/>
                  <a:gd name="T4" fmla="*/ 59 w 107"/>
                  <a:gd name="T5" fmla="*/ 22 h 56"/>
                  <a:gd name="T6" fmla="*/ 54 w 107"/>
                  <a:gd name="T7" fmla="*/ 18 h 56"/>
                  <a:gd name="T8" fmla="*/ 44 w 107"/>
                  <a:gd name="T9" fmla="*/ 13 h 56"/>
                  <a:gd name="T10" fmla="*/ 37 w 107"/>
                  <a:gd name="T11" fmla="*/ 9 h 56"/>
                  <a:gd name="T12" fmla="*/ 30 w 107"/>
                  <a:gd name="T13" fmla="*/ 11 h 56"/>
                  <a:gd name="T14" fmla="*/ 20 w 107"/>
                  <a:gd name="T15" fmla="*/ 8 h 56"/>
                  <a:gd name="T16" fmla="*/ 15 w 107"/>
                  <a:gd name="T17" fmla="*/ 6 h 56"/>
                  <a:gd name="T18" fmla="*/ 9 w 107"/>
                  <a:gd name="T19" fmla="*/ 1 h 56"/>
                  <a:gd name="T20" fmla="*/ 6 w 107"/>
                  <a:gd name="T21" fmla="*/ 1 h 56"/>
                  <a:gd name="T22" fmla="*/ 3 w 107"/>
                  <a:gd name="T23" fmla="*/ 3 h 56"/>
                  <a:gd name="T24" fmla="*/ 0 w 107"/>
                  <a:gd name="T25" fmla="*/ 5 h 56"/>
                  <a:gd name="T26" fmla="*/ 1 w 107"/>
                  <a:gd name="T27" fmla="*/ 8 h 56"/>
                  <a:gd name="T28" fmla="*/ 6 w 107"/>
                  <a:gd name="T29" fmla="*/ 9 h 56"/>
                  <a:gd name="T30" fmla="*/ 8 w 107"/>
                  <a:gd name="T31" fmla="*/ 14 h 56"/>
                  <a:gd name="T32" fmla="*/ 3 w 107"/>
                  <a:gd name="T33" fmla="*/ 19 h 56"/>
                  <a:gd name="T34" fmla="*/ 5 w 107"/>
                  <a:gd name="T35" fmla="*/ 20 h 56"/>
                  <a:gd name="T36" fmla="*/ 8 w 107"/>
                  <a:gd name="T37" fmla="*/ 18 h 56"/>
                  <a:gd name="T38" fmla="*/ 8 w 107"/>
                  <a:gd name="T39" fmla="*/ 20 h 56"/>
                  <a:gd name="T40" fmla="*/ 12 w 107"/>
                  <a:gd name="T41" fmla="*/ 17 h 56"/>
                  <a:gd name="T42" fmla="*/ 11 w 107"/>
                  <a:gd name="T43" fmla="*/ 22 h 56"/>
                  <a:gd name="T44" fmla="*/ 11 w 107"/>
                  <a:gd name="T45" fmla="*/ 25 h 56"/>
                  <a:gd name="T46" fmla="*/ 13 w 107"/>
                  <a:gd name="T47" fmla="*/ 23 h 56"/>
                  <a:gd name="T48" fmla="*/ 14 w 107"/>
                  <a:gd name="T49" fmla="*/ 25 h 56"/>
                  <a:gd name="T50" fmla="*/ 17 w 107"/>
                  <a:gd name="T51" fmla="*/ 22 h 56"/>
                  <a:gd name="T52" fmla="*/ 21 w 107"/>
                  <a:gd name="T53" fmla="*/ 18 h 56"/>
                  <a:gd name="T54" fmla="*/ 20 w 107"/>
                  <a:gd name="T55" fmla="*/ 23 h 56"/>
                  <a:gd name="T56" fmla="*/ 24 w 107"/>
                  <a:gd name="T57" fmla="*/ 26 h 56"/>
                  <a:gd name="T58" fmla="*/ 26 w 107"/>
                  <a:gd name="T59" fmla="*/ 27 h 56"/>
                  <a:gd name="T60" fmla="*/ 28 w 107"/>
                  <a:gd name="T61" fmla="*/ 27 h 56"/>
                  <a:gd name="T62" fmla="*/ 33 w 107"/>
                  <a:gd name="T63" fmla="*/ 29 h 56"/>
                  <a:gd name="T64" fmla="*/ 35 w 107"/>
                  <a:gd name="T65" fmla="*/ 30 h 56"/>
                  <a:gd name="T66" fmla="*/ 36 w 107"/>
                  <a:gd name="T67" fmla="*/ 30 h 56"/>
                  <a:gd name="T68" fmla="*/ 38 w 107"/>
                  <a:gd name="T69" fmla="*/ 28 h 56"/>
                  <a:gd name="T70" fmla="*/ 39 w 107"/>
                  <a:gd name="T71" fmla="*/ 31 h 56"/>
                  <a:gd name="T72" fmla="*/ 41 w 107"/>
                  <a:gd name="T73" fmla="*/ 30 h 56"/>
                  <a:gd name="T74" fmla="*/ 44 w 107"/>
                  <a:gd name="T75" fmla="*/ 33 h 56"/>
                  <a:gd name="T76" fmla="*/ 48 w 107"/>
                  <a:gd name="T77" fmla="*/ 34 h 56"/>
                  <a:gd name="T78" fmla="*/ 50 w 107"/>
                  <a:gd name="T79" fmla="*/ 37 h 56"/>
                  <a:gd name="T80" fmla="*/ 52 w 107"/>
                  <a:gd name="T81" fmla="*/ 36 h 56"/>
                  <a:gd name="T82" fmla="*/ 52 w 107"/>
                  <a:gd name="T83" fmla="*/ 37 h 56"/>
                  <a:gd name="T84" fmla="*/ 55 w 107"/>
                  <a:gd name="T85" fmla="*/ 37 h 56"/>
                  <a:gd name="T86" fmla="*/ 58 w 107"/>
                  <a:gd name="T87" fmla="*/ 38 h 56"/>
                  <a:gd name="T88" fmla="*/ 61 w 107"/>
                  <a:gd name="T89" fmla="*/ 38 h 56"/>
                  <a:gd name="T90" fmla="*/ 67 w 107"/>
                  <a:gd name="T91" fmla="*/ 33 h 56"/>
                  <a:gd name="T92" fmla="*/ 67 w 107"/>
                  <a:gd name="T93" fmla="*/ 38 h 56"/>
                  <a:gd name="T94" fmla="*/ 71 w 107"/>
                  <a:gd name="T95" fmla="*/ 39 h 56"/>
                  <a:gd name="T96" fmla="*/ 73 w 107"/>
                  <a:gd name="T97" fmla="*/ 40 h 56"/>
                  <a:gd name="T98" fmla="*/ 79 w 107"/>
                  <a:gd name="T99" fmla="*/ 44 h 56"/>
                  <a:gd name="T100" fmla="*/ 81 w 107"/>
                  <a:gd name="T101" fmla="*/ 46 h 56"/>
                  <a:gd name="T102" fmla="*/ 90 w 107"/>
                  <a:gd name="T103" fmla="*/ 46 h 56"/>
                  <a:gd name="T104" fmla="*/ 93 w 107"/>
                  <a:gd name="T105" fmla="*/ 4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7" h="56">
                    <a:moveTo>
                      <a:pt x="102" y="41"/>
                    </a:moveTo>
                    <a:cubicBezTo>
                      <a:pt x="101" y="41"/>
                      <a:pt x="100" y="41"/>
                      <a:pt x="100" y="40"/>
                    </a:cubicBezTo>
                    <a:cubicBezTo>
                      <a:pt x="96" y="38"/>
                      <a:pt x="96" y="32"/>
                      <a:pt x="92" y="32"/>
                    </a:cubicBezTo>
                    <a:cubicBezTo>
                      <a:pt x="91" y="33"/>
                      <a:pt x="91" y="34"/>
                      <a:pt x="90" y="34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9" y="34"/>
                      <a:pt x="90" y="33"/>
                      <a:pt x="91" y="33"/>
                    </a:cubicBezTo>
                    <a:cubicBezTo>
                      <a:pt x="89" y="32"/>
                      <a:pt x="88" y="32"/>
                      <a:pt x="87" y="31"/>
                    </a:cubicBezTo>
                    <a:cubicBezTo>
                      <a:pt x="86" y="32"/>
                      <a:pt x="86" y="30"/>
                      <a:pt x="85" y="32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4" y="32"/>
                      <a:pt x="84" y="32"/>
                      <a:pt x="85" y="29"/>
                    </a:cubicBezTo>
                    <a:cubicBezTo>
                      <a:pt x="82" y="25"/>
                      <a:pt x="78" y="26"/>
                      <a:pt x="75" y="23"/>
                    </a:cubicBezTo>
                    <a:cubicBezTo>
                      <a:pt x="72" y="22"/>
                      <a:pt x="68" y="22"/>
                      <a:pt x="64" y="21"/>
                    </a:cubicBezTo>
                    <a:cubicBezTo>
                      <a:pt x="62" y="24"/>
                      <a:pt x="62" y="23"/>
                      <a:pt x="60" y="25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5"/>
                      <a:pt x="60" y="24"/>
                      <a:pt x="60" y="22"/>
                    </a:cubicBezTo>
                    <a:cubicBezTo>
                      <a:pt x="60" y="23"/>
                      <a:pt x="60" y="22"/>
                      <a:pt x="59" y="24"/>
                    </a:cubicBezTo>
                    <a:cubicBezTo>
                      <a:pt x="58" y="26"/>
                      <a:pt x="60" y="21"/>
                      <a:pt x="59" y="22"/>
                    </a:cubicBezTo>
                    <a:cubicBezTo>
                      <a:pt x="60" y="21"/>
                      <a:pt x="59" y="23"/>
                      <a:pt x="59" y="22"/>
                    </a:cubicBezTo>
                    <a:cubicBezTo>
                      <a:pt x="57" y="24"/>
                      <a:pt x="60" y="22"/>
                      <a:pt x="59" y="19"/>
                    </a:cubicBezTo>
                    <a:cubicBezTo>
                      <a:pt x="57" y="19"/>
                      <a:pt x="55" y="20"/>
                      <a:pt x="54" y="19"/>
                    </a:cubicBezTo>
                    <a:cubicBezTo>
                      <a:pt x="54" y="19"/>
                      <a:pt x="54" y="20"/>
                      <a:pt x="54" y="20"/>
                    </a:cubicBezTo>
                    <a:cubicBezTo>
                      <a:pt x="55" y="17"/>
                      <a:pt x="53" y="21"/>
                      <a:pt x="53" y="19"/>
                    </a:cubicBezTo>
                    <a:cubicBezTo>
                      <a:pt x="53" y="19"/>
                      <a:pt x="53" y="19"/>
                      <a:pt x="54" y="18"/>
                    </a:cubicBezTo>
                    <a:cubicBezTo>
                      <a:pt x="54" y="17"/>
                      <a:pt x="52" y="18"/>
                      <a:pt x="52" y="17"/>
                    </a:cubicBezTo>
                    <a:cubicBezTo>
                      <a:pt x="51" y="18"/>
                      <a:pt x="52" y="15"/>
                      <a:pt x="51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9" y="18"/>
                      <a:pt x="50" y="13"/>
                      <a:pt x="49" y="15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7" y="14"/>
                      <a:pt x="46" y="12"/>
                      <a:pt x="44" y="13"/>
                    </a:cubicBezTo>
                    <a:cubicBezTo>
                      <a:pt x="43" y="13"/>
                      <a:pt x="43" y="10"/>
                      <a:pt x="41" y="11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1" y="11"/>
                      <a:pt x="41" y="11"/>
                    </a:cubicBezTo>
                    <a:cubicBezTo>
                      <a:pt x="40" y="12"/>
                      <a:pt x="40" y="10"/>
                      <a:pt x="39" y="10"/>
                    </a:cubicBezTo>
                    <a:cubicBezTo>
                      <a:pt x="39" y="10"/>
                      <a:pt x="39" y="10"/>
                      <a:pt x="39" y="11"/>
                    </a:cubicBezTo>
                    <a:cubicBezTo>
                      <a:pt x="39" y="9"/>
                      <a:pt x="37" y="11"/>
                      <a:pt x="37" y="9"/>
                    </a:cubicBezTo>
                    <a:cubicBezTo>
                      <a:pt x="35" y="12"/>
                      <a:pt x="35" y="11"/>
                      <a:pt x="35" y="11"/>
                    </a:cubicBezTo>
                    <a:cubicBezTo>
                      <a:pt x="35" y="11"/>
                      <a:pt x="35" y="10"/>
                      <a:pt x="35" y="10"/>
                    </a:cubicBezTo>
                    <a:cubicBezTo>
                      <a:pt x="35" y="10"/>
                      <a:pt x="34" y="10"/>
                      <a:pt x="34" y="9"/>
                    </a:cubicBezTo>
                    <a:cubicBezTo>
                      <a:pt x="34" y="9"/>
                      <a:pt x="33" y="11"/>
                      <a:pt x="33" y="10"/>
                    </a:cubicBezTo>
                    <a:cubicBezTo>
                      <a:pt x="34" y="8"/>
                      <a:pt x="32" y="10"/>
                      <a:pt x="32" y="9"/>
                    </a:cubicBezTo>
                    <a:cubicBezTo>
                      <a:pt x="31" y="10"/>
                      <a:pt x="30" y="12"/>
                      <a:pt x="30" y="11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0" y="9"/>
                      <a:pt x="30" y="6"/>
                      <a:pt x="27" y="8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6" y="8"/>
                      <a:pt x="25" y="5"/>
                      <a:pt x="23" y="7"/>
                    </a:cubicBezTo>
                    <a:cubicBezTo>
                      <a:pt x="23" y="6"/>
                      <a:pt x="23" y="6"/>
                      <a:pt x="22" y="5"/>
                    </a:cubicBezTo>
                    <a:cubicBezTo>
                      <a:pt x="21" y="7"/>
                      <a:pt x="21" y="6"/>
                      <a:pt x="20" y="8"/>
                    </a:cubicBezTo>
                    <a:cubicBezTo>
                      <a:pt x="19" y="8"/>
                      <a:pt x="20" y="7"/>
                      <a:pt x="20" y="6"/>
                    </a:cubicBezTo>
                    <a:cubicBezTo>
                      <a:pt x="20" y="6"/>
                      <a:pt x="21" y="3"/>
                      <a:pt x="19" y="5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8" y="5"/>
                      <a:pt x="17" y="6"/>
                      <a:pt x="17" y="5"/>
                    </a:cubicBezTo>
                    <a:cubicBezTo>
                      <a:pt x="16" y="6"/>
                      <a:pt x="16" y="6"/>
                      <a:pt x="15" y="7"/>
                    </a:cubicBezTo>
                    <a:cubicBezTo>
                      <a:pt x="15" y="7"/>
                      <a:pt x="16" y="5"/>
                      <a:pt x="15" y="6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4" y="2"/>
                      <a:pt x="11" y="4"/>
                      <a:pt x="12" y="2"/>
                    </a:cubicBezTo>
                    <a:cubicBezTo>
                      <a:pt x="11" y="3"/>
                      <a:pt x="11" y="1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2"/>
                      <a:pt x="9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2"/>
                      <a:pt x="5" y="4"/>
                      <a:pt x="4" y="5"/>
                    </a:cubicBezTo>
                    <a:cubicBezTo>
                      <a:pt x="5" y="4"/>
                      <a:pt x="4" y="5"/>
                      <a:pt x="4" y="4"/>
                    </a:cubicBezTo>
                    <a:cubicBezTo>
                      <a:pt x="5" y="3"/>
                      <a:pt x="6" y="2"/>
                      <a:pt x="7" y="1"/>
                    </a:cubicBezTo>
                    <a:cubicBezTo>
                      <a:pt x="7" y="0"/>
                      <a:pt x="5" y="3"/>
                      <a:pt x="6" y="1"/>
                    </a:cubicBezTo>
                    <a:cubicBezTo>
                      <a:pt x="6" y="0"/>
                      <a:pt x="5" y="0"/>
                      <a:pt x="4" y="2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2" y="3"/>
                      <a:pt x="3" y="3"/>
                      <a:pt x="3" y="3"/>
                    </a:cubicBezTo>
                    <a:cubicBezTo>
                      <a:pt x="2" y="4"/>
                      <a:pt x="1" y="5"/>
                      <a:pt x="2" y="3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1" y="3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0" y="6"/>
                      <a:pt x="2" y="6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4" y="3"/>
                      <a:pt x="3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3" y="6"/>
                      <a:pt x="3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3" y="5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9"/>
                      <a:pt x="3" y="6"/>
                      <a:pt x="4" y="6"/>
                    </a:cubicBezTo>
                    <a:cubicBezTo>
                      <a:pt x="4" y="7"/>
                      <a:pt x="2" y="9"/>
                      <a:pt x="2" y="10"/>
                    </a:cubicBezTo>
                    <a:cubicBezTo>
                      <a:pt x="2" y="10"/>
                      <a:pt x="4" y="9"/>
                      <a:pt x="3" y="11"/>
                    </a:cubicBezTo>
                    <a:cubicBezTo>
                      <a:pt x="4" y="10"/>
                      <a:pt x="5" y="10"/>
                      <a:pt x="6" y="9"/>
                    </a:cubicBezTo>
                    <a:cubicBezTo>
                      <a:pt x="6" y="9"/>
                      <a:pt x="4" y="11"/>
                      <a:pt x="5" y="11"/>
                    </a:cubicBezTo>
                    <a:cubicBezTo>
                      <a:pt x="5" y="11"/>
                      <a:pt x="4" y="12"/>
                      <a:pt x="4" y="13"/>
                    </a:cubicBezTo>
                    <a:cubicBezTo>
                      <a:pt x="5" y="12"/>
                      <a:pt x="4" y="13"/>
                      <a:pt x="5" y="11"/>
                    </a:cubicBezTo>
                    <a:cubicBezTo>
                      <a:pt x="6" y="12"/>
                      <a:pt x="6" y="13"/>
                      <a:pt x="7" y="12"/>
                    </a:cubicBezTo>
                    <a:cubicBezTo>
                      <a:pt x="7" y="12"/>
                      <a:pt x="6" y="14"/>
                      <a:pt x="5" y="15"/>
                    </a:cubicBezTo>
                    <a:cubicBezTo>
                      <a:pt x="6" y="13"/>
                      <a:pt x="7" y="13"/>
                      <a:pt x="8" y="14"/>
                    </a:cubicBezTo>
                    <a:cubicBezTo>
                      <a:pt x="9" y="12"/>
                      <a:pt x="8" y="12"/>
                      <a:pt x="9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9" y="11"/>
                      <a:pt x="8" y="14"/>
                      <a:pt x="8" y="14"/>
                    </a:cubicBezTo>
                    <a:cubicBezTo>
                      <a:pt x="6" y="16"/>
                      <a:pt x="8" y="13"/>
                      <a:pt x="6" y="16"/>
                    </a:cubicBezTo>
                    <a:cubicBezTo>
                      <a:pt x="5" y="18"/>
                      <a:pt x="4" y="17"/>
                      <a:pt x="5" y="16"/>
                    </a:cubicBezTo>
                    <a:cubicBezTo>
                      <a:pt x="3" y="18"/>
                      <a:pt x="5" y="17"/>
                      <a:pt x="3" y="19"/>
                    </a:cubicBezTo>
                    <a:cubicBezTo>
                      <a:pt x="4" y="19"/>
                      <a:pt x="5" y="18"/>
                      <a:pt x="5" y="18"/>
                    </a:cubicBezTo>
                    <a:cubicBezTo>
                      <a:pt x="6" y="17"/>
                      <a:pt x="6" y="16"/>
                      <a:pt x="7" y="16"/>
                    </a:cubicBezTo>
                    <a:cubicBezTo>
                      <a:pt x="8" y="14"/>
                      <a:pt x="6" y="17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7" y="18"/>
                      <a:pt x="7" y="18"/>
                    </a:cubicBezTo>
                    <a:cubicBezTo>
                      <a:pt x="5" y="21"/>
                      <a:pt x="6" y="18"/>
                      <a:pt x="5" y="20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19"/>
                      <a:pt x="6" y="20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0"/>
                      <a:pt x="7" y="18"/>
                      <a:pt x="7" y="18"/>
                    </a:cubicBezTo>
                    <a:cubicBezTo>
                      <a:pt x="9" y="16"/>
                      <a:pt x="7" y="18"/>
                      <a:pt x="8" y="18"/>
                    </a:cubicBezTo>
                    <a:cubicBezTo>
                      <a:pt x="9" y="16"/>
                      <a:pt x="8" y="18"/>
                      <a:pt x="9" y="16"/>
                    </a:cubicBezTo>
                    <a:cubicBezTo>
                      <a:pt x="9" y="15"/>
                      <a:pt x="10" y="15"/>
                      <a:pt x="10" y="15"/>
                    </a:cubicBezTo>
                    <a:cubicBezTo>
                      <a:pt x="10" y="15"/>
                      <a:pt x="9" y="17"/>
                      <a:pt x="9" y="18"/>
                    </a:cubicBezTo>
                    <a:cubicBezTo>
                      <a:pt x="9" y="18"/>
                      <a:pt x="8" y="18"/>
                      <a:pt x="9" y="17"/>
                    </a:cubicBezTo>
                    <a:cubicBezTo>
                      <a:pt x="7" y="19"/>
                      <a:pt x="7" y="21"/>
                      <a:pt x="6" y="21"/>
                    </a:cubicBezTo>
                    <a:cubicBezTo>
                      <a:pt x="6" y="23"/>
                      <a:pt x="7" y="20"/>
                      <a:pt x="8" y="20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4"/>
                      <a:pt x="7" y="21"/>
                      <a:pt x="8" y="21"/>
                    </a:cubicBezTo>
                    <a:cubicBezTo>
                      <a:pt x="10" y="18"/>
                      <a:pt x="11" y="18"/>
                      <a:pt x="12" y="15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6"/>
                      <a:pt x="13" y="16"/>
                      <a:pt x="11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2"/>
                      <a:pt x="9" y="23"/>
                      <a:pt x="10" y="23"/>
                    </a:cubicBezTo>
                    <a:cubicBezTo>
                      <a:pt x="10" y="22"/>
                      <a:pt x="11" y="20"/>
                      <a:pt x="11" y="20"/>
                    </a:cubicBezTo>
                    <a:cubicBezTo>
                      <a:pt x="12" y="20"/>
                      <a:pt x="11" y="22"/>
                      <a:pt x="11" y="22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3"/>
                      <a:pt x="9" y="24"/>
                      <a:pt x="10" y="24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3" y="20"/>
                      <a:pt x="12" y="21"/>
                      <a:pt x="12" y="21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0" y="25"/>
                      <a:pt x="11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2" y="24"/>
                      <a:pt x="12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4"/>
                      <a:pt x="13" y="22"/>
                      <a:pt x="12" y="24"/>
                    </a:cubicBezTo>
                    <a:cubicBezTo>
                      <a:pt x="14" y="22"/>
                      <a:pt x="12" y="24"/>
                      <a:pt x="13" y="23"/>
                    </a:cubicBezTo>
                    <a:cubicBezTo>
                      <a:pt x="13" y="21"/>
                      <a:pt x="14" y="21"/>
                      <a:pt x="14" y="21"/>
                    </a:cubicBezTo>
                    <a:cubicBezTo>
                      <a:pt x="13" y="24"/>
                      <a:pt x="14" y="22"/>
                      <a:pt x="14" y="22"/>
                    </a:cubicBezTo>
                    <a:cubicBezTo>
                      <a:pt x="14" y="23"/>
                      <a:pt x="14" y="23"/>
                      <a:pt x="14" y="24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5"/>
                      <a:pt x="15" y="22"/>
                      <a:pt x="15" y="23"/>
                    </a:cubicBezTo>
                    <a:cubicBezTo>
                      <a:pt x="14" y="24"/>
                      <a:pt x="14" y="25"/>
                      <a:pt x="14" y="25"/>
                    </a:cubicBezTo>
                    <a:cubicBezTo>
                      <a:pt x="15" y="23"/>
                      <a:pt x="16" y="23"/>
                      <a:pt x="16" y="21"/>
                    </a:cubicBezTo>
                    <a:cubicBezTo>
                      <a:pt x="16" y="22"/>
                      <a:pt x="15" y="24"/>
                      <a:pt x="14" y="26"/>
                    </a:cubicBezTo>
                    <a:cubicBezTo>
                      <a:pt x="15" y="24"/>
                      <a:pt x="14" y="27"/>
                      <a:pt x="15" y="25"/>
                    </a:cubicBezTo>
                    <a:cubicBezTo>
                      <a:pt x="15" y="24"/>
                      <a:pt x="16" y="23"/>
                      <a:pt x="17" y="22"/>
                    </a:cubicBezTo>
                    <a:cubicBezTo>
                      <a:pt x="17" y="23"/>
                      <a:pt x="16" y="23"/>
                      <a:pt x="16" y="24"/>
                    </a:cubicBezTo>
                    <a:cubicBezTo>
                      <a:pt x="16" y="24"/>
                      <a:pt x="17" y="23"/>
                      <a:pt x="17" y="22"/>
                    </a:cubicBezTo>
                    <a:cubicBezTo>
                      <a:pt x="17" y="22"/>
                      <a:pt x="19" y="20"/>
                      <a:pt x="18" y="22"/>
                    </a:cubicBezTo>
                    <a:cubicBezTo>
                      <a:pt x="18" y="23"/>
                      <a:pt x="17" y="22"/>
                      <a:pt x="17" y="23"/>
                    </a:cubicBezTo>
                    <a:cubicBezTo>
                      <a:pt x="17" y="24"/>
                      <a:pt x="19" y="20"/>
                      <a:pt x="20" y="20"/>
                    </a:cubicBezTo>
                    <a:cubicBezTo>
                      <a:pt x="20" y="19"/>
                      <a:pt x="22" y="16"/>
                      <a:pt x="22" y="15"/>
                    </a:cubicBezTo>
                    <a:cubicBezTo>
                      <a:pt x="23" y="16"/>
                      <a:pt x="22" y="16"/>
                      <a:pt x="21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21"/>
                      <a:pt x="18" y="22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8" y="24"/>
                      <a:pt x="18" y="26"/>
                      <a:pt x="18" y="26"/>
                    </a:cubicBezTo>
                    <a:cubicBezTo>
                      <a:pt x="19" y="24"/>
                      <a:pt x="17" y="26"/>
                      <a:pt x="18" y="25"/>
                    </a:cubicBezTo>
                    <a:cubicBezTo>
                      <a:pt x="19" y="25"/>
                      <a:pt x="20" y="22"/>
                      <a:pt x="20" y="23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7"/>
                      <a:pt x="19" y="24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7"/>
                      <a:pt x="21" y="28"/>
                      <a:pt x="23" y="24"/>
                    </a:cubicBezTo>
                    <a:cubicBezTo>
                      <a:pt x="23" y="26"/>
                      <a:pt x="23" y="26"/>
                      <a:pt x="23" y="27"/>
                    </a:cubicBezTo>
                    <a:cubicBezTo>
                      <a:pt x="23" y="27"/>
                      <a:pt x="24" y="26"/>
                      <a:pt x="24" y="26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29"/>
                      <a:pt x="24" y="27"/>
                      <a:pt x="25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9"/>
                      <a:pt x="25" y="27"/>
                      <a:pt x="26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7" y="26"/>
                      <a:pt x="26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8"/>
                      <a:pt x="27" y="29"/>
                      <a:pt x="27" y="28"/>
                    </a:cubicBezTo>
                    <a:cubicBezTo>
                      <a:pt x="28" y="28"/>
                      <a:pt x="28" y="27"/>
                      <a:pt x="28" y="26"/>
                    </a:cubicBezTo>
                    <a:cubicBezTo>
                      <a:pt x="29" y="24"/>
                      <a:pt x="28" y="26"/>
                      <a:pt x="29" y="25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30"/>
                      <a:pt x="29" y="28"/>
                      <a:pt x="30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0"/>
                      <a:pt x="32" y="28"/>
                      <a:pt x="32" y="30"/>
                    </a:cubicBezTo>
                    <a:cubicBezTo>
                      <a:pt x="32" y="29"/>
                      <a:pt x="33" y="26"/>
                      <a:pt x="34" y="26"/>
                    </a:cubicBezTo>
                    <a:cubicBezTo>
                      <a:pt x="35" y="25"/>
                      <a:pt x="33" y="29"/>
                      <a:pt x="32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29"/>
                      <a:pt x="34" y="28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1"/>
                      <a:pt x="34" y="31"/>
                    </a:cubicBezTo>
                    <a:cubicBezTo>
                      <a:pt x="35" y="29"/>
                      <a:pt x="35" y="30"/>
                      <a:pt x="36" y="29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2"/>
                      <a:pt x="36" y="29"/>
                      <a:pt x="36" y="29"/>
                    </a:cubicBezTo>
                    <a:cubicBezTo>
                      <a:pt x="37" y="28"/>
                      <a:pt x="37" y="29"/>
                      <a:pt x="36" y="30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5" y="31"/>
                      <a:pt x="36" y="30"/>
                      <a:pt x="36" y="31"/>
                    </a:cubicBezTo>
                    <a:cubicBezTo>
                      <a:pt x="36" y="31"/>
                      <a:pt x="37" y="29"/>
                      <a:pt x="37" y="30"/>
                    </a:cubicBezTo>
                    <a:cubicBezTo>
                      <a:pt x="37" y="30"/>
                      <a:pt x="37" y="30"/>
                      <a:pt x="37" y="31"/>
                    </a:cubicBezTo>
                    <a:cubicBezTo>
                      <a:pt x="37" y="30"/>
                      <a:pt x="37" y="31"/>
                      <a:pt x="38" y="30"/>
                    </a:cubicBezTo>
                    <a:cubicBezTo>
                      <a:pt x="38" y="30"/>
                      <a:pt x="38" y="29"/>
                      <a:pt x="38" y="28"/>
                    </a:cubicBezTo>
                    <a:cubicBezTo>
                      <a:pt x="38" y="28"/>
                      <a:pt x="39" y="28"/>
                      <a:pt x="38" y="28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8" y="28"/>
                      <a:pt x="38" y="29"/>
                      <a:pt x="39" y="2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1"/>
                      <a:pt x="39" y="31"/>
                      <a:pt x="39" y="32"/>
                    </a:cubicBezTo>
                    <a:cubicBezTo>
                      <a:pt x="39" y="33"/>
                      <a:pt x="41" y="28"/>
                      <a:pt x="41" y="30"/>
                    </a:cubicBezTo>
                    <a:cubicBezTo>
                      <a:pt x="40" y="31"/>
                      <a:pt x="40" y="32"/>
                      <a:pt x="40" y="32"/>
                    </a:cubicBezTo>
                    <a:cubicBezTo>
                      <a:pt x="40" y="32"/>
                      <a:pt x="41" y="31"/>
                      <a:pt x="41" y="31"/>
                    </a:cubicBezTo>
                    <a:cubicBezTo>
                      <a:pt x="41" y="31"/>
                      <a:pt x="40" y="33"/>
                      <a:pt x="40" y="31"/>
                    </a:cubicBezTo>
                    <a:cubicBezTo>
                      <a:pt x="41" y="30"/>
                      <a:pt x="41" y="31"/>
                      <a:pt x="41" y="30"/>
                    </a:cubicBezTo>
                    <a:cubicBezTo>
                      <a:pt x="40" y="35"/>
                      <a:pt x="42" y="32"/>
                      <a:pt x="42" y="34"/>
                    </a:cubicBezTo>
                    <a:cubicBezTo>
                      <a:pt x="43" y="32"/>
                      <a:pt x="43" y="34"/>
                      <a:pt x="43" y="33"/>
                    </a:cubicBezTo>
                    <a:cubicBezTo>
                      <a:pt x="42" y="35"/>
                      <a:pt x="44" y="33"/>
                      <a:pt x="43" y="34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3"/>
                      <a:pt x="46" y="29"/>
                      <a:pt x="45" y="31"/>
                    </a:cubicBezTo>
                    <a:cubicBezTo>
                      <a:pt x="45" y="32"/>
                      <a:pt x="45" y="33"/>
                      <a:pt x="44" y="33"/>
                    </a:cubicBezTo>
                    <a:cubicBezTo>
                      <a:pt x="44" y="36"/>
                      <a:pt x="46" y="32"/>
                      <a:pt x="45" y="35"/>
                    </a:cubicBezTo>
                    <a:cubicBezTo>
                      <a:pt x="46" y="34"/>
                      <a:pt x="46" y="32"/>
                      <a:pt x="47" y="31"/>
                    </a:cubicBezTo>
                    <a:cubicBezTo>
                      <a:pt x="47" y="33"/>
                      <a:pt x="47" y="34"/>
                      <a:pt x="46" y="34"/>
                    </a:cubicBezTo>
                    <a:cubicBezTo>
                      <a:pt x="47" y="34"/>
                      <a:pt x="47" y="33"/>
                      <a:pt x="47" y="34"/>
                    </a:cubicBezTo>
                    <a:cubicBezTo>
                      <a:pt x="47" y="35"/>
                      <a:pt x="47" y="35"/>
                      <a:pt x="46" y="35"/>
                    </a:cubicBezTo>
                    <a:cubicBezTo>
                      <a:pt x="46" y="36"/>
                      <a:pt x="47" y="35"/>
                      <a:pt x="48" y="34"/>
                    </a:cubicBezTo>
                    <a:cubicBezTo>
                      <a:pt x="47" y="36"/>
                      <a:pt x="48" y="35"/>
                      <a:pt x="48" y="37"/>
                    </a:cubicBezTo>
                    <a:cubicBezTo>
                      <a:pt x="49" y="35"/>
                      <a:pt x="48" y="38"/>
                      <a:pt x="49" y="35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5"/>
                      <a:pt x="51" y="33"/>
                      <a:pt x="51" y="33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49" y="37"/>
                      <a:pt x="50" y="36"/>
                      <a:pt x="50" y="37"/>
                    </a:cubicBezTo>
                    <a:cubicBezTo>
                      <a:pt x="50" y="35"/>
                      <a:pt x="50" y="37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2" y="35"/>
                      <a:pt x="52" y="34"/>
                      <a:pt x="52" y="34"/>
                    </a:cubicBezTo>
                    <a:cubicBezTo>
                      <a:pt x="52" y="34"/>
                      <a:pt x="51" y="36"/>
                      <a:pt x="51" y="36"/>
                    </a:cubicBezTo>
                    <a:cubicBezTo>
                      <a:pt x="51" y="37"/>
                      <a:pt x="51" y="37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9"/>
                      <a:pt x="52" y="37"/>
                      <a:pt x="53" y="37"/>
                    </a:cubicBezTo>
                    <a:cubicBezTo>
                      <a:pt x="53" y="38"/>
                      <a:pt x="54" y="37"/>
                      <a:pt x="55" y="37"/>
                    </a:cubicBezTo>
                    <a:cubicBezTo>
                      <a:pt x="55" y="37"/>
                      <a:pt x="54" y="38"/>
                      <a:pt x="55" y="37"/>
                    </a:cubicBezTo>
                    <a:cubicBezTo>
                      <a:pt x="55" y="37"/>
                      <a:pt x="56" y="36"/>
                      <a:pt x="55" y="37"/>
                    </a:cubicBezTo>
                    <a:cubicBezTo>
                      <a:pt x="56" y="36"/>
                      <a:pt x="55" y="38"/>
                      <a:pt x="55" y="38"/>
                    </a:cubicBezTo>
                    <a:cubicBezTo>
                      <a:pt x="55" y="38"/>
                      <a:pt x="56" y="37"/>
                      <a:pt x="56" y="37"/>
                    </a:cubicBezTo>
                    <a:cubicBezTo>
                      <a:pt x="55" y="39"/>
                      <a:pt x="58" y="36"/>
                      <a:pt x="57" y="38"/>
                    </a:cubicBezTo>
                    <a:cubicBezTo>
                      <a:pt x="58" y="37"/>
                      <a:pt x="57" y="38"/>
                      <a:pt x="57" y="39"/>
                    </a:cubicBezTo>
                    <a:cubicBezTo>
                      <a:pt x="57" y="38"/>
                      <a:pt x="58" y="38"/>
                      <a:pt x="59" y="36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38"/>
                      <a:pt x="59" y="38"/>
                      <a:pt x="60" y="37"/>
                    </a:cubicBezTo>
                    <a:cubicBezTo>
                      <a:pt x="60" y="36"/>
                      <a:pt x="61" y="35"/>
                      <a:pt x="61" y="35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61" y="36"/>
                      <a:pt x="62" y="35"/>
                      <a:pt x="62" y="35"/>
                    </a:cubicBezTo>
                    <a:cubicBezTo>
                      <a:pt x="62" y="36"/>
                      <a:pt x="62" y="35"/>
                      <a:pt x="61" y="36"/>
                    </a:cubicBezTo>
                    <a:cubicBezTo>
                      <a:pt x="60" y="39"/>
                      <a:pt x="61" y="38"/>
                      <a:pt x="61" y="38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1" y="38"/>
                      <a:pt x="62" y="38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4"/>
                      <a:pt x="64" y="36"/>
                      <a:pt x="63" y="37"/>
                    </a:cubicBezTo>
                    <a:cubicBezTo>
                      <a:pt x="64" y="37"/>
                      <a:pt x="65" y="34"/>
                      <a:pt x="66" y="33"/>
                    </a:cubicBezTo>
                    <a:cubicBezTo>
                      <a:pt x="66" y="34"/>
                      <a:pt x="67" y="33"/>
                      <a:pt x="67" y="33"/>
                    </a:cubicBezTo>
                    <a:cubicBezTo>
                      <a:pt x="67" y="34"/>
                      <a:pt x="67" y="33"/>
                      <a:pt x="67" y="34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5"/>
                      <a:pt x="65" y="37"/>
                      <a:pt x="65" y="38"/>
                    </a:cubicBezTo>
                    <a:cubicBezTo>
                      <a:pt x="65" y="37"/>
                      <a:pt x="66" y="39"/>
                      <a:pt x="66" y="39"/>
                    </a:cubicBezTo>
                    <a:cubicBezTo>
                      <a:pt x="67" y="36"/>
                      <a:pt x="67" y="38"/>
                      <a:pt x="68" y="36"/>
                    </a:cubicBezTo>
                    <a:cubicBezTo>
                      <a:pt x="69" y="36"/>
                      <a:pt x="67" y="38"/>
                      <a:pt x="67" y="38"/>
                    </a:cubicBezTo>
                    <a:cubicBezTo>
                      <a:pt x="68" y="38"/>
                      <a:pt x="68" y="39"/>
                      <a:pt x="69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8"/>
                      <a:pt x="70" y="39"/>
                      <a:pt x="71" y="38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40"/>
                      <a:pt x="72" y="36"/>
                      <a:pt x="72" y="37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8"/>
                      <a:pt x="71" y="40"/>
                      <a:pt x="72" y="38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9"/>
                      <a:pt x="73" y="39"/>
                      <a:pt x="74" y="38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2" y="41"/>
                      <a:pt x="74" y="38"/>
                      <a:pt x="74" y="39"/>
                    </a:cubicBezTo>
                    <a:cubicBezTo>
                      <a:pt x="74" y="39"/>
                      <a:pt x="74" y="40"/>
                      <a:pt x="73" y="40"/>
                    </a:cubicBezTo>
                    <a:cubicBezTo>
                      <a:pt x="74" y="39"/>
                      <a:pt x="75" y="39"/>
                      <a:pt x="75" y="39"/>
                    </a:cubicBezTo>
                    <a:cubicBezTo>
                      <a:pt x="74" y="41"/>
                      <a:pt x="74" y="41"/>
                      <a:pt x="74" y="41"/>
                    </a:cubicBezTo>
                    <a:cubicBezTo>
                      <a:pt x="76" y="42"/>
                      <a:pt x="77" y="43"/>
                      <a:pt x="80" y="42"/>
                    </a:cubicBezTo>
                    <a:cubicBezTo>
                      <a:pt x="79" y="44"/>
                      <a:pt x="79" y="43"/>
                      <a:pt x="78" y="45"/>
                    </a:cubicBezTo>
                    <a:cubicBezTo>
                      <a:pt x="79" y="43"/>
                      <a:pt x="79" y="44"/>
                      <a:pt x="79" y="44"/>
                    </a:cubicBezTo>
                    <a:cubicBezTo>
                      <a:pt x="79" y="44"/>
                      <a:pt x="79" y="44"/>
                      <a:pt x="79" y="44"/>
                    </a:cubicBezTo>
                    <a:cubicBezTo>
                      <a:pt x="80" y="44"/>
                      <a:pt x="79" y="45"/>
                      <a:pt x="80" y="45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43"/>
                      <a:pt x="79" y="47"/>
                      <a:pt x="81" y="45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81" y="44"/>
                      <a:pt x="80" y="47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7"/>
                      <a:pt x="83" y="44"/>
                      <a:pt x="82" y="46"/>
                    </a:cubicBezTo>
                    <a:cubicBezTo>
                      <a:pt x="83" y="46"/>
                      <a:pt x="83" y="46"/>
                      <a:pt x="84" y="44"/>
                    </a:cubicBezTo>
                    <a:cubicBezTo>
                      <a:pt x="83" y="46"/>
                      <a:pt x="83" y="46"/>
                      <a:pt x="83" y="46"/>
                    </a:cubicBezTo>
                    <a:cubicBezTo>
                      <a:pt x="85" y="46"/>
                      <a:pt x="86" y="47"/>
                      <a:pt x="88" y="46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9" y="45"/>
                      <a:pt x="87" y="49"/>
                      <a:pt x="90" y="46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7"/>
                      <a:pt x="92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1" y="47"/>
                      <a:pt x="93" y="45"/>
                      <a:pt x="93" y="46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92" y="50"/>
                      <a:pt x="93" y="54"/>
                      <a:pt x="96" y="51"/>
                    </a:cubicBezTo>
                    <a:cubicBezTo>
                      <a:pt x="97" y="51"/>
                      <a:pt x="95" y="53"/>
                      <a:pt x="95" y="53"/>
                    </a:cubicBezTo>
                    <a:cubicBezTo>
                      <a:pt x="99" y="51"/>
                      <a:pt x="97" y="56"/>
                      <a:pt x="101" y="53"/>
                    </a:cubicBezTo>
                    <a:cubicBezTo>
                      <a:pt x="103" y="52"/>
                      <a:pt x="107" y="48"/>
                      <a:pt x="107" y="48"/>
                    </a:cubicBezTo>
                    <a:cubicBezTo>
                      <a:pt x="103" y="48"/>
                      <a:pt x="103" y="45"/>
                      <a:pt x="10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1" name="Freeform 96"/>
              <p:cNvSpPr/>
              <p:nvPr>
                <p:custDataLst>
                  <p:tags r:id="rId342"/>
                </p:custDataLst>
              </p:nvPr>
            </p:nvSpPr>
            <p:spPr bwMode="auto">
              <a:xfrm>
                <a:off x="4117" y="22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2" name="Freeform 97"/>
              <p:cNvSpPr/>
              <p:nvPr>
                <p:custDataLst>
                  <p:tags r:id="rId343"/>
                </p:custDataLst>
              </p:nvPr>
            </p:nvSpPr>
            <p:spPr bwMode="auto">
              <a:xfrm>
                <a:off x="4487" y="23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3" name="Freeform 98"/>
              <p:cNvSpPr/>
              <p:nvPr>
                <p:custDataLst>
                  <p:tags r:id="rId344"/>
                </p:custDataLst>
              </p:nvPr>
            </p:nvSpPr>
            <p:spPr bwMode="auto">
              <a:xfrm>
                <a:off x="4387" y="228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4" name="Freeform 99"/>
              <p:cNvSpPr/>
              <p:nvPr>
                <p:custDataLst>
                  <p:tags r:id="rId345"/>
                </p:custDataLst>
              </p:nvPr>
            </p:nvSpPr>
            <p:spPr bwMode="auto">
              <a:xfrm>
                <a:off x="4508" y="193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5" name="Freeform 100"/>
              <p:cNvSpPr/>
              <p:nvPr>
                <p:custDataLst>
                  <p:tags r:id="rId346"/>
                </p:custDataLst>
              </p:nvPr>
            </p:nvSpPr>
            <p:spPr bwMode="auto">
              <a:xfrm>
                <a:off x="4487" y="2285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6" name="Freeform 101"/>
              <p:cNvSpPr/>
              <p:nvPr>
                <p:custDataLst>
                  <p:tags r:id="rId347"/>
                </p:custDataLst>
              </p:nvPr>
            </p:nvSpPr>
            <p:spPr bwMode="auto">
              <a:xfrm>
                <a:off x="4514" y="1929"/>
                <a:ext cx="0" cy="4"/>
              </a:xfrm>
              <a:custGeom>
                <a:avLst/>
                <a:gdLst>
                  <a:gd name="T0" fmla="*/ 1 h 2"/>
                  <a:gd name="T1" fmla="*/ 1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7" name="Freeform 102"/>
              <p:cNvSpPr/>
              <p:nvPr>
                <p:custDataLst>
                  <p:tags r:id="rId348"/>
                </p:custDataLst>
              </p:nvPr>
            </p:nvSpPr>
            <p:spPr bwMode="auto">
              <a:xfrm>
                <a:off x="4506" y="1927"/>
                <a:ext cx="0" cy="4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8" name="Freeform 103"/>
              <p:cNvSpPr/>
              <p:nvPr>
                <p:custDataLst>
                  <p:tags r:id="rId349"/>
                </p:custDataLst>
              </p:nvPr>
            </p:nvSpPr>
            <p:spPr bwMode="auto">
              <a:xfrm>
                <a:off x="4516" y="192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9" name="Freeform 104"/>
              <p:cNvSpPr/>
              <p:nvPr>
                <p:custDataLst>
                  <p:tags r:id="rId350"/>
                </p:custDataLst>
              </p:nvPr>
            </p:nvSpPr>
            <p:spPr bwMode="auto">
              <a:xfrm>
                <a:off x="4495" y="1925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0" name="Freeform 105"/>
              <p:cNvSpPr/>
              <p:nvPr>
                <p:custDataLst>
                  <p:tags r:id="rId351"/>
                </p:custDataLst>
              </p:nvPr>
            </p:nvSpPr>
            <p:spPr bwMode="auto">
              <a:xfrm>
                <a:off x="3201" y="216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1" name="Freeform 106"/>
              <p:cNvSpPr/>
              <p:nvPr>
                <p:custDataLst>
                  <p:tags r:id="rId352"/>
                </p:custDataLst>
              </p:nvPr>
            </p:nvSpPr>
            <p:spPr bwMode="auto">
              <a:xfrm>
                <a:off x="3544" y="1543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2" name="Freeform 107"/>
              <p:cNvSpPr/>
              <p:nvPr>
                <p:custDataLst>
                  <p:tags r:id="rId353"/>
                </p:custDataLst>
              </p:nvPr>
            </p:nvSpPr>
            <p:spPr bwMode="auto">
              <a:xfrm>
                <a:off x="3914" y="1418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3" name="Freeform 108"/>
              <p:cNvSpPr/>
              <p:nvPr>
                <p:custDataLst>
                  <p:tags r:id="rId354"/>
                </p:custDataLst>
              </p:nvPr>
            </p:nvSpPr>
            <p:spPr bwMode="auto">
              <a:xfrm>
                <a:off x="3916" y="1409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2" y="1"/>
                      <a:pt x="0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4" name="Freeform 109"/>
              <p:cNvSpPr/>
              <p:nvPr>
                <p:custDataLst>
                  <p:tags r:id="rId355"/>
                </p:custDataLst>
              </p:nvPr>
            </p:nvSpPr>
            <p:spPr bwMode="auto">
              <a:xfrm>
                <a:off x="3893" y="1441"/>
                <a:ext cx="4" cy="4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1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5" name="Freeform 110"/>
              <p:cNvSpPr/>
              <p:nvPr>
                <p:custDataLst>
                  <p:tags r:id="rId356"/>
                </p:custDataLst>
              </p:nvPr>
            </p:nvSpPr>
            <p:spPr bwMode="auto">
              <a:xfrm>
                <a:off x="3893" y="1437"/>
                <a:ext cx="6" cy="6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6" name="Freeform 111"/>
              <p:cNvSpPr/>
              <p:nvPr>
                <p:custDataLst>
                  <p:tags r:id="rId357"/>
                </p:custDataLst>
              </p:nvPr>
            </p:nvSpPr>
            <p:spPr bwMode="auto">
              <a:xfrm>
                <a:off x="3909" y="1418"/>
                <a:ext cx="5" cy="0"/>
              </a:xfrm>
              <a:custGeom>
                <a:avLst/>
                <a:gdLst>
                  <a:gd name="T0" fmla="*/ 0 w 2"/>
                  <a:gd name="T1" fmla="*/ 2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7" name="Freeform 112"/>
              <p:cNvSpPr/>
              <p:nvPr>
                <p:custDataLst>
                  <p:tags r:id="rId358"/>
                </p:custDataLst>
              </p:nvPr>
            </p:nvSpPr>
            <p:spPr bwMode="auto">
              <a:xfrm>
                <a:off x="3912" y="1416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8" name="Freeform 113"/>
              <p:cNvSpPr/>
              <p:nvPr>
                <p:custDataLst>
                  <p:tags r:id="rId359"/>
                </p:custDataLst>
              </p:nvPr>
            </p:nvSpPr>
            <p:spPr bwMode="auto">
              <a:xfrm>
                <a:off x="4472" y="1804"/>
                <a:ext cx="233" cy="133"/>
              </a:xfrm>
              <a:custGeom>
                <a:avLst/>
                <a:gdLst>
                  <a:gd name="T0" fmla="*/ 86 w 110"/>
                  <a:gd name="T1" fmla="*/ 5 h 63"/>
                  <a:gd name="T2" fmla="*/ 79 w 110"/>
                  <a:gd name="T3" fmla="*/ 7 h 63"/>
                  <a:gd name="T4" fmla="*/ 58 w 110"/>
                  <a:gd name="T5" fmla="*/ 24 h 63"/>
                  <a:gd name="T6" fmla="*/ 50 w 110"/>
                  <a:gd name="T7" fmla="*/ 26 h 63"/>
                  <a:gd name="T8" fmla="*/ 44 w 110"/>
                  <a:gd name="T9" fmla="*/ 26 h 63"/>
                  <a:gd name="T10" fmla="*/ 34 w 110"/>
                  <a:gd name="T11" fmla="*/ 31 h 63"/>
                  <a:gd name="T12" fmla="*/ 28 w 110"/>
                  <a:gd name="T13" fmla="*/ 33 h 63"/>
                  <a:gd name="T14" fmla="*/ 17 w 110"/>
                  <a:gd name="T15" fmla="*/ 38 h 63"/>
                  <a:gd name="T16" fmla="*/ 13 w 110"/>
                  <a:gd name="T17" fmla="*/ 45 h 63"/>
                  <a:gd name="T18" fmla="*/ 5 w 110"/>
                  <a:gd name="T19" fmla="*/ 47 h 63"/>
                  <a:gd name="T20" fmla="*/ 1 w 110"/>
                  <a:gd name="T21" fmla="*/ 50 h 63"/>
                  <a:gd name="T22" fmla="*/ 3 w 110"/>
                  <a:gd name="T23" fmla="*/ 55 h 63"/>
                  <a:gd name="T24" fmla="*/ 3 w 110"/>
                  <a:gd name="T25" fmla="*/ 56 h 63"/>
                  <a:gd name="T26" fmla="*/ 5 w 110"/>
                  <a:gd name="T27" fmla="*/ 55 h 63"/>
                  <a:gd name="T28" fmla="*/ 9 w 110"/>
                  <a:gd name="T29" fmla="*/ 56 h 63"/>
                  <a:gd name="T30" fmla="*/ 12 w 110"/>
                  <a:gd name="T31" fmla="*/ 58 h 63"/>
                  <a:gd name="T32" fmla="*/ 12 w 110"/>
                  <a:gd name="T33" fmla="*/ 51 h 63"/>
                  <a:gd name="T34" fmla="*/ 15 w 110"/>
                  <a:gd name="T35" fmla="*/ 57 h 63"/>
                  <a:gd name="T36" fmla="*/ 18 w 110"/>
                  <a:gd name="T37" fmla="*/ 61 h 63"/>
                  <a:gd name="T38" fmla="*/ 16 w 110"/>
                  <a:gd name="T39" fmla="*/ 54 h 63"/>
                  <a:gd name="T40" fmla="*/ 19 w 110"/>
                  <a:gd name="T41" fmla="*/ 59 h 63"/>
                  <a:gd name="T42" fmla="*/ 21 w 110"/>
                  <a:gd name="T43" fmla="*/ 60 h 63"/>
                  <a:gd name="T44" fmla="*/ 22 w 110"/>
                  <a:gd name="T45" fmla="*/ 60 h 63"/>
                  <a:gd name="T46" fmla="*/ 23 w 110"/>
                  <a:gd name="T47" fmla="*/ 60 h 63"/>
                  <a:gd name="T48" fmla="*/ 23 w 110"/>
                  <a:gd name="T49" fmla="*/ 55 h 63"/>
                  <a:gd name="T50" fmla="*/ 26 w 110"/>
                  <a:gd name="T51" fmla="*/ 58 h 63"/>
                  <a:gd name="T52" fmla="*/ 26 w 110"/>
                  <a:gd name="T53" fmla="*/ 54 h 63"/>
                  <a:gd name="T54" fmla="*/ 27 w 110"/>
                  <a:gd name="T55" fmla="*/ 54 h 63"/>
                  <a:gd name="T56" fmla="*/ 29 w 110"/>
                  <a:gd name="T57" fmla="*/ 54 h 63"/>
                  <a:gd name="T58" fmla="*/ 34 w 110"/>
                  <a:gd name="T59" fmla="*/ 51 h 63"/>
                  <a:gd name="T60" fmla="*/ 36 w 110"/>
                  <a:gd name="T61" fmla="*/ 51 h 63"/>
                  <a:gd name="T62" fmla="*/ 40 w 110"/>
                  <a:gd name="T63" fmla="*/ 49 h 63"/>
                  <a:gd name="T64" fmla="*/ 44 w 110"/>
                  <a:gd name="T65" fmla="*/ 47 h 63"/>
                  <a:gd name="T66" fmla="*/ 45 w 110"/>
                  <a:gd name="T67" fmla="*/ 45 h 63"/>
                  <a:gd name="T68" fmla="*/ 46 w 110"/>
                  <a:gd name="T69" fmla="*/ 45 h 63"/>
                  <a:gd name="T70" fmla="*/ 46 w 110"/>
                  <a:gd name="T71" fmla="*/ 42 h 63"/>
                  <a:gd name="T72" fmla="*/ 49 w 110"/>
                  <a:gd name="T73" fmla="*/ 42 h 63"/>
                  <a:gd name="T74" fmla="*/ 53 w 110"/>
                  <a:gd name="T75" fmla="*/ 42 h 63"/>
                  <a:gd name="T76" fmla="*/ 55 w 110"/>
                  <a:gd name="T77" fmla="*/ 39 h 63"/>
                  <a:gd name="T78" fmla="*/ 60 w 110"/>
                  <a:gd name="T79" fmla="*/ 39 h 63"/>
                  <a:gd name="T80" fmla="*/ 61 w 110"/>
                  <a:gd name="T81" fmla="*/ 38 h 63"/>
                  <a:gd name="T82" fmla="*/ 62 w 110"/>
                  <a:gd name="T83" fmla="*/ 38 h 63"/>
                  <a:gd name="T84" fmla="*/ 64 w 110"/>
                  <a:gd name="T85" fmla="*/ 40 h 63"/>
                  <a:gd name="T86" fmla="*/ 66 w 110"/>
                  <a:gd name="T87" fmla="*/ 35 h 63"/>
                  <a:gd name="T88" fmla="*/ 68 w 110"/>
                  <a:gd name="T89" fmla="*/ 30 h 63"/>
                  <a:gd name="T90" fmla="*/ 71 w 110"/>
                  <a:gd name="T91" fmla="*/ 31 h 63"/>
                  <a:gd name="T92" fmla="*/ 72 w 110"/>
                  <a:gd name="T93" fmla="*/ 26 h 63"/>
                  <a:gd name="T94" fmla="*/ 76 w 110"/>
                  <a:gd name="T95" fmla="*/ 26 h 63"/>
                  <a:gd name="T96" fmla="*/ 79 w 110"/>
                  <a:gd name="T97" fmla="*/ 24 h 63"/>
                  <a:gd name="T98" fmla="*/ 82 w 110"/>
                  <a:gd name="T99" fmla="*/ 23 h 63"/>
                  <a:gd name="T100" fmla="*/ 88 w 110"/>
                  <a:gd name="T101" fmla="*/ 20 h 63"/>
                  <a:gd name="T102" fmla="*/ 91 w 110"/>
                  <a:gd name="T103" fmla="*/ 16 h 63"/>
                  <a:gd name="T104" fmla="*/ 97 w 110"/>
                  <a:gd name="T105" fmla="*/ 13 h 63"/>
                  <a:gd name="T106" fmla="*/ 105 w 110"/>
                  <a:gd name="T107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0" h="63">
                    <a:moveTo>
                      <a:pt x="108" y="1"/>
                    </a:moveTo>
                    <a:cubicBezTo>
                      <a:pt x="106" y="4"/>
                      <a:pt x="103" y="2"/>
                      <a:pt x="100" y="0"/>
                    </a:cubicBezTo>
                    <a:cubicBezTo>
                      <a:pt x="99" y="1"/>
                      <a:pt x="98" y="2"/>
                      <a:pt x="97" y="1"/>
                    </a:cubicBezTo>
                    <a:cubicBezTo>
                      <a:pt x="94" y="3"/>
                      <a:pt x="88" y="0"/>
                      <a:pt x="85" y="3"/>
                    </a:cubicBezTo>
                    <a:cubicBezTo>
                      <a:pt x="86" y="4"/>
                      <a:pt x="86" y="5"/>
                      <a:pt x="86" y="5"/>
                    </a:cubicBezTo>
                    <a:cubicBezTo>
                      <a:pt x="86" y="5"/>
                      <a:pt x="86" y="5"/>
                      <a:pt x="86" y="5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7"/>
                      <a:pt x="85" y="5"/>
                      <a:pt x="85" y="5"/>
                    </a:cubicBezTo>
                    <a:cubicBezTo>
                      <a:pt x="84" y="5"/>
                      <a:pt x="83" y="6"/>
                      <a:pt x="82" y="6"/>
                    </a:cubicBezTo>
                    <a:cubicBezTo>
                      <a:pt x="82" y="8"/>
                      <a:pt x="81" y="7"/>
                      <a:pt x="82" y="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81" y="10"/>
                      <a:pt x="81" y="10"/>
                      <a:pt x="79" y="7"/>
                    </a:cubicBezTo>
                    <a:cubicBezTo>
                      <a:pt x="75" y="7"/>
                      <a:pt x="72" y="10"/>
                      <a:pt x="68" y="11"/>
                    </a:cubicBezTo>
                    <a:cubicBezTo>
                      <a:pt x="65" y="13"/>
                      <a:pt x="63" y="16"/>
                      <a:pt x="60" y="19"/>
                    </a:cubicBezTo>
                    <a:cubicBezTo>
                      <a:pt x="60" y="22"/>
                      <a:pt x="59" y="21"/>
                      <a:pt x="60" y="24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4"/>
                      <a:pt x="59" y="23"/>
                      <a:pt x="57" y="22"/>
                    </a:cubicBezTo>
                    <a:cubicBezTo>
                      <a:pt x="58" y="23"/>
                      <a:pt x="57" y="22"/>
                      <a:pt x="58" y="24"/>
                    </a:cubicBezTo>
                    <a:cubicBezTo>
                      <a:pt x="59" y="26"/>
                      <a:pt x="57" y="22"/>
                      <a:pt x="57" y="23"/>
                    </a:cubicBezTo>
                    <a:cubicBezTo>
                      <a:pt x="56" y="22"/>
                      <a:pt x="57" y="24"/>
                      <a:pt x="57" y="23"/>
                    </a:cubicBezTo>
                    <a:cubicBezTo>
                      <a:pt x="57" y="26"/>
                      <a:pt x="56" y="22"/>
                      <a:pt x="55" y="21"/>
                    </a:cubicBezTo>
                    <a:cubicBezTo>
                      <a:pt x="53" y="22"/>
                      <a:pt x="53" y="25"/>
                      <a:pt x="51" y="25"/>
                    </a:cubicBezTo>
                    <a:cubicBezTo>
                      <a:pt x="51" y="24"/>
                      <a:pt x="51" y="26"/>
                      <a:pt x="51" y="26"/>
                    </a:cubicBezTo>
                    <a:cubicBezTo>
                      <a:pt x="50" y="23"/>
                      <a:pt x="51" y="27"/>
                      <a:pt x="50" y="26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49" y="24"/>
                      <a:pt x="49" y="26"/>
                      <a:pt x="48" y="25"/>
                    </a:cubicBezTo>
                    <a:cubicBezTo>
                      <a:pt x="48" y="26"/>
                      <a:pt x="46" y="24"/>
                      <a:pt x="46" y="26"/>
                    </a:cubicBezTo>
                    <a:cubicBezTo>
                      <a:pt x="46" y="24"/>
                      <a:pt x="46" y="25"/>
                      <a:pt x="45" y="24"/>
                    </a:cubicBezTo>
                    <a:cubicBezTo>
                      <a:pt x="46" y="28"/>
                      <a:pt x="44" y="24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2" y="26"/>
                      <a:pt x="40" y="26"/>
                      <a:pt x="39" y="29"/>
                    </a:cubicBezTo>
                    <a:cubicBezTo>
                      <a:pt x="39" y="29"/>
                      <a:pt x="36" y="27"/>
                      <a:pt x="36" y="29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0"/>
                      <a:pt x="36" y="29"/>
                      <a:pt x="36" y="29"/>
                    </a:cubicBezTo>
                    <a:cubicBezTo>
                      <a:pt x="36" y="30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1"/>
                    </a:cubicBezTo>
                    <a:cubicBezTo>
                      <a:pt x="32" y="29"/>
                      <a:pt x="33" y="33"/>
                      <a:pt x="31" y="31"/>
                    </a:cubicBezTo>
                    <a:cubicBezTo>
                      <a:pt x="32" y="34"/>
                      <a:pt x="32" y="33"/>
                      <a:pt x="32" y="34"/>
                    </a:cubicBezTo>
                    <a:cubicBezTo>
                      <a:pt x="32" y="33"/>
                      <a:pt x="31" y="33"/>
                      <a:pt x="31" y="32"/>
                    </a:cubicBezTo>
                    <a:cubicBezTo>
                      <a:pt x="31" y="32"/>
                      <a:pt x="30" y="33"/>
                      <a:pt x="30" y="32"/>
                    </a:cubicBezTo>
                    <a:cubicBezTo>
                      <a:pt x="29" y="32"/>
                      <a:pt x="30" y="34"/>
                      <a:pt x="29" y="34"/>
                    </a:cubicBezTo>
                    <a:cubicBezTo>
                      <a:pt x="28" y="32"/>
                      <a:pt x="28" y="34"/>
                      <a:pt x="28" y="33"/>
                    </a:cubicBezTo>
                    <a:cubicBezTo>
                      <a:pt x="28" y="35"/>
                      <a:pt x="28" y="37"/>
                      <a:pt x="28" y="36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6" y="35"/>
                      <a:pt x="24" y="32"/>
                      <a:pt x="23" y="36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2" y="37"/>
                      <a:pt x="20" y="36"/>
                      <a:pt x="19" y="39"/>
                    </a:cubicBezTo>
                    <a:cubicBezTo>
                      <a:pt x="18" y="38"/>
                      <a:pt x="18" y="38"/>
                      <a:pt x="17" y="38"/>
                    </a:cubicBezTo>
                    <a:cubicBezTo>
                      <a:pt x="17" y="40"/>
                      <a:pt x="17" y="40"/>
                      <a:pt x="17" y="42"/>
                    </a:cubicBezTo>
                    <a:cubicBezTo>
                      <a:pt x="17" y="42"/>
                      <a:pt x="16" y="41"/>
                      <a:pt x="16" y="40"/>
                    </a:cubicBezTo>
                    <a:cubicBezTo>
                      <a:pt x="15" y="40"/>
                      <a:pt x="14" y="38"/>
                      <a:pt x="14" y="41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1"/>
                      <a:pt x="13" y="43"/>
                      <a:pt x="12" y="42"/>
                    </a:cubicBezTo>
                    <a:cubicBezTo>
                      <a:pt x="13" y="43"/>
                      <a:pt x="12" y="44"/>
                      <a:pt x="13" y="45"/>
                    </a:cubicBezTo>
                    <a:cubicBezTo>
                      <a:pt x="13" y="45"/>
                      <a:pt x="12" y="43"/>
                      <a:pt x="12" y="44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0" y="43"/>
                      <a:pt x="9" y="44"/>
                      <a:pt x="8" y="46"/>
                    </a:cubicBezTo>
                    <a:cubicBezTo>
                      <a:pt x="7" y="44"/>
                      <a:pt x="7" y="46"/>
                      <a:pt x="6" y="45"/>
                    </a:cubicBezTo>
                    <a:cubicBezTo>
                      <a:pt x="6" y="47"/>
                      <a:pt x="4" y="46"/>
                      <a:pt x="6" y="4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7"/>
                      <a:pt x="4" y="48"/>
                      <a:pt x="2" y="48"/>
                    </a:cubicBezTo>
                    <a:cubicBezTo>
                      <a:pt x="2" y="48"/>
                      <a:pt x="3" y="50"/>
                      <a:pt x="3" y="51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1"/>
                      <a:pt x="4" y="52"/>
                      <a:pt x="5" y="53"/>
                    </a:cubicBezTo>
                    <a:cubicBezTo>
                      <a:pt x="4" y="53"/>
                      <a:pt x="4" y="54"/>
                      <a:pt x="4" y="53"/>
                    </a:cubicBezTo>
                    <a:cubicBezTo>
                      <a:pt x="3" y="52"/>
                      <a:pt x="2" y="51"/>
                      <a:pt x="1" y="50"/>
                    </a:cubicBezTo>
                    <a:cubicBezTo>
                      <a:pt x="0" y="50"/>
                      <a:pt x="2" y="53"/>
                      <a:pt x="1" y="51"/>
                    </a:cubicBezTo>
                    <a:cubicBezTo>
                      <a:pt x="0" y="51"/>
                      <a:pt x="0" y="52"/>
                      <a:pt x="1" y="53"/>
                    </a:cubicBezTo>
                    <a:cubicBezTo>
                      <a:pt x="1" y="53"/>
                      <a:pt x="0" y="53"/>
                      <a:pt x="0" y="52"/>
                    </a:cubicBezTo>
                    <a:cubicBezTo>
                      <a:pt x="0" y="52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4"/>
                      <a:pt x="1" y="54"/>
                      <a:pt x="3" y="55"/>
                    </a:cubicBezTo>
                    <a:cubicBezTo>
                      <a:pt x="3" y="55"/>
                      <a:pt x="2" y="55"/>
                      <a:pt x="3" y="55"/>
                    </a:cubicBezTo>
                    <a:cubicBezTo>
                      <a:pt x="4" y="56"/>
                      <a:pt x="4" y="56"/>
                      <a:pt x="3" y="56"/>
                    </a:cubicBezTo>
                    <a:cubicBezTo>
                      <a:pt x="1" y="55"/>
                      <a:pt x="1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2" y="56"/>
                      <a:pt x="3" y="56"/>
                      <a:pt x="4" y="57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4" y="56"/>
                      <a:pt x="6" y="57"/>
                      <a:pt x="5" y="56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3" y="53"/>
                      <a:pt x="4" y="54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6" y="56"/>
                      <a:pt x="5" y="55"/>
                      <a:pt x="5" y="55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5" y="55"/>
                      <a:pt x="7" y="56"/>
                      <a:pt x="7" y="55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8" y="56"/>
                      <a:pt x="6" y="55"/>
                      <a:pt x="6" y="54"/>
                    </a:cubicBezTo>
                    <a:cubicBezTo>
                      <a:pt x="6" y="55"/>
                      <a:pt x="8" y="56"/>
                      <a:pt x="9" y="57"/>
                    </a:cubicBezTo>
                    <a:cubicBezTo>
                      <a:pt x="9" y="57"/>
                      <a:pt x="8" y="55"/>
                      <a:pt x="9" y="56"/>
                    </a:cubicBezTo>
                    <a:cubicBezTo>
                      <a:pt x="9" y="56"/>
                      <a:pt x="9" y="55"/>
                      <a:pt x="9" y="53"/>
                    </a:cubicBezTo>
                    <a:cubicBezTo>
                      <a:pt x="9" y="53"/>
                      <a:pt x="10" y="56"/>
                      <a:pt x="10" y="55"/>
                    </a:cubicBezTo>
                    <a:cubicBezTo>
                      <a:pt x="11" y="56"/>
                      <a:pt x="12" y="58"/>
                      <a:pt x="12" y="59"/>
                    </a:cubicBezTo>
                    <a:cubicBezTo>
                      <a:pt x="13" y="59"/>
                      <a:pt x="14" y="60"/>
                      <a:pt x="13" y="60"/>
                    </a:cubicBezTo>
                    <a:cubicBezTo>
                      <a:pt x="13" y="60"/>
                      <a:pt x="14" y="61"/>
                      <a:pt x="14" y="61"/>
                    </a:cubicBezTo>
                    <a:cubicBezTo>
                      <a:pt x="14" y="60"/>
                      <a:pt x="12" y="58"/>
                      <a:pt x="12" y="58"/>
                    </a:cubicBezTo>
                    <a:cubicBezTo>
                      <a:pt x="11" y="56"/>
                      <a:pt x="12" y="57"/>
                      <a:pt x="11" y="55"/>
                    </a:cubicBezTo>
                    <a:cubicBezTo>
                      <a:pt x="11" y="55"/>
                      <a:pt x="12" y="55"/>
                      <a:pt x="12" y="55"/>
                    </a:cubicBezTo>
                    <a:cubicBezTo>
                      <a:pt x="12" y="55"/>
                      <a:pt x="13" y="56"/>
                      <a:pt x="14" y="57"/>
                    </a:cubicBezTo>
                    <a:cubicBezTo>
                      <a:pt x="13" y="56"/>
                      <a:pt x="13" y="55"/>
                      <a:pt x="14" y="55"/>
                    </a:cubicBezTo>
                    <a:cubicBezTo>
                      <a:pt x="13" y="53"/>
                      <a:pt x="13" y="53"/>
                      <a:pt x="12" y="52"/>
                    </a:cubicBezTo>
                    <a:cubicBezTo>
                      <a:pt x="12" y="51"/>
                      <a:pt x="12" y="51"/>
                      <a:pt x="12" y="51"/>
                    </a:cubicBezTo>
                    <a:cubicBezTo>
                      <a:pt x="13" y="52"/>
                      <a:pt x="14" y="55"/>
                      <a:pt x="14" y="55"/>
                    </a:cubicBezTo>
                    <a:cubicBezTo>
                      <a:pt x="15" y="57"/>
                      <a:pt x="14" y="55"/>
                      <a:pt x="15" y="57"/>
                    </a:cubicBezTo>
                    <a:cubicBezTo>
                      <a:pt x="16" y="59"/>
                      <a:pt x="15" y="60"/>
                      <a:pt x="14" y="58"/>
                    </a:cubicBezTo>
                    <a:cubicBezTo>
                      <a:pt x="15" y="61"/>
                      <a:pt x="15" y="59"/>
                      <a:pt x="16" y="61"/>
                    </a:cubicBezTo>
                    <a:cubicBezTo>
                      <a:pt x="16" y="61"/>
                      <a:pt x="15" y="59"/>
                      <a:pt x="16" y="59"/>
                    </a:cubicBezTo>
                    <a:cubicBezTo>
                      <a:pt x="15" y="58"/>
                      <a:pt x="15" y="58"/>
                      <a:pt x="15" y="57"/>
                    </a:cubicBezTo>
                    <a:cubicBezTo>
                      <a:pt x="14" y="54"/>
                      <a:pt x="16" y="58"/>
                      <a:pt x="16" y="58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7" y="60"/>
                      <a:pt x="16" y="58"/>
                      <a:pt x="17" y="58"/>
                    </a:cubicBezTo>
                    <a:cubicBezTo>
                      <a:pt x="18" y="61"/>
                      <a:pt x="16" y="58"/>
                      <a:pt x="17" y="60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63"/>
                      <a:pt x="17" y="60"/>
                      <a:pt x="18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0"/>
                      <a:pt x="17" y="58"/>
                      <a:pt x="17" y="58"/>
                    </a:cubicBezTo>
                    <a:cubicBezTo>
                      <a:pt x="16" y="55"/>
                      <a:pt x="17" y="58"/>
                      <a:pt x="17" y="57"/>
                    </a:cubicBezTo>
                    <a:cubicBezTo>
                      <a:pt x="16" y="55"/>
                      <a:pt x="17" y="57"/>
                      <a:pt x="16" y="56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16" y="54"/>
                      <a:pt x="17" y="55"/>
                      <a:pt x="17" y="57"/>
                    </a:cubicBezTo>
                    <a:cubicBezTo>
                      <a:pt x="17" y="57"/>
                      <a:pt x="17" y="57"/>
                      <a:pt x="17" y="56"/>
                    </a:cubicBezTo>
                    <a:cubicBezTo>
                      <a:pt x="17" y="58"/>
                      <a:pt x="18" y="60"/>
                      <a:pt x="19" y="61"/>
                    </a:cubicBezTo>
                    <a:cubicBezTo>
                      <a:pt x="19" y="62"/>
                      <a:pt x="18" y="60"/>
                      <a:pt x="18" y="59"/>
                    </a:cubicBezTo>
                    <a:cubicBezTo>
                      <a:pt x="18" y="59"/>
                      <a:pt x="18" y="57"/>
                      <a:pt x="18" y="57"/>
                    </a:cubicBezTo>
                    <a:cubicBezTo>
                      <a:pt x="16" y="52"/>
                      <a:pt x="19" y="60"/>
                      <a:pt x="19" y="59"/>
                    </a:cubicBezTo>
                    <a:cubicBezTo>
                      <a:pt x="18" y="56"/>
                      <a:pt x="18" y="55"/>
                      <a:pt x="17" y="52"/>
                    </a:cubicBezTo>
                    <a:cubicBezTo>
                      <a:pt x="17" y="51"/>
                      <a:pt x="17" y="50"/>
                      <a:pt x="17" y="51"/>
                    </a:cubicBezTo>
                    <a:cubicBezTo>
                      <a:pt x="18" y="53"/>
                      <a:pt x="18" y="52"/>
                      <a:pt x="18" y="54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9"/>
                      <a:pt x="20" y="58"/>
                      <a:pt x="20" y="57"/>
                    </a:cubicBezTo>
                    <a:cubicBezTo>
                      <a:pt x="20" y="58"/>
                      <a:pt x="21" y="59"/>
                      <a:pt x="21" y="59"/>
                    </a:cubicBezTo>
                    <a:cubicBezTo>
                      <a:pt x="20" y="59"/>
                      <a:pt x="20" y="56"/>
                      <a:pt x="20" y="56"/>
                    </a:cubicBezTo>
                    <a:cubicBezTo>
                      <a:pt x="20" y="56"/>
                      <a:pt x="21" y="58"/>
                      <a:pt x="21" y="58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21" y="58"/>
                      <a:pt x="22" y="61"/>
                      <a:pt x="22" y="60"/>
                    </a:cubicBezTo>
                    <a:cubicBezTo>
                      <a:pt x="22" y="59"/>
                      <a:pt x="21" y="57"/>
                      <a:pt x="21" y="56"/>
                    </a:cubicBezTo>
                    <a:cubicBezTo>
                      <a:pt x="21" y="55"/>
                      <a:pt x="22" y="56"/>
                      <a:pt x="22" y="56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2" y="57"/>
                      <a:pt x="23" y="61"/>
                      <a:pt x="23" y="60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3" y="58"/>
                      <a:pt x="23" y="59"/>
                      <a:pt x="23" y="60"/>
                    </a:cubicBezTo>
                    <a:cubicBezTo>
                      <a:pt x="23" y="58"/>
                      <a:pt x="23" y="59"/>
                      <a:pt x="23" y="5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8"/>
                      <a:pt x="23" y="56"/>
                      <a:pt x="24" y="58"/>
                    </a:cubicBezTo>
                    <a:cubicBezTo>
                      <a:pt x="23" y="56"/>
                      <a:pt x="23" y="58"/>
                      <a:pt x="23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58"/>
                      <a:pt x="23" y="55"/>
                      <a:pt x="23" y="55"/>
                    </a:cubicBezTo>
                    <a:cubicBezTo>
                      <a:pt x="24" y="56"/>
                      <a:pt x="24" y="56"/>
                      <a:pt x="24" y="57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5" y="59"/>
                      <a:pt x="24" y="54"/>
                      <a:pt x="24" y="55"/>
                    </a:cubicBezTo>
                    <a:cubicBezTo>
                      <a:pt x="25" y="56"/>
                      <a:pt x="25" y="58"/>
                      <a:pt x="25" y="58"/>
                    </a:cubicBezTo>
                    <a:cubicBezTo>
                      <a:pt x="24" y="56"/>
                      <a:pt x="25" y="55"/>
                      <a:pt x="24" y="53"/>
                    </a:cubicBezTo>
                    <a:cubicBezTo>
                      <a:pt x="25" y="54"/>
                      <a:pt x="25" y="56"/>
                      <a:pt x="26" y="58"/>
                    </a:cubicBezTo>
                    <a:cubicBezTo>
                      <a:pt x="25" y="56"/>
                      <a:pt x="26" y="59"/>
                      <a:pt x="26" y="57"/>
                    </a:cubicBezTo>
                    <a:cubicBezTo>
                      <a:pt x="25" y="56"/>
                      <a:pt x="25" y="55"/>
                      <a:pt x="25" y="54"/>
                    </a:cubicBezTo>
                    <a:cubicBezTo>
                      <a:pt x="26" y="54"/>
                      <a:pt x="25" y="55"/>
                      <a:pt x="26" y="56"/>
                    </a:cubicBezTo>
                    <a:cubicBezTo>
                      <a:pt x="26" y="56"/>
                      <a:pt x="26" y="54"/>
                      <a:pt x="25" y="53"/>
                    </a:cubicBezTo>
                    <a:cubicBezTo>
                      <a:pt x="26" y="53"/>
                      <a:pt x="25" y="51"/>
                      <a:pt x="26" y="52"/>
                    </a:cubicBezTo>
                    <a:cubicBezTo>
                      <a:pt x="26" y="54"/>
                      <a:pt x="26" y="53"/>
                      <a:pt x="26" y="54"/>
                    </a:cubicBezTo>
                    <a:cubicBezTo>
                      <a:pt x="27" y="54"/>
                      <a:pt x="25" y="50"/>
                      <a:pt x="26" y="50"/>
                    </a:cubicBezTo>
                    <a:cubicBezTo>
                      <a:pt x="25" y="49"/>
                      <a:pt x="25" y="46"/>
                      <a:pt x="25" y="45"/>
                    </a:cubicBezTo>
                    <a:cubicBezTo>
                      <a:pt x="25" y="45"/>
                      <a:pt x="25" y="46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7" y="50"/>
                      <a:pt x="26" y="52"/>
                      <a:pt x="27" y="55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7" y="55"/>
                      <a:pt x="28" y="56"/>
                      <a:pt x="28" y="55"/>
                    </a:cubicBezTo>
                    <a:cubicBezTo>
                      <a:pt x="28" y="54"/>
                      <a:pt x="28" y="56"/>
                      <a:pt x="28" y="55"/>
                    </a:cubicBezTo>
                    <a:cubicBezTo>
                      <a:pt x="28" y="54"/>
                      <a:pt x="27" y="51"/>
                      <a:pt x="28" y="52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6"/>
                      <a:pt x="28" y="53"/>
                      <a:pt x="29" y="54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5"/>
                      <a:pt x="32" y="55"/>
                      <a:pt x="31" y="51"/>
                    </a:cubicBezTo>
                    <a:cubicBezTo>
                      <a:pt x="32" y="52"/>
                      <a:pt x="32" y="52"/>
                      <a:pt x="33" y="53"/>
                    </a:cubicBezTo>
                    <a:cubicBezTo>
                      <a:pt x="33" y="53"/>
                      <a:pt x="33" y="51"/>
                      <a:pt x="33" y="51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4"/>
                      <a:pt x="34" y="52"/>
                      <a:pt x="34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4"/>
                      <a:pt x="35" y="51"/>
                      <a:pt x="35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6" y="52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7" y="52"/>
                      <a:pt x="38" y="51"/>
                    </a:cubicBezTo>
                    <a:cubicBezTo>
                      <a:pt x="37" y="51"/>
                      <a:pt x="37" y="50"/>
                      <a:pt x="37" y="49"/>
                    </a:cubicBezTo>
                    <a:cubicBezTo>
                      <a:pt x="36" y="46"/>
                      <a:pt x="37" y="49"/>
                      <a:pt x="37" y="47"/>
                    </a:cubicBezTo>
                    <a:cubicBezTo>
                      <a:pt x="37" y="48"/>
                      <a:pt x="38" y="49"/>
                      <a:pt x="38" y="50"/>
                    </a:cubicBezTo>
                    <a:cubicBezTo>
                      <a:pt x="39" y="52"/>
                      <a:pt x="39" y="50"/>
                      <a:pt x="40" y="50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2" y="51"/>
                      <a:pt x="41" y="48"/>
                      <a:pt x="42" y="49"/>
                    </a:cubicBezTo>
                    <a:cubicBezTo>
                      <a:pt x="42" y="48"/>
                      <a:pt x="41" y="45"/>
                      <a:pt x="41" y="45"/>
                    </a:cubicBezTo>
                    <a:cubicBezTo>
                      <a:pt x="41" y="43"/>
                      <a:pt x="42" y="47"/>
                      <a:pt x="43" y="48"/>
                    </a:cubicBezTo>
                    <a:cubicBezTo>
                      <a:pt x="43" y="48"/>
                      <a:pt x="43" y="47"/>
                      <a:pt x="43" y="47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3" y="47"/>
                      <a:pt x="43" y="46"/>
                      <a:pt x="44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7"/>
                      <a:pt x="45" y="48"/>
                      <a:pt x="45" y="48"/>
                    </a:cubicBezTo>
                    <a:cubicBezTo>
                      <a:pt x="44" y="46"/>
                      <a:pt x="45" y="47"/>
                      <a:pt x="45" y="45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8"/>
                      <a:pt x="45" y="45"/>
                      <a:pt x="45" y="45"/>
                    </a:cubicBezTo>
                    <a:cubicBezTo>
                      <a:pt x="45" y="43"/>
                      <a:pt x="46" y="45"/>
                      <a:pt x="46" y="45"/>
                    </a:cubicBezTo>
                    <a:cubicBezTo>
                      <a:pt x="46" y="46"/>
                      <a:pt x="46" y="45"/>
                      <a:pt x="46" y="45"/>
                    </a:cubicBezTo>
                    <a:cubicBezTo>
                      <a:pt x="46" y="47"/>
                      <a:pt x="46" y="46"/>
                      <a:pt x="46" y="47"/>
                    </a:cubicBezTo>
                    <a:cubicBezTo>
                      <a:pt x="46" y="47"/>
                      <a:pt x="46" y="45"/>
                      <a:pt x="46" y="45"/>
                    </a:cubicBezTo>
                    <a:cubicBezTo>
                      <a:pt x="46" y="45"/>
                      <a:pt x="47" y="45"/>
                      <a:pt x="47" y="46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7" y="44"/>
                      <a:pt x="46" y="44"/>
                      <a:pt x="46" y="43"/>
                    </a:cubicBezTo>
                    <a:cubicBezTo>
                      <a:pt x="46" y="43"/>
                      <a:pt x="46" y="42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3"/>
                      <a:pt x="46" y="42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3"/>
                      <a:pt x="47" y="43"/>
                      <a:pt x="47" y="42"/>
                    </a:cubicBezTo>
                    <a:cubicBezTo>
                      <a:pt x="48" y="44"/>
                      <a:pt x="49" y="46"/>
                      <a:pt x="49" y="46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50" y="45"/>
                    </a:cubicBezTo>
                    <a:cubicBezTo>
                      <a:pt x="51" y="46"/>
                      <a:pt x="48" y="40"/>
                      <a:pt x="49" y="42"/>
                    </a:cubicBezTo>
                    <a:cubicBezTo>
                      <a:pt x="50" y="44"/>
                      <a:pt x="50" y="44"/>
                      <a:pt x="51" y="44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0" y="42"/>
                      <a:pt x="51" y="45"/>
                      <a:pt x="50" y="43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2" y="46"/>
                      <a:pt x="52" y="42"/>
                      <a:pt x="54" y="44"/>
                    </a:cubicBezTo>
                    <a:cubicBezTo>
                      <a:pt x="52" y="42"/>
                      <a:pt x="54" y="43"/>
                      <a:pt x="53" y="42"/>
                    </a:cubicBezTo>
                    <a:cubicBezTo>
                      <a:pt x="54" y="45"/>
                      <a:pt x="54" y="42"/>
                      <a:pt x="54" y="43"/>
                    </a:cubicBezTo>
                    <a:cubicBezTo>
                      <a:pt x="53" y="41"/>
                      <a:pt x="53" y="41"/>
                      <a:pt x="53" y="41"/>
                    </a:cubicBezTo>
                    <a:cubicBezTo>
                      <a:pt x="54" y="42"/>
                      <a:pt x="53" y="37"/>
                      <a:pt x="54" y="40"/>
                    </a:cubicBezTo>
                    <a:cubicBezTo>
                      <a:pt x="55" y="40"/>
                      <a:pt x="55" y="41"/>
                      <a:pt x="55" y="42"/>
                    </a:cubicBezTo>
                    <a:cubicBezTo>
                      <a:pt x="56" y="44"/>
                      <a:pt x="55" y="39"/>
                      <a:pt x="56" y="42"/>
                    </a:cubicBezTo>
                    <a:cubicBezTo>
                      <a:pt x="56" y="41"/>
                      <a:pt x="55" y="40"/>
                      <a:pt x="55" y="39"/>
                    </a:cubicBezTo>
                    <a:cubicBezTo>
                      <a:pt x="56" y="40"/>
                      <a:pt x="57" y="41"/>
                      <a:pt x="57" y="41"/>
                    </a:cubicBezTo>
                    <a:cubicBezTo>
                      <a:pt x="57" y="41"/>
                      <a:pt x="57" y="40"/>
                      <a:pt x="57" y="40"/>
                    </a:cubicBezTo>
                    <a:cubicBezTo>
                      <a:pt x="57" y="41"/>
                      <a:pt x="57" y="41"/>
                      <a:pt x="57" y="42"/>
                    </a:cubicBezTo>
                    <a:cubicBezTo>
                      <a:pt x="58" y="42"/>
                      <a:pt x="58" y="41"/>
                      <a:pt x="58" y="40"/>
                    </a:cubicBezTo>
                    <a:cubicBezTo>
                      <a:pt x="59" y="41"/>
                      <a:pt x="59" y="40"/>
                      <a:pt x="60" y="41"/>
                    </a:cubicBezTo>
                    <a:cubicBezTo>
                      <a:pt x="59" y="39"/>
                      <a:pt x="61" y="42"/>
                      <a:pt x="60" y="39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9"/>
                      <a:pt x="59" y="37"/>
                      <a:pt x="59" y="37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1" y="41"/>
                      <a:pt x="61" y="39"/>
                      <a:pt x="61" y="40"/>
                    </a:cubicBezTo>
                    <a:cubicBezTo>
                      <a:pt x="60" y="38"/>
                      <a:pt x="62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7"/>
                      <a:pt x="60" y="37"/>
                      <a:pt x="61" y="36"/>
                    </a:cubicBezTo>
                    <a:cubicBezTo>
                      <a:pt x="61" y="36"/>
                      <a:pt x="62" y="38"/>
                      <a:pt x="62" y="38"/>
                    </a:cubicBezTo>
                    <a:cubicBezTo>
                      <a:pt x="62" y="39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40"/>
                      <a:pt x="64" y="38"/>
                      <a:pt x="63" y="37"/>
                    </a:cubicBezTo>
                    <a:cubicBezTo>
                      <a:pt x="64" y="38"/>
                      <a:pt x="65" y="36"/>
                      <a:pt x="65" y="36"/>
                    </a:cubicBezTo>
                    <a:cubicBezTo>
                      <a:pt x="65" y="36"/>
                      <a:pt x="65" y="37"/>
                      <a:pt x="65" y="36"/>
                    </a:cubicBezTo>
                    <a:cubicBezTo>
                      <a:pt x="65" y="36"/>
                      <a:pt x="65" y="34"/>
                      <a:pt x="65" y="35"/>
                    </a:cubicBezTo>
                    <a:cubicBezTo>
                      <a:pt x="65" y="35"/>
                      <a:pt x="66" y="36"/>
                      <a:pt x="66" y="36"/>
                    </a:cubicBezTo>
                    <a:cubicBezTo>
                      <a:pt x="66" y="37"/>
                      <a:pt x="66" y="35"/>
                      <a:pt x="66" y="35"/>
                    </a:cubicBezTo>
                    <a:cubicBezTo>
                      <a:pt x="67" y="37"/>
                      <a:pt x="66" y="33"/>
                      <a:pt x="67" y="34"/>
                    </a:cubicBezTo>
                    <a:cubicBezTo>
                      <a:pt x="67" y="34"/>
                      <a:pt x="68" y="35"/>
                      <a:pt x="68" y="36"/>
                    </a:cubicBezTo>
                    <a:cubicBezTo>
                      <a:pt x="68" y="35"/>
                      <a:pt x="68" y="34"/>
                      <a:pt x="68" y="3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9" y="34"/>
                      <a:pt x="69" y="33"/>
                      <a:pt x="69" y="32"/>
                    </a:cubicBezTo>
                    <a:cubicBezTo>
                      <a:pt x="68" y="31"/>
                      <a:pt x="68" y="30"/>
                      <a:pt x="68" y="30"/>
                    </a:cubicBezTo>
                    <a:cubicBezTo>
                      <a:pt x="68" y="30"/>
                      <a:pt x="68" y="30"/>
                      <a:pt x="68" y="30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0"/>
                      <a:pt x="68" y="30"/>
                      <a:pt x="69" y="30"/>
                    </a:cubicBezTo>
                    <a:cubicBezTo>
                      <a:pt x="70" y="33"/>
                      <a:pt x="70" y="31"/>
                      <a:pt x="70" y="32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70" y="29"/>
                      <a:pt x="71" y="31"/>
                      <a:pt x="71" y="3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71" y="28"/>
                      <a:pt x="71" y="29"/>
                    </a:cubicBezTo>
                    <a:cubicBezTo>
                      <a:pt x="71" y="29"/>
                      <a:pt x="70" y="26"/>
                      <a:pt x="70" y="24"/>
                    </a:cubicBezTo>
                    <a:cubicBezTo>
                      <a:pt x="70" y="25"/>
                      <a:pt x="70" y="24"/>
                      <a:pt x="70" y="23"/>
                    </a:cubicBezTo>
                    <a:cubicBezTo>
                      <a:pt x="71" y="25"/>
                      <a:pt x="70" y="23"/>
                      <a:pt x="71" y="24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1" y="26"/>
                      <a:pt x="73" y="28"/>
                      <a:pt x="73" y="29"/>
                    </a:cubicBezTo>
                    <a:cubicBezTo>
                      <a:pt x="73" y="28"/>
                      <a:pt x="74" y="28"/>
                      <a:pt x="75" y="29"/>
                    </a:cubicBezTo>
                    <a:cubicBezTo>
                      <a:pt x="73" y="26"/>
                      <a:pt x="74" y="27"/>
                      <a:pt x="73" y="25"/>
                    </a:cubicBezTo>
                    <a:cubicBezTo>
                      <a:pt x="74" y="24"/>
                      <a:pt x="74" y="27"/>
                      <a:pt x="75" y="27"/>
                    </a:cubicBezTo>
                    <a:cubicBezTo>
                      <a:pt x="75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5"/>
                      <a:pt x="77" y="26"/>
                      <a:pt x="77" y="23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8" y="25"/>
                      <a:pt x="76" y="22"/>
                      <a:pt x="77" y="23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3"/>
                      <a:pt x="79" y="25"/>
                      <a:pt x="78" y="23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3"/>
                      <a:pt x="79" y="24"/>
                      <a:pt x="79" y="22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25"/>
                      <a:pt x="79" y="22"/>
                      <a:pt x="80" y="22"/>
                    </a:cubicBezTo>
                    <a:cubicBezTo>
                      <a:pt x="80" y="22"/>
                      <a:pt x="81" y="23"/>
                      <a:pt x="81" y="23"/>
                    </a:cubicBezTo>
                    <a:cubicBezTo>
                      <a:pt x="80" y="22"/>
                      <a:pt x="81" y="22"/>
                      <a:pt x="81" y="21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4" y="22"/>
                      <a:pt x="86" y="22"/>
                      <a:pt x="86" y="19"/>
                    </a:cubicBezTo>
                    <a:cubicBezTo>
                      <a:pt x="88" y="21"/>
                      <a:pt x="87" y="21"/>
                      <a:pt x="87" y="22"/>
                    </a:cubicBezTo>
                    <a:cubicBezTo>
                      <a:pt x="87" y="20"/>
                      <a:pt x="87" y="22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0"/>
                      <a:pt x="89" y="22"/>
                      <a:pt x="89" y="21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19"/>
                      <a:pt x="90" y="23"/>
                      <a:pt x="89" y="20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89" y="19"/>
                      <a:pt x="91" y="22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1" y="21"/>
                      <a:pt x="90" y="17"/>
                      <a:pt x="91" y="19"/>
                    </a:cubicBezTo>
                    <a:cubicBezTo>
                      <a:pt x="91" y="19"/>
                      <a:pt x="91" y="18"/>
                      <a:pt x="91" y="16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3" y="17"/>
                      <a:pt x="94" y="17"/>
                      <a:pt x="94" y="14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95" y="13"/>
                      <a:pt x="97" y="17"/>
                      <a:pt x="96" y="13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2"/>
                      <a:pt x="98" y="13"/>
                      <a:pt x="97" y="11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8" y="13"/>
                      <a:pt x="98" y="10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101" y="14"/>
                      <a:pt x="104" y="15"/>
                      <a:pt x="104" y="11"/>
                    </a:cubicBezTo>
                    <a:cubicBezTo>
                      <a:pt x="104" y="10"/>
                      <a:pt x="105" y="13"/>
                      <a:pt x="105" y="13"/>
                    </a:cubicBezTo>
                    <a:cubicBezTo>
                      <a:pt x="106" y="9"/>
                      <a:pt x="109" y="14"/>
                      <a:pt x="109" y="8"/>
                    </a:cubicBezTo>
                    <a:cubicBezTo>
                      <a:pt x="110" y="6"/>
                      <a:pt x="108" y="1"/>
                      <a:pt x="108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9" name="Freeform 114"/>
              <p:cNvSpPr/>
              <p:nvPr>
                <p:custDataLst>
                  <p:tags r:id="rId360"/>
                </p:custDataLst>
              </p:nvPr>
            </p:nvSpPr>
            <p:spPr bwMode="auto">
              <a:xfrm>
                <a:off x="3897" y="1269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0 h 2"/>
                  <a:gd name="T4" fmla="*/ 0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0" name="Freeform 115"/>
              <p:cNvSpPr/>
              <p:nvPr>
                <p:custDataLst>
                  <p:tags r:id="rId361"/>
                </p:custDataLst>
              </p:nvPr>
            </p:nvSpPr>
            <p:spPr bwMode="auto">
              <a:xfrm>
                <a:off x="3935" y="1214"/>
                <a:ext cx="78" cy="253"/>
              </a:xfrm>
              <a:custGeom>
                <a:avLst/>
                <a:gdLst>
                  <a:gd name="T0" fmla="*/ 15 w 37"/>
                  <a:gd name="T1" fmla="*/ 54 h 119"/>
                  <a:gd name="T2" fmla="*/ 12 w 37"/>
                  <a:gd name="T3" fmla="*/ 62 h 119"/>
                  <a:gd name="T4" fmla="*/ 8 w 37"/>
                  <a:gd name="T5" fmla="*/ 67 h 119"/>
                  <a:gd name="T6" fmla="*/ 6 w 37"/>
                  <a:gd name="T7" fmla="*/ 78 h 119"/>
                  <a:gd name="T8" fmla="*/ 4 w 37"/>
                  <a:gd name="T9" fmla="*/ 84 h 119"/>
                  <a:gd name="T10" fmla="*/ 2 w 37"/>
                  <a:gd name="T11" fmla="*/ 96 h 119"/>
                  <a:gd name="T12" fmla="*/ 5 w 37"/>
                  <a:gd name="T13" fmla="*/ 103 h 119"/>
                  <a:gd name="T14" fmla="*/ 2 w 37"/>
                  <a:gd name="T15" fmla="*/ 111 h 119"/>
                  <a:gd name="T16" fmla="*/ 2 w 37"/>
                  <a:gd name="T17" fmla="*/ 115 h 119"/>
                  <a:gd name="T18" fmla="*/ 7 w 37"/>
                  <a:gd name="T19" fmla="*/ 117 h 119"/>
                  <a:gd name="T20" fmla="*/ 8 w 37"/>
                  <a:gd name="T21" fmla="*/ 117 h 119"/>
                  <a:gd name="T22" fmla="*/ 9 w 37"/>
                  <a:gd name="T23" fmla="*/ 115 h 119"/>
                  <a:gd name="T24" fmla="*/ 12 w 37"/>
                  <a:gd name="T25" fmla="*/ 113 h 119"/>
                  <a:gd name="T26" fmla="*/ 15 w 37"/>
                  <a:gd name="T27" fmla="*/ 110 h 119"/>
                  <a:gd name="T28" fmla="*/ 17 w 37"/>
                  <a:gd name="T29" fmla="*/ 110 h 119"/>
                  <a:gd name="T30" fmla="*/ 17 w 37"/>
                  <a:gd name="T31" fmla="*/ 108 h 119"/>
                  <a:gd name="T32" fmla="*/ 18 w 37"/>
                  <a:gd name="T33" fmla="*/ 108 h 119"/>
                  <a:gd name="T34" fmla="*/ 21 w 37"/>
                  <a:gd name="T35" fmla="*/ 108 h 119"/>
                  <a:gd name="T36" fmla="*/ 15 w 37"/>
                  <a:gd name="T37" fmla="*/ 104 h 119"/>
                  <a:gd name="T38" fmla="*/ 18 w 37"/>
                  <a:gd name="T39" fmla="*/ 104 h 119"/>
                  <a:gd name="T40" fmla="*/ 20 w 37"/>
                  <a:gd name="T41" fmla="*/ 104 h 119"/>
                  <a:gd name="T42" fmla="*/ 22 w 37"/>
                  <a:gd name="T43" fmla="*/ 102 h 119"/>
                  <a:gd name="T44" fmla="*/ 20 w 37"/>
                  <a:gd name="T45" fmla="*/ 100 h 119"/>
                  <a:gd name="T46" fmla="*/ 22 w 37"/>
                  <a:gd name="T47" fmla="*/ 99 h 119"/>
                  <a:gd name="T48" fmla="*/ 15 w 37"/>
                  <a:gd name="T49" fmla="*/ 95 h 119"/>
                  <a:gd name="T50" fmla="*/ 21 w 37"/>
                  <a:gd name="T51" fmla="*/ 97 h 119"/>
                  <a:gd name="T52" fmla="*/ 24 w 37"/>
                  <a:gd name="T53" fmla="*/ 92 h 119"/>
                  <a:gd name="T54" fmla="*/ 24 w 37"/>
                  <a:gd name="T55" fmla="*/ 89 h 119"/>
                  <a:gd name="T56" fmla="*/ 21 w 37"/>
                  <a:gd name="T57" fmla="*/ 85 h 119"/>
                  <a:gd name="T58" fmla="*/ 26 w 37"/>
                  <a:gd name="T59" fmla="*/ 81 h 119"/>
                  <a:gd name="T60" fmla="*/ 24 w 37"/>
                  <a:gd name="T61" fmla="*/ 78 h 119"/>
                  <a:gd name="T62" fmla="*/ 25 w 37"/>
                  <a:gd name="T63" fmla="*/ 77 h 119"/>
                  <a:gd name="T64" fmla="*/ 23 w 37"/>
                  <a:gd name="T65" fmla="*/ 75 h 119"/>
                  <a:gd name="T66" fmla="*/ 27 w 37"/>
                  <a:gd name="T67" fmla="*/ 75 h 119"/>
                  <a:gd name="T68" fmla="*/ 26 w 37"/>
                  <a:gd name="T69" fmla="*/ 72 h 119"/>
                  <a:gd name="T70" fmla="*/ 25 w 37"/>
                  <a:gd name="T71" fmla="*/ 67 h 119"/>
                  <a:gd name="T72" fmla="*/ 29 w 37"/>
                  <a:gd name="T73" fmla="*/ 65 h 119"/>
                  <a:gd name="T74" fmla="*/ 28 w 37"/>
                  <a:gd name="T75" fmla="*/ 61 h 119"/>
                  <a:gd name="T76" fmla="*/ 29 w 37"/>
                  <a:gd name="T77" fmla="*/ 59 h 119"/>
                  <a:gd name="T78" fmla="*/ 29 w 37"/>
                  <a:gd name="T79" fmla="*/ 59 h 119"/>
                  <a:gd name="T80" fmla="*/ 29 w 37"/>
                  <a:gd name="T81" fmla="*/ 56 h 119"/>
                  <a:gd name="T82" fmla="*/ 27 w 37"/>
                  <a:gd name="T83" fmla="*/ 51 h 119"/>
                  <a:gd name="T84" fmla="*/ 25 w 37"/>
                  <a:gd name="T85" fmla="*/ 49 h 119"/>
                  <a:gd name="T86" fmla="*/ 27 w 37"/>
                  <a:gd name="T87" fmla="*/ 47 h 119"/>
                  <a:gd name="T88" fmla="*/ 29 w 37"/>
                  <a:gd name="T89" fmla="*/ 44 h 119"/>
                  <a:gd name="T90" fmla="*/ 27 w 37"/>
                  <a:gd name="T91" fmla="*/ 39 h 119"/>
                  <a:gd name="T92" fmla="*/ 28 w 37"/>
                  <a:gd name="T93" fmla="*/ 37 h 119"/>
                  <a:gd name="T94" fmla="*/ 31 w 37"/>
                  <a:gd name="T95" fmla="*/ 30 h 119"/>
                  <a:gd name="T96" fmla="*/ 32 w 37"/>
                  <a:gd name="T97" fmla="*/ 27 h 119"/>
                  <a:gd name="T98" fmla="*/ 29 w 37"/>
                  <a:gd name="T99" fmla="*/ 19 h 119"/>
                  <a:gd name="T100" fmla="*/ 30 w 37"/>
                  <a:gd name="T101" fmla="*/ 16 h 119"/>
                  <a:gd name="T102" fmla="*/ 26 w 37"/>
                  <a:gd name="T103" fmla="*/ 0 h 119"/>
                  <a:gd name="T104" fmla="*/ 18 w 37"/>
                  <a:gd name="T105" fmla="*/ 21 h 119"/>
                  <a:gd name="T106" fmla="*/ 11 w 37"/>
                  <a:gd name="T107" fmla="*/ 3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119">
                    <a:moveTo>
                      <a:pt x="11" y="38"/>
                    </a:moveTo>
                    <a:cubicBezTo>
                      <a:pt x="11" y="42"/>
                      <a:pt x="12" y="46"/>
                      <a:pt x="12" y="50"/>
                    </a:cubicBezTo>
                    <a:cubicBezTo>
                      <a:pt x="15" y="51"/>
                      <a:pt x="13" y="52"/>
                      <a:pt x="16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4" y="54"/>
                      <a:pt x="13" y="54"/>
                      <a:pt x="15" y="54"/>
                    </a:cubicBezTo>
                    <a:cubicBezTo>
                      <a:pt x="17" y="55"/>
                      <a:pt x="12" y="54"/>
                      <a:pt x="13" y="55"/>
                    </a:cubicBezTo>
                    <a:cubicBezTo>
                      <a:pt x="13" y="55"/>
                      <a:pt x="14" y="55"/>
                      <a:pt x="14" y="55"/>
                    </a:cubicBezTo>
                    <a:cubicBezTo>
                      <a:pt x="16" y="56"/>
                      <a:pt x="13" y="55"/>
                      <a:pt x="11" y="55"/>
                    </a:cubicBezTo>
                    <a:cubicBezTo>
                      <a:pt x="11" y="57"/>
                      <a:pt x="13" y="59"/>
                      <a:pt x="11" y="61"/>
                    </a:cubicBezTo>
                    <a:cubicBezTo>
                      <a:pt x="11" y="60"/>
                      <a:pt x="13" y="61"/>
                      <a:pt x="13" y="61"/>
                    </a:cubicBezTo>
                    <a:cubicBezTo>
                      <a:pt x="9" y="60"/>
                      <a:pt x="13" y="62"/>
                      <a:pt x="12" y="62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2"/>
                      <a:pt x="11" y="63"/>
                      <a:pt x="10" y="63"/>
                    </a:cubicBezTo>
                    <a:cubicBezTo>
                      <a:pt x="11" y="64"/>
                      <a:pt x="8" y="64"/>
                      <a:pt x="9" y="65"/>
                    </a:cubicBezTo>
                    <a:cubicBezTo>
                      <a:pt x="8" y="64"/>
                      <a:pt x="8" y="65"/>
                      <a:pt x="8" y="65"/>
                    </a:cubicBezTo>
                    <a:cubicBezTo>
                      <a:pt x="11" y="66"/>
                      <a:pt x="6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6" y="70"/>
                      <a:pt x="8" y="72"/>
                    </a:cubicBezTo>
                    <a:cubicBezTo>
                      <a:pt x="8" y="73"/>
                      <a:pt x="4" y="73"/>
                      <a:pt x="5" y="75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7" y="76"/>
                      <a:pt x="6" y="75"/>
                      <a:pt x="5" y="75"/>
                    </a:cubicBezTo>
                    <a:cubicBezTo>
                      <a:pt x="7" y="76"/>
                      <a:pt x="5" y="76"/>
                      <a:pt x="5" y="77"/>
                    </a:cubicBezTo>
                    <a:cubicBezTo>
                      <a:pt x="5" y="77"/>
                      <a:pt x="5" y="78"/>
                      <a:pt x="6" y="78"/>
                    </a:cubicBezTo>
                    <a:cubicBezTo>
                      <a:pt x="4" y="78"/>
                      <a:pt x="7" y="80"/>
                      <a:pt x="5" y="80"/>
                    </a:cubicBezTo>
                    <a:cubicBezTo>
                      <a:pt x="8" y="81"/>
                      <a:pt x="6" y="80"/>
                      <a:pt x="7" y="81"/>
                    </a:cubicBezTo>
                    <a:cubicBezTo>
                      <a:pt x="7" y="81"/>
                      <a:pt x="6" y="81"/>
                      <a:pt x="5" y="81"/>
                    </a:cubicBezTo>
                    <a:cubicBezTo>
                      <a:pt x="6" y="81"/>
                      <a:pt x="6" y="82"/>
                      <a:pt x="4" y="82"/>
                    </a:cubicBezTo>
                    <a:cubicBezTo>
                      <a:pt x="5" y="82"/>
                      <a:pt x="6" y="83"/>
                      <a:pt x="6" y="83"/>
                    </a:cubicBezTo>
                    <a:cubicBezTo>
                      <a:pt x="3" y="83"/>
                      <a:pt x="5" y="84"/>
                      <a:pt x="4" y="84"/>
                    </a:cubicBezTo>
                    <a:cubicBezTo>
                      <a:pt x="6" y="85"/>
                      <a:pt x="8" y="86"/>
                      <a:pt x="7" y="86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5" y="86"/>
                      <a:pt x="2" y="87"/>
                      <a:pt x="4" y="90"/>
                    </a:cubicBezTo>
                    <a:cubicBezTo>
                      <a:pt x="3" y="89"/>
                      <a:pt x="3" y="89"/>
                      <a:pt x="3" y="89"/>
                    </a:cubicBezTo>
                    <a:cubicBezTo>
                      <a:pt x="4" y="91"/>
                      <a:pt x="1" y="92"/>
                      <a:pt x="4" y="95"/>
                    </a:cubicBezTo>
                    <a:cubicBezTo>
                      <a:pt x="3" y="95"/>
                      <a:pt x="2" y="95"/>
                      <a:pt x="2" y="96"/>
                    </a:cubicBezTo>
                    <a:cubicBezTo>
                      <a:pt x="3" y="97"/>
                      <a:pt x="3" y="97"/>
                      <a:pt x="5" y="98"/>
                    </a:cubicBezTo>
                    <a:cubicBezTo>
                      <a:pt x="5" y="98"/>
                      <a:pt x="4" y="98"/>
                      <a:pt x="3" y="98"/>
                    </a:cubicBezTo>
                    <a:cubicBezTo>
                      <a:pt x="2" y="98"/>
                      <a:pt x="0" y="98"/>
                      <a:pt x="2" y="9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" y="100"/>
                      <a:pt x="4" y="101"/>
                      <a:pt x="2" y="102"/>
                    </a:cubicBezTo>
                    <a:cubicBezTo>
                      <a:pt x="3" y="102"/>
                      <a:pt x="3" y="103"/>
                      <a:pt x="5" y="103"/>
                    </a:cubicBezTo>
                    <a:cubicBezTo>
                      <a:pt x="5" y="103"/>
                      <a:pt x="3" y="103"/>
                      <a:pt x="4" y="103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4"/>
                      <a:pt x="2" y="105"/>
                      <a:pt x="3" y="107"/>
                    </a:cubicBezTo>
                    <a:cubicBezTo>
                      <a:pt x="0" y="107"/>
                      <a:pt x="3" y="108"/>
                      <a:pt x="1" y="109"/>
                    </a:cubicBezTo>
                    <a:cubicBezTo>
                      <a:pt x="2" y="110"/>
                      <a:pt x="0" y="110"/>
                      <a:pt x="3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1" y="111"/>
                      <a:pt x="2" y="112"/>
                      <a:pt x="1" y="113"/>
                    </a:cubicBezTo>
                    <a:cubicBezTo>
                      <a:pt x="1" y="114"/>
                      <a:pt x="3" y="114"/>
                      <a:pt x="4" y="114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3" y="115"/>
                      <a:pt x="5" y="115"/>
                      <a:pt x="7" y="115"/>
                    </a:cubicBezTo>
                    <a:cubicBezTo>
                      <a:pt x="6" y="115"/>
                      <a:pt x="7" y="115"/>
                      <a:pt x="6" y="115"/>
                    </a:cubicBezTo>
                    <a:cubicBezTo>
                      <a:pt x="5" y="115"/>
                      <a:pt x="4" y="115"/>
                      <a:pt x="2" y="115"/>
                    </a:cubicBezTo>
                    <a:cubicBezTo>
                      <a:pt x="1" y="116"/>
                      <a:pt x="5" y="116"/>
                      <a:pt x="3" y="117"/>
                    </a:cubicBezTo>
                    <a:cubicBezTo>
                      <a:pt x="2" y="117"/>
                      <a:pt x="3" y="118"/>
                      <a:pt x="5" y="117"/>
                    </a:cubicBezTo>
                    <a:cubicBezTo>
                      <a:pt x="4" y="117"/>
                      <a:pt x="4" y="118"/>
                      <a:pt x="3" y="118"/>
                    </a:cubicBezTo>
                    <a:cubicBezTo>
                      <a:pt x="3" y="118"/>
                      <a:pt x="3" y="118"/>
                      <a:pt x="4" y="118"/>
                    </a:cubicBezTo>
                    <a:cubicBezTo>
                      <a:pt x="4" y="118"/>
                      <a:pt x="4" y="118"/>
                      <a:pt x="4" y="118"/>
                    </a:cubicBezTo>
                    <a:cubicBezTo>
                      <a:pt x="5" y="118"/>
                      <a:pt x="5" y="118"/>
                      <a:pt x="7" y="117"/>
                    </a:cubicBezTo>
                    <a:cubicBezTo>
                      <a:pt x="7" y="117"/>
                      <a:pt x="6" y="117"/>
                      <a:pt x="7" y="117"/>
                    </a:cubicBezTo>
                    <a:cubicBezTo>
                      <a:pt x="8" y="117"/>
                      <a:pt x="8" y="117"/>
                      <a:pt x="7" y="118"/>
                    </a:cubicBezTo>
                    <a:cubicBezTo>
                      <a:pt x="6" y="118"/>
                      <a:pt x="5" y="118"/>
                      <a:pt x="4" y="119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8" y="118"/>
                      <a:pt x="9" y="117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9" y="117"/>
                      <a:pt x="9" y="117"/>
                      <a:pt x="9" y="117"/>
                    </a:cubicBezTo>
                    <a:cubicBezTo>
                      <a:pt x="9" y="117"/>
                      <a:pt x="10" y="116"/>
                      <a:pt x="9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6"/>
                      <a:pt x="5" y="116"/>
                      <a:pt x="7" y="116"/>
                    </a:cubicBezTo>
                    <a:cubicBezTo>
                      <a:pt x="9" y="115"/>
                      <a:pt x="9" y="115"/>
                      <a:pt x="9" y="115"/>
                    </a:cubicBezTo>
                    <a:cubicBezTo>
                      <a:pt x="9" y="115"/>
                      <a:pt x="8" y="115"/>
                      <a:pt x="9" y="115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8" y="115"/>
                      <a:pt x="10" y="114"/>
                      <a:pt x="9" y="114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1" y="114"/>
                      <a:pt x="8" y="114"/>
                      <a:pt x="8" y="114"/>
                    </a:cubicBezTo>
                    <a:cubicBezTo>
                      <a:pt x="9" y="114"/>
                      <a:pt x="11" y="114"/>
                      <a:pt x="12" y="114"/>
                    </a:cubicBezTo>
                    <a:cubicBezTo>
                      <a:pt x="12" y="113"/>
                      <a:pt x="10" y="113"/>
                      <a:pt x="12" y="113"/>
                    </a:cubicBezTo>
                    <a:cubicBezTo>
                      <a:pt x="11" y="112"/>
                      <a:pt x="10" y="112"/>
                      <a:pt x="9" y="111"/>
                    </a:cubicBezTo>
                    <a:cubicBezTo>
                      <a:pt x="9" y="111"/>
                      <a:pt x="12" y="112"/>
                      <a:pt x="11" y="111"/>
                    </a:cubicBezTo>
                    <a:cubicBezTo>
                      <a:pt x="12" y="111"/>
                      <a:pt x="13" y="111"/>
                      <a:pt x="14" y="111"/>
                    </a:cubicBezTo>
                    <a:cubicBezTo>
                      <a:pt x="13" y="111"/>
                      <a:pt x="14" y="111"/>
                      <a:pt x="12" y="111"/>
                    </a:cubicBezTo>
                    <a:cubicBezTo>
                      <a:pt x="12" y="110"/>
                      <a:pt x="13" y="110"/>
                      <a:pt x="12" y="109"/>
                    </a:cubicBezTo>
                    <a:cubicBezTo>
                      <a:pt x="12" y="109"/>
                      <a:pt x="14" y="110"/>
                      <a:pt x="15" y="110"/>
                    </a:cubicBezTo>
                    <a:cubicBezTo>
                      <a:pt x="13" y="109"/>
                      <a:pt x="13" y="109"/>
                      <a:pt x="13" y="108"/>
                    </a:cubicBezTo>
                    <a:cubicBezTo>
                      <a:pt x="11" y="108"/>
                      <a:pt x="11" y="108"/>
                      <a:pt x="10" y="108"/>
                    </a:cubicBezTo>
                    <a:cubicBezTo>
                      <a:pt x="9" y="108"/>
                      <a:pt x="9" y="107"/>
                      <a:pt x="9" y="107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3" y="108"/>
                      <a:pt x="16" y="109"/>
                    </a:cubicBezTo>
                    <a:cubicBezTo>
                      <a:pt x="18" y="109"/>
                      <a:pt x="18" y="110"/>
                      <a:pt x="17" y="110"/>
                    </a:cubicBezTo>
                    <a:cubicBezTo>
                      <a:pt x="19" y="111"/>
                      <a:pt x="17" y="110"/>
                      <a:pt x="19" y="110"/>
                    </a:cubicBezTo>
                    <a:cubicBezTo>
                      <a:pt x="19" y="110"/>
                      <a:pt x="18" y="110"/>
                      <a:pt x="18" y="109"/>
                    </a:cubicBezTo>
                    <a:cubicBezTo>
                      <a:pt x="17" y="109"/>
                      <a:pt x="16" y="109"/>
                      <a:pt x="15" y="108"/>
                    </a:cubicBezTo>
                    <a:cubicBezTo>
                      <a:pt x="13" y="108"/>
                      <a:pt x="17" y="108"/>
                      <a:pt x="17" y="108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09"/>
                      <a:pt x="17" y="108"/>
                      <a:pt x="17" y="108"/>
                    </a:cubicBezTo>
                    <a:cubicBezTo>
                      <a:pt x="21" y="109"/>
                      <a:pt x="18" y="108"/>
                      <a:pt x="20" y="109"/>
                    </a:cubicBezTo>
                    <a:cubicBezTo>
                      <a:pt x="22" y="109"/>
                      <a:pt x="22" y="109"/>
                      <a:pt x="22" y="109"/>
                    </a:cubicBezTo>
                    <a:cubicBezTo>
                      <a:pt x="22" y="109"/>
                      <a:pt x="19" y="109"/>
                      <a:pt x="20" y="108"/>
                    </a:cubicBezTo>
                    <a:cubicBezTo>
                      <a:pt x="21" y="109"/>
                      <a:pt x="21" y="109"/>
                      <a:pt x="21" y="109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20" y="108"/>
                      <a:pt x="18" y="108"/>
                      <a:pt x="18" y="108"/>
                    </a:cubicBezTo>
                    <a:cubicBezTo>
                      <a:pt x="15" y="107"/>
                      <a:pt x="18" y="108"/>
                      <a:pt x="17" y="107"/>
                    </a:cubicBezTo>
                    <a:cubicBezTo>
                      <a:pt x="15" y="106"/>
                      <a:pt x="17" y="107"/>
                      <a:pt x="16" y="107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14" y="105"/>
                      <a:pt x="16" y="106"/>
                      <a:pt x="17" y="106"/>
                    </a:cubicBezTo>
                    <a:cubicBezTo>
                      <a:pt x="17" y="106"/>
                      <a:pt x="17" y="107"/>
                      <a:pt x="16" y="106"/>
                    </a:cubicBezTo>
                    <a:cubicBezTo>
                      <a:pt x="18" y="107"/>
                      <a:pt x="20" y="107"/>
                      <a:pt x="21" y="108"/>
                    </a:cubicBezTo>
                    <a:cubicBezTo>
                      <a:pt x="22" y="108"/>
                      <a:pt x="20" y="107"/>
                      <a:pt x="20" y="107"/>
                    </a:cubicBezTo>
                    <a:cubicBezTo>
                      <a:pt x="19" y="107"/>
                      <a:pt x="18" y="107"/>
                      <a:pt x="17" y="106"/>
                    </a:cubicBezTo>
                    <a:cubicBezTo>
                      <a:pt x="13" y="105"/>
                      <a:pt x="21" y="107"/>
                      <a:pt x="20" y="106"/>
                    </a:cubicBezTo>
                    <a:cubicBezTo>
                      <a:pt x="17" y="106"/>
                      <a:pt x="16" y="104"/>
                      <a:pt x="13" y="104"/>
                    </a:cubicBezTo>
                    <a:cubicBezTo>
                      <a:pt x="12" y="104"/>
                      <a:pt x="12" y="103"/>
                      <a:pt x="12" y="103"/>
                    </a:cubicBezTo>
                    <a:cubicBezTo>
                      <a:pt x="14" y="104"/>
                      <a:pt x="13" y="103"/>
                      <a:pt x="15" y="104"/>
                    </a:cubicBezTo>
                    <a:cubicBezTo>
                      <a:pt x="15" y="104"/>
                      <a:pt x="15" y="104"/>
                      <a:pt x="15" y="104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22" y="106"/>
                      <a:pt x="22" y="106"/>
                      <a:pt x="22" y="106"/>
                    </a:cubicBezTo>
                    <a:cubicBezTo>
                      <a:pt x="21" y="105"/>
                      <a:pt x="20" y="105"/>
                      <a:pt x="19" y="105"/>
                    </a:cubicBezTo>
                    <a:cubicBezTo>
                      <a:pt x="20" y="105"/>
                      <a:pt x="21" y="105"/>
                      <a:pt x="21" y="105"/>
                    </a:cubicBezTo>
                    <a:cubicBezTo>
                      <a:pt x="20" y="105"/>
                      <a:pt x="18" y="104"/>
                      <a:pt x="18" y="104"/>
                    </a:cubicBezTo>
                    <a:cubicBezTo>
                      <a:pt x="18" y="103"/>
                      <a:pt x="20" y="104"/>
                      <a:pt x="20" y="104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21" y="104"/>
                      <a:pt x="23" y="105"/>
                      <a:pt x="22" y="105"/>
                    </a:cubicBezTo>
                    <a:cubicBezTo>
                      <a:pt x="21" y="104"/>
                      <a:pt x="20" y="104"/>
                      <a:pt x="18" y="103"/>
                    </a:cubicBezTo>
                    <a:cubicBezTo>
                      <a:pt x="18" y="103"/>
                      <a:pt x="19" y="103"/>
                      <a:pt x="19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3"/>
                      <a:pt x="23" y="104"/>
                      <a:pt x="23" y="104"/>
                    </a:cubicBezTo>
                    <a:cubicBezTo>
                      <a:pt x="21" y="103"/>
                      <a:pt x="21" y="103"/>
                      <a:pt x="21" y="103"/>
                    </a:cubicBezTo>
                    <a:cubicBezTo>
                      <a:pt x="23" y="104"/>
                      <a:pt x="23" y="104"/>
                      <a:pt x="23" y="104"/>
                    </a:cubicBezTo>
                    <a:cubicBezTo>
                      <a:pt x="22" y="103"/>
                      <a:pt x="22" y="103"/>
                      <a:pt x="21" y="10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2" y="103"/>
                      <a:pt x="20" y="102"/>
                      <a:pt x="22" y="102"/>
                    </a:cubicBezTo>
                    <a:cubicBezTo>
                      <a:pt x="19" y="102"/>
                      <a:pt x="22" y="103"/>
                      <a:pt x="20" y="102"/>
                    </a:cubicBezTo>
                    <a:cubicBezTo>
                      <a:pt x="19" y="102"/>
                      <a:pt x="19" y="101"/>
                      <a:pt x="19" y="101"/>
                    </a:cubicBezTo>
                    <a:cubicBezTo>
                      <a:pt x="21" y="102"/>
                      <a:pt x="19" y="101"/>
                      <a:pt x="19" y="101"/>
                    </a:cubicBezTo>
                    <a:cubicBezTo>
                      <a:pt x="20" y="101"/>
                      <a:pt x="21" y="101"/>
                      <a:pt x="21" y="101"/>
                    </a:cubicBezTo>
                    <a:cubicBezTo>
                      <a:pt x="19" y="101"/>
                      <a:pt x="19" y="101"/>
                      <a:pt x="19" y="101"/>
                    </a:cubicBezTo>
                    <a:cubicBezTo>
                      <a:pt x="23" y="102"/>
                      <a:pt x="19" y="100"/>
                      <a:pt x="20" y="100"/>
                    </a:cubicBezTo>
                    <a:cubicBezTo>
                      <a:pt x="21" y="101"/>
                      <a:pt x="22" y="101"/>
                      <a:pt x="23" y="101"/>
                    </a:cubicBezTo>
                    <a:cubicBezTo>
                      <a:pt x="20" y="100"/>
                      <a:pt x="20" y="99"/>
                      <a:pt x="18" y="99"/>
                    </a:cubicBezTo>
                    <a:cubicBezTo>
                      <a:pt x="19" y="99"/>
                      <a:pt x="21" y="100"/>
                      <a:pt x="23" y="101"/>
                    </a:cubicBezTo>
                    <a:cubicBezTo>
                      <a:pt x="21" y="100"/>
                      <a:pt x="25" y="101"/>
                      <a:pt x="22" y="100"/>
                    </a:cubicBezTo>
                    <a:cubicBezTo>
                      <a:pt x="21" y="100"/>
                      <a:pt x="21" y="99"/>
                      <a:pt x="19" y="99"/>
                    </a:cubicBezTo>
                    <a:cubicBezTo>
                      <a:pt x="20" y="98"/>
                      <a:pt x="21" y="99"/>
                      <a:pt x="22" y="99"/>
                    </a:cubicBezTo>
                    <a:cubicBezTo>
                      <a:pt x="21" y="99"/>
                      <a:pt x="19" y="98"/>
                      <a:pt x="19" y="98"/>
                    </a:cubicBezTo>
                    <a:cubicBezTo>
                      <a:pt x="19" y="98"/>
                      <a:pt x="17" y="97"/>
                      <a:pt x="19" y="97"/>
                    </a:cubicBezTo>
                    <a:cubicBezTo>
                      <a:pt x="20" y="98"/>
                      <a:pt x="19" y="98"/>
                      <a:pt x="20" y="98"/>
                    </a:cubicBezTo>
                    <a:cubicBezTo>
                      <a:pt x="21" y="98"/>
                      <a:pt x="17" y="96"/>
                      <a:pt x="16" y="96"/>
                    </a:cubicBezTo>
                    <a:cubicBezTo>
                      <a:pt x="15" y="95"/>
                      <a:pt x="13" y="94"/>
                      <a:pt x="12" y="94"/>
                    </a:cubicBezTo>
                    <a:cubicBezTo>
                      <a:pt x="13" y="93"/>
                      <a:pt x="13" y="94"/>
                      <a:pt x="15" y="95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7" y="95"/>
                      <a:pt x="19" y="97"/>
                      <a:pt x="21" y="97"/>
                    </a:cubicBezTo>
                    <a:cubicBezTo>
                      <a:pt x="20" y="97"/>
                      <a:pt x="20" y="97"/>
                      <a:pt x="20" y="97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1" y="97"/>
                      <a:pt x="23" y="97"/>
                      <a:pt x="22" y="97"/>
                    </a:cubicBezTo>
                    <a:cubicBezTo>
                      <a:pt x="21" y="96"/>
                      <a:pt x="23" y="97"/>
                      <a:pt x="21" y="97"/>
                    </a:cubicBezTo>
                    <a:cubicBezTo>
                      <a:pt x="21" y="97"/>
                      <a:pt x="19" y="95"/>
                      <a:pt x="20" y="95"/>
                    </a:cubicBezTo>
                    <a:cubicBezTo>
                      <a:pt x="23" y="97"/>
                      <a:pt x="23" y="97"/>
                      <a:pt x="23" y="97"/>
                    </a:cubicBezTo>
                    <a:cubicBezTo>
                      <a:pt x="23" y="97"/>
                      <a:pt x="21" y="96"/>
                      <a:pt x="22" y="96"/>
                    </a:cubicBezTo>
                    <a:cubicBezTo>
                      <a:pt x="23" y="96"/>
                      <a:pt x="23" y="96"/>
                      <a:pt x="23" y="96"/>
                    </a:cubicBezTo>
                    <a:cubicBezTo>
                      <a:pt x="23" y="96"/>
                      <a:pt x="24" y="94"/>
                      <a:pt x="20" y="92"/>
                    </a:cubicBezTo>
                    <a:cubicBezTo>
                      <a:pt x="22" y="92"/>
                      <a:pt x="22" y="92"/>
                      <a:pt x="24" y="92"/>
                    </a:cubicBezTo>
                    <a:cubicBezTo>
                      <a:pt x="23" y="92"/>
                      <a:pt x="22" y="91"/>
                      <a:pt x="22" y="91"/>
                    </a:cubicBezTo>
                    <a:cubicBezTo>
                      <a:pt x="24" y="91"/>
                      <a:pt x="24" y="91"/>
                      <a:pt x="24" y="91"/>
                    </a:cubicBezTo>
                    <a:cubicBezTo>
                      <a:pt x="25" y="91"/>
                      <a:pt x="23" y="90"/>
                      <a:pt x="23" y="90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5" y="90"/>
                      <a:pt x="23" y="89"/>
                      <a:pt x="23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22" y="88"/>
                      <a:pt x="23" y="88"/>
                      <a:pt x="25" y="89"/>
                    </a:cubicBezTo>
                    <a:cubicBezTo>
                      <a:pt x="23" y="88"/>
                      <a:pt x="23" y="88"/>
                      <a:pt x="23" y="88"/>
                    </a:cubicBezTo>
                    <a:cubicBezTo>
                      <a:pt x="25" y="88"/>
                      <a:pt x="25" y="88"/>
                      <a:pt x="25" y="86"/>
                    </a:cubicBezTo>
                    <a:cubicBezTo>
                      <a:pt x="24" y="87"/>
                      <a:pt x="23" y="86"/>
                      <a:pt x="22" y="86"/>
                    </a:cubicBezTo>
                    <a:cubicBezTo>
                      <a:pt x="20" y="86"/>
                      <a:pt x="22" y="86"/>
                      <a:pt x="21" y="85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7" y="86"/>
                      <a:pt x="25" y="85"/>
                      <a:pt x="25" y="84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7" y="83"/>
                      <a:pt x="24" y="82"/>
                      <a:pt x="25" y="82"/>
                    </a:cubicBezTo>
                    <a:cubicBezTo>
                      <a:pt x="24" y="82"/>
                      <a:pt x="22" y="81"/>
                      <a:pt x="22" y="80"/>
                    </a:cubicBezTo>
                    <a:cubicBezTo>
                      <a:pt x="20" y="79"/>
                      <a:pt x="25" y="81"/>
                      <a:pt x="26" y="81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4" y="80"/>
                      <a:pt x="24" y="79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25" y="79"/>
                      <a:pt x="26" y="79"/>
                      <a:pt x="26" y="79"/>
                    </a:cubicBezTo>
                    <a:cubicBezTo>
                      <a:pt x="24" y="78"/>
                      <a:pt x="26" y="78"/>
                      <a:pt x="24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3" y="77"/>
                      <a:pt x="23" y="77"/>
                      <a:pt x="23" y="77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7" y="78"/>
                      <a:pt x="25" y="77"/>
                      <a:pt x="24" y="77"/>
                    </a:cubicBezTo>
                    <a:cubicBezTo>
                      <a:pt x="23" y="76"/>
                      <a:pt x="24" y="77"/>
                      <a:pt x="25" y="77"/>
                    </a:cubicBezTo>
                    <a:cubicBezTo>
                      <a:pt x="26" y="77"/>
                      <a:pt x="25" y="77"/>
                      <a:pt x="25" y="77"/>
                    </a:cubicBezTo>
                    <a:cubicBezTo>
                      <a:pt x="26" y="78"/>
                      <a:pt x="25" y="77"/>
                      <a:pt x="26" y="77"/>
                    </a:cubicBezTo>
                    <a:cubicBezTo>
                      <a:pt x="26" y="77"/>
                      <a:pt x="24" y="77"/>
                      <a:pt x="25" y="77"/>
                    </a:cubicBezTo>
                    <a:cubicBezTo>
                      <a:pt x="25" y="76"/>
                      <a:pt x="25" y="76"/>
                      <a:pt x="26" y="76"/>
                    </a:cubicBezTo>
                    <a:cubicBezTo>
                      <a:pt x="26" y="76"/>
                      <a:pt x="26" y="76"/>
                      <a:pt x="25" y="75"/>
                    </a:cubicBezTo>
                    <a:cubicBezTo>
                      <a:pt x="25" y="76"/>
                      <a:pt x="24" y="76"/>
                      <a:pt x="23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4" y="75"/>
                      <a:pt x="22" y="75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5" y="74"/>
                      <a:pt x="27" y="75"/>
                      <a:pt x="27" y="7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3"/>
                      <a:pt x="26" y="74"/>
                      <a:pt x="27" y="74"/>
                    </a:cubicBezTo>
                    <a:cubicBezTo>
                      <a:pt x="28" y="73"/>
                      <a:pt x="22" y="72"/>
                      <a:pt x="24" y="72"/>
                    </a:cubicBezTo>
                    <a:cubicBezTo>
                      <a:pt x="26" y="72"/>
                      <a:pt x="26" y="72"/>
                      <a:pt x="27" y="72"/>
                    </a:cubicBezTo>
                    <a:cubicBezTo>
                      <a:pt x="27" y="72"/>
                      <a:pt x="26" y="72"/>
                      <a:pt x="26" y="72"/>
                    </a:cubicBezTo>
                    <a:cubicBezTo>
                      <a:pt x="25" y="72"/>
                      <a:pt x="27" y="72"/>
                      <a:pt x="26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9" y="72"/>
                      <a:pt x="26" y="70"/>
                      <a:pt x="28" y="70"/>
                    </a:cubicBezTo>
                    <a:cubicBezTo>
                      <a:pt x="26" y="69"/>
                      <a:pt x="28" y="69"/>
                      <a:pt x="27" y="69"/>
                    </a:cubicBezTo>
                    <a:cubicBezTo>
                      <a:pt x="29" y="70"/>
                      <a:pt x="27" y="68"/>
                      <a:pt x="28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7" y="68"/>
                      <a:pt x="22" y="66"/>
                      <a:pt x="25" y="67"/>
                    </a:cubicBezTo>
                    <a:cubicBezTo>
                      <a:pt x="26" y="67"/>
                      <a:pt x="27" y="67"/>
                      <a:pt x="27" y="68"/>
                    </a:cubicBezTo>
                    <a:cubicBezTo>
                      <a:pt x="30" y="68"/>
                      <a:pt x="25" y="66"/>
                      <a:pt x="29" y="67"/>
                    </a:cubicBezTo>
                    <a:cubicBezTo>
                      <a:pt x="28" y="66"/>
                      <a:pt x="26" y="66"/>
                      <a:pt x="25" y="65"/>
                    </a:cubicBezTo>
                    <a:cubicBezTo>
                      <a:pt x="26" y="65"/>
                      <a:pt x="28" y="65"/>
                      <a:pt x="28" y="65"/>
                    </a:cubicBezTo>
                    <a:cubicBezTo>
                      <a:pt x="28" y="65"/>
                      <a:pt x="27" y="65"/>
                      <a:pt x="28" y="65"/>
                    </a:cubicBezTo>
                    <a:cubicBezTo>
                      <a:pt x="28" y="65"/>
                      <a:pt x="28" y="65"/>
                      <a:pt x="29" y="65"/>
                    </a:cubicBezTo>
                    <a:cubicBezTo>
                      <a:pt x="30" y="65"/>
                      <a:pt x="28" y="64"/>
                      <a:pt x="28" y="64"/>
                    </a:cubicBezTo>
                    <a:cubicBezTo>
                      <a:pt x="30" y="64"/>
                      <a:pt x="29" y="63"/>
                      <a:pt x="30" y="63"/>
                    </a:cubicBezTo>
                    <a:cubicBezTo>
                      <a:pt x="28" y="62"/>
                      <a:pt x="31" y="63"/>
                      <a:pt x="28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8" y="62"/>
                      <a:pt x="26" y="61"/>
                      <a:pt x="26" y="61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30" y="62"/>
                      <a:pt x="29" y="61"/>
                      <a:pt x="30" y="61"/>
                    </a:cubicBezTo>
                    <a:cubicBezTo>
                      <a:pt x="28" y="61"/>
                      <a:pt x="30" y="61"/>
                      <a:pt x="28" y="61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7" y="60"/>
                      <a:pt x="27" y="60"/>
                      <a:pt x="27" y="59"/>
                    </a:cubicBezTo>
                    <a:cubicBezTo>
                      <a:pt x="27" y="59"/>
                      <a:pt x="29" y="60"/>
                      <a:pt x="29" y="60"/>
                    </a:cubicBezTo>
                    <a:cubicBezTo>
                      <a:pt x="30" y="60"/>
                      <a:pt x="29" y="60"/>
                      <a:pt x="29" y="59"/>
                    </a:cubicBezTo>
                    <a:cubicBezTo>
                      <a:pt x="29" y="59"/>
                      <a:pt x="29" y="59"/>
                      <a:pt x="28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30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9"/>
                      <a:pt x="30" y="58"/>
                      <a:pt x="29" y="58"/>
                    </a:cubicBezTo>
                    <a:cubicBezTo>
                      <a:pt x="30" y="58"/>
                      <a:pt x="29" y="56"/>
                      <a:pt x="28" y="56"/>
                    </a:cubicBezTo>
                    <a:cubicBezTo>
                      <a:pt x="28" y="56"/>
                      <a:pt x="30" y="56"/>
                      <a:pt x="29" y="56"/>
                    </a:cubicBezTo>
                    <a:cubicBezTo>
                      <a:pt x="29" y="56"/>
                      <a:pt x="27" y="55"/>
                      <a:pt x="28" y="55"/>
                    </a:cubicBezTo>
                    <a:cubicBezTo>
                      <a:pt x="28" y="55"/>
                      <a:pt x="30" y="55"/>
                      <a:pt x="30" y="55"/>
                    </a:cubicBezTo>
                    <a:cubicBezTo>
                      <a:pt x="30" y="55"/>
                      <a:pt x="28" y="55"/>
                      <a:pt x="28" y="55"/>
                    </a:cubicBezTo>
                    <a:cubicBezTo>
                      <a:pt x="31" y="55"/>
                      <a:pt x="27" y="53"/>
                      <a:pt x="29" y="53"/>
                    </a:cubicBezTo>
                    <a:cubicBezTo>
                      <a:pt x="29" y="53"/>
                      <a:pt x="30" y="53"/>
                      <a:pt x="30" y="53"/>
                    </a:cubicBezTo>
                    <a:cubicBezTo>
                      <a:pt x="30" y="53"/>
                      <a:pt x="29" y="52"/>
                      <a:pt x="27" y="5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7" y="50"/>
                    </a:cubicBezTo>
                    <a:cubicBezTo>
                      <a:pt x="27" y="51"/>
                      <a:pt x="28" y="51"/>
                      <a:pt x="28" y="51"/>
                    </a:cubicBezTo>
                    <a:cubicBezTo>
                      <a:pt x="27" y="51"/>
                      <a:pt x="25" y="50"/>
                      <a:pt x="26" y="5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50"/>
                      <a:pt x="25" y="49"/>
                      <a:pt x="25" y="49"/>
                    </a:cubicBezTo>
                    <a:cubicBezTo>
                      <a:pt x="26" y="49"/>
                      <a:pt x="26" y="49"/>
                      <a:pt x="27" y="49"/>
                    </a:cubicBezTo>
                    <a:cubicBezTo>
                      <a:pt x="29" y="50"/>
                      <a:pt x="28" y="49"/>
                      <a:pt x="29" y="49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8"/>
                      <a:pt x="29" y="49"/>
                      <a:pt x="29" y="48"/>
                    </a:cubicBezTo>
                    <a:cubicBezTo>
                      <a:pt x="24" y="47"/>
                      <a:pt x="24" y="47"/>
                      <a:pt x="24" y="47"/>
                    </a:cubicBezTo>
                    <a:cubicBezTo>
                      <a:pt x="24" y="47"/>
                      <a:pt x="26" y="47"/>
                      <a:pt x="27" y="47"/>
                    </a:cubicBezTo>
                    <a:cubicBezTo>
                      <a:pt x="27" y="47"/>
                      <a:pt x="24" y="46"/>
                      <a:pt x="22" y="45"/>
                    </a:cubicBezTo>
                    <a:cubicBezTo>
                      <a:pt x="23" y="45"/>
                      <a:pt x="22" y="44"/>
                      <a:pt x="22" y="44"/>
                    </a:cubicBezTo>
                    <a:cubicBezTo>
                      <a:pt x="23" y="44"/>
                      <a:pt x="22" y="44"/>
                      <a:pt x="23" y="44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7" y="45"/>
                      <a:pt x="28" y="45"/>
                    </a:cubicBezTo>
                    <a:cubicBezTo>
                      <a:pt x="27" y="45"/>
                      <a:pt x="28" y="44"/>
                      <a:pt x="29" y="44"/>
                    </a:cubicBezTo>
                    <a:cubicBezTo>
                      <a:pt x="26" y="44"/>
                      <a:pt x="27" y="43"/>
                      <a:pt x="25" y="42"/>
                    </a:cubicBezTo>
                    <a:cubicBezTo>
                      <a:pt x="24" y="42"/>
                      <a:pt x="27" y="43"/>
                      <a:pt x="28" y="43"/>
                    </a:cubicBezTo>
                    <a:cubicBezTo>
                      <a:pt x="27" y="42"/>
                      <a:pt x="27" y="41"/>
                      <a:pt x="27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0"/>
                      <a:pt x="28" y="40"/>
                      <a:pt x="26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39"/>
                      <a:pt x="24" y="38"/>
                      <a:pt x="26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8"/>
                      <a:pt x="28" y="38"/>
                      <a:pt x="26" y="37"/>
                    </a:cubicBezTo>
                    <a:cubicBezTo>
                      <a:pt x="27" y="37"/>
                      <a:pt x="27" y="38"/>
                      <a:pt x="28" y="38"/>
                    </a:cubicBezTo>
                    <a:cubicBezTo>
                      <a:pt x="27" y="37"/>
                      <a:pt x="27" y="37"/>
                      <a:pt x="26" y="36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9" y="37"/>
                      <a:pt x="26" y="36"/>
                      <a:pt x="27" y="36"/>
                    </a:cubicBezTo>
                    <a:cubicBezTo>
                      <a:pt x="27" y="36"/>
                      <a:pt x="28" y="36"/>
                      <a:pt x="28" y="36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3"/>
                      <a:pt x="30" y="31"/>
                      <a:pt x="28" y="29"/>
                    </a:cubicBezTo>
                    <a:cubicBezTo>
                      <a:pt x="31" y="29"/>
                      <a:pt x="30" y="30"/>
                      <a:pt x="31" y="30"/>
                    </a:cubicBezTo>
                    <a:cubicBezTo>
                      <a:pt x="29" y="29"/>
                      <a:pt x="31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31" y="28"/>
                      <a:pt x="31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7"/>
                      <a:pt x="33" y="28"/>
                      <a:pt x="30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0" y="26"/>
                      <a:pt x="33" y="27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3" y="26"/>
                      <a:pt x="29" y="25"/>
                      <a:pt x="31" y="25"/>
                    </a:cubicBezTo>
                    <a:cubicBezTo>
                      <a:pt x="31" y="25"/>
                      <a:pt x="30" y="24"/>
                      <a:pt x="28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0" y="23"/>
                      <a:pt x="31" y="21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8" y="18"/>
                      <a:pt x="33" y="19"/>
                      <a:pt x="29" y="1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6"/>
                      <a:pt x="30" y="16"/>
                      <a:pt x="28" y="15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5"/>
                      <a:pt x="28" y="14"/>
                      <a:pt x="28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33" y="14"/>
                      <a:pt x="36" y="12"/>
                      <a:pt x="32" y="9"/>
                    </a:cubicBezTo>
                    <a:cubicBezTo>
                      <a:pt x="32" y="9"/>
                      <a:pt x="35" y="10"/>
                      <a:pt x="34" y="10"/>
                    </a:cubicBezTo>
                    <a:cubicBezTo>
                      <a:pt x="32" y="7"/>
                      <a:pt x="37" y="7"/>
                      <a:pt x="33" y="4"/>
                    </a:cubicBezTo>
                    <a:cubicBezTo>
                      <a:pt x="32" y="2"/>
                      <a:pt x="26" y="0"/>
                      <a:pt x="26" y="0"/>
                    </a:cubicBezTo>
                    <a:cubicBezTo>
                      <a:pt x="28" y="3"/>
                      <a:pt x="24" y="5"/>
                      <a:pt x="21" y="7"/>
                    </a:cubicBezTo>
                    <a:cubicBezTo>
                      <a:pt x="21" y="8"/>
                      <a:pt x="21" y="9"/>
                      <a:pt x="20" y="10"/>
                    </a:cubicBezTo>
                    <a:cubicBezTo>
                      <a:pt x="20" y="13"/>
                      <a:pt x="14" y="16"/>
                      <a:pt x="15" y="20"/>
                    </a:cubicBezTo>
                    <a:cubicBezTo>
                      <a:pt x="16" y="20"/>
                      <a:pt x="17" y="21"/>
                      <a:pt x="17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6" y="21"/>
                      <a:pt x="16" y="21"/>
                    </a:cubicBezTo>
                    <a:cubicBezTo>
                      <a:pt x="15" y="22"/>
                      <a:pt x="16" y="24"/>
                      <a:pt x="15" y="25"/>
                    </a:cubicBezTo>
                    <a:cubicBezTo>
                      <a:pt x="17" y="25"/>
                      <a:pt x="15" y="26"/>
                      <a:pt x="17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7"/>
                      <a:pt x="17" y="27"/>
                      <a:pt x="14" y="28"/>
                    </a:cubicBezTo>
                    <a:cubicBezTo>
                      <a:pt x="12" y="31"/>
                      <a:pt x="12" y="35"/>
                      <a:pt x="1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1" name="Freeform 116"/>
              <p:cNvSpPr/>
              <p:nvPr>
                <p:custDataLst>
                  <p:tags r:id="rId362"/>
                </p:custDataLst>
              </p:nvPr>
            </p:nvSpPr>
            <p:spPr bwMode="auto">
              <a:xfrm>
                <a:off x="3914" y="130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2" name="Freeform 117"/>
              <p:cNvSpPr/>
              <p:nvPr>
                <p:custDataLst>
                  <p:tags r:id="rId363"/>
                </p:custDataLst>
              </p:nvPr>
            </p:nvSpPr>
            <p:spPr bwMode="auto">
              <a:xfrm>
                <a:off x="3364" y="247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3" name="Freeform 118"/>
              <p:cNvSpPr/>
              <p:nvPr>
                <p:custDataLst>
                  <p:tags r:id="rId364"/>
                </p:custDataLst>
              </p:nvPr>
            </p:nvSpPr>
            <p:spPr bwMode="auto">
              <a:xfrm>
                <a:off x="3920" y="1403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1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4" name="Freeform 119"/>
              <p:cNvSpPr/>
              <p:nvPr>
                <p:custDataLst>
                  <p:tags r:id="rId365"/>
                </p:custDataLst>
              </p:nvPr>
            </p:nvSpPr>
            <p:spPr bwMode="auto">
              <a:xfrm>
                <a:off x="3918" y="1401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5" name="Freeform 120"/>
              <p:cNvSpPr/>
              <p:nvPr>
                <p:custDataLst>
                  <p:tags r:id="rId366"/>
                </p:custDataLst>
              </p:nvPr>
            </p:nvSpPr>
            <p:spPr bwMode="auto">
              <a:xfrm>
                <a:off x="3920" y="1411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6" name="Freeform 121"/>
              <p:cNvSpPr/>
              <p:nvPr>
                <p:custDataLst>
                  <p:tags r:id="rId367"/>
                </p:custDataLst>
              </p:nvPr>
            </p:nvSpPr>
            <p:spPr bwMode="auto">
              <a:xfrm>
                <a:off x="3477" y="15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7" name="Freeform 122"/>
              <p:cNvSpPr/>
              <p:nvPr>
                <p:custDataLst>
                  <p:tags r:id="rId368"/>
                </p:custDataLst>
              </p:nvPr>
            </p:nvSpPr>
            <p:spPr bwMode="auto">
              <a:xfrm>
                <a:off x="3453" y="1458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8" name="Freeform 123"/>
              <p:cNvSpPr/>
              <p:nvPr>
                <p:custDataLst>
                  <p:tags r:id="rId369"/>
                </p:custDataLst>
              </p:nvPr>
            </p:nvSpPr>
            <p:spPr bwMode="auto">
              <a:xfrm>
                <a:off x="3477" y="142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9" name="Freeform 124"/>
              <p:cNvSpPr/>
              <p:nvPr>
                <p:custDataLst>
                  <p:tags r:id="rId370"/>
                </p:custDataLst>
              </p:nvPr>
            </p:nvSpPr>
            <p:spPr bwMode="auto">
              <a:xfrm>
                <a:off x="4603" y="18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0" name="Freeform 125"/>
              <p:cNvSpPr/>
              <p:nvPr>
                <p:custDataLst>
                  <p:tags r:id="rId371"/>
                </p:custDataLst>
              </p:nvPr>
            </p:nvSpPr>
            <p:spPr bwMode="auto">
              <a:xfrm>
                <a:off x="3540" y="153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1" name="Rectangle 126"/>
              <p:cNvSpPr>
                <a:spLocks noChangeArrowheads="1"/>
              </p:cNvSpPr>
              <p:nvPr>
                <p:custDataLst>
                  <p:tags r:id="rId372"/>
                </p:custDataLst>
              </p:nvPr>
            </p:nvSpPr>
            <p:spPr bwMode="auto">
              <a:xfrm>
                <a:off x="3489" y="1441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2" name="Freeform 127"/>
              <p:cNvSpPr/>
              <p:nvPr>
                <p:custDataLst>
                  <p:tags r:id="rId373"/>
                </p:custDataLst>
              </p:nvPr>
            </p:nvSpPr>
            <p:spPr bwMode="auto">
              <a:xfrm>
                <a:off x="3375" y="1310"/>
                <a:ext cx="174" cy="269"/>
              </a:xfrm>
              <a:custGeom>
                <a:avLst/>
                <a:gdLst>
                  <a:gd name="T0" fmla="*/ 11 w 82"/>
                  <a:gd name="T1" fmla="*/ 27 h 127"/>
                  <a:gd name="T2" fmla="*/ 20 w 82"/>
                  <a:gd name="T3" fmla="*/ 47 h 127"/>
                  <a:gd name="T4" fmla="*/ 34 w 82"/>
                  <a:gd name="T5" fmla="*/ 60 h 127"/>
                  <a:gd name="T6" fmla="*/ 37 w 82"/>
                  <a:gd name="T7" fmla="*/ 68 h 127"/>
                  <a:gd name="T8" fmla="*/ 43 w 82"/>
                  <a:gd name="T9" fmla="*/ 80 h 127"/>
                  <a:gd name="T10" fmla="*/ 47 w 82"/>
                  <a:gd name="T11" fmla="*/ 89 h 127"/>
                  <a:gd name="T12" fmla="*/ 53 w 82"/>
                  <a:gd name="T13" fmla="*/ 94 h 127"/>
                  <a:gd name="T14" fmla="*/ 60 w 82"/>
                  <a:gd name="T15" fmla="*/ 105 h 127"/>
                  <a:gd name="T16" fmla="*/ 63 w 82"/>
                  <a:gd name="T17" fmla="*/ 111 h 127"/>
                  <a:gd name="T18" fmla="*/ 63 w 82"/>
                  <a:gd name="T19" fmla="*/ 121 h 127"/>
                  <a:gd name="T20" fmla="*/ 65 w 82"/>
                  <a:gd name="T21" fmla="*/ 124 h 127"/>
                  <a:gd name="T22" fmla="*/ 69 w 82"/>
                  <a:gd name="T23" fmla="*/ 126 h 127"/>
                  <a:gd name="T24" fmla="*/ 72 w 82"/>
                  <a:gd name="T25" fmla="*/ 126 h 127"/>
                  <a:gd name="T26" fmla="*/ 73 w 82"/>
                  <a:gd name="T27" fmla="*/ 123 h 127"/>
                  <a:gd name="T28" fmla="*/ 71 w 82"/>
                  <a:gd name="T29" fmla="*/ 118 h 127"/>
                  <a:gd name="T30" fmla="*/ 73 w 82"/>
                  <a:gd name="T31" fmla="*/ 112 h 127"/>
                  <a:gd name="T32" fmla="*/ 80 w 82"/>
                  <a:gd name="T33" fmla="*/ 112 h 127"/>
                  <a:gd name="T34" fmla="*/ 80 w 82"/>
                  <a:gd name="T35" fmla="*/ 109 h 127"/>
                  <a:gd name="T36" fmla="*/ 76 w 82"/>
                  <a:gd name="T37" fmla="*/ 108 h 127"/>
                  <a:gd name="T38" fmla="*/ 78 w 82"/>
                  <a:gd name="T39" fmla="*/ 107 h 127"/>
                  <a:gd name="T40" fmla="*/ 73 w 82"/>
                  <a:gd name="T41" fmla="*/ 105 h 127"/>
                  <a:gd name="T42" fmla="*/ 77 w 82"/>
                  <a:gd name="T43" fmla="*/ 102 h 127"/>
                  <a:gd name="T44" fmla="*/ 78 w 82"/>
                  <a:gd name="T45" fmla="*/ 100 h 127"/>
                  <a:gd name="T46" fmla="*/ 76 w 82"/>
                  <a:gd name="T47" fmla="*/ 100 h 127"/>
                  <a:gd name="T48" fmla="*/ 76 w 82"/>
                  <a:gd name="T49" fmla="*/ 96 h 127"/>
                  <a:gd name="T50" fmla="*/ 71 w 82"/>
                  <a:gd name="T51" fmla="*/ 96 h 127"/>
                  <a:gd name="T52" fmla="*/ 65 w 82"/>
                  <a:gd name="T53" fmla="*/ 95 h 127"/>
                  <a:gd name="T54" fmla="*/ 70 w 82"/>
                  <a:gd name="T55" fmla="*/ 92 h 127"/>
                  <a:gd name="T56" fmla="*/ 68 w 82"/>
                  <a:gd name="T57" fmla="*/ 86 h 127"/>
                  <a:gd name="T58" fmla="*/ 67 w 82"/>
                  <a:gd name="T59" fmla="*/ 84 h 127"/>
                  <a:gd name="T60" fmla="*/ 65 w 82"/>
                  <a:gd name="T61" fmla="*/ 81 h 127"/>
                  <a:gd name="T62" fmla="*/ 62 w 82"/>
                  <a:gd name="T63" fmla="*/ 75 h 127"/>
                  <a:gd name="T64" fmla="*/ 60 w 82"/>
                  <a:gd name="T65" fmla="*/ 73 h 127"/>
                  <a:gd name="T66" fmla="*/ 59 w 82"/>
                  <a:gd name="T67" fmla="*/ 72 h 127"/>
                  <a:gd name="T68" fmla="*/ 57 w 82"/>
                  <a:gd name="T69" fmla="*/ 71 h 127"/>
                  <a:gd name="T70" fmla="*/ 58 w 82"/>
                  <a:gd name="T71" fmla="*/ 68 h 127"/>
                  <a:gd name="T72" fmla="*/ 55 w 82"/>
                  <a:gd name="T73" fmla="*/ 67 h 127"/>
                  <a:gd name="T74" fmla="*/ 54 w 82"/>
                  <a:gd name="T75" fmla="*/ 62 h 127"/>
                  <a:gd name="T76" fmla="*/ 51 w 82"/>
                  <a:gd name="T77" fmla="*/ 58 h 127"/>
                  <a:gd name="T78" fmla="*/ 51 w 82"/>
                  <a:gd name="T79" fmla="*/ 54 h 127"/>
                  <a:gd name="T80" fmla="*/ 48 w 82"/>
                  <a:gd name="T81" fmla="*/ 53 h 127"/>
                  <a:gd name="T82" fmla="*/ 49 w 82"/>
                  <a:gd name="T83" fmla="*/ 53 h 127"/>
                  <a:gd name="T84" fmla="*/ 45 w 82"/>
                  <a:gd name="T85" fmla="*/ 50 h 127"/>
                  <a:gd name="T86" fmla="*/ 43 w 82"/>
                  <a:gd name="T87" fmla="*/ 46 h 127"/>
                  <a:gd name="T88" fmla="*/ 41 w 82"/>
                  <a:gd name="T89" fmla="*/ 44 h 127"/>
                  <a:gd name="T90" fmla="*/ 32 w 82"/>
                  <a:gd name="T91" fmla="*/ 44 h 127"/>
                  <a:gd name="T92" fmla="*/ 35 w 82"/>
                  <a:gd name="T93" fmla="*/ 39 h 127"/>
                  <a:gd name="T94" fmla="*/ 31 w 82"/>
                  <a:gd name="T95" fmla="*/ 36 h 127"/>
                  <a:gd name="T96" fmla="*/ 30 w 82"/>
                  <a:gd name="T97" fmla="*/ 32 h 127"/>
                  <a:gd name="T98" fmla="*/ 26 w 82"/>
                  <a:gd name="T99" fmla="*/ 24 h 127"/>
                  <a:gd name="T100" fmla="*/ 25 w 82"/>
                  <a:gd name="T101" fmla="*/ 21 h 127"/>
                  <a:gd name="T102" fmla="*/ 15 w 82"/>
                  <a:gd name="T103" fmla="*/ 15 h 127"/>
                  <a:gd name="T104" fmla="*/ 13 w 82"/>
                  <a:gd name="T105" fmla="*/ 1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2" h="127">
                    <a:moveTo>
                      <a:pt x="1" y="12"/>
                    </a:moveTo>
                    <a:cubicBezTo>
                      <a:pt x="2" y="13"/>
                      <a:pt x="4" y="14"/>
                      <a:pt x="3" y="15"/>
                    </a:cubicBezTo>
                    <a:cubicBezTo>
                      <a:pt x="6" y="19"/>
                      <a:pt x="4" y="25"/>
                      <a:pt x="8" y="28"/>
                    </a:cubicBezTo>
                    <a:cubicBezTo>
                      <a:pt x="9" y="27"/>
                      <a:pt x="10" y="27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0" y="28"/>
                      <a:pt x="9" y="28"/>
                    </a:cubicBezTo>
                    <a:cubicBezTo>
                      <a:pt x="10" y="29"/>
                      <a:pt x="12" y="30"/>
                      <a:pt x="12" y="32"/>
                    </a:cubicBezTo>
                    <a:cubicBezTo>
                      <a:pt x="14" y="31"/>
                      <a:pt x="13" y="33"/>
                      <a:pt x="15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5" y="33"/>
                      <a:pt x="15" y="33"/>
                      <a:pt x="13" y="35"/>
                    </a:cubicBezTo>
                    <a:cubicBezTo>
                      <a:pt x="14" y="40"/>
                      <a:pt x="18" y="43"/>
                      <a:pt x="20" y="47"/>
                    </a:cubicBezTo>
                    <a:cubicBezTo>
                      <a:pt x="22" y="50"/>
                      <a:pt x="26" y="53"/>
                      <a:pt x="29" y="57"/>
                    </a:cubicBezTo>
                    <a:cubicBezTo>
                      <a:pt x="32" y="56"/>
                      <a:pt x="31" y="57"/>
                      <a:pt x="34" y="56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5" y="57"/>
                      <a:pt x="34" y="58"/>
                      <a:pt x="33" y="59"/>
                    </a:cubicBezTo>
                    <a:cubicBezTo>
                      <a:pt x="34" y="59"/>
                      <a:pt x="33" y="59"/>
                      <a:pt x="35" y="58"/>
                    </a:cubicBezTo>
                    <a:cubicBezTo>
                      <a:pt x="37" y="58"/>
                      <a:pt x="33" y="60"/>
                      <a:pt x="34" y="60"/>
                    </a:cubicBezTo>
                    <a:cubicBezTo>
                      <a:pt x="33" y="60"/>
                      <a:pt x="35" y="59"/>
                      <a:pt x="35" y="60"/>
                    </a:cubicBezTo>
                    <a:cubicBezTo>
                      <a:pt x="37" y="60"/>
                      <a:pt x="33" y="60"/>
                      <a:pt x="32" y="62"/>
                    </a:cubicBezTo>
                    <a:cubicBezTo>
                      <a:pt x="34" y="64"/>
                      <a:pt x="37" y="65"/>
                      <a:pt x="37" y="67"/>
                    </a:cubicBezTo>
                    <a:cubicBezTo>
                      <a:pt x="37" y="67"/>
                      <a:pt x="38" y="66"/>
                      <a:pt x="38" y="66"/>
                    </a:cubicBezTo>
                    <a:cubicBezTo>
                      <a:pt x="35" y="68"/>
                      <a:pt x="39" y="66"/>
                      <a:pt x="38" y="67"/>
                    </a:cubicBezTo>
                    <a:cubicBezTo>
                      <a:pt x="37" y="68"/>
                      <a:pt x="37" y="68"/>
                      <a:pt x="37" y="68"/>
                    </a:cubicBezTo>
                    <a:cubicBezTo>
                      <a:pt x="36" y="69"/>
                      <a:pt x="39" y="69"/>
                      <a:pt x="38" y="70"/>
                    </a:cubicBezTo>
                    <a:cubicBezTo>
                      <a:pt x="39" y="70"/>
                      <a:pt x="37" y="72"/>
                      <a:pt x="39" y="72"/>
                    </a:cubicBezTo>
                    <a:cubicBezTo>
                      <a:pt x="38" y="72"/>
                      <a:pt x="38" y="73"/>
                      <a:pt x="38" y="73"/>
                    </a:cubicBezTo>
                    <a:cubicBezTo>
                      <a:pt x="41" y="72"/>
                      <a:pt x="37" y="75"/>
                      <a:pt x="40" y="74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41" y="76"/>
                      <a:pt x="41" y="79"/>
                      <a:pt x="43" y="80"/>
                    </a:cubicBezTo>
                    <a:cubicBezTo>
                      <a:pt x="44" y="81"/>
                      <a:pt x="42" y="84"/>
                      <a:pt x="44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4"/>
                      <a:pt x="45" y="84"/>
                      <a:pt x="44" y="84"/>
                    </a:cubicBezTo>
                    <a:cubicBezTo>
                      <a:pt x="46" y="84"/>
                      <a:pt x="45" y="86"/>
                      <a:pt x="45" y="87"/>
                    </a:cubicBezTo>
                    <a:cubicBezTo>
                      <a:pt x="46" y="87"/>
                      <a:pt x="46" y="87"/>
                      <a:pt x="47" y="86"/>
                    </a:cubicBezTo>
                    <a:cubicBezTo>
                      <a:pt x="45" y="88"/>
                      <a:pt x="48" y="88"/>
                      <a:pt x="47" y="89"/>
                    </a:cubicBezTo>
                    <a:cubicBezTo>
                      <a:pt x="50" y="88"/>
                      <a:pt x="49" y="89"/>
                      <a:pt x="50" y="89"/>
                    </a:cubicBezTo>
                    <a:cubicBezTo>
                      <a:pt x="50" y="89"/>
                      <a:pt x="49" y="90"/>
                      <a:pt x="48" y="90"/>
                    </a:cubicBezTo>
                    <a:cubicBezTo>
                      <a:pt x="49" y="91"/>
                      <a:pt x="49" y="91"/>
                      <a:pt x="49" y="92"/>
                    </a:cubicBezTo>
                    <a:cubicBezTo>
                      <a:pt x="49" y="92"/>
                      <a:pt x="51" y="92"/>
                      <a:pt x="51" y="92"/>
                    </a:cubicBezTo>
                    <a:cubicBezTo>
                      <a:pt x="49" y="93"/>
                      <a:pt x="51" y="93"/>
                      <a:pt x="50" y="94"/>
                    </a:cubicBezTo>
                    <a:cubicBezTo>
                      <a:pt x="52" y="93"/>
                      <a:pt x="54" y="93"/>
                      <a:pt x="53" y="94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3" y="95"/>
                      <a:pt x="51" y="98"/>
                      <a:pt x="55" y="99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6" y="100"/>
                      <a:pt x="54" y="103"/>
                      <a:pt x="58" y="103"/>
                    </a:cubicBezTo>
                    <a:cubicBezTo>
                      <a:pt x="57" y="104"/>
                      <a:pt x="56" y="105"/>
                      <a:pt x="57" y="105"/>
                    </a:cubicBezTo>
                    <a:cubicBezTo>
                      <a:pt x="58" y="105"/>
                      <a:pt x="58" y="106"/>
                      <a:pt x="60" y="105"/>
                    </a:cubicBezTo>
                    <a:cubicBezTo>
                      <a:pt x="61" y="106"/>
                      <a:pt x="59" y="106"/>
                      <a:pt x="59" y="106"/>
                    </a:cubicBezTo>
                    <a:cubicBezTo>
                      <a:pt x="59" y="107"/>
                      <a:pt x="57" y="108"/>
                      <a:pt x="59" y="108"/>
                    </a:cubicBezTo>
                    <a:cubicBezTo>
                      <a:pt x="58" y="109"/>
                      <a:pt x="58" y="109"/>
                      <a:pt x="58" y="109"/>
                    </a:cubicBezTo>
                    <a:cubicBezTo>
                      <a:pt x="59" y="109"/>
                      <a:pt x="61" y="109"/>
                      <a:pt x="60" y="110"/>
                    </a:cubicBezTo>
                    <a:cubicBezTo>
                      <a:pt x="61" y="110"/>
                      <a:pt x="62" y="111"/>
                      <a:pt x="64" y="110"/>
                    </a:cubicBezTo>
                    <a:cubicBezTo>
                      <a:pt x="64" y="110"/>
                      <a:pt x="61" y="111"/>
                      <a:pt x="63" y="111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1" y="113"/>
                      <a:pt x="62" y="114"/>
                      <a:pt x="63" y="115"/>
                    </a:cubicBezTo>
                    <a:cubicBezTo>
                      <a:pt x="61" y="116"/>
                      <a:pt x="64" y="116"/>
                      <a:pt x="62" y="117"/>
                    </a:cubicBezTo>
                    <a:cubicBezTo>
                      <a:pt x="64" y="118"/>
                      <a:pt x="62" y="119"/>
                      <a:pt x="65" y="119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4" y="120"/>
                      <a:pt x="64" y="121"/>
                      <a:pt x="63" y="121"/>
                    </a:cubicBezTo>
                    <a:cubicBezTo>
                      <a:pt x="63" y="122"/>
                      <a:pt x="65" y="122"/>
                      <a:pt x="66" y="122"/>
                    </a:cubicBezTo>
                    <a:cubicBezTo>
                      <a:pt x="64" y="122"/>
                      <a:pt x="64" y="122"/>
                      <a:pt x="64" y="122"/>
                    </a:cubicBezTo>
                    <a:cubicBezTo>
                      <a:pt x="65" y="123"/>
                      <a:pt x="67" y="123"/>
                      <a:pt x="69" y="123"/>
                    </a:cubicBezTo>
                    <a:cubicBezTo>
                      <a:pt x="68" y="123"/>
                      <a:pt x="69" y="123"/>
                      <a:pt x="68" y="124"/>
                    </a:cubicBezTo>
                    <a:cubicBezTo>
                      <a:pt x="67" y="123"/>
                      <a:pt x="66" y="123"/>
                      <a:pt x="64" y="123"/>
                    </a:cubicBezTo>
                    <a:cubicBezTo>
                      <a:pt x="63" y="123"/>
                      <a:pt x="67" y="124"/>
                      <a:pt x="65" y="124"/>
                    </a:cubicBezTo>
                    <a:cubicBezTo>
                      <a:pt x="64" y="125"/>
                      <a:pt x="65" y="125"/>
                      <a:pt x="67" y="125"/>
                    </a:cubicBezTo>
                    <a:cubicBezTo>
                      <a:pt x="66" y="125"/>
                      <a:pt x="66" y="125"/>
                      <a:pt x="65" y="125"/>
                    </a:cubicBezTo>
                    <a:cubicBezTo>
                      <a:pt x="65" y="126"/>
                      <a:pt x="65" y="126"/>
                      <a:pt x="66" y="126"/>
                    </a:cubicBezTo>
                    <a:cubicBezTo>
                      <a:pt x="66" y="126"/>
                      <a:pt x="66" y="126"/>
                      <a:pt x="66" y="126"/>
                    </a:cubicBezTo>
                    <a:cubicBezTo>
                      <a:pt x="67" y="126"/>
                      <a:pt x="67" y="126"/>
                      <a:pt x="69" y="126"/>
                    </a:cubicBezTo>
                    <a:cubicBezTo>
                      <a:pt x="69" y="126"/>
                      <a:pt x="68" y="126"/>
                      <a:pt x="69" y="126"/>
                    </a:cubicBezTo>
                    <a:cubicBezTo>
                      <a:pt x="70" y="126"/>
                      <a:pt x="71" y="126"/>
                      <a:pt x="69" y="126"/>
                    </a:cubicBezTo>
                    <a:cubicBezTo>
                      <a:pt x="68" y="127"/>
                      <a:pt x="67" y="126"/>
                      <a:pt x="66" y="126"/>
                    </a:cubicBezTo>
                    <a:cubicBezTo>
                      <a:pt x="70" y="127"/>
                      <a:pt x="70" y="127"/>
                      <a:pt x="70" y="127"/>
                    </a:cubicBezTo>
                    <a:cubicBezTo>
                      <a:pt x="69" y="127"/>
                      <a:pt x="69" y="127"/>
                      <a:pt x="71" y="127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2" y="126"/>
                      <a:pt x="72" y="126"/>
                      <a:pt x="72" y="126"/>
                    </a:cubicBezTo>
                    <a:cubicBezTo>
                      <a:pt x="71" y="126"/>
                      <a:pt x="72" y="125"/>
                      <a:pt x="71" y="125"/>
                    </a:cubicBezTo>
                    <a:cubicBezTo>
                      <a:pt x="70" y="125"/>
                      <a:pt x="70" y="125"/>
                      <a:pt x="70" y="125"/>
                    </a:cubicBezTo>
                    <a:cubicBezTo>
                      <a:pt x="69" y="125"/>
                      <a:pt x="67" y="124"/>
                      <a:pt x="69" y="124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71" y="124"/>
                      <a:pt x="70" y="124"/>
                      <a:pt x="71" y="12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70" y="124"/>
                      <a:pt x="72" y="122"/>
                      <a:pt x="71" y="122"/>
                    </a:cubicBezTo>
                    <a:cubicBezTo>
                      <a:pt x="72" y="122"/>
                      <a:pt x="72" y="122"/>
                      <a:pt x="72" y="122"/>
                    </a:cubicBezTo>
                    <a:cubicBezTo>
                      <a:pt x="73" y="122"/>
                      <a:pt x="70" y="123"/>
                      <a:pt x="70" y="122"/>
                    </a:cubicBezTo>
                    <a:cubicBezTo>
                      <a:pt x="71" y="122"/>
                      <a:pt x="73" y="122"/>
                      <a:pt x="74" y="121"/>
                    </a:cubicBezTo>
                    <a:cubicBezTo>
                      <a:pt x="74" y="121"/>
                      <a:pt x="72" y="120"/>
                      <a:pt x="74" y="119"/>
                    </a:cubicBezTo>
                    <a:cubicBezTo>
                      <a:pt x="73" y="118"/>
                      <a:pt x="72" y="118"/>
                      <a:pt x="71" y="118"/>
                    </a:cubicBezTo>
                    <a:cubicBezTo>
                      <a:pt x="71" y="117"/>
                      <a:pt x="74" y="117"/>
                      <a:pt x="73" y="117"/>
                    </a:cubicBezTo>
                    <a:cubicBezTo>
                      <a:pt x="74" y="117"/>
                      <a:pt x="75" y="117"/>
                      <a:pt x="75" y="116"/>
                    </a:cubicBezTo>
                    <a:cubicBezTo>
                      <a:pt x="74" y="116"/>
                      <a:pt x="75" y="115"/>
                      <a:pt x="73" y="116"/>
                    </a:cubicBezTo>
                    <a:cubicBezTo>
                      <a:pt x="74" y="115"/>
                      <a:pt x="74" y="114"/>
                      <a:pt x="73" y="114"/>
                    </a:cubicBezTo>
                    <a:cubicBezTo>
                      <a:pt x="73" y="114"/>
                      <a:pt x="75" y="114"/>
                      <a:pt x="76" y="113"/>
                    </a:cubicBezTo>
                    <a:cubicBezTo>
                      <a:pt x="74" y="113"/>
                      <a:pt x="73" y="113"/>
                      <a:pt x="73" y="112"/>
                    </a:cubicBezTo>
                    <a:cubicBezTo>
                      <a:pt x="72" y="112"/>
                      <a:pt x="72" y="113"/>
                      <a:pt x="70" y="113"/>
                    </a:cubicBezTo>
                    <a:cubicBezTo>
                      <a:pt x="70" y="113"/>
                      <a:pt x="69" y="113"/>
                      <a:pt x="69" y="113"/>
                    </a:cubicBezTo>
                    <a:cubicBezTo>
                      <a:pt x="71" y="112"/>
                      <a:pt x="74" y="112"/>
                      <a:pt x="74" y="111"/>
                    </a:cubicBezTo>
                    <a:cubicBezTo>
                      <a:pt x="77" y="111"/>
                      <a:pt x="73" y="112"/>
                      <a:pt x="76" y="111"/>
                    </a:cubicBezTo>
                    <a:cubicBezTo>
                      <a:pt x="78" y="111"/>
                      <a:pt x="79" y="112"/>
                      <a:pt x="77" y="113"/>
                    </a:cubicBezTo>
                    <a:cubicBezTo>
                      <a:pt x="80" y="113"/>
                      <a:pt x="78" y="112"/>
                      <a:pt x="80" y="112"/>
                    </a:cubicBezTo>
                    <a:cubicBezTo>
                      <a:pt x="80" y="111"/>
                      <a:pt x="78" y="111"/>
                      <a:pt x="78" y="111"/>
                    </a:cubicBezTo>
                    <a:cubicBezTo>
                      <a:pt x="77" y="111"/>
                      <a:pt x="77" y="111"/>
                      <a:pt x="76" y="111"/>
                    </a:cubicBezTo>
                    <a:cubicBezTo>
                      <a:pt x="73" y="111"/>
                      <a:pt x="77" y="110"/>
                      <a:pt x="77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9" y="109"/>
                      <a:pt x="77" y="110"/>
                      <a:pt x="77" y="109"/>
                    </a:cubicBezTo>
                    <a:cubicBezTo>
                      <a:pt x="80" y="108"/>
                      <a:pt x="78" y="110"/>
                      <a:pt x="80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2" y="108"/>
                      <a:pt x="79" y="109"/>
                      <a:pt x="80" y="108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79" y="108"/>
                      <a:pt x="77" y="108"/>
                      <a:pt x="77" y="109"/>
                    </a:cubicBezTo>
                    <a:cubicBezTo>
                      <a:pt x="74" y="109"/>
                      <a:pt x="77" y="109"/>
                      <a:pt x="76" y="108"/>
                    </a:cubicBezTo>
                    <a:cubicBezTo>
                      <a:pt x="74" y="108"/>
                      <a:pt x="76" y="108"/>
                      <a:pt x="75" y="109"/>
                    </a:cubicBezTo>
                    <a:cubicBezTo>
                      <a:pt x="73" y="109"/>
                      <a:pt x="73" y="109"/>
                      <a:pt x="73" y="108"/>
                    </a:cubicBezTo>
                    <a:cubicBezTo>
                      <a:pt x="72" y="108"/>
                      <a:pt x="74" y="108"/>
                      <a:pt x="75" y="107"/>
                    </a:cubicBezTo>
                    <a:cubicBezTo>
                      <a:pt x="76" y="107"/>
                      <a:pt x="76" y="108"/>
                      <a:pt x="75" y="108"/>
                    </a:cubicBezTo>
                    <a:cubicBezTo>
                      <a:pt x="77" y="108"/>
                      <a:pt x="79" y="107"/>
                      <a:pt x="80" y="107"/>
                    </a:cubicBezTo>
                    <a:cubicBezTo>
                      <a:pt x="81" y="106"/>
                      <a:pt x="79" y="107"/>
                      <a:pt x="78" y="107"/>
                    </a:cubicBezTo>
                    <a:cubicBezTo>
                      <a:pt x="78" y="107"/>
                      <a:pt x="76" y="107"/>
                      <a:pt x="76" y="107"/>
                    </a:cubicBezTo>
                    <a:cubicBezTo>
                      <a:pt x="71" y="107"/>
                      <a:pt x="79" y="106"/>
                      <a:pt x="78" y="105"/>
                    </a:cubicBezTo>
                    <a:cubicBezTo>
                      <a:pt x="75" y="106"/>
                      <a:pt x="74" y="105"/>
                      <a:pt x="70" y="107"/>
                    </a:cubicBezTo>
                    <a:cubicBezTo>
                      <a:pt x="70" y="107"/>
                      <a:pt x="69" y="107"/>
                      <a:pt x="69" y="106"/>
                    </a:cubicBezTo>
                    <a:cubicBezTo>
                      <a:pt x="71" y="106"/>
                      <a:pt x="71" y="106"/>
                      <a:pt x="73" y="105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8" y="103"/>
                      <a:pt x="77" y="104"/>
                      <a:pt x="76" y="103"/>
                    </a:cubicBezTo>
                    <a:cubicBezTo>
                      <a:pt x="77" y="103"/>
                      <a:pt x="78" y="103"/>
                      <a:pt x="78" y="102"/>
                    </a:cubicBezTo>
                    <a:cubicBezTo>
                      <a:pt x="77" y="103"/>
                      <a:pt x="75" y="103"/>
                      <a:pt x="75" y="103"/>
                    </a:cubicBezTo>
                    <a:cubicBezTo>
                      <a:pt x="74" y="103"/>
                      <a:pt x="76" y="102"/>
                      <a:pt x="77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7" y="102"/>
                      <a:pt x="79" y="101"/>
                      <a:pt x="79" y="101"/>
                    </a:cubicBezTo>
                    <a:cubicBezTo>
                      <a:pt x="77" y="101"/>
                      <a:pt x="76" y="102"/>
                      <a:pt x="74" y="102"/>
                    </a:cubicBezTo>
                    <a:cubicBezTo>
                      <a:pt x="74" y="102"/>
                      <a:pt x="75" y="101"/>
                      <a:pt x="75" y="101"/>
                    </a:cubicBezTo>
                    <a:cubicBezTo>
                      <a:pt x="76" y="101"/>
                      <a:pt x="76" y="101"/>
                      <a:pt x="76" y="101"/>
                    </a:cubicBezTo>
                    <a:cubicBezTo>
                      <a:pt x="76" y="101"/>
                      <a:pt x="79" y="100"/>
                      <a:pt x="78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8" y="100"/>
                      <a:pt x="78" y="100"/>
                    </a:cubicBezTo>
                    <a:cubicBezTo>
                      <a:pt x="77" y="100"/>
                      <a:pt x="77" y="99"/>
                      <a:pt x="77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7" y="99"/>
                      <a:pt x="75" y="99"/>
                      <a:pt x="76" y="99"/>
                    </a:cubicBezTo>
                    <a:cubicBezTo>
                      <a:pt x="74" y="100"/>
                      <a:pt x="77" y="99"/>
                      <a:pt x="76" y="100"/>
                    </a:cubicBezTo>
                    <a:cubicBezTo>
                      <a:pt x="74" y="100"/>
                      <a:pt x="74" y="100"/>
                      <a:pt x="73" y="100"/>
                    </a:cubicBezTo>
                    <a:cubicBezTo>
                      <a:pt x="76" y="99"/>
                      <a:pt x="73" y="99"/>
                      <a:pt x="73" y="99"/>
                    </a:cubicBezTo>
                    <a:cubicBezTo>
                      <a:pt x="74" y="98"/>
                      <a:pt x="75" y="98"/>
                      <a:pt x="75" y="98"/>
                    </a:cubicBezTo>
                    <a:cubicBezTo>
                      <a:pt x="73" y="98"/>
                      <a:pt x="73" y="98"/>
                      <a:pt x="73" y="98"/>
                    </a:cubicBezTo>
                    <a:cubicBezTo>
                      <a:pt x="77" y="97"/>
                      <a:pt x="73" y="98"/>
                      <a:pt x="73" y="97"/>
                    </a:cubicBezTo>
                    <a:cubicBezTo>
                      <a:pt x="75" y="97"/>
                      <a:pt x="76" y="96"/>
                      <a:pt x="76" y="96"/>
                    </a:cubicBezTo>
                    <a:cubicBezTo>
                      <a:pt x="74" y="97"/>
                      <a:pt x="73" y="97"/>
                      <a:pt x="71" y="97"/>
                    </a:cubicBezTo>
                    <a:cubicBezTo>
                      <a:pt x="72" y="96"/>
                      <a:pt x="75" y="96"/>
                      <a:pt x="76" y="96"/>
                    </a:cubicBezTo>
                    <a:cubicBezTo>
                      <a:pt x="74" y="96"/>
                      <a:pt x="77" y="94"/>
                      <a:pt x="75" y="95"/>
                    </a:cubicBezTo>
                    <a:cubicBezTo>
                      <a:pt x="74" y="96"/>
                      <a:pt x="73" y="96"/>
                      <a:pt x="72" y="96"/>
                    </a:cubicBezTo>
                    <a:cubicBezTo>
                      <a:pt x="72" y="95"/>
                      <a:pt x="73" y="96"/>
                      <a:pt x="74" y="95"/>
                    </a:cubicBezTo>
                    <a:cubicBezTo>
                      <a:pt x="74" y="95"/>
                      <a:pt x="72" y="95"/>
                      <a:pt x="71" y="96"/>
                    </a:cubicBezTo>
                    <a:cubicBezTo>
                      <a:pt x="71" y="95"/>
                      <a:pt x="69" y="96"/>
                      <a:pt x="70" y="95"/>
                    </a:cubicBezTo>
                    <a:cubicBezTo>
                      <a:pt x="72" y="94"/>
                      <a:pt x="71" y="95"/>
                      <a:pt x="72" y="95"/>
                    </a:cubicBezTo>
                    <a:cubicBezTo>
                      <a:pt x="72" y="94"/>
                      <a:pt x="68" y="96"/>
                      <a:pt x="68" y="95"/>
                    </a:cubicBezTo>
                    <a:cubicBezTo>
                      <a:pt x="67" y="96"/>
                      <a:pt x="64" y="97"/>
                      <a:pt x="63" y="97"/>
                    </a:cubicBezTo>
                    <a:cubicBezTo>
                      <a:pt x="63" y="96"/>
                      <a:pt x="64" y="97"/>
                      <a:pt x="66" y="96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8" y="94"/>
                      <a:pt x="70" y="95"/>
                      <a:pt x="72" y="93"/>
                    </a:cubicBezTo>
                    <a:cubicBezTo>
                      <a:pt x="71" y="93"/>
                      <a:pt x="71" y="93"/>
                      <a:pt x="71" y="93"/>
                    </a:cubicBezTo>
                    <a:cubicBezTo>
                      <a:pt x="72" y="93"/>
                      <a:pt x="74" y="93"/>
                      <a:pt x="74" y="92"/>
                    </a:cubicBezTo>
                    <a:cubicBezTo>
                      <a:pt x="72" y="93"/>
                      <a:pt x="74" y="92"/>
                      <a:pt x="73" y="92"/>
                    </a:cubicBezTo>
                    <a:cubicBezTo>
                      <a:pt x="71" y="92"/>
                      <a:pt x="74" y="92"/>
                      <a:pt x="72" y="92"/>
                    </a:cubicBezTo>
                    <a:cubicBezTo>
                      <a:pt x="72" y="92"/>
                      <a:pt x="69" y="93"/>
                      <a:pt x="70" y="92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4" y="91"/>
                      <a:pt x="71" y="92"/>
                      <a:pt x="72" y="91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2" y="89"/>
                      <a:pt x="72" y="88"/>
                      <a:pt x="67" y="88"/>
                    </a:cubicBezTo>
                    <a:cubicBezTo>
                      <a:pt x="69" y="87"/>
                      <a:pt x="69" y="87"/>
                      <a:pt x="70" y="86"/>
                    </a:cubicBezTo>
                    <a:cubicBezTo>
                      <a:pt x="69" y="86"/>
                      <a:pt x="68" y="86"/>
                      <a:pt x="68" y="86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70" y="84"/>
                      <a:pt x="68" y="85"/>
                      <a:pt x="67" y="85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9" y="83"/>
                      <a:pt x="67" y="84"/>
                      <a:pt x="67" y="84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66" y="84"/>
                      <a:pt x="66" y="83"/>
                      <a:pt x="68" y="83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8" y="82"/>
                      <a:pt x="67" y="81"/>
                      <a:pt x="66" y="81"/>
                    </a:cubicBezTo>
                    <a:cubicBezTo>
                      <a:pt x="66" y="82"/>
                      <a:pt x="65" y="82"/>
                      <a:pt x="64" y="82"/>
                    </a:cubicBezTo>
                    <a:cubicBezTo>
                      <a:pt x="62" y="83"/>
                      <a:pt x="64" y="82"/>
                      <a:pt x="63" y="82"/>
                    </a:cubicBezTo>
                    <a:cubicBezTo>
                      <a:pt x="64" y="82"/>
                      <a:pt x="64" y="81"/>
                      <a:pt x="65" y="81"/>
                    </a:cubicBezTo>
                    <a:cubicBezTo>
                      <a:pt x="68" y="79"/>
                      <a:pt x="65" y="79"/>
                      <a:pt x="65" y="78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6" y="77"/>
                      <a:pt x="63" y="77"/>
                      <a:pt x="64" y="76"/>
                    </a:cubicBezTo>
                    <a:cubicBezTo>
                      <a:pt x="63" y="76"/>
                      <a:pt x="60" y="77"/>
                      <a:pt x="60" y="77"/>
                    </a:cubicBezTo>
                    <a:cubicBezTo>
                      <a:pt x="58" y="78"/>
                      <a:pt x="62" y="76"/>
                      <a:pt x="63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1" y="75"/>
                      <a:pt x="60" y="75"/>
                      <a:pt x="61" y="7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1" y="74"/>
                      <a:pt x="62" y="73"/>
                      <a:pt x="62" y="73"/>
                    </a:cubicBezTo>
                    <a:cubicBezTo>
                      <a:pt x="60" y="74"/>
                      <a:pt x="61" y="72"/>
                      <a:pt x="59" y="73"/>
                    </a:cubicBezTo>
                    <a:cubicBezTo>
                      <a:pt x="60" y="73"/>
                      <a:pt x="60" y="73"/>
                      <a:pt x="60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1" y="72"/>
                      <a:pt x="61" y="72"/>
                      <a:pt x="61" y="72"/>
                    </a:cubicBezTo>
                    <a:cubicBezTo>
                      <a:pt x="62" y="71"/>
                      <a:pt x="60" y="72"/>
                      <a:pt x="59" y="73"/>
                    </a:cubicBezTo>
                    <a:cubicBezTo>
                      <a:pt x="57" y="73"/>
                      <a:pt x="59" y="72"/>
                      <a:pt x="59" y="72"/>
                    </a:cubicBezTo>
                    <a:cubicBezTo>
                      <a:pt x="60" y="71"/>
                      <a:pt x="59" y="72"/>
                      <a:pt x="59" y="72"/>
                    </a:cubicBezTo>
                    <a:cubicBezTo>
                      <a:pt x="61" y="72"/>
                      <a:pt x="60" y="72"/>
                      <a:pt x="61" y="71"/>
                    </a:cubicBezTo>
                    <a:cubicBezTo>
                      <a:pt x="61" y="71"/>
                      <a:pt x="59" y="72"/>
                      <a:pt x="59" y="72"/>
                    </a:cubicBezTo>
                    <a:cubicBezTo>
                      <a:pt x="59" y="71"/>
                      <a:pt x="58" y="71"/>
                      <a:pt x="60" y="70"/>
                    </a:cubicBezTo>
                    <a:cubicBezTo>
                      <a:pt x="59" y="71"/>
                      <a:pt x="59" y="70"/>
                      <a:pt x="58" y="70"/>
                    </a:cubicBezTo>
                    <a:cubicBezTo>
                      <a:pt x="58" y="71"/>
                      <a:pt x="58" y="71"/>
                      <a:pt x="57" y="72"/>
                    </a:cubicBezTo>
                    <a:cubicBezTo>
                      <a:pt x="57" y="72"/>
                      <a:pt x="56" y="72"/>
                      <a:pt x="57" y="71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7" y="71"/>
                      <a:pt x="57" y="71"/>
                      <a:pt x="56" y="72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6" y="71"/>
                      <a:pt x="56" y="70"/>
                      <a:pt x="56" y="70"/>
                    </a:cubicBezTo>
                    <a:cubicBezTo>
                      <a:pt x="57" y="69"/>
                      <a:pt x="59" y="69"/>
                      <a:pt x="59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7" y="68"/>
                      <a:pt x="58" y="68"/>
                      <a:pt x="59" y="68"/>
                    </a:cubicBezTo>
                    <a:cubicBezTo>
                      <a:pt x="59" y="66"/>
                      <a:pt x="54" y="69"/>
                      <a:pt x="55" y="68"/>
                    </a:cubicBezTo>
                    <a:cubicBezTo>
                      <a:pt x="57" y="67"/>
                      <a:pt x="57" y="67"/>
                      <a:pt x="57" y="66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5" y="67"/>
                      <a:pt x="58" y="66"/>
                      <a:pt x="56" y="67"/>
                    </a:cubicBezTo>
                    <a:cubicBezTo>
                      <a:pt x="55" y="68"/>
                      <a:pt x="56" y="67"/>
                      <a:pt x="55" y="67"/>
                    </a:cubicBezTo>
                    <a:cubicBezTo>
                      <a:pt x="59" y="65"/>
                      <a:pt x="55" y="65"/>
                      <a:pt x="57" y="63"/>
                    </a:cubicBezTo>
                    <a:cubicBezTo>
                      <a:pt x="54" y="64"/>
                      <a:pt x="56" y="63"/>
                      <a:pt x="55" y="63"/>
                    </a:cubicBezTo>
                    <a:cubicBezTo>
                      <a:pt x="57" y="62"/>
                      <a:pt x="54" y="63"/>
                      <a:pt x="55" y="62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4" y="62"/>
                      <a:pt x="49" y="64"/>
                      <a:pt x="52" y="63"/>
                    </a:cubicBezTo>
                    <a:cubicBezTo>
                      <a:pt x="52" y="62"/>
                      <a:pt x="54" y="62"/>
                      <a:pt x="54" y="62"/>
                    </a:cubicBezTo>
                    <a:cubicBezTo>
                      <a:pt x="56" y="60"/>
                      <a:pt x="51" y="62"/>
                      <a:pt x="54" y="60"/>
                    </a:cubicBezTo>
                    <a:cubicBezTo>
                      <a:pt x="53" y="60"/>
                      <a:pt x="52" y="61"/>
                      <a:pt x="51" y="61"/>
                    </a:cubicBezTo>
                    <a:cubicBezTo>
                      <a:pt x="52" y="61"/>
                      <a:pt x="52" y="59"/>
                      <a:pt x="53" y="59"/>
                    </a:cubicBezTo>
                    <a:cubicBezTo>
                      <a:pt x="52" y="59"/>
                      <a:pt x="52" y="60"/>
                      <a:pt x="52" y="59"/>
                    </a:cubicBezTo>
                    <a:cubicBezTo>
                      <a:pt x="53" y="59"/>
                      <a:pt x="53" y="59"/>
                      <a:pt x="53" y="59"/>
                    </a:cubicBezTo>
                    <a:cubicBezTo>
                      <a:pt x="54" y="58"/>
                      <a:pt x="52" y="58"/>
                      <a:pt x="51" y="58"/>
                    </a:cubicBezTo>
                    <a:cubicBezTo>
                      <a:pt x="53" y="57"/>
                      <a:pt x="52" y="57"/>
                      <a:pt x="52" y="56"/>
                    </a:cubicBezTo>
                    <a:cubicBezTo>
                      <a:pt x="50" y="57"/>
                      <a:pt x="53" y="55"/>
                      <a:pt x="50" y="56"/>
                    </a:cubicBezTo>
                    <a:cubicBezTo>
                      <a:pt x="51" y="56"/>
                      <a:pt x="51" y="56"/>
                      <a:pt x="51" y="56"/>
                    </a:cubicBezTo>
                    <a:cubicBezTo>
                      <a:pt x="50" y="56"/>
                      <a:pt x="48" y="57"/>
                      <a:pt x="48" y="57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4"/>
                      <a:pt x="50" y="55"/>
                      <a:pt x="51" y="54"/>
                    </a:cubicBezTo>
                    <a:cubicBezTo>
                      <a:pt x="49" y="55"/>
                      <a:pt x="51" y="54"/>
                      <a:pt x="49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8" y="55"/>
                      <a:pt x="48" y="55"/>
                      <a:pt x="47" y="55"/>
                    </a:cubicBezTo>
                    <a:cubicBezTo>
                      <a:pt x="47" y="55"/>
                      <a:pt x="49" y="54"/>
                      <a:pt x="49" y="54"/>
                    </a:cubicBezTo>
                    <a:cubicBezTo>
                      <a:pt x="50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50" y="51"/>
                      <a:pt x="50" y="51"/>
                      <a:pt x="50" y="51"/>
                    </a:cubicBezTo>
                    <a:cubicBezTo>
                      <a:pt x="50" y="51"/>
                      <a:pt x="48" y="52"/>
                      <a:pt x="48" y="52"/>
                    </a:cubicBezTo>
                    <a:cubicBezTo>
                      <a:pt x="49" y="50"/>
                      <a:pt x="46" y="50"/>
                      <a:pt x="46" y="50"/>
                    </a:cubicBezTo>
                    <a:cubicBezTo>
                      <a:pt x="46" y="50"/>
                      <a:pt x="47" y="50"/>
                      <a:pt x="46" y="50"/>
                    </a:cubicBezTo>
                    <a:cubicBezTo>
                      <a:pt x="46" y="50"/>
                      <a:pt x="44" y="50"/>
                      <a:pt x="45" y="50"/>
                    </a:cubicBezTo>
                    <a:cubicBezTo>
                      <a:pt x="45" y="50"/>
                      <a:pt x="46" y="49"/>
                      <a:pt x="46" y="49"/>
                    </a:cubicBezTo>
                    <a:cubicBezTo>
                      <a:pt x="46" y="48"/>
                      <a:pt x="45" y="49"/>
                      <a:pt x="45" y="49"/>
                    </a:cubicBezTo>
                    <a:cubicBezTo>
                      <a:pt x="47" y="47"/>
                      <a:pt x="43" y="49"/>
                      <a:pt x="44" y="47"/>
                    </a:cubicBezTo>
                    <a:cubicBezTo>
                      <a:pt x="44" y="47"/>
                      <a:pt x="45" y="47"/>
                      <a:pt x="45" y="47"/>
                    </a:cubicBezTo>
                    <a:cubicBezTo>
                      <a:pt x="44" y="47"/>
                      <a:pt x="43" y="46"/>
                      <a:pt x="41" y="47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46"/>
                      <a:pt x="42" y="46"/>
                      <a:pt x="41" y="46"/>
                    </a:cubicBezTo>
                    <a:cubicBezTo>
                      <a:pt x="40" y="47"/>
                      <a:pt x="39" y="47"/>
                      <a:pt x="3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42" y="44"/>
                      <a:pt x="40" y="44"/>
                      <a:pt x="41" y="44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38" y="44"/>
                      <a:pt x="40" y="43"/>
                      <a:pt x="40" y="43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6" y="45"/>
                      <a:pt x="37" y="44"/>
                      <a:pt x="38" y="43"/>
                    </a:cubicBezTo>
                    <a:cubicBezTo>
                      <a:pt x="37" y="43"/>
                      <a:pt x="35" y="44"/>
                      <a:pt x="33" y="45"/>
                    </a:cubicBezTo>
                    <a:cubicBezTo>
                      <a:pt x="33" y="44"/>
                      <a:pt x="32" y="44"/>
                      <a:pt x="32" y="44"/>
                    </a:cubicBezTo>
                    <a:cubicBezTo>
                      <a:pt x="33" y="43"/>
                      <a:pt x="32" y="44"/>
                      <a:pt x="33" y="44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6" y="41"/>
                      <a:pt x="37" y="41"/>
                    </a:cubicBezTo>
                    <a:cubicBezTo>
                      <a:pt x="36" y="41"/>
                      <a:pt x="36" y="40"/>
                      <a:pt x="36" y="39"/>
                    </a:cubicBezTo>
                    <a:cubicBezTo>
                      <a:pt x="34" y="41"/>
                      <a:pt x="35" y="39"/>
                      <a:pt x="33" y="41"/>
                    </a:cubicBezTo>
                    <a:cubicBezTo>
                      <a:pt x="32" y="40"/>
                      <a:pt x="34" y="39"/>
                      <a:pt x="35" y="39"/>
                    </a:cubicBezTo>
                    <a:cubicBezTo>
                      <a:pt x="33" y="39"/>
                      <a:pt x="34" y="38"/>
                      <a:pt x="33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5"/>
                      <a:pt x="29" y="38"/>
                      <a:pt x="30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6"/>
                      <a:pt x="32" y="34"/>
                      <a:pt x="30" y="35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28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28" y="34"/>
                      <a:pt x="29" y="33"/>
                    </a:cubicBezTo>
                    <a:cubicBezTo>
                      <a:pt x="29" y="33"/>
                      <a:pt x="29" y="32"/>
                      <a:pt x="30" y="32"/>
                    </a:cubicBezTo>
                    <a:cubicBezTo>
                      <a:pt x="28" y="33"/>
                      <a:pt x="28" y="32"/>
                      <a:pt x="28" y="32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28" y="29"/>
                      <a:pt x="27" y="27"/>
                      <a:pt x="24" y="26"/>
                    </a:cubicBezTo>
                    <a:cubicBezTo>
                      <a:pt x="26" y="24"/>
                      <a:pt x="26" y="26"/>
                      <a:pt x="27" y="24"/>
                    </a:cubicBezTo>
                    <a:cubicBezTo>
                      <a:pt x="25" y="26"/>
                      <a:pt x="26" y="24"/>
                      <a:pt x="25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6" y="23"/>
                      <a:pt x="25" y="23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7" y="21"/>
                      <a:pt x="25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3" y="23"/>
                      <a:pt x="26" y="21"/>
                      <a:pt x="24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0"/>
                      <a:pt x="22" y="22"/>
                      <a:pt x="23" y="21"/>
                    </a:cubicBezTo>
                    <a:cubicBezTo>
                      <a:pt x="23" y="20"/>
                      <a:pt x="22" y="20"/>
                      <a:pt x="20" y="21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1" y="19"/>
                      <a:pt x="20" y="17"/>
                      <a:pt x="17" y="1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6" y="17"/>
                      <a:pt x="19" y="13"/>
                      <a:pt x="15" y="1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4" y="14"/>
                      <a:pt x="15" y="13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2" y="14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5" y="9"/>
                      <a:pt x="16" y="6"/>
                      <a:pt x="11" y="6"/>
                    </a:cubicBezTo>
                    <a:cubicBezTo>
                      <a:pt x="11" y="6"/>
                      <a:pt x="13" y="4"/>
                      <a:pt x="13" y="4"/>
                    </a:cubicBezTo>
                    <a:cubicBezTo>
                      <a:pt x="9" y="4"/>
                      <a:pt x="13" y="0"/>
                      <a:pt x="7" y="1"/>
                    </a:cubicBezTo>
                    <a:cubicBezTo>
                      <a:pt x="6" y="0"/>
                      <a:pt x="0" y="2"/>
                      <a:pt x="0" y="2"/>
                    </a:cubicBezTo>
                    <a:cubicBezTo>
                      <a:pt x="3" y="4"/>
                      <a:pt x="3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3" name="Freeform 128"/>
              <p:cNvSpPr/>
              <p:nvPr>
                <p:custDataLst>
                  <p:tags r:id="rId374"/>
                </p:custDataLst>
              </p:nvPr>
            </p:nvSpPr>
            <p:spPr bwMode="auto">
              <a:xfrm>
                <a:off x="3538" y="152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4" name="Freeform 129"/>
              <p:cNvSpPr/>
              <p:nvPr>
                <p:custDataLst>
                  <p:tags r:id="rId375"/>
                </p:custDataLst>
              </p:nvPr>
            </p:nvSpPr>
            <p:spPr bwMode="auto">
              <a:xfrm>
                <a:off x="3460" y="1407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5" name="Freeform 130"/>
              <p:cNvSpPr/>
              <p:nvPr>
                <p:custDataLst>
                  <p:tags r:id="rId376"/>
                </p:custDataLst>
              </p:nvPr>
            </p:nvSpPr>
            <p:spPr bwMode="auto">
              <a:xfrm>
                <a:off x="3445" y="1392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6" name="Freeform 131"/>
              <p:cNvSpPr/>
              <p:nvPr>
                <p:custDataLst>
                  <p:tags r:id="rId377"/>
                </p:custDataLst>
              </p:nvPr>
            </p:nvSpPr>
            <p:spPr bwMode="auto">
              <a:xfrm>
                <a:off x="3468" y="1405"/>
                <a:ext cx="4" cy="0"/>
              </a:xfrm>
              <a:custGeom>
                <a:avLst/>
                <a:gdLst>
                  <a:gd name="T0" fmla="*/ 2 w 2"/>
                  <a:gd name="T1" fmla="*/ 1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7" name="Freeform 132"/>
              <p:cNvSpPr/>
              <p:nvPr>
                <p:custDataLst>
                  <p:tags r:id="rId378"/>
                </p:custDataLst>
              </p:nvPr>
            </p:nvSpPr>
            <p:spPr bwMode="auto">
              <a:xfrm>
                <a:off x="3515" y="15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8" name="Freeform 133"/>
              <p:cNvSpPr/>
              <p:nvPr>
                <p:custDataLst>
                  <p:tags r:id="rId379"/>
                </p:custDataLst>
              </p:nvPr>
            </p:nvSpPr>
            <p:spPr bwMode="auto">
              <a:xfrm>
                <a:off x="3470" y="140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9" name="Freeform 134"/>
              <p:cNvSpPr/>
              <p:nvPr>
                <p:custDataLst>
                  <p:tags r:id="rId380"/>
                </p:custDataLst>
              </p:nvPr>
            </p:nvSpPr>
            <p:spPr bwMode="auto">
              <a:xfrm>
                <a:off x="3462" y="140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0" name="Freeform 135"/>
              <p:cNvSpPr/>
              <p:nvPr>
                <p:custDataLst>
                  <p:tags r:id="rId381"/>
                </p:custDataLst>
              </p:nvPr>
            </p:nvSpPr>
            <p:spPr bwMode="auto">
              <a:xfrm>
                <a:off x="3909" y="1416"/>
                <a:ext cx="11" cy="2"/>
              </a:xfrm>
              <a:custGeom>
                <a:avLst/>
                <a:gdLst>
                  <a:gd name="T0" fmla="*/ 1 w 5"/>
                  <a:gd name="T1" fmla="*/ 1 h 1"/>
                  <a:gd name="T2" fmla="*/ 0 w 5"/>
                  <a:gd name="T3" fmla="*/ 1 h 1"/>
                  <a:gd name="T4" fmla="*/ 2 w 5"/>
                  <a:gd name="T5" fmla="*/ 1 h 1"/>
                  <a:gd name="T6" fmla="*/ 3 w 5"/>
                  <a:gd name="T7" fmla="*/ 1 h 1"/>
                  <a:gd name="T8" fmla="*/ 5 w 5"/>
                  <a:gd name="T9" fmla="*/ 0 h 1"/>
                  <a:gd name="T10" fmla="*/ 1 w 5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3" y="1"/>
                      <a:pt x="4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4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1" name="Freeform 136"/>
              <p:cNvSpPr/>
              <p:nvPr>
                <p:custDataLst>
                  <p:tags r:id="rId382"/>
                </p:custDataLst>
              </p:nvPr>
            </p:nvSpPr>
            <p:spPr bwMode="auto">
              <a:xfrm>
                <a:off x="4491" y="138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2" name="Freeform 137"/>
              <p:cNvSpPr/>
              <p:nvPr>
                <p:custDataLst>
                  <p:tags r:id="rId383"/>
                </p:custDataLst>
              </p:nvPr>
            </p:nvSpPr>
            <p:spPr bwMode="auto">
              <a:xfrm>
                <a:off x="4368" y="1484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3" name="Freeform 138"/>
              <p:cNvSpPr/>
              <p:nvPr>
                <p:custDataLst>
                  <p:tags r:id="rId384"/>
                </p:custDataLst>
              </p:nvPr>
            </p:nvSpPr>
            <p:spPr bwMode="auto">
              <a:xfrm>
                <a:off x="4504" y="137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4" name="Freeform 139"/>
              <p:cNvSpPr/>
              <p:nvPr>
                <p:custDataLst>
                  <p:tags r:id="rId385"/>
                </p:custDataLst>
              </p:nvPr>
            </p:nvSpPr>
            <p:spPr bwMode="auto">
              <a:xfrm>
                <a:off x="4506" y="138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5" name="Freeform 140"/>
              <p:cNvSpPr/>
              <p:nvPr>
                <p:custDataLst>
                  <p:tags r:id="rId386"/>
                </p:custDataLst>
              </p:nvPr>
            </p:nvSpPr>
            <p:spPr bwMode="auto">
              <a:xfrm>
                <a:off x="4368" y="14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6" name="Freeform 141"/>
              <p:cNvSpPr/>
              <p:nvPr>
                <p:custDataLst>
                  <p:tags r:id="rId387"/>
                </p:custDataLst>
              </p:nvPr>
            </p:nvSpPr>
            <p:spPr bwMode="auto">
              <a:xfrm>
                <a:off x="4364" y="148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7" name="Freeform 142"/>
              <p:cNvSpPr/>
              <p:nvPr>
                <p:custDataLst>
                  <p:tags r:id="rId388"/>
                </p:custDataLst>
              </p:nvPr>
            </p:nvSpPr>
            <p:spPr bwMode="auto">
              <a:xfrm>
                <a:off x="4368" y="1492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8" name="Freeform 143"/>
              <p:cNvSpPr/>
              <p:nvPr>
                <p:custDataLst>
                  <p:tags r:id="rId389"/>
                </p:custDataLst>
              </p:nvPr>
            </p:nvSpPr>
            <p:spPr bwMode="auto">
              <a:xfrm>
                <a:off x="4487" y="1388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9" name="Freeform 144"/>
              <p:cNvSpPr/>
              <p:nvPr>
                <p:custDataLst>
                  <p:tags r:id="rId390"/>
                </p:custDataLst>
              </p:nvPr>
            </p:nvSpPr>
            <p:spPr bwMode="auto">
              <a:xfrm>
                <a:off x="4514" y="138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0" name="Freeform 145"/>
              <p:cNvSpPr/>
              <p:nvPr>
                <p:custDataLst>
                  <p:tags r:id="rId391"/>
                </p:custDataLst>
              </p:nvPr>
            </p:nvSpPr>
            <p:spPr bwMode="auto">
              <a:xfrm>
                <a:off x="4548" y="1397"/>
                <a:ext cx="2" cy="6"/>
              </a:xfrm>
              <a:custGeom>
                <a:avLst/>
                <a:gdLst>
                  <a:gd name="T0" fmla="*/ 0 w 1"/>
                  <a:gd name="T1" fmla="*/ 0 h 3"/>
                  <a:gd name="T2" fmla="*/ 1 w 1"/>
                  <a:gd name="T3" fmla="*/ 3 h 3"/>
                  <a:gd name="T4" fmla="*/ 0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1" name="Freeform 146"/>
              <p:cNvSpPr/>
              <p:nvPr>
                <p:custDataLst>
                  <p:tags r:id="rId392"/>
                </p:custDataLst>
              </p:nvPr>
            </p:nvSpPr>
            <p:spPr bwMode="auto">
              <a:xfrm>
                <a:off x="4550" y="1399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2" name="Freeform 147"/>
              <p:cNvSpPr/>
              <p:nvPr>
                <p:custDataLst>
                  <p:tags r:id="rId393"/>
                </p:custDataLst>
              </p:nvPr>
            </p:nvSpPr>
            <p:spPr bwMode="auto">
              <a:xfrm>
                <a:off x="4521" y="138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3" name="Freeform 148"/>
              <p:cNvSpPr/>
              <p:nvPr>
                <p:custDataLst>
                  <p:tags r:id="rId394"/>
                </p:custDataLst>
              </p:nvPr>
            </p:nvSpPr>
            <p:spPr bwMode="auto">
              <a:xfrm>
                <a:off x="4516" y="1378"/>
                <a:ext cx="5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2 h 4"/>
                  <a:gd name="T4" fmla="*/ 0 w 2"/>
                  <a:gd name="T5" fmla="*/ 2 h 4"/>
                  <a:gd name="T6" fmla="*/ 0 w 2"/>
                  <a:gd name="T7" fmla="*/ 0 h 4"/>
                  <a:gd name="T8" fmla="*/ 2 w 2"/>
                  <a:gd name="T9" fmla="*/ 4 h 4"/>
                  <a:gd name="T10" fmla="*/ 2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0" y="1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4" name="Freeform 149"/>
              <p:cNvSpPr/>
              <p:nvPr>
                <p:custDataLst>
                  <p:tags r:id="rId395"/>
                </p:custDataLst>
              </p:nvPr>
            </p:nvSpPr>
            <p:spPr bwMode="auto">
              <a:xfrm>
                <a:off x="4519" y="138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5" name="Freeform 150"/>
              <p:cNvSpPr/>
              <p:nvPr>
                <p:custDataLst>
                  <p:tags r:id="rId396"/>
                </p:custDataLst>
              </p:nvPr>
            </p:nvSpPr>
            <p:spPr bwMode="auto">
              <a:xfrm>
                <a:off x="3876" y="13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6" name="Freeform 151"/>
              <p:cNvSpPr/>
              <p:nvPr>
                <p:custDataLst>
                  <p:tags r:id="rId397"/>
                </p:custDataLst>
              </p:nvPr>
            </p:nvSpPr>
            <p:spPr bwMode="auto">
              <a:xfrm>
                <a:off x="4465" y="1920"/>
                <a:ext cx="5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7" name="Freeform 152"/>
              <p:cNvSpPr/>
              <p:nvPr>
                <p:custDataLst>
                  <p:tags r:id="rId398"/>
                </p:custDataLst>
              </p:nvPr>
            </p:nvSpPr>
            <p:spPr bwMode="auto">
              <a:xfrm>
                <a:off x="4468" y="1918"/>
                <a:ext cx="6" cy="5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8" name="Freeform 153"/>
              <p:cNvSpPr/>
              <p:nvPr>
                <p:custDataLst>
                  <p:tags r:id="rId399"/>
                </p:custDataLst>
              </p:nvPr>
            </p:nvSpPr>
            <p:spPr bwMode="auto">
              <a:xfrm>
                <a:off x="3912" y="128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9" name="Freeform 154"/>
              <p:cNvSpPr/>
              <p:nvPr>
                <p:custDataLst>
                  <p:tags r:id="rId400"/>
                </p:custDataLst>
              </p:nvPr>
            </p:nvSpPr>
            <p:spPr bwMode="auto">
              <a:xfrm>
                <a:off x="3876" y="132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0" name="Rectangle 155"/>
              <p:cNvSpPr>
                <a:spLocks noChangeArrowheads="1"/>
              </p:cNvSpPr>
              <p:nvPr>
                <p:custDataLst>
                  <p:tags r:id="rId401"/>
                </p:custDataLst>
              </p:nvPr>
            </p:nvSpPr>
            <p:spPr bwMode="auto">
              <a:xfrm>
                <a:off x="4402" y="1454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1" name="Freeform 156"/>
              <p:cNvSpPr/>
              <p:nvPr>
                <p:custDataLst>
                  <p:tags r:id="rId402"/>
                </p:custDataLst>
              </p:nvPr>
            </p:nvSpPr>
            <p:spPr bwMode="auto">
              <a:xfrm>
                <a:off x="4546" y="140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2" name="Freeform 157"/>
              <p:cNvSpPr/>
              <p:nvPr>
                <p:custDataLst>
                  <p:tags r:id="rId403"/>
                </p:custDataLst>
              </p:nvPr>
            </p:nvSpPr>
            <p:spPr bwMode="auto">
              <a:xfrm>
                <a:off x="3914" y="129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3" name="Freeform 158"/>
              <p:cNvSpPr/>
              <p:nvPr>
                <p:custDataLst>
                  <p:tags r:id="rId404"/>
                </p:custDataLst>
              </p:nvPr>
            </p:nvSpPr>
            <p:spPr bwMode="auto">
              <a:xfrm>
                <a:off x="4423" y="14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4" name="Freeform 159"/>
              <p:cNvSpPr/>
              <p:nvPr>
                <p:custDataLst>
                  <p:tags r:id="rId405"/>
                </p:custDataLst>
              </p:nvPr>
            </p:nvSpPr>
            <p:spPr bwMode="auto">
              <a:xfrm>
                <a:off x="4465" y="1456"/>
                <a:ext cx="3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5" name="Freeform 160"/>
              <p:cNvSpPr/>
              <p:nvPr>
                <p:custDataLst>
                  <p:tags r:id="rId406"/>
                </p:custDataLst>
              </p:nvPr>
            </p:nvSpPr>
            <p:spPr bwMode="auto">
              <a:xfrm>
                <a:off x="4355" y="1509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6" name="Freeform 161"/>
              <p:cNvSpPr/>
              <p:nvPr>
                <p:custDataLst>
                  <p:tags r:id="rId407"/>
                </p:custDataLst>
              </p:nvPr>
            </p:nvSpPr>
            <p:spPr bwMode="auto">
              <a:xfrm>
                <a:off x="4383" y="14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7" name="Freeform 162"/>
              <p:cNvSpPr/>
              <p:nvPr>
                <p:custDataLst>
                  <p:tags r:id="rId408"/>
                </p:custDataLst>
              </p:nvPr>
            </p:nvSpPr>
            <p:spPr bwMode="auto">
              <a:xfrm>
                <a:off x="4287" y="1378"/>
                <a:ext cx="261" cy="237"/>
              </a:xfrm>
              <a:custGeom>
                <a:avLst/>
                <a:gdLst>
                  <a:gd name="T0" fmla="*/ 27 w 123"/>
                  <a:gd name="T1" fmla="*/ 92 h 112"/>
                  <a:gd name="T2" fmla="*/ 33 w 123"/>
                  <a:gd name="T3" fmla="*/ 85 h 112"/>
                  <a:gd name="T4" fmla="*/ 52 w 123"/>
                  <a:gd name="T5" fmla="*/ 57 h 112"/>
                  <a:gd name="T6" fmla="*/ 61 w 123"/>
                  <a:gd name="T7" fmla="*/ 52 h 112"/>
                  <a:gd name="T8" fmla="*/ 69 w 123"/>
                  <a:gd name="T9" fmla="*/ 49 h 112"/>
                  <a:gd name="T10" fmla="*/ 81 w 123"/>
                  <a:gd name="T11" fmla="*/ 39 h 112"/>
                  <a:gd name="T12" fmla="*/ 89 w 123"/>
                  <a:gd name="T13" fmla="*/ 34 h 112"/>
                  <a:gd name="T14" fmla="*/ 100 w 123"/>
                  <a:gd name="T15" fmla="*/ 25 h 112"/>
                  <a:gd name="T16" fmla="*/ 105 w 123"/>
                  <a:gd name="T17" fmla="*/ 17 h 112"/>
                  <a:gd name="T18" fmla="*/ 115 w 123"/>
                  <a:gd name="T19" fmla="*/ 15 h 112"/>
                  <a:gd name="T20" fmla="*/ 119 w 123"/>
                  <a:gd name="T21" fmla="*/ 14 h 112"/>
                  <a:gd name="T22" fmla="*/ 121 w 123"/>
                  <a:gd name="T23" fmla="*/ 8 h 112"/>
                  <a:gd name="T24" fmla="*/ 122 w 123"/>
                  <a:gd name="T25" fmla="*/ 7 h 112"/>
                  <a:gd name="T26" fmla="*/ 118 w 123"/>
                  <a:gd name="T27" fmla="*/ 7 h 112"/>
                  <a:gd name="T28" fmla="*/ 113 w 123"/>
                  <a:gd name="T29" fmla="*/ 5 h 112"/>
                  <a:gd name="T30" fmla="*/ 107 w 123"/>
                  <a:gd name="T31" fmla="*/ 4 h 112"/>
                  <a:gd name="T32" fmla="*/ 106 w 123"/>
                  <a:gd name="T33" fmla="*/ 3 h 112"/>
                  <a:gd name="T34" fmla="*/ 102 w 123"/>
                  <a:gd name="T35" fmla="*/ 4 h 112"/>
                  <a:gd name="T36" fmla="*/ 101 w 123"/>
                  <a:gd name="T37" fmla="*/ 4 h 112"/>
                  <a:gd name="T38" fmla="*/ 99 w 123"/>
                  <a:gd name="T39" fmla="*/ 2 h 112"/>
                  <a:gd name="T40" fmla="*/ 98 w 123"/>
                  <a:gd name="T41" fmla="*/ 9 h 112"/>
                  <a:gd name="T42" fmla="*/ 96 w 123"/>
                  <a:gd name="T43" fmla="*/ 8 h 112"/>
                  <a:gd name="T44" fmla="*/ 93 w 123"/>
                  <a:gd name="T45" fmla="*/ 7 h 112"/>
                  <a:gd name="T46" fmla="*/ 91 w 123"/>
                  <a:gd name="T47" fmla="*/ 7 h 112"/>
                  <a:gd name="T48" fmla="*/ 89 w 123"/>
                  <a:gd name="T49" fmla="*/ 10 h 112"/>
                  <a:gd name="T50" fmla="*/ 87 w 123"/>
                  <a:gd name="T51" fmla="*/ 10 h 112"/>
                  <a:gd name="T52" fmla="*/ 89 w 123"/>
                  <a:gd name="T53" fmla="*/ 18 h 112"/>
                  <a:gd name="T54" fmla="*/ 85 w 123"/>
                  <a:gd name="T55" fmla="*/ 12 h 112"/>
                  <a:gd name="T56" fmla="*/ 78 w 123"/>
                  <a:gd name="T57" fmla="*/ 16 h 112"/>
                  <a:gd name="T58" fmla="*/ 75 w 123"/>
                  <a:gd name="T59" fmla="*/ 18 h 112"/>
                  <a:gd name="T60" fmla="*/ 75 w 123"/>
                  <a:gd name="T61" fmla="*/ 24 h 112"/>
                  <a:gd name="T62" fmla="*/ 67 w 123"/>
                  <a:gd name="T63" fmla="*/ 25 h 112"/>
                  <a:gd name="T64" fmla="*/ 65 w 123"/>
                  <a:gd name="T65" fmla="*/ 29 h 112"/>
                  <a:gd name="T66" fmla="*/ 64 w 123"/>
                  <a:gd name="T67" fmla="*/ 29 h 112"/>
                  <a:gd name="T68" fmla="*/ 64 w 123"/>
                  <a:gd name="T69" fmla="*/ 32 h 112"/>
                  <a:gd name="T70" fmla="*/ 60 w 123"/>
                  <a:gd name="T71" fmla="*/ 30 h 112"/>
                  <a:gd name="T72" fmla="*/ 59 w 123"/>
                  <a:gd name="T73" fmla="*/ 34 h 112"/>
                  <a:gd name="T74" fmla="*/ 55 w 123"/>
                  <a:gd name="T75" fmla="*/ 39 h 112"/>
                  <a:gd name="T76" fmla="*/ 50 w 123"/>
                  <a:gd name="T77" fmla="*/ 39 h 112"/>
                  <a:gd name="T78" fmla="*/ 47 w 123"/>
                  <a:gd name="T79" fmla="*/ 43 h 112"/>
                  <a:gd name="T80" fmla="*/ 45 w 123"/>
                  <a:gd name="T81" fmla="*/ 45 h 112"/>
                  <a:gd name="T82" fmla="*/ 44 w 123"/>
                  <a:gd name="T83" fmla="*/ 45 h 112"/>
                  <a:gd name="T84" fmla="*/ 42 w 123"/>
                  <a:gd name="T85" fmla="*/ 48 h 112"/>
                  <a:gd name="T86" fmla="*/ 39 w 123"/>
                  <a:gd name="T87" fmla="*/ 54 h 112"/>
                  <a:gd name="T88" fmla="*/ 38 w 123"/>
                  <a:gd name="T89" fmla="*/ 56 h 112"/>
                  <a:gd name="T90" fmla="*/ 38 w 123"/>
                  <a:gd name="T91" fmla="*/ 63 h 112"/>
                  <a:gd name="T92" fmla="*/ 34 w 123"/>
                  <a:gd name="T93" fmla="*/ 65 h 112"/>
                  <a:gd name="T94" fmla="*/ 30 w 123"/>
                  <a:gd name="T95" fmla="*/ 69 h 112"/>
                  <a:gd name="T96" fmla="*/ 27 w 123"/>
                  <a:gd name="T97" fmla="*/ 71 h 112"/>
                  <a:gd name="T98" fmla="*/ 19 w 123"/>
                  <a:gd name="T99" fmla="*/ 78 h 112"/>
                  <a:gd name="T100" fmla="*/ 17 w 123"/>
                  <a:gd name="T101" fmla="*/ 80 h 112"/>
                  <a:gd name="T102" fmla="*/ 13 w 123"/>
                  <a:gd name="T103" fmla="*/ 88 h 112"/>
                  <a:gd name="T104" fmla="*/ 12 w 123"/>
                  <a:gd name="T105" fmla="*/ 9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3" h="112">
                    <a:moveTo>
                      <a:pt x="9" y="112"/>
                    </a:moveTo>
                    <a:cubicBezTo>
                      <a:pt x="9" y="108"/>
                      <a:pt x="13" y="106"/>
                      <a:pt x="17" y="105"/>
                    </a:cubicBezTo>
                    <a:cubicBezTo>
                      <a:pt x="17" y="104"/>
                      <a:pt x="17" y="102"/>
                      <a:pt x="18" y="102"/>
                    </a:cubicBezTo>
                    <a:cubicBezTo>
                      <a:pt x="20" y="98"/>
                      <a:pt x="27" y="98"/>
                      <a:pt x="28" y="93"/>
                    </a:cubicBezTo>
                    <a:cubicBezTo>
                      <a:pt x="27" y="93"/>
                      <a:pt x="27" y="92"/>
                      <a:pt x="26" y="91"/>
                    </a:cubicBezTo>
                    <a:cubicBezTo>
                      <a:pt x="27" y="92"/>
                      <a:pt x="27" y="92"/>
                      <a:pt x="27" y="92"/>
                    </a:cubicBezTo>
                    <a:cubicBezTo>
                      <a:pt x="26" y="91"/>
                      <a:pt x="26" y="91"/>
                      <a:pt x="26" y="91"/>
                    </a:cubicBezTo>
                    <a:cubicBezTo>
                      <a:pt x="26" y="90"/>
                      <a:pt x="28" y="92"/>
                      <a:pt x="28" y="92"/>
                    </a:cubicBezTo>
                    <a:cubicBezTo>
                      <a:pt x="29" y="91"/>
                      <a:pt x="29" y="89"/>
                      <a:pt x="31" y="88"/>
                    </a:cubicBezTo>
                    <a:cubicBezTo>
                      <a:pt x="29" y="86"/>
                      <a:pt x="31" y="87"/>
                      <a:pt x="29" y="85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30" y="84"/>
                      <a:pt x="30" y="84"/>
                      <a:pt x="33" y="85"/>
                    </a:cubicBezTo>
                    <a:cubicBezTo>
                      <a:pt x="38" y="83"/>
                      <a:pt x="40" y="79"/>
                      <a:pt x="43" y="76"/>
                    </a:cubicBezTo>
                    <a:cubicBezTo>
                      <a:pt x="46" y="72"/>
                      <a:pt x="48" y="68"/>
                      <a:pt x="52" y="64"/>
                    </a:cubicBezTo>
                    <a:cubicBezTo>
                      <a:pt x="50" y="61"/>
                      <a:pt x="52" y="61"/>
                      <a:pt x="5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8"/>
                      <a:pt x="52" y="59"/>
                      <a:pt x="54" y="59"/>
                    </a:cubicBezTo>
                    <a:cubicBezTo>
                      <a:pt x="53" y="58"/>
                      <a:pt x="54" y="59"/>
                      <a:pt x="52" y="57"/>
                    </a:cubicBezTo>
                    <a:cubicBezTo>
                      <a:pt x="51" y="56"/>
                      <a:pt x="55" y="59"/>
                      <a:pt x="54" y="58"/>
                    </a:cubicBezTo>
                    <a:cubicBezTo>
                      <a:pt x="55" y="59"/>
                      <a:pt x="53" y="57"/>
                      <a:pt x="54" y="58"/>
                    </a:cubicBezTo>
                    <a:cubicBezTo>
                      <a:pt x="53" y="55"/>
                      <a:pt x="55" y="59"/>
                      <a:pt x="57" y="59"/>
                    </a:cubicBezTo>
                    <a:cubicBezTo>
                      <a:pt x="58" y="57"/>
                      <a:pt x="58" y="54"/>
                      <a:pt x="61" y="54"/>
                    </a:cubicBezTo>
                    <a:cubicBezTo>
                      <a:pt x="61" y="54"/>
                      <a:pt x="60" y="52"/>
                      <a:pt x="60" y="52"/>
                    </a:cubicBezTo>
                    <a:cubicBezTo>
                      <a:pt x="62" y="55"/>
                      <a:pt x="60" y="51"/>
                      <a:pt x="61" y="52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3" y="54"/>
                      <a:pt x="63" y="51"/>
                      <a:pt x="64" y="52"/>
                    </a:cubicBezTo>
                    <a:cubicBezTo>
                      <a:pt x="64" y="50"/>
                      <a:pt x="67" y="52"/>
                      <a:pt x="66" y="50"/>
                    </a:cubicBezTo>
                    <a:cubicBezTo>
                      <a:pt x="67" y="52"/>
                      <a:pt x="67" y="51"/>
                      <a:pt x="68" y="51"/>
                    </a:cubicBezTo>
                    <a:cubicBezTo>
                      <a:pt x="66" y="48"/>
                      <a:pt x="70" y="51"/>
                      <a:pt x="69" y="49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71" y="48"/>
                      <a:pt x="73" y="47"/>
                      <a:pt x="74" y="44"/>
                    </a:cubicBezTo>
                    <a:cubicBezTo>
                      <a:pt x="75" y="43"/>
                      <a:pt x="78" y="45"/>
                      <a:pt x="79" y="42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78" y="41"/>
                      <a:pt x="79" y="42"/>
                      <a:pt x="79" y="42"/>
                    </a:cubicBezTo>
                    <a:cubicBezTo>
                      <a:pt x="79" y="40"/>
                      <a:pt x="81" y="41"/>
                      <a:pt x="81" y="41"/>
                    </a:cubicBezTo>
                    <a:cubicBezTo>
                      <a:pt x="81" y="40"/>
                      <a:pt x="81" y="40"/>
                      <a:pt x="81" y="39"/>
                    </a:cubicBezTo>
                    <a:cubicBezTo>
                      <a:pt x="83" y="41"/>
                      <a:pt x="82" y="37"/>
                      <a:pt x="84" y="38"/>
                    </a:cubicBezTo>
                    <a:cubicBezTo>
                      <a:pt x="82" y="36"/>
                      <a:pt x="84" y="37"/>
                      <a:pt x="84" y="36"/>
                    </a:cubicBezTo>
                    <a:cubicBezTo>
                      <a:pt x="84" y="36"/>
                      <a:pt x="84" y="36"/>
                      <a:pt x="85" y="37"/>
                    </a:cubicBezTo>
                    <a:cubicBezTo>
                      <a:pt x="85" y="36"/>
                      <a:pt x="85" y="36"/>
                      <a:pt x="87" y="36"/>
                    </a:cubicBezTo>
                    <a:cubicBezTo>
                      <a:pt x="87" y="36"/>
                      <a:pt x="86" y="34"/>
                      <a:pt x="87" y="34"/>
                    </a:cubicBezTo>
                    <a:cubicBezTo>
                      <a:pt x="88" y="36"/>
                      <a:pt x="88" y="34"/>
                      <a:pt x="89" y="34"/>
                    </a:cubicBezTo>
                    <a:cubicBezTo>
                      <a:pt x="87" y="32"/>
                      <a:pt x="87" y="31"/>
                      <a:pt x="88" y="31"/>
                    </a:cubicBezTo>
                    <a:cubicBezTo>
                      <a:pt x="89" y="34"/>
                      <a:pt x="89" y="34"/>
                      <a:pt x="89" y="34"/>
                    </a:cubicBezTo>
                    <a:cubicBezTo>
                      <a:pt x="90" y="31"/>
                      <a:pt x="93" y="33"/>
                      <a:pt x="93" y="29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5" y="28"/>
                      <a:pt x="98" y="29"/>
                      <a:pt x="98" y="25"/>
                    </a:cubicBezTo>
                    <a:cubicBezTo>
                      <a:pt x="99" y="25"/>
                      <a:pt x="100" y="26"/>
                      <a:pt x="100" y="25"/>
                    </a:cubicBezTo>
                    <a:cubicBezTo>
                      <a:pt x="100" y="24"/>
                      <a:pt x="101" y="24"/>
                      <a:pt x="100" y="22"/>
                    </a:cubicBezTo>
                    <a:cubicBezTo>
                      <a:pt x="100" y="21"/>
                      <a:pt x="101" y="22"/>
                      <a:pt x="101" y="23"/>
                    </a:cubicBezTo>
                    <a:cubicBezTo>
                      <a:pt x="102" y="23"/>
                      <a:pt x="104" y="25"/>
                      <a:pt x="103" y="22"/>
                    </a:cubicBezTo>
                    <a:cubicBezTo>
                      <a:pt x="104" y="23"/>
                      <a:pt x="104" y="23"/>
                      <a:pt x="104" y="23"/>
                    </a:cubicBezTo>
                    <a:cubicBezTo>
                      <a:pt x="104" y="22"/>
                      <a:pt x="104" y="20"/>
                      <a:pt x="106" y="21"/>
                    </a:cubicBezTo>
                    <a:cubicBezTo>
                      <a:pt x="105" y="19"/>
                      <a:pt x="106" y="19"/>
                      <a:pt x="105" y="17"/>
                    </a:cubicBezTo>
                    <a:cubicBezTo>
                      <a:pt x="105" y="17"/>
                      <a:pt x="106" y="19"/>
                      <a:pt x="106" y="18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8" y="20"/>
                      <a:pt x="109" y="18"/>
                      <a:pt x="110" y="16"/>
                    </a:cubicBezTo>
                    <a:cubicBezTo>
                      <a:pt x="112" y="19"/>
                      <a:pt x="112" y="16"/>
                      <a:pt x="113" y="17"/>
                    </a:cubicBezTo>
                    <a:cubicBezTo>
                      <a:pt x="113" y="15"/>
                      <a:pt x="115" y="17"/>
                      <a:pt x="114" y="14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6" y="15"/>
                      <a:pt x="117" y="15"/>
                    </a:cubicBezTo>
                    <a:cubicBezTo>
                      <a:pt x="118" y="16"/>
                      <a:pt x="118" y="14"/>
                      <a:pt x="118" y="13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3"/>
                      <a:pt x="118" y="11"/>
                      <a:pt x="118" y="9"/>
                    </a:cubicBezTo>
                    <a:cubicBezTo>
                      <a:pt x="119" y="10"/>
                      <a:pt x="118" y="9"/>
                      <a:pt x="119" y="10"/>
                    </a:cubicBezTo>
                    <a:cubicBezTo>
                      <a:pt x="119" y="11"/>
                      <a:pt x="119" y="13"/>
                      <a:pt x="119" y="14"/>
                    </a:cubicBezTo>
                    <a:cubicBezTo>
                      <a:pt x="120" y="15"/>
                      <a:pt x="119" y="11"/>
                      <a:pt x="120" y="13"/>
                    </a:cubicBezTo>
                    <a:cubicBezTo>
                      <a:pt x="121" y="14"/>
                      <a:pt x="121" y="13"/>
                      <a:pt x="121" y="11"/>
                    </a:cubicBezTo>
                    <a:cubicBezTo>
                      <a:pt x="121" y="12"/>
                      <a:pt x="121" y="12"/>
                      <a:pt x="121" y="13"/>
                    </a:cubicBezTo>
                    <a:cubicBezTo>
                      <a:pt x="122" y="13"/>
                      <a:pt x="122" y="13"/>
                      <a:pt x="122" y="12"/>
                    </a:cubicBezTo>
                    <a:cubicBezTo>
                      <a:pt x="122" y="12"/>
                      <a:pt x="122" y="12"/>
                      <a:pt x="122" y="12"/>
                    </a:cubicBezTo>
                    <a:cubicBezTo>
                      <a:pt x="122" y="10"/>
                      <a:pt x="122" y="10"/>
                      <a:pt x="121" y="8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21" y="7"/>
                      <a:pt x="121" y="7"/>
                      <a:pt x="122" y="8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23" y="9"/>
                      <a:pt x="122" y="8"/>
                      <a:pt x="122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6"/>
                      <a:pt x="122" y="6"/>
                      <a:pt x="122" y="6"/>
                    </a:cubicBezTo>
                    <a:cubicBezTo>
                      <a:pt x="121" y="7"/>
                      <a:pt x="120" y="5"/>
                      <a:pt x="120" y="7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120" y="8"/>
                      <a:pt x="120" y="11"/>
                      <a:pt x="119" y="9"/>
                    </a:cubicBezTo>
                    <a:cubicBezTo>
                      <a:pt x="119" y="7"/>
                      <a:pt x="119" y="7"/>
                      <a:pt x="119" y="7"/>
                    </a:cubicBezTo>
                    <a:cubicBezTo>
                      <a:pt x="119" y="7"/>
                      <a:pt x="119" y="8"/>
                      <a:pt x="118" y="7"/>
                    </a:cubicBezTo>
                    <a:cubicBezTo>
                      <a:pt x="118" y="5"/>
                      <a:pt x="118" y="5"/>
                      <a:pt x="118" y="5"/>
                    </a:cubicBezTo>
                    <a:cubicBezTo>
                      <a:pt x="119" y="8"/>
                      <a:pt x="117" y="6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6" y="6"/>
                      <a:pt x="117" y="8"/>
                      <a:pt x="117" y="8"/>
                    </a:cubicBezTo>
                    <a:cubicBezTo>
                      <a:pt x="117" y="8"/>
                      <a:pt x="116" y="5"/>
                      <a:pt x="115" y="4"/>
                    </a:cubicBezTo>
                    <a:cubicBezTo>
                      <a:pt x="115" y="5"/>
                      <a:pt x="114" y="7"/>
                      <a:pt x="113" y="5"/>
                    </a:cubicBezTo>
                    <a:cubicBezTo>
                      <a:pt x="112" y="6"/>
                      <a:pt x="112" y="7"/>
                      <a:pt x="112" y="8"/>
                    </a:cubicBezTo>
                    <a:cubicBezTo>
                      <a:pt x="111" y="8"/>
                      <a:pt x="111" y="6"/>
                      <a:pt x="111" y="7"/>
                    </a:cubicBezTo>
                    <a:cubicBezTo>
                      <a:pt x="111" y="6"/>
                      <a:pt x="110" y="5"/>
                      <a:pt x="110" y="4"/>
                    </a:cubicBezTo>
                    <a:cubicBezTo>
                      <a:pt x="110" y="5"/>
                      <a:pt x="109" y="4"/>
                      <a:pt x="110" y="7"/>
                    </a:cubicBezTo>
                    <a:cubicBezTo>
                      <a:pt x="109" y="6"/>
                      <a:pt x="108" y="6"/>
                      <a:pt x="107" y="7"/>
                    </a:cubicBezTo>
                    <a:cubicBezTo>
                      <a:pt x="108" y="7"/>
                      <a:pt x="107" y="5"/>
                      <a:pt x="107" y="4"/>
                    </a:cubicBezTo>
                    <a:cubicBezTo>
                      <a:pt x="107" y="6"/>
                      <a:pt x="106" y="7"/>
                      <a:pt x="106" y="7"/>
                    </a:cubicBezTo>
                    <a:cubicBezTo>
                      <a:pt x="106" y="9"/>
                      <a:pt x="106" y="9"/>
                      <a:pt x="107" y="10"/>
                    </a:cubicBezTo>
                    <a:cubicBezTo>
                      <a:pt x="107" y="10"/>
                      <a:pt x="107" y="11"/>
                      <a:pt x="107" y="11"/>
                    </a:cubicBezTo>
                    <a:cubicBezTo>
                      <a:pt x="106" y="9"/>
                      <a:pt x="105" y="7"/>
                      <a:pt x="104" y="7"/>
                    </a:cubicBezTo>
                    <a:cubicBezTo>
                      <a:pt x="104" y="4"/>
                      <a:pt x="106" y="7"/>
                      <a:pt x="104" y="4"/>
                    </a:cubicBezTo>
                    <a:cubicBezTo>
                      <a:pt x="104" y="2"/>
                      <a:pt x="105" y="2"/>
                      <a:pt x="106" y="3"/>
                    </a:cubicBezTo>
                    <a:cubicBezTo>
                      <a:pt x="105" y="1"/>
                      <a:pt x="105" y="3"/>
                      <a:pt x="104" y="1"/>
                    </a:cubicBezTo>
                    <a:cubicBezTo>
                      <a:pt x="104" y="1"/>
                      <a:pt x="104" y="2"/>
                      <a:pt x="103" y="3"/>
                    </a:cubicBezTo>
                    <a:cubicBezTo>
                      <a:pt x="104" y="4"/>
                      <a:pt x="104" y="4"/>
                      <a:pt x="104" y="5"/>
                    </a:cubicBezTo>
                    <a:cubicBezTo>
                      <a:pt x="105" y="8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2" y="2"/>
                      <a:pt x="102" y="4"/>
                      <a:pt x="102" y="4"/>
                    </a:cubicBezTo>
                    <a:cubicBezTo>
                      <a:pt x="100" y="1"/>
                      <a:pt x="102" y="3"/>
                      <a:pt x="102" y="1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0" y="0"/>
                      <a:pt x="101" y="2"/>
                      <a:pt x="100" y="2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3"/>
                      <a:pt x="101" y="4"/>
                      <a:pt x="101" y="4"/>
                    </a:cubicBezTo>
                    <a:cubicBezTo>
                      <a:pt x="102" y="7"/>
                      <a:pt x="101" y="4"/>
                      <a:pt x="101" y="5"/>
                    </a:cubicBezTo>
                    <a:cubicBezTo>
                      <a:pt x="101" y="7"/>
                      <a:pt x="101" y="5"/>
                      <a:pt x="102" y="7"/>
                    </a:cubicBezTo>
                    <a:cubicBezTo>
                      <a:pt x="102" y="8"/>
                      <a:pt x="102" y="8"/>
                      <a:pt x="102" y="9"/>
                    </a:cubicBezTo>
                    <a:cubicBezTo>
                      <a:pt x="101" y="9"/>
                      <a:pt x="101" y="7"/>
                      <a:pt x="100" y="6"/>
                    </a:cubicBezTo>
                    <a:cubicBezTo>
                      <a:pt x="100" y="6"/>
                      <a:pt x="100" y="5"/>
                      <a:pt x="101" y="6"/>
                    </a:cubicBezTo>
                    <a:cubicBezTo>
                      <a:pt x="101" y="4"/>
                      <a:pt x="99" y="3"/>
                      <a:pt x="99" y="2"/>
                    </a:cubicBezTo>
                    <a:cubicBezTo>
                      <a:pt x="98" y="1"/>
                      <a:pt x="99" y="4"/>
                      <a:pt x="99" y="4"/>
                    </a:cubicBezTo>
                    <a:cubicBezTo>
                      <a:pt x="99" y="3"/>
                      <a:pt x="99" y="5"/>
                      <a:pt x="100" y="6"/>
                    </a:cubicBezTo>
                    <a:cubicBezTo>
                      <a:pt x="101" y="11"/>
                      <a:pt x="98" y="3"/>
                      <a:pt x="97" y="4"/>
                    </a:cubicBezTo>
                    <a:cubicBezTo>
                      <a:pt x="99" y="7"/>
                      <a:pt x="98" y="8"/>
                      <a:pt x="100" y="11"/>
                    </a:cubicBezTo>
                    <a:cubicBezTo>
                      <a:pt x="100" y="12"/>
                      <a:pt x="100" y="13"/>
                      <a:pt x="100" y="12"/>
                    </a:cubicBezTo>
                    <a:cubicBezTo>
                      <a:pt x="99" y="10"/>
                      <a:pt x="99" y="11"/>
                      <a:pt x="98" y="9"/>
                    </a:cubicBezTo>
                    <a:cubicBezTo>
                      <a:pt x="98" y="9"/>
                      <a:pt x="98" y="9"/>
                      <a:pt x="98" y="9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97" y="5"/>
                      <a:pt x="95" y="4"/>
                      <a:pt x="95" y="4"/>
                    </a:cubicBezTo>
                    <a:cubicBezTo>
                      <a:pt x="95" y="5"/>
                      <a:pt x="96" y="5"/>
                      <a:pt x="96" y="6"/>
                    </a:cubicBezTo>
                    <a:cubicBezTo>
                      <a:pt x="95" y="5"/>
                      <a:pt x="95" y="4"/>
                      <a:pt x="94" y="4"/>
                    </a:cubicBezTo>
                    <a:cubicBezTo>
                      <a:pt x="95" y="5"/>
                      <a:pt x="96" y="7"/>
                      <a:pt x="96" y="8"/>
                    </a:cubicBezTo>
                    <a:cubicBezTo>
                      <a:pt x="95" y="8"/>
                      <a:pt x="94" y="6"/>
                      <a:pt x="94" y="6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6"/>
                      <a:pt x="93" y="3"/>
                      <a:pt x="93" y="4"/>
                    </a:cubicBezTo>
                    <a:cubicBezTo>
                      <a:pt x="93" y="5"/>
                      <a:pt x="94" y="7"/>
                      <a:pt x="94" y="8"/>
                    </a:cubicBezTo>
                    <a:cubicBezTo>
                      <a:pt x="94" y="9"/>
                      <a:pt x="94" y="8"/>
                      <a:pt x="94" y="8"/>
                    </a:cubicBezTo>
                    <a:cubicBezTo>
                      <a:pt x="93" y="7"/>
                      <a:pt x="93" y="7"/>
                      <a:pt x="93" y="7"/>
                    </a:cubicBezTo>
                    <a:cubicBezTo>
                      <a:pt x="93" y="7"/>
                      <a:pt x="92" y="4"/>
                      <a:pt x="92" y="5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6"/>
                      <a:pt x="92" y="6"/>
                      <a:pt x="91" y="5"/>
                    </a:cubicBezTo>
                    <a:cubicBezTo>
                      <a:pt x="92" y="6"/>
                      <a:pt x="91" y="6"/>
                      <a:pt x="92" y="6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6"/>
                      <a:pt x="92" y="9"/>
                      <a:pt x="91" y="7"/>
                    </a:cubicBezTo>
                    <a:cubicBezTo>
                      <a:pt x="92" y="9"/>
                      <a:pt x="91" y="7"/>
                      <a:pt x="92" y="8"/>
                    </a:cubicBezTo>
                    <a:cubicBezTo>
                      <a:pt x="93" y="9"/>
                      <a:pt x="92" y="9"/>
                      <a:pt x="92" y="10"/>
                    </a:cubicBezTo>
                    <a:cubicBezTo>
                      <a:pt x="91" y="7"/>
                      <a:pt x="91" y="10"/>
                      <a:pt x="91" y="10"/>
                    </a:cubicBezTo>
                    <a:cubicBezTo>
                      <a:pt x="91" y="9"/>
                      <a:pt x="90" y="9"/>
                      <a:pt x="90" y="8"/>
                    </a:cubicBezTo>
                    <a:cubicBezTo>
                      <a:pt x="91" y="10"/>
                      <a:pt x="91" y="10"/>
                      <a:pt x="91" y="10"/>
                    </a:cubicBezTo>
                    <a:cubicBezTo>
                      <a:pt x="89" y="7"/>
                      <a:pt x="90" y="11"/>
                      <a:pt x="89" y="10"/>
                    </a:cubicBezTo>
                    <a:cubicBezTo>
                      <a:pt x="89" y="9"/>
                      <a:pt x="88" y="8"/>
                      <a:pt x="88" y="7"/>
                    </a:cubicBezTo>
                    <a:cubicBezTo>
                      <a:pt x="90" y="10"/>
                      <a:pt x="89" y="11"/>
                      <a:pt x="90" y="12"/>
                    </a:cubicBezTo>
                    <a:cubicBezTo>
                      <a:pt x="89" y="12"/>
                      <a:pt x="88" y="9"/>
                      <a:pt x="87" y="8"/>
                    </a:cubicBezTo>
                    <a:cubicBezTo>
                      <a:pt x="88" y="10"/>
                      <a:pt x="86" y="7"/>
                      <a:pt x="87" y="9"/>
                    </a:cubicBezTo>
                    <a:cubicBezTo>
                      <a:pt x="88" y="10"/>
                      <a:pt x="88" y="11"/>
                      <a:pt x="88" y="12"/>
                    </a:cubicBezTo>
                    <a:cubicBezTo>
                      <a:pt x="88" y="12"/>
                      <a:pt x="88" y="11"/>
                      <a:pt x="87" y="10"/>
                    </a:cubicBezTo>
                    <a:cubicBezTo>
                      <a:pt x="87" y="10"/>
                      <a:pt x="88" y="12"/>
                      <a:pt x="88" y="13"/>
                    </a:cubicBezTo>
                    <a:cubicBezTo>
                      <a:pt x="88" y="13"/>
                      <a:pt x="89" y="15"/>
                      <a:pt x="88" y="14"/>
                    </a:cubicBezTo>
                    <a:cubicBezTo>
                      <a:pt x="87" y="12"/>
                      <a:pt x="88" y="13"/>
                      <a:pt x="87" y="12"/>
                    </a:cubicBezTo>
                    <a:cubicBezTo>
                      <a:pt x="86" y="12"/>
                      <a:pt x="89" y="16"/>
                      <a:pt x="88" y="16"/>
                    </a:cubicBezTo>
                    <a:cubicBezTo>
                      <a:pt x="89" y="17"/>
                      <a:pt x="90" y="20"/>
                      <a:pt x="90" y="21"/>
                    </a:cubicBezTo>
                    <a:cubicBezTo>
                      <a:pt x="89" y="21"/>
                      <a:pt x="90" y="20"/>
                      <a:pt x="89" y="18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87" y="16"/>
                      <a:pt x="87" y="14"/>
                      <a:pt x="86" y="12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5" y="12"/>
                      <a:pt x="85" y="11"/>
                      <a:pt x="84" y="10"/>
                    </a:cubicBezTo>
                    <a:cubicBezTo>
                      <a:pt x="85" y="12"/>
                      <a:pt x="84" y="11"/>
                      <a:pt x="84" y="11"/>
                    </a:cubicBezTo>
                    <a:cubicBezTo>
                      <a:pt x="85" y="13"/>
                      <a:pt x="84" y="11"/>
                      <a:pt x="85" y="12"/>
                    </a:cubicBezTo>
                    <a:cubicBezTo>
                      <a:pt x="84" y="13"/>
                      <a:pt x="86" y="15"/>
                      <a:pt x="85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2" y="11"/>
                      <a:pt x="84" y="14"/>
                      <a:pt x="83" y="13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1" y="13"/>
                      <a:pt x="80" y="14"/>
                      <a:pt x="81" y="18"/>
                    </a:cubicBezTo>
                    <a:cubicBezTo>
                      <a:pt x="80" y="17"/>
                      <a:pt x="79" y="17"/>
                      <a:pt x="78" y="16"/>
                    </a:cubicBezTo>
                    <a:cubicBezTo>
                      <a:pt x="78" y="17"/>
                      <a:pt x="79" y="18"/>
                      <a:pt x="79" y="18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6" y="16"/>
                      <a:pt x="77" y="18"/>
                      <a:pt x="77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17"/>
                      <a:pt x="76" y="19"/>
                      <a:pt x="76" y="19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20"/>
                      <a:pt x="76" y="20"/>
                      <a:pt x="74" y="19"/>
                    </a:cubicBezTo>
                    <a:cubicBezTo>
                      <a:pt x="75" y="19"/>
                      <a:pt x="75" y="19"/>
                      <a:pt x="75" y="20"/>
                    </a:cubicBezTo>
                    <a:cubicBezTo>
                      <a:pt x="74" y="19"/>
                      <a:pt x="73" y="20"/>
                      <a:pt x="73" y="21"/>
                    </a:cubicBezTo>
                    <a:cubicBezTo>
                      <a:pt x="74" y="21"/>
                      <a:pt x="74" y="21"/>
                      <a:pt x="75" y="23"/>
                    </a:cubicBezTo>
                    <a:cubicBezTo>
                      <a:pt x="76" y="25"/>
                      <a:pt x="74" y="22"/>
                      <a:pt x="75" y="24"/>
                    </a:cubicBezTo>
                    <a:cubicBezTo>
                      <a:pt x="74" y="23"/>
                      <a:pt x="74" y="22"/>
                      <a:pt x="73" y="22"/>
                    </a:cubicBezTo>
                    <a:cubicBezTo>
                      <a:pt x="71" y="20"/>
                      <a:pt x="71" y="22"/>
                      <a:pt x="70" y="23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8" y="22"/>
                      <a:pt x="69" y="25"/>
                      <a:pt x="68" y="24"/>
                    </a:cubicBezTo>
                    <a:cubicBezTo>
                      <a:pt x="68" y="25"/>
                      <a:pt x="70" y="28"/>
                      <a:pt x="69" y="28"/>
                    </a:cubicBezTo>
                    <a:cubicBezTo>
                      <a:pt x="70" y="30"/>
                      <a:pt x="68" y="26"/>
                      <a:pt x="67" y="25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7" y="27"/>
                      <a:pt x="67" y="28"/>
                      <a:pt x="66" y="27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7"/>
                      <a:pt x="65" y="26"/>
                      <a:pt x="64" y="27"/>
                    </a:cubicBezTo>
                    <a:cubicBezTo>
                      <a:pt x="65" y="28"/>
                      <a:pt x="64" y="28"/>
                      <a:pt x="65" y="29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27"/>
                      <a:pt x="64" y="29"/>
                      <a:pt x="65" y="30"/>
                    </a:cubicBezTo>
                    <a:cubicBezTo>
                      <a:pt x="65" y="31"/>
                      <a:pt x="64" y="30"/>
                      <a:pt x="64" y="29"/>
                    </a:cubicBezTo>
                    <a:cubicBezTo>
                      <a:pt x="63" y="29"/>
                      <a:pt x="64" y="30"/>
                      <a:pt x="64" y="29"/>
                    </a:cubicBezTo>
                    <a:cubicBezTo>
                      <a:pt x="63" y="28"/>
                      <a:pt x="63" y="29"/>
                      <a:pt x="63" y="28"/>
                    </a:cubicBezTo>
                    <a:cubicBezTo>
                      <a:pt x="63" y="28"/>
                      <a:pt x="64" y="30"/>
                      <a:pt x="63" y="30"/>
                    </a:cubicBezTo>
                    <a:cubicBezTo>
                      <a:pt x="63" y="30"/>
                      <a:pt x="63" y="31"/>
                      <a:pt x="62" y="29"/>
                    </a:cubicBezTo>
                    <a:cubicBezTo>
                      <a:pt x="62" y="30"/>
                      <a:pt x="62" y="30"/>
                      <a:pt x="62" y="31"/>
                    </a:cubicBezTo>
                    <a:cubicBezTo>
                      <a:pt x="63" y="31"/>
                      <a:pt x="63" y="31"/>
                      <a:pt x="64" y="32"/>
                    </a:cubicBezTo>
                    <a:cubicBezTo>
                      <a:pt x="64" y="32"/>
                      <a:pt x="64" y="33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2"/>
                      <a:pt x="63" y="32"/>
                      <a:pt x="64" y="33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3" y="33"/>
                      <a:pt x="62" y="33"/>
                      <a:pt x="62" y="33"/>
                    </a:cubicBezTo>
                    <a:cubicBezTo>
                      <a:pt x="61" y="32"/>
                      <a:pt x="60" y="30"/>
                      <a:pt x="60" y="30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32"/>
                      <a:pt x="60" y="32"/>
                      <a:pt x="59" y="31"/>
                    </a:cubicBezTo>
                    <a:cubicBezTo>
                      <a:pt x="58" y="31"/>
                      <a:pt x="61" y="36"/>
                      <a:pt x="60" y="35"/>
                    </a:cubicBezTo>
                    <a:cubicBezTo>
                      <a:pt x="59" y="33"/>
                      <a:pt x="59" y="33"/>
                      <a:pt x="58" y="33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9" y="35"/>
                      <a:pt x="58" y="33"/>
                      <a:pt x="59" y="34"/>
                    </a:cubicBezTo>
                    <a:cubicBezTo>
                      <a:pt x="60" y="34"/>
                      <a:pt x="59" y="34"/>
                      <a:pt x="59" y="35"/>
                    </a:cubicBezTo>
                    <a:cubicBezTo>
                      <a:pt x="56" y="32"/>
                      <a:pt x="57" y="35"/>
                      <a:pt x="55" y="34"/>
                    </a:cubicBezTo>
                    <a:cubicBezTo>
                      <a:pt x="56" y="36"/>
                      <a:pt x="55" y="35"/>
                      <a:pt x="55" y="36"/>
                    </a:cubicBezTo>
                    <a:cubicBezTo>
                      <a:pt x="54" y="34"/>
                      <a:pt x="55" y="37"/>
                      <a:pt x="54" y="36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4" y="37"/>
                      <a:pt x="57" y="41"/>
                      <a:pt x="55" y="39"/>
                    </a:cubicBezTo>
                    <a:cubicBezTo>
                      <a:pt x="54" y="39"/>
                      <a:pt x="54" y="38"/>
                      <a:pt x="53" y="37"/>
                    </a:cubicBezTo>
                    <a:cubicBezTo>
                      <a:pt x="51" y="35"/>
                      <a:pt x="54" y="40"/>
                      <a:pt x="52" y="38"/>
                    </a:cubicBezTo>
                    <a:cubicBezTo>
                      <a:pt x="52" y="38"/>
                      <a:pt x="53" y="40"/>
                      <a:pt x="54" y="41"/>
                    </a:cubicBezTo>
                    <a:cubicBezTo>
                      <a:pt x="53" y="40"/>
                      <a:pt x="51" y="39"/>
                      <a:pt x="51" y="39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49" y="39"/>
                      <a:pt x="50" y="40"/>
                      <a:pt x="50" y="41"/>
                    </a:cubicBezTo>
                    <a:cubicBezTo>
                      <a:pt x="49" y="39"/>
                      <a:pt x="48" y="41"/>
                      <a:pt x="47" y="40"/>
                    </a:cubicBezTo>
                    <a:cubicBezTo>
                      <a:pt x="49" y="42"/>
                      <a:pt x="46" y="40"/>
                      <a:pt x="48" y="43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8" y="43"/>
                      <a:pt x="49" y="44"/>
                      <a:pt x="49" y="45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6" y="41"/>
                      <a:pt x="47" y="43"/>
                      <a:pt x="46" y="42"/>
                    </a:cubicBezTo>
                    <a:cubicBezTo>
                      <a:pt x="47" y="43"/>
                      <a:pt x="45" y="42"/>
                      <a:pt x="46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5"/>
                      <a:pt x="47" y="45"/>
                      <a:pt x="47" y="46"/>
                    </a:cubicBezTo>
                    <a:cubicBezTo>
                      <a:pt x="47" y="46"/>
                      <a:pt x="45" y="44"/>
                      <a:pt x="45" y="44"/>
                    </a:cubicBezTo>
                    <a:cubicBezTo>
                      <a:pt x="45" y="44"/>
                      <a:pt x="45" y="4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5"/>
                      <a:pt x="44" y="46"/>
                    </a:cubicBezTo>
                    <a:cubicBezTo>
                      <a:pt x="42" y="46"/>
                      <a:pt x="42" y="48"/>
                      <a:pt x="42" y="49"/>
                    </a:cubicBezTo>
                    <a:cubicBezTo>
                      <a:pt x="42" y="49"/>
                      <a:pt x="41" y="48"/>
                      <a:pt x="42" y="48"/>
                    </a:cubicBezTo>
                    <a:cubicBezTo>
                      <a:pt x="42" y="49"/>
                      <a:pt x="42" y="50"/>
                      <a:pt x="42" y="49"/>
                    </a:cubicBezTo>
                    <a:cubicBezTo>
                      <a:pt x="42" y="50"/>
                      <a:pt x="41" y="48"/>
                      <a:pt x="40" y="49"/>
                    </a:cubicBezTo>
                    <a:cubicBezTo>
                      <a:pt x="40" y="48"/>
                      <a:pt x="41" y="50"/>
                      <a:pt x="41" y="50"/>
                    </a:cubicBezTo>
                    <a:cubicBezTo>
                      <a:pt x="39" y="48"/>
                      <a:pt x="41" y="52"/>
                      <a:pt x="39" y="51"/>
                    </a:cubicBezTo>
                    <a:cubicBezTo>
                      <a:pt x="40" y="52"/>
                      <a:pt x="39" y="51"/>
                      <a:pt x="39" y="50"/>
                    </a:cubicBezTo>
                    <a:cubicBezTo>
                      <a:pt x="39" y="51"/>
                      <a:pt x="38" y="52"/>
                      <a:pt x="39" y="54"/>
                    </a:cubicBezTo>
                    <a:cubicBezTo>
                      <a:pt x="38" y="53"/>
                      <a:pt x="38" y="53"/>
                      <a:pt x="38" y="53"/>
                    </a:cubicBezTo>
                    <a:cubicBezTo>
                      <a:pt x="38" y="53"/>
                      <a:pt x="38" y="53"/>
                      <a:pt x="38" y="54"/>
                    </a:cubicBezTo>
                    <a:cubicBezTo>
                      <a:pt x="39" y="55"/>
                      <a:pt x="40" y="56"/>
                      <a:pt x="39" y="56"/>
                    </a:cubicBezTo>
                    <a:cubicBezTo>
                      <a:pt x="39" y="56"/>
                      <a:pt x="39" y="56"/>
                      <a:pt x="39" y="56"/>
                    </a:cubicBezTo>
                    <a:cubicBezTo>
                      <a:pt x="39" y="56"/>
                      <a:pt x="39" y="57"/>
                      <a:pt x="39" y="57"/>
                    </a:cubicBezTo>
                    <a:cubicBezTo>
                      <a:pt x="38" y="57"/>
                      <a:pt x="39" y="57"/>
                      <a:pt x="38" y="56"/>
                    </a:cubicBezTo>
                    <a:cubicBezTo>
                      <a:pt x="36" y="54"/>
                      <a:pt x="36" y="56"/>
                      <a:pt x="36" y="56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37" y="58"/>
                      <a:pt x="36" y="56"/>
                      <a:pt x="36" y="56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7" y="59"/>
                      <a:pt x="36" y="58"/>
                    </a:cubicBezTo>
                    <a:cubicBezTo>
                      <a:pt x="36" y="59"/>
                      <a:pt x="37" y="61"/>
                      <a:pt x="38" y="63"/>
                    </a:cubicBezTo>
                    <a:cubicBezTo>
                      <a:pt x="38" y="63"/>
                      <a:pt x="38" y="64"/>
                      <a:pt x="38" y="64"/>
                    </a:cubicBezTo>
                    <a:cubicBezTo>
                      <a:pt x="37" y="63"/>
                      <a:pt x="38" y="64"/>
                      <a:pt x="37" y="63"/>
                    </a:cubicBezTo>
                    <a:cubicBezTo>
                      <a:pt x="36" y="63"/>
                      <a:pt x="36" y="63"/>
                      <a:pt x="36" y="63"/>
                    </a:cubicBezTo>
                    <a:cubicBezTo>
                      <a:pt x="36" y="62"/>
                      <a:pt x="34" y="61"/>
                      <a:pt x="34" y="60"/>
                    </a:cubicBezTo>
                    <a:cubicBezTo>
                      <a:pt x="34" y="61"/>
                      <a:pt x="33" y="61"/>
                      <a:pt x="32" y="61"/>
                    </a:cubicBezTo>
                    <a:cubicBezTo>
                      <a:pt x="34" y="63"/>
                      <a:pt x="32" y="63"/>
                      <a:pt x="34" y="65"/>
                    </a:cubicBezTo>
                    <a:cubicBezTo>
                      <a:pt x="34" y="65"/>
                      <a:pt x="32" y="63"/>
                      <a:pt x="32" y="63"/>
                    </a:cubicBezTo>
                    <a:cubicBezTo>
                      <a:pt x="32" y="64"/>
                      <a:pt x="31" y="64"/>
                      <a:pt x="31" y="6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6"/>
                      <a:pt x="29" y="66"/>
                      <a:pt x="30" y="68"/>
                    </a:cubicBezTo>
                    <a:cubicBezTo>
                      <a:pt x="30" y="67"/>
                      <a:pt x="30" y="67"/>
                      <a:pt x="30" y="67"/>
                    </a:cubicBezTo>
                    <a:cubicBezTo>
                      <a:pt x="28" y="67"/>
                      <a:pt x="32" y="69"/>
                      <a:pt x="30" y="69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30" y="69"/>
                      <a:pt x="28" y="68"/>
                      <a:pt x="29" y="70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9"/>
                      <a:pt x="28" y="69"/>
                      <a:pt x="28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9"/>
                      <a:pt x="28" y="71"/>
                      <a:pt x="27" y="71"/>
                    </a:cubicBezTo>
                    <a:cubicBezTo>
                      <a:pt x="27" y="71"/>
                      <a:pt x="26" y="71"/>
                      <a:pt x="26" y="70"/>
                    </a:cubicBezTo>
                    <a:cubicBezTo>
                      <a:pt x="27" y="71"/>
                      <a:pt x="26" y="72"/>
                      <a:pt x="27" y="72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3" y="73"/>
                      <a:pt x="21" y="75"/>
                      <a:pt x="21" y="78"/>
                    </a:cubicBezTo>
                    <a:cubicBezTo>
                      <a:pt x="19" y="77"/>
                      <a:pt x="20" y="77"/>
                      <a:pt x="19" y="76"/>
                    </a:cubicBezTo>
                    <a:cubicBezTo>
                      <a:pt x="20" y="77"/>
                      <a:pt x="19" y="77"/>
                      <a:pt x="19" y="78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9" y="78"/>
                      <a:pt x="18" y="77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6" y="77"/>
                      <a:pt x="18" y="79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8" y="80"/>
                      <a:pt x="15" y="78"/>
                      <a:pt x="17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79"/>
                      <a:pt x="18" y="82"/>
                      <a:pt x="16" y="81"/>
                    </a:cubicBezTo>
                    <a:cubicBezTo>
                      <a:pt x="16" y="82"/>
                      <a:pt x="16" y="83"/>
                      <a:pt x="17" y="84"/>
                    </a:cubicBezTo>
                    <a:cubicBezTo>
                      <a:pt x="15" y="82"/>
                      <a:pt x="15" y="82"/>
                      <a:pt x="15" y="82"/>
                    </a:cubicBezTo>
                    <a:cubicBezTo>
                      <a:pt x="15" y="85"/>
                      <a:pt x="13" y="86"/>
                      <a:pt x="14" y="89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4" y="90"/>
                      <a:pt x="10" y="89"/>
                      <a:pt x="13" y="92"/>
                    </a:cubicBezTo>
                    <a:cubicBezTo>
                      <a:pt x="14" y="93"/>
                      <a:pt x="14" y="93"/>
                      <a:pt x="14" y="93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3" y="93"/>
                      <a:pt x="11" y="93"/>
                      <a:pt x="13" y="94"/>
                    </a:cubicBezTo>
                    <a:cubicBezTo>
                      <a:pt x="12" y="94"/>
                      <a:pt x="12" y="93"/>
                      <a:pt x="12" y="93"/>
                    </a:cubicBezTo>
                    <a:cubicBezTo>
                      <a:pt x="11" y="93"/>
                      <a:pt x="13" y="95"/>
                      <a:pt x="12" y="95"/>
                    </a:cubicBezTo>
                    <a:cubicBezTo>
                      <a:pt x="11" y="95"/>
                      <a:pt x="11" y="95"/>
                      <a:pt x="11" y="95"/>
                    </a:cubicBezTo>
                    <a:cubicBezTo>
                      <a:pt x="8" y="95"/>
                      <a:pt x="4" y="96"/>
                      <a:pt x="6" y="100"/>
                    </a:cubicBezTo>
                    <a:cubicBezTo>
                      <a:pt x="6" y="101"/>
                      <a:pt x="4" y="99"/>
                      <a:pt x="4" y="99"/>
                    </a:cubicBezTo>
                    <a:cubicBezTo>
                      <a:pt x="6" y="103"/>
                      <a:pt x="0" y="102"/>
                      <a:pt x="3" y="107"/>
                    </a:cubicBezTo>
                    <a:cubicBezTo>
                      <a:pt x="4" y="109"/>
                      <a:pt x="9" y="112"/>
                      <a:pt x="9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8" name="Freeform 163"/>
              <p:cNvSpPr/>
              <p:nvPr>
                <p:custDataLst>
                  <p:tags r:id="rId409"/>
                </p:custDataLst>
              </p:nvPr>
            </p:nvSpPr>
            <p:spPr bwMode="auto">
              <a:xfrm>
                <a:off x="4499" y="1925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9" name="Freeform 164"/>
              <p:cNvSpPr/>
              <p:nvPr>
                <p:custDataLst>
                  <p:tags r:id="rId410"/>
                </p:custDataLst>
              </p:nvPr>
            </p:nvSpPr>
            <p:spPr bwMode="auto">
              <a:xfrm>
                <a:off x="3914" y="1322"/>
                <a:ext cx="2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0" name="Freeform 165"/>
              <p:cNvSpPr/>
              <p:nvPr>
                <p:custDataLst>
                  <p:tags r:id="rId411"/>
                </p:custDataLst>
              </p:nvPr>
            </p:nvSpPr>
            <p:spPr bwMode="auto">
              <a:xfrm>
                <a:off x="3122" y="2198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1" name="Freeform 166"/>
              <p:cNvSpPr/>
              <p:nvPr>
                <p:custDataLst>
                  <p:tags r:id="rId412"/>
                </p:custDataLst>
              </p:nvPr>
            </p:nvSpPr>
            <p:spPr bwMode="auto">
              <a:xfrm>
                <a:off x="3126" y="2183"/>
                <a:ext cx="3" cy="3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2" name="Freeform 167"/>
              <p:cNvSpPr/>
              <p:nvPr>
                <p:custDataLst>
                  <p:tags r:id="rId413"/>
                </p:custDataLst>
              </p:nvPr>
            </p:nvSpPr>
            <p:spPr bwMode="auto">
              <a:xfrm>
                <a:off x="3540" y="154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3" name="Freeform 168"/>
              <p:cNvSpPr/>
              <p:nvPr>
                <p:custDataLst>
                  <p:tags r:id="rId414"/>
                </p:custDataLst>
              </p:nvPr>
            </p:nvSpPr>
            <p:spPr bwMode="auto">
              <a:xfrm>
                <a:off x="3156" y="221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4" name="Freeform 169"/>
              <p:cNvSpPr/>
              <p:nvPr>
                <p:custDataLst>
                  <p:tags r:id="rId415"/>
                </p:custDataLst>
              </p:nvPr>
            </p:nvSpPr>
            <p:spPr bwMode="auto">
              <a:xfrm>
                <a:off x="3129" y="2183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5" name="Freeform 170"/>
              <p:cNvSpPr/>
              <p:nvPr>
                <p:custDataLst>
                  <p:tags r:id="rId416"/>
                </p:custDataLst>
              </p:nvPr>
            </p:nvSpPr>
            <p:spPr bwMode="auto">
              <a:xfrm>
                <a:off x="3129" y="21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6" name="Freeform 171"/>
              <p:cNvSpPr/>
              <p:nvPr>
                <p:custDataLst>
                  <p:tags r:id="rId417"/>
                </p:custDataLst>
              </p:nvPr>
            </p:nvSpPr>
            <p:spPr bwMode="auto">
              <a:xfrm>
                <a:off x="3129" y="219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7" name="Freeform 172"/>
              <p:cNvSpPr/>
              <p:nvPr>
                <p:custDataLst>
                  <p:tags r:id="rId418"/>
                </p:custDataLst>
              </p:nvPr>
            </p:nvSpPr>
            <p:spPr bwMode="auto">
              <a:xfrm>
                <a:off x="3205" y="2162"/>
                <a:ext cx="2" cy="9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0 h 4"/>
                  <a:gd name="T4" fmla="*/ 1 w 1"/>
                  <a:gd name="T5" fmla="*/ 4 h 4"/>
                  <a:gd name="T6" fmla="*/ 1 w 1"/>
                  <a:gd name="T7" fmla="*/ 4 h 4"/>
                  <a:gd name="T8" fmla="*/ 1 w 1"/>
                  <a:gd name="T9" fmla="*/ 3 h 4"/>
                  <a:gd name="T10" fmla="*/ 1 w 1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1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8" name="Freeform 173"/>
              <p:cNvSpPr/>
              <p:nvPr>
                <p:custDataLst>
                  <p:tags r:id="rId419"/>
                </p:custDataLst>
              </p:nvPr>
            </p:nvSpPr>
            <p:spPr bwMode="auto">
              <a:xfrm>
                <a:off x="3207" y="2166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9" name="Freeform 174"/>
              <p:cNvSpPr/>
              <p:nvPr>
                <p:custDataLst>
                  <p:tags r:id="rId420"/>
                </p:custDataLst>
              </p:nvPr>
            </p:nvSpPr>
            <p:spPr bwMode="auto">
              <a:xfrm>
                <a:off x="3207" y="216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0" name="Freeform 175"/>
              <p:cNvSpPr/>
              <p:nvPr>
                <p:custDataLst>
                  <p:tags r:id="rId421"/>
                </p:custDataLst>
              </p:nvPr>
            </p:nvSpPr>
            <p:spPr bwMode="auto">
              <a:xfrm>
                <a:off x="3194" y="2156"/>
                <a:ext cx="0" cy="6"/>
              </a:xfrm>
              <a:custGeom>
                <a:avLst/>
                <a:gdLst>
                  <a:gd name="T0" fmla="*/ 2 h 3"/>
                  <a:gd name="T1" fmla="*/ 2 h 3"/>
                  <a:gd name="T2" fmla="*/ 2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2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1" name="Freeform 176"/>
              <p:cNvSpPr/>
              <p:nvPr>
                <p:custDataLst>
                  <p:tags r:id="rId422"/>
                </p:custDataLst>
              </p:nvPr>
            </p:nvSpPr>
            <p:spPr bwMode="auto">
              <a:xfrm>
                <a:off x="3209" y="219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2" name="Freeform 177"/>
              <p:cNvSpPr/>
              <p:nvPr>
                <p:custDataLst>
                  <p:tags r:id="rId423"/>
                </p:custDataLst>
              </p:nvPr>
            </p:nvSpPr>
            <p:spPr bwMode="auto">
              <a:xfrm>
                <a:off x="3472" y="20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3" name="Freeform 178"/>
              <p:cNvSpPr/>
              <p:nvPr>
                <p:custDataLst>
                  <p:tags r:id="rId424"/>
                </p:custDataLst>
              </p:nvPr>
            </p:nvSpPr>
            <p:spPr bwMode="auto">
              <a:xfrm>
                <a:off x="3201" y="215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4" name="Freeform 179"/>
              <p:cNvSpPr/>
              <p:nvPr>
                <p:custDataLst>
                  <p:tags r:id="rId425"/>
                </p:custDataLst>
              </p:nvPr>
            </p:nvSpPr>
            <p:spPr bwMode="auto">
              <a:xfrm>
                <a:off x="3211" y="219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5" name="Freeform 180"/>
              <p:cNvSpPr/>
              <p:nvPr>
                <p:custDataLst>
                  <p:tags r:id="rId426"/>
                </p:custDataLst>
              </p:nvPr>
            </p:nvSpPr>
            <p:spPr bwMode="auto">
              <a:xfrm>
                <a:off x="3317" y="2561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6" name="Freeform 181"/>
              <p:cNvSpPr/>
              <p:nvPr>
                <p:custDataLst>
                  <p:tags r:id="rId427"/>
                </p:custDataLst>
              </p:nvPr>
            </p:nvSpPr>
            <p:spPr bwMode="auto">
              <a:xfrm>
                <a:off x="3345" y="253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7" name="Freeform 182"/>
              <p:cNvSpPr/>
              <p:nvPr>
                <p:custDataLst>
                  <p:tags r:id="rId428"/>
                </p:custDataLst>
              </p:nvPr>
            </p:nvSpPr>
            <p:spPr bwMode="auto">
              <a:xfrm>
                <a:off x="3211" y="2192"/>
                <a:ext cx="2" cy="6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  <a:gd name="T4" fmla="*/ 0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8" name="Freeform 183"/>
              <p:cNvSpPr/>
              <p:nvPr>
                <p:custDataLst>
                  <p:tags r:id="rId429"/>
                </p:custDataLst>
              </p:nvPr>
            </p:nvSpPr>
            <p:spPr bwMode="auto">
              <a:xfrm>
                <a:off x="3266" y="2548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9" name="Freeform 184"/>
              <p:cNvSpPr/>
              <p:nvPr>
                <p:custDataLst>
                  <p:tags r:id="rId430"/>
                </p:custDataLst>
              </p:nvPr>
            </p:nvSpPr>
            <p:spPr bwMode="auto">
              <a:xfrm>
                <a:off x="3271" y="254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0" name="Freeform 185"/>
              <p:cNvSpPr/>
              <p:nvPr>
                <p:custDataLst>
                  <p:tags r:id="rId431"/>
                </p:custDataLst>
              </p:nvPr>
            </p:nvSpPr>
            <p:spPr bwMode="auto">
              <a:xfrm>
                <a:off x="3273" y="255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1" name="Freeform 186"/>
              <p:cNvSpPr/>
              <p:nvPr>
                <p:custDataLst>
                  <p:tags r:id="rId432"/>
                </p:custDataLst>
              </p:nvPr>
            </p:nvSpPr>
            <p:spPr bwMode="auto">
              <a:xfrm>
                <a:off x="3271" y="2557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2" name="Freeform 187"/>
              <p:cNvSpPr/>
              <p:nvPr>
                <p:custDataLst>
                  <p:tags r:id="rId433"/>
                </p:custDataLst>
              </p:nvPr>
            </p:nvSpPr>
            <p:spPr bwMode="auto">
              <a:xfrm>
                <a:off x="4616" y="18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3" name="Freeform 188"/>
              <p:cNvSpPr/>
              <p:nvPr>
                <p:custDataLst>
                  <p:tags r:id="rId434"/>
                </p:custDataLst>
              </p:nvPr>
            </p:nvSpPr>
            <p:spPr bwMode="auto">
              <a:xfrm>
                <a:off x="3175" y="2211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4" name="Freeform 189"/>
              <p:cNvSpPr/>
              <p:nvPr>
                <p:custDataLst>
                  <p:tags r:id="rId435"/>
                </p:custDataLst>
              </p:nvPr>
            </p:nvSpPr>
            <p:spPr bwMode="auto">
              <a:xfrm>
                <a:off x="3137" y="218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5" name="Freeform 190"/>
              <p:cNvSpPr/>
              <p:nvPr>
                <p:custDataLst>
                  <p:tags r:id="rId436"/>
                </p:custDataLst>
              </p:nvPr>
            </p:nvSpPr>
            <p:spPr bwMode="auto">
              <a:xfrm>
                <a:off x="3203" y="2166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1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6" name="Freeform 191"/>
              <p:cNvSpPr/>
              <p:nvPr>
                <p:custDataLst>
                  <p:tags r:id="rId437"/>
                </p:custDataLst>
              </p:nvPr>
            </p:nvSpPr>
            <p:spPr bwMode="auto">
              <a:xfrm>
                <a:off x="4497" y="192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7" name="Freeform 192"/>
              <p:cNvSpPr/>
              <p:nvPr>
                <p:custDataLst>
                  <p:tags r:id="rId438"/>
                </p:custDataLst>
              </p:nvPr>
            </p:nvSpPr>
            <p:spPr bwMode="auto">
              <a:xfrm>
                <a:off x="3082" y="2156"/>
                <a:ext cx="131" cy="91"/>
              </a:xfrm>
              <a:custGeom>
                <a:avLst/>
                <a:gdLst>
                  <a:gd name="T0" fmla="*/ 46 w 62"/>
                  <a:gd name="T1" fmla="*/ 23 h 43"/>
                  <a:gd name="T2" fmla="*/ 51 w 62"/>
                  <a:gd name="T3" fmla="*/ 20 h 43"/>
                  <a:gd name="T4" fmla="*/ 54 w 62"/>
                  <a:gd name="T5" fmla="*/ 19 h 43"/>
                  <a:gd name="T6" fmla="*/ 58 w 62"/>
                  <a:gd name="T7" fmla="*/ 21 h 43"/>
                  <a:gd name="T8" fmla="*/ 60 w 62"/>
                  <a:gd name="T9" fmla="*/ 20 h 43"/>
                  <a:gd name="T10" fmla="*/ 61 w 62"/>
                  <a:gd name="T11" fmla="*/ 16 h 43"/>
                  <a:gd name="T12" fmla="*/ 62 w 62"/>
                  <a:gd name="T13" fmla="*/ 13 h 43"/>
                  <a:gd name="T14" fmla="*/ 62 w 62"/>
                  <a:gd name="T15" fmla="*/ 11 h 43"/>
                  <a:gd name="T16" fmla="*/ 58 w 62"/>
                  <a:gd name="T17" fmla="*/ 12 h 43"/>
                  <a:gd name="T18" fmla="*/ 56 w 62"/>
                  <a:gd name="T19" fmla="*/ 9 h 43"/>
                  <a:gd name="T20" fmla="*/ 57 w 62"/>
                  <a:gd name="T21" fmla="*/ 2 h 43"/>
                  <a:gd name="T22" fmla="*/ 56 w 62"/>
                  <a:gd name="T23" fmla="*/ 2 h 43"/>
                  <a:gd name="T24" fmla="*/ 55 w 62"/>
                  <a:gd name="T25" fmla="*/ 5 h 43"/>
                  <a:gd name="T26" fmla="*/ 54 w 62"/>
                  <a:gd name="T27" fmla="*/ 3 h 43"/>
                  <a:gd name="T28" fmla="*/ 53 w 62"/>
                  <a:gd name="T29" fmla="*/ 8 h 43"/>
                  <a:gd name="T30" fmla="*/ 51 w 62"/>
                  <a:gd name="T31" fmla="*/ 3 h 43"/>
                  <a:gd name="T32" fmla="*/ 51 w 62"/>
                  <a:gd name="T33" fmla="*/ 1 h 43"/>
                  <a:gd name="T34" fmla="*/ 50 w 62"/>
                  <a:gd name="T35" fmla="*/ 4 h 43"/>
                  <a:gd name="T36" fmla="*/ 49 w 62"/>
                  <a:gd name="T37" fmla="*/ 2 h 43"/>
                  <a:gd name="T38" fmla="*/ 48 w 62"/>
                  <a:gd name="T39" fmla="*/ 7 h 43"/>
                  <a:gd name="T40" fmla="*/ 47 w 62"/>
                  <a:gd name="T41" fmla="*/ 12 h 43"/>
                  <a:gd name="T42" fmla="*/ 46 w 62"/>
                  <a:gd name="T43" fmla="*/ 7 h 43"/>
                  <a:gd name="T44" fmla="*/ 43 w 62"/>
                  <a:gd name="T45" fmla="*/ 7 h 43"/>
                  <a:gd name="T46" fmla="*/ 42 w 62"/>
                  <a:gd name="T47" fmla="*/ 7 h 43"/>
                  <a:gd name="T48" fmla="*/ 40 w 62"/>
                  <a:gd name="T49" fmla="*/ 8 h 43"/>
                  <a:gd name="T50" fmla="*/ 37 w 62"/>
                  <a:gd name="T51" fmla="*/ 9 h 43"/>
                  <a:gd name="T52" fmla="*/ 36 w 62"/>
                  <a:gd name="T53" fmla="*/ 10 h 43"/>
                  <a:gd name="T54" fmla="*/ 36 w 62"/>
                  <a:gd name="T55" fmla="*/ 10 h 43"/>
                  <a:gd name="T56" fmla="*/ 35 w 62"/>
                  <a:gd name="T57" fmla="*/ 12 h 43"/>
                  <a:gd name="T58" fmla="*/ 34 w 62"/>
                  <a:gd name="T59" fmla="*/ 10 h 43"/>
                  <a:gd name="T60" fmla="*/ 33 w 62"/>
                  <a:gd name="T61" fmla="*/ 12 h 43"/>
                  <a:gd name="T62" fmla="*/ 30 w 62"/>
                  <a:gd name="T63" fmla="*/ 11 h 43"/>
                  <a:gd name="T64" fmla="*/ 28 w 62"/>
                  <a:gd name="T65" fmla="*/ 12 h 43"/>
                  <a:gd name="T66" fmla="*/ 26 w 62"/>
                  <a:gd name="T67" fmla="*/ 12 h 43"/>
                  <a:gd name="T68" fmla="*/ 26 w 62"/>
                  <a:gd name="T69" fmla="*/ 14 h 43"/>
                  <a:gd name="T70" fmla="*/ 25 w 62"/>
                  <a:gd name="T71" fmla="*/ 13 h 43"/>
                  <a:gd name="T72" fmla="*/ 24 w 62"/>
                  <a:gd name="T73" fmla="*/ 15 h 43"/>
                  <a:gd name="T74" fmla="*/ 22 w 62"/>
                  <a:gd name="T75" fmla="*/ 16 h 43"/>
                  <a:gd name="T76" fmla="*/ 21 w 62"/>
                  <a:gd name="T77" fmla="*/ 17 h 43"/>
                  <a:gd name="T78" fmla="*/ 22 w 62"/>
                  <a:gd name="T79" fmla="*/ 25 h 43"/>
                  <a:gd name="T80" fmla="*/ 19 w 62"/>
                  <a:gd name="T81" fmla="*/ 21 h 43"/>
                  <a:gd name="T82" fmla="*/ 17 w 62"/>
                  <a:gd name="T83" fmla="*/ 23 h 43"/>
                  <a:gd name="T84" fmla="*/ 16 w 62"/>
                  <a:gd name="T85" fmla="*/ 23 h 43"/>
                  <a:gd name="T86" fmla="*/ 11 w 62"/>
                  <a:gd name="T87" fmla="*/ 24 h 43"/>
                  <a:gd name="T88" fmla="*/ 10 w 62"/>
                  <a:gd name="T89" fmla="*/ 24 h 43"/>
                  <a:gd name="T90" fmla="*/ 8 w 62"/>
                  <a:gd name="T91" fmla="*/ 31 h 43"/>
                  <a:gd name="T92" fmla="*/ 7 w 62"/>
                  <a:gd name="T93" fmla="*/ 32 h 43"/>
                  <a:gd name="T94" fmla="*/ 12 w 62"/>
                  <a:gd name="T95" fmla="*/ 41 h 43"/>
                  <a:gd name="T96" fmla="*/ 18 w 62"/>
                  <a:gd name="T97" fmla="*/ 38 h 43"/>
                  <a:gd name="T98" fmla="*/ 28 w 62"/>
                  <a:gd name="T99" fmla="*/ 27 h 43"/>
                  <a:gd name="T100" fmla="*/ 31 w 62"/>
                  <a:gd name="T101" fmla="*/ 31 h 43"/>
                  <a:gd name="T102" fmla="*/ 36 w 62"/>
                  <a:gd name="T103" fmla="*/ 29 h 43"/>
                  <a:gd name="T104" fmla="*/ 41 w 62"/>
                  <a:gd name="T105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43">
                    <a:moveTo>
                      <a:pt x="44" y="25"/>
                    </a:moveTo>
                    <a:cubicBezTo>
                      <a:pt x="44" y="25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5" y="27"/>
                    </a:cubicBezTo>
                    <a:cubicBezTo>
                      <a:pt x="45" y="26"/>
                      <a:pt x="45" y="25"/>
                      <a:pt x="45" y="25"/>
                    </a:cubicBezTo>
                    <a:cubicBezTo>
                      <a:pt x="46" y="27"/>
                      <a:pt x="46" y="25"/>
                      <a:pt x="46" y="26"/>
                    </a:cubicBezTo>
                    <a:cubicBezTo>
                      <a:pt x="46" y="24"/>
                      <a:pt x="46" y="22"/>
                      <a:pt x="46" y="23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4"/>
                      <a:pt x="48" y="27"/>
                      <a:pt x="4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9" y="23"/>
                      <a:pt x="50" y="25"/>
                      <a:pt x="50" y="22"/>
                    </a:cubicBezTo>
                    <a:cubicBezTo>
                      <a:pt x="50" y="23"/>
                      <a:pt x="51" y="23"/>
                      <a:pt x="51" y="23"/>
                    </a:cubicBezTo>
                    <a:cubicBezTo>
                      <a:pt x="51" y="22"/>
                      <a:pt x="51" y="22"/>
                      <a:pt x="51" y="20"/>
                    </a:cubicBezTo>
                    <a:cubicBezTo>
                      <a:pt x="51" y="20"/>
                      <a:pt x="52" y="21"/>
                      <a:pt x="52" y="21"/>
                    </a:cubicBezTo>
                    <a:cubicBezTo>
                      <a:pt x="52" y="22"/>
                      <a:pt x="52" y="24"/>
                      <a:pt x="52" y="22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3" y="22"/>
                      <a:pt x="53" y="20"/>
                      <a:pt x="53" y="21"/>
                    </a:cubicBezTo>
                    <a:cubicBezTo>
                      <a:pt x="54" y="20"/>
                      <a:pt x="54" y="20"/>
                      <a:pt x="54" y="18"/>
                    </a:cubicBezTo>
                    <a:cubicBezTo>
                      <a:pt x="54" y="18"/>
                      <a:pt x="54" y="20"/>
                      <a:pt x="54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5" y="20"/>
                      <a:pt x="56" y="19"/>
                    </a:cubicBezTo>
                    <a:cubicBezTo>
                      <a:pt x="56" y="22"/>
                      <a:pt x="56" y="19"/>
                      <a:pt x="57" y="21"/>
                    </a:cubicBezTo>
                    <a:cubicBezTo>
                      <a:pt x="57" y="19"/>
                      <a:pt x="57" y="21"/>
                      <a:pt x="58" y="18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8" y="20"/>
                      <a:pt x="58" y="20"/>
                      <a:pt x="58" y="21"/>
                    </a:cubicBezTo>
                    <a:cubicBezTo>
                      <a:pt x="58" y="21"/>
                      <a:pt x="59" y="19"/>
                      <a:pt x="59" y="18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19"/>
                      <a:pt x="60" y="17"/>
                      <a:pt x="60" y="15"/>
                    </a:cubicBezTo>
                    <a:cubicBezTo>
                      <a:pt x="60" y="16"/>
                      <a:pt x="60" y="15"/>
                      <a:pt x="60" y="16"/>
                    </a:cubicBezTo>
                    <a:cubicBezTo>
                      <a:pt x="60" y="17"/>
                      <a:pt x="59" y="19"/>
                      <a:pt x="59" y="20"/>
                    </a:cubicBezTo>
                    <a:cubicBezTo>
                      <a:pt x="59" y="21"/>
                      <a:pt x="60" y="18"/>
                      <a:pt x="60" y="20"/>
                    </a:cubicBezTo>
                    <a:cubicBezTo>
                      <a:pt x="60" y="20"/>
                      <a:pt x="60" y="20"/>
                      <a:pt x="60" y="18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0"/>
                      <a:pt x="60" y="20"/>
                      <a:pt x="60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2" y="15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2" y="15"/>
                      <a:pt x="62" y="14"/>
                      <a:pt x="62" y="16"/>
                    </a:cubicBezTo>
                    <a:cubicBezTo>
                      <a:pt x="61" y="17"/>
                      <a:pt x="61" y="18"/>
                      <a:pt x="61" y="19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6"/>
                      <a:pt x="62" y="16"/>
                      <a:pt x="62" y="14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4"/>
                      <a:pt x="62" y="12"/>
                      <a:pt x="61" y="14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1" y="15"/>
                      <a:pt x="60" y="17"/>
                      <a:pt x="61" y="15"/>
                    </a:cubicBezTo>
                    <a:cubicBezTo>
                      <a:pt x="61" y="13"/>
                      <a:pt x="61" y="13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2" y="11"/>
                      <a:pt x="62" y="11"/>
                      <a:pt x="62" y="11"/>
                    </a:cubicBezTo>
                    <a:cubicBezTo>
                      <a:pt x="61" y="15"/>
                      <a:pt x="61" y="12"/>
                      <a:pt x="60" y="13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1"/>
                      <a:pt x="60" y="14"/>
                      <a:pt x="60" y="14"/>
                    </a:cubicBezTo>
                    <a:cubicBezTo>
                      <a:pt x="60" y="13"/>
                      <a:pt x="61" y="11"/>
                      <a:pt x="61" y="10"/>
                    </a:cubicBezTo>
                    <a:cubicBezTo>
                      <a:pt x="60" y="10"/>
                      <a:pt x="59" y="12"/>
                      <a:pt x="59" y="10"/>
                    </a:cubicBezTo>
                    <a:cubicBezTo>
                      <a:pt x="59" y="10"/>
                      <a:pt x="59" y="11"/>
                      <a:pt x="58" y="12"/>
                    </a:cubicBezTo>
                    <a:cubicBezTo>
                      <a:pt x="58" y="12"/>
                      <a:pt x="59" y="9"/>
                      <a:pt x="58" y="11"/>
                    </a:cubicBezTo>
                    <a:cubicBezTo>
                      <a:pt x="58" y="10"/>
                      <a:pt x="58" y="9"/>
                      <a:pt x="59" y="8"/>
                    </a:cubicBezTo>
                    <a:cubicBezTo>
                      <a:pt x="58" y="9"/>
                      <a:pt x="58" y="8"/>
                      <a:pt x="58" y="10"/>
                    </a:cubicBezTo>
                    <a:cubicBezTo>
                      <a:pt x="58" y="9"/>
                      <a:pt x="57" y="9"/>
                      <a:pt x="57" y="9"/>
                    </a:cubicBezTo>
                    <a:cubicBezTo>
                      <a:pt x="57" y="9"/>
                      <a:pt x="57" y="8"/>
                      <a:pt x="57" y="7"/>
                    </a:cubicBezTo>
                    <a:cubicBezTo>
                      <a:pt x="57" y="8"/>
                      <a:pt x="56" y="9"/>
                      <a:pt x="56" y="9"/>
                    </a:cubicBezTo>
                    <a:cubicBezTo>
                      <a:pt x="56" y="11"/>
                      <a:pt x="56" y="11"/>
                      <a:pt x="56" y="12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11"/>
                      <a:pt x="56" y="9"/>
                      <a:pt x="56" y="9"/>
                    </a:cubicBezTo>
                    <a:cubicBezTo>
                      <a:pt x="56" y="6"/>
                      <a:pt x="56" y="9"/>
                      <a:pt x="56" y="6"/>
                    </a:cubicBezTo>
                    <a:cubicBezTo>
                      <a:pt x="56" y="4"/>
                      <a:pt x="57" y="4"/>
                      <a:pt x="57" y="5"/>
                    </a:cubicBezTo>
                    <a:cubicBezTo>
                      <a:pt x="58" y="3"/>
                      <a:pt x="57" y="5"/>
                      <a:pt x="57" y="2"/>
                    </a:cubicBezTo>
                    <a:cubicBezTo>
                      <a:pt x="57" y="3"/>
                      <a:pt x="57" y="4"/>
                      <a:pt x="56" y="4"/>
                    </a:cubicBezTo>
                    <a:cubicBezTo>
                      <a:pt x="56" y="5"/>
                      <a:pt x="56" y="6"/>
                      <a:pt x="56" y="7"/>
                    </a:cubicBezTo>
                    <a:cubicBezTo>
                      <a:pt x="56" y="9"/>
                      <a:pt x="56" y="5"/>
                      <a:pt x="56" y="5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3"/>
                      <a:pt x="55" y="5"/>
                      <a:pt x="55" y="5"/>
                    </a:cubicBezTo>
                    <a:cubicBezTo>
                      <a:pt x="55" y="1"/>
                      <a:pt x="56" y="4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6" y="3"/>
                      <a:pt x="55" y="2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3"/>
                      <a:pt x="55" y="4"/>
                      <a:pt x="55" y="4"/>
                    </a:cubicBezTo>
                    <a:cubicBezTo>
                      <a:pt x="55" y="7"/>
                      <a:pt x="55" y="5"/>
                      <a:pt x="55" y="5"/>
                    </a:cubicBezTo>
                    <a:cubicBezTo>
                      <a:pt x="54" y="7"/>
                      <a:pt x="55" y="5"/>
                      <a:pt x="55" y="7"/>
                    </a:cubicBezTo>
                    <a:cubicBezTo>
                      <a:pt x="55" y="8"/>
                      <a:pt x="54" y="9"/>
                      <a:pt x="54" y="9"/>
                    </a:cubicBezTo>
                    <a:cubicBezTo>
                      <a:pt x="54" y="9"/>
                      <a:pt x="54" y="7"/>
                      <a:pt x="54" y="6"/>
                    </a:cubicBezTo>
                    <a:cubicBezTo>
                      <a:pt x="54" y="5"/>
                      <a:pt x="54" y="5"/>
                      <a:pt x="54" y="6"/>
                    </a:cubicBezTo>
                    <a:cubicBezTo>
                      <a:pt x="55" y="4"/>
                      <a:pt x="54" y="3"/>
                      <a:pt x="55" y="1"/>
                    </a:cubicBezTo>
                    <a:cubicBezTo>
                      <a:pt x="54" y="0"/>
                      <a:pt x="54" y="2"/>
                      <a:pt x="54" y="3"/>
                    </a:cubicBezTo>
                    <a:cubicBezTo>
                      <a:pt x="54" y="3"/>
                      <a:pt x="54" y="5"/>
                      <a:pt x="54" y="5"/>
                    </a:cubicBezTo>
                    <a:cubicBezTo>
                      <a:pt x="54" y="10"/>
                      <a:pt x="54" y="2"/>
                      <a:pt x="53" y="3"/>
                    </a:cubicBezTo>
                    <a:cubicBezTo>
                      <a:pt x="53" y="6"/>
                      <a:pt x="53" y="7"/>
                      <a:pt x="53" y="10"/>
                    </a:cubicBezTo>
                    <a:cubicBezTo>
                      <a:pt x="53" y="11"/>
                      <a:pt x="53" y="12"/>
                      <a:pt x="53" y="11"/>
                    </a:cubicBezTo>
                    <a:cubicBezTo>
                      <a:pt x="53" y="9"/>
                      <a:pt x="53" y="10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2" y="2"/>
                      <a:pt x="52" y="1"/>
                    </a:cubicBezTo>
                    <a:cubicBezTo>
                      <a:pt x="52" y="2"/>
                      <a:pt x="52" y="3"/>
                      <a:pt x="52" y="4"/>
                    </a:cubicBezTo>
                    <a:cubicBezTo>
                      <a:pt x="52" y="3"/>
                      <a:pt x="52" y="2"/>
                      <a:pt x="52" y="2"/>
                    </a:cubicBezTo>
                    <a:cubicBezTo>
                      <a:pt x="52" y="3"/>
                      <a:pt x="52" y="5"/>
                      <a:pt x="52" y="5"/>
                    </a:cubicBezTo>
                    <a:cubicBezTo>
                      <a:pt x="52" y="5"/>
                      <a:pt x="51" y="3"/>
                      <a:pt x="51" y="3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3"/>
                      <a:pt x="52" y="0"/>
                      <a:pt x="51" y="1"/>
                    </a:cubicBezTo>
                    <a:cubicBezTo>
                      <a:pt x="51" y="2"/>
                      <a:pt x="51" y="4"/>
                      <a:pt x="51" y="5"/>
                    </a:cubicBezTo>
                    <a:cubicBezTo>
                      <a:pt x="51" y="6"/>
                      <a:pt x="51" y="4"/>
                      <a:pt x="51" y="5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4"/>
                      <a:pt x="51" y="0"/>
                      <a:pt x="51" y="1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2"/>
                      <a:pt x="51" y="2"/>
                      <a:pt x="51" y="1"/>
                    </a:cubicBezTo>
                    <a:cubicBezTo>
                      <a:pt x="51" y="2"/>
                      <a:pt x="50" y="2"/>
                      <a:pt x="50" y="2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2"/>
                      <a:pt x="50" y="4"/>
                      <a:pt x="50" y="2"/>
                    </a:cubicBezTo>
                    <a:cubicBezTo>
                      <a:pt x="50" y="5"/>
                      <a:pt x="50" y="2"/>
                      <a:pt x="50" y="4"/>
                    </a:cubicBezTo>
                    <a:cubicBezTo>
                      <a:pt x="51" y="5"/>
                      <a:pt x="50" y="5"/>
                      <a:pt x="50" y="6"/>
                    </a:cubicBezTo>
                    <a:cubicBezTo>
                      <a:pt x="50" y="3"/>
                      <a:pt x="50" y="5"/>
                      <a:pt x="50" y="5"/>
                    </a:cubicBezTo>
                    <a:cubicBezTo>
                      <a:pt x="50" y="4"/>
                      <a:pt x="49" y="4"/>
                      <a:pt x="49" y="3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9" y="6"/>
                      <a:pt x="49" y="5"/>
                    </a:cubicBezTo>
                    <a:cubicBezTo>
                      <a:pt x="49" y="4"/>
                      <a:pt x="49" y="2"/>
                      <a:pt x="49" y="2"/>
                    </a:cubicBezTo>
                    <a:cubicBezTo>
                      <a:pt x="49" y="4"/>
                      <a:pt x="49" y="5"/>
                      <a:pt x="49" y="7"/>
                    </a:cubicBezTo>
                    <a:cubicBezTo>
                      <a:pt x="48" y="6"/>
                      <a:pt x="49" y="4"/>
                      <a:pt x="48" y="2"/>
                    </a:cubicBezTo>
                    <a:cubicBezTo>
                      <a:pt x="48" y="4"/>
                      <a:pt x="48" y="0"/>
                      <a:pt x="48" y="3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5"/>
                      <a:pt x="48" y="4"/>
                    </a:cubicBezTo>
                    <a:cubicBezTo>
                      <a:pt x="48" y="4"/>
                      <a:pt x="48" y="6"/>
                      <a:pt x="48" y="7"/>
                    </a:cubicBezTo>
                    <a:cubicBezTo>
                      <a:pt x="48" y="6"/>
                      <a:pt x="48" y="9"/>
                      <a:pt x="47" y="7"/>
                    </a:cubicBezTo>
                    <a:cubicBezTo>
                      <a:pt x="47" y="6"/>
                      <a:pt x="48" y="7"/>
                      <a:pt x="48" y="5"/>
                    </a:cubicBezTo>
                    <a:cubicBezTo>
                      <a:pt x="47" y="5"/>
                      <a:pt x="48" y="9"/>
                      <a:pt x="47" y="10"/>
                    </a:cubicBezTo>
                    <a:cubicBezTo>
                      <a:pt x="48" y="11"/>
                      <a:pt x="48" y="14"/>
                      <a:pt x="48" y="15"/>
                    </a:cubicBezTo>
                    <a:cubicBezTo>
                      <a:pt x="47" y="14"/>
                      <a:pt x="48" y="14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9"/>
                      <a:pt x="47" y="7"/>
                      <a:pt x="47" y="5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5"/>
                      <a:pt x="46" y="3"/>
                      <a:pt x="46" y="4"/>
                    </a:cubicBezTo>
                    <a:cubicBezTo>
                      <a:pt x="46" y="6"/>
                      <a:pt x="46" y="3"/>
                      <a:pt x="46" y="5"/>
                    </a:cubicBezTo>
                    <a:cubicBezTo>
                      <a:pt x="46" y="5"/>
                      <a:pt x="47" y="8"/>
                      <a:pt x="46" y="7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3"/>
                      <a:pt x="46" y="6"/>
                      <a:pt x="46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4" y="8"/>
                    </a:cubicBezTo>
                    <a:cubicBezTo>
                      <a:pt x="44" y="6"/>
                      <a:pt x="43" y="6"/>
                      <a:pt x="43" y="5"/>
                    </a:cubicBezTo>
                    <a:cubicBezTo>
                      <a:pt x="43" y="6"/>
                      <a:pt x="43" y="7"/>
                      <a:pt x="43" y="7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2" y="4"/>
                      <a:pt x="42" y="6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4"/>
                      <a:pt x="42" y="7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2" y="8"/>
                      <a:pt x="41" y="6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6"/>
                      <a:pt x="41" y="6"/>
                      <a:pt x="40" y="7"/>
                    </a:cubicBezTo>
                    <a:cubicBezTo>
                      <a:pt x="41" y="7"/>
                      <a:pt x="41" y="8"/>
                      <a:pt x="41" y="9"/>
                    </a:cubicBezTo>
                    <a:cubicBezTo>
                      <a:pt x="41" y="12"/>
                      <a:pt x="41" y="9"/>
                      <a:pt x="41" y="1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5"/>
                      <a:pt x="39" y="7"/>
                      <a:pt x="39" y="7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6"/>
                      <a:pt x="38" y="8"/>
                      <a:pt x="38" y="8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13"/>
                      <a:pt x="38" y="9"/>
                      <a:pt x="37" y="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7" y="10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6" y="9"/>
                      <a:pt x="36" y="8"/>
                      <a:pt x="36" y="8"/>
                    </a:cubicBezTo>
                    <a:cubicBezTo>
                      <a:pt x="36" y="10"/>
                      <a:pt x="36" y="9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6" y="10"/>
                      <a:pt x="36" y="11"/>
                    </a:cubicBezTo>
                    <a:cubicBezTo>
                      <a:pt x="36" y="12"/>
                      <a:pt x="36" y="11"/>
                      <a:pt x="35" y="10"/>
                    </a:cubicBezTo>
                    <a:cubicBezTo>
                      <a:pt x="35" y="9"/>
                      <a:pt x="36" y="10"/>
                      <a:pt x="36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9"/>
                      <a:pt x="36" y="10"/>
                      <a:pt x="35" y="10"/>
                    </a:cubicBezTo>
                    <a:cubicBezTo>
                      <a:pt x="35" y="10"/>
                      <a:pt x="35" y="10"/>
                      <a:pt x="35" y="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11"/>
                      <a:pt x="35" y="11"/>
                      <a:pt x="35" y="12"/>
                    </a:cubicBezTo>
                    <a:cubicBezTo>
                      <a:pt x="35" y="12"/>
                      <a:pt x="35" y="13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4" y="11"/>
                      <a:pt x="34" y="9"/>
                      <a:pt x="33" y="9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1"/>
                      <a:pt x="33" y="10"/>
                      <a:pt x="33" y="9"/>
                    </a:cubicBezTo>
                    <a:cubicBezTo>
                      <a:pt x="33" y="8"/>
                      <a:pt x="34" y="14"/>
                      <a:pt x="33" y="13"/>
                    </a:cubicBezTo>
                    <a:cubicBezTo>
                      <a:pt x="33" y="11"/>
                      <a:pt x="33" y="10"/>
                      <a:pt x="32" y="10"/>
                    </a:cubicBezTo>
                    <a:cubicBezTo>
                      <a:pt x="33" y="10"/>
                      <a:pt x="33" y="11"/>
                      <a:pt x="33" y="11"/>
                    </a:cubicBezTo>
                    <a:cubicBezTo>
                      <a:pt x="33" y="12"/>
                      <a:pt x="32" y="10"/>
                      <a:pt x="33" y="11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8"/>
                      <a:pt x="32" y="11"/>
                      <a:pt x="31" y="9"/>
                    </a:cubicBezTo>
                    <a:cubicBezTo>
                      <a:pt x="31" y="12"/>
                      <a:pt x="31" y="10"/>
                      <a:pt x="31" y="11"/>
                    </a:cubicBezTo>
                    <a:cubicBezTo>
                      <a:pt x="30" y="9"/>
                      <a:pt x="31" y="12"/>
                      <a:pt x="30" y="10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2" y="16"/>
                      <a:pt x="31" y="13"/>
                    </a:cubicBezTo>
                    <a:cubicBezTo>
                      <a:pt x="30" y="13"/>
                      <a:pt x="30" y="12"/>
                      <a:pt x="30" y="11"/>
                    </a:cubicBezTo>
                    <a:cubicBezTo>
                      <a:pt x="29" y="9"/>
                      <a:pt x="30" y="14"/>
                      <a:pt x="29" y="11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29" y="12"/>
                      <a:pt x="29" y="11"/>
                    </a:cubicBezTo>
                    <a:cubicBezTo>
                      <a:pt x="29" y="12"/>
                      <a:pt x="29" y="13"/>
                      <a:pt x="29" y="12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1"/>
                      <a:pt x="28" y="12"/>
                    </a:cubicBezTo>
                    <a:cubicBezTo>
                      <a:pt x="28" y="11"/>
                      <a:pt x="28" y="12"/>
                      <a:pt x="27" y="11"/>
                    </a:cubicBezTo>
                    <a:cubicBezTo>
                      <a:pt x="28" y="13"/>
                      <a:pt x="26" y="10"/>
                      <a:pt x="27" y="13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3"/>
                      <a:pt x="28" y="15"/>
                      <a:pt x="28" y="15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11"/>
                      <a:pt x="27" y="13"/>
                      <a:pt x="26" y="12"/>
                    </a:cubicBezTo>
                    <a:cubicBezTo>
                      <a:pt x="27" y="13"/>
                      <a:pt x="26" y="12"/>
                      <a:pt x="26" y="13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6" y="15"/>
                      <a:pt x="26" y="13"/>
                      <a:pt x="26" y="13"/>
                    </a:cubicBezTo>
                    <a:cubicBezTo>
                      <a:pt x="25" y="12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4" y="11"/>
                      <a:pt x="25" y="13"/>
                      <a:pt x="25" y="13"/>
                    </a:cubicBezTo>
                    <a:cubicBezTo>
                      <a:pt x="24" y="12"/>
                      <a:pt x="24" y="14"/>
                      <a:pt x="24" y="15"/>
                    </a:cubicBezTo>
                    <a:cubicBezTo>
                      <a:pt x="24" y="15"/>
                      <a:pt x="24" y="14"/>
                      <a:pt x="24" y="14"/>
                    </a:cubicBezTo>
                    <a:cubicBezTo>
                      <a:pt x="24" y="15"/>
                      <a:pt x="24" y="16"/>
                      <a:pt x="24" y="15"/>
                    </a:cubicBezTo>
                    <a:cubicBezTo>
                      <a:pt x="24" y="16"/>
                      <a:pt x="23" y="14"/>
                      <a:pt x="23" y="14"/>
                    </a:cubicBezTo>
                    <a:cubicBezTo>
                      <a:pt x="23" y="14"/>
                      <a:pt x="24" y="15"/>
                      <a:pt x="24" y="15"/>
                    </a:cubicBezTo>
                    <a:cubicBezTo>
                      <a:pt x="23" y="13"/>
                      <a:pt x="23" y="17"/>
                      <a:pt x="23" y="15"/>
                    </a:cubicBezTo>
                    <a:cubicBezTo>
                      <a:pt x="23" y="15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3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3" y="18"/>
                      <a:pt x="23" y="20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20"/>
                      <a:pt x="22" y="19"/>
                    </a:cubicBezTo>
                    <a:cubicBezTo>
                      <a:pt x="21" y="16"/>
                      <a:pt x="21" y="17"/>
                      <a:pt x="21" y="17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7"/>
                      <a:pt x="21" y="17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1" y="20"/>
                      <a:pt x="21" y="19"/>
                    </a:cubicBezTo>
                    <a:cubicBezTo>
                      <a:pt x="21" y="20"/>
                      <a:pt x="22" y="22"/>
                      <a:pt x="22" y="24"/>
                    </a:cubicBezTo>
                    <a:cubicBezTo>
                      <a:pt x="22" y="24"/>
                      <a:pt x="22" y="25"/>
                      <a:pt x="22" y="25"/>
                    </a:cubicBezTo>
                    <a:cubicBezTo>
                      <a:pt x="21" y="24"/>
                      <a:pt x="22" y="25"/>
                      <a:pt x="22" y="24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0" y="20"/>
                      <a:pt x="20" y="19"/>
                    </a:cubicBezTo>
                    <a:cubicBezTo>
                      <a:pt x="20" y="20"/>
                      <a:pt x="19" y="19"/>
                      <a:pt x="19" y="19"/>
                    </a:cubicBezTo>
                    <a:cubicBezTo>
                      <a:pt x="20" y="22"/>
                      <a:pt x="19" y="21"/>
                      <a:pt x="20" y="23"/>
                    </a:cubicBezTo>
                    <a:cubicBezTo>
                      <a:pt x="20" y="24"/>
                      <a:pt x="19" y="21"/>
                      <a:pt x="19" y="21"/>
                    </a:cubicBezTo>
                    <a:cubicBezTo>
                      <a:pt x="19" y="22"/>
                      <a:pt x="18" y="21"/>
                      <a:pt x="18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7" y="21"/>
                      <a:pt x="18" y="24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19" y="25"/>
                      <a:pt x="18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4"/>
                      <a:pt x="16" y="22"/>
                      <a:pt x="17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6" y="23"/>
                      <a:pt x="17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2"/>
                      <a:pt x="17" y="25"/>
                      <a:pt x="16" y="24"/>
                    </a:cubicBezTo>
                    <a:cubicBezTo>
                      <a:pt x="16" y="24"/>
                      <a:pt x="16" y="23"/>
                      <a:pt x="16" y="23"/>
                    </a:cubicBezTo>
                    <a:cubicBezTo>
                      <a:pt x="16" y="24"/>
                      <a:pt x="16" y="24"/>
                      <a:pt x="16" y="2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3"/>
                      <a:pt x="13" y="23"/>
                      <a:pt x="13" y="26"/>
                    </a:cubicBezTo>
                    <a:cubicBezTo>
                      <a:pt x="11" y="24"/>
                      <a:pt x="12" y="24"/>
                      <a:pt x="11" y="23"/>
                    </a:cubicBezTo>
                    <a:cubicBezTo>
                      <a:pt x="12" y="25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5"/>
                      <a:pt x="11" y="23"/>
                      <a:pt x="11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6"/>
                      <a:pt x="10" y="22"/>
                      <a:pt x="11" y="25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6"/>
                      <a:pt x="9" y="23"/>
                      <a:pt x="10" y="25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9" y="24"/>
                      <a:pt x="11" y="27"/>
                      <a:pt x="10" y="25"/>
                    </a:cubicBezTo>
                    <a:cubicBezTo>
                      <a:pt x="10" y="26"/>
                      <a:pt x="10" y="26"/>
                      <a:pt x="11" y="28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8" y="27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9" y="31"/>
                      <a:pt x="6" y="27"/>
                      <a:pt x="8" y="31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2"/>
                      <a:pt x="7" y="31"/>
                      <a:pt x="8" y="32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8" y="33"/>
                      <a:pt x="8" y="33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5" y="30"/>
                      <a:pt x="2" y="29"/>
                      <a:pt x="4" y="33"/>
                    </a:cubicBezTo>
                    <a:cubicBezTo>
                      <a:pt x="4" y="33"/>
                      <a:pt x="3" y="31"/>
                      <a:pt x="3" y="31"/>
                    </a:cubicBezTo>
                    <a:cubicBezTo>
                      <a:pt x="4" y="34"/>
                      <a:pt x="0" y="30"/>
                      <a:pt x="2" y="35"/>
                    </a:cubicBezTo>
                    <a:cubicBezTo>
                      <a:pt x="3" y="36"/>
                      <a:pt x="6" y="41"/>
                      <a:pt x="6" y="41"/>
                    </a:cubicBezTo>
                    <a:cubicBezTo>
                      <a:pt x="6" y="39"/>
                      <a:pt x="9" y="40"/>
                      <a:pt x="11" y="42"/>
                    </a:cubicBezTo>
                    <a:cubicBezTo>
                      <a:pt x="11" y="41"/>
                      <a:pt x="11" y="40"/>
                      <a:pt x="12" y="41"/>
                    </a:cubicBezTo>
                    <a:cubicBezTo>
                      <a:pt x="13" y="40"/>
                      <a:pt x="17" y="43"/>
                      <a:pt x="17" y="40"/>
                    </a:cubicBezTo>
                    <a:cubicBezTo>
                      <a:pt x="17" y="40"/>
                      <a:pt x="16" y="39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37"/>
                      <a:pt x="17" y="39"/>
                      <a:pt x="17" y="39"/>
                    </a:cubicBezTo>
                    <a:cubicBezTo>
                      <a:pt x="17" y="39"/>
                      <a:pt x="18" y="38"/>
                      <a:pt x="18" y="38"/>
                    </a:cubicBezTo>
                    <a:cubicBezTo>
                      <a:pt x="18" y="36"/>
                      <a:pt x="19" y="38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5"/>
                      <a:pt x="20" y="38"/>
                    </a:cubicBezTo>
                    <a:cubicBezTo>
                      <a:pt x="22" y="39"/>
                      <a:pt x="23" y="37"/>
                      <a:pt x="25" y="37"/>
                    </a:cubicBezTo>
                    <a:cubicBezTo>
                      <a:pt x="26" y="35"/>
                      <a:pt x="27" y="33"/>
                      <a:pt x="29" y="32"/>
                    </a:cubicBezTo>
                    <a:cubicBezTo>
                      <a:pt x="28" y="28"/>
                      <a:pt x="29" y="30"/>
                      <a:pt x="28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9" y="28"/>
                      <a:pt x="30" y="29"/>
                    </a:cubicBezTo>
                    <a:cubicBezTo>
                      <a:pt x="29" y="28"/>
                      <a:pt x="30" y="29"/>
                      <a:pt x="29" y="27"/>
                    </a:cubicBezTo>
                    <a:cubicBezTo>
                      <a:pt x="29" y="25"/>
                      <a:pt x="30" y="30"/>
                      <a:pt x="30" y="29"/>
                    </a:cubicBezTo>
                    <a:cubicBezTo>
                      <a:pt x="30" y="29"/>
                      <a:pt x="30" y="27"/>
                      <a:pt x="30" y="28"/>
                    </a:cubicBezTo>
                    <a:cubicBezTo>
                      <a:pt x="30" y="26"/>
                      <a:pt x="30" y="29"/>
                      <a:pt x="31" y="31"/>
                    </a:cubicBezTo>
                    <a:cubicBezTo>
                      <a:pt x="32" y="30"/>
                      <a:pt x="32" y="28"/>
                      <a:pt x="33" y="29"/>
                    </a:cubicBezTo>
                    <a:cubicBezTo>
                      <a:pt x="33" y="29"/>
                      <a:pt x="33" y="27"/>
                      <a:pt x="33" y="27"/>
                    </a:cubicBezTo>
                    <a:cubicBezTo>
                      <a:pt x="34" y="30"/>
                      <a:pt x="33" y="26"/>
                      <a:pt x="33" y="27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4" y="30"/>
                      <a:pt x="34" y="28"/>
                      <a:pt x="35" y="29"/>
                    </a:cubicBezTo>
                    <a:cubicBezTo>
                      <a:pt x="35" y="28"/>
                      <a:pt x="36" y="30"/>
                      <a:pt x="36" y="29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6" y="26"/>
                      <a:pt x="37" y="31"/>
                      <a:pt x="37" y="29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8" y="29"/>
                      <a:pt x="39" y="29"/>
                      <a:pt x="40" y="27"/>
                    </a:cubicBezTo>
                    <a:cubicBezTo>
                      <a:pt x="40" y="27"/>
                      <a:pt x="41" y="30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8"/>
                      <a:pt x="42" y="28"/>
                    </a:cubicBezTo>
                    <a:cubicBezTo>
                      <a:pt x="42" y="27"/>
                      <a:pt x="42" y="28"/>
                      <a:pt x="43" y="28"/>
                    </a:cubicBezTo>
                    <a:cubicBezTo>
                      <a:pt x="43" y="28"/>
                      <a:pt x="43" y="27"/>
                      <a:pt x="42" y="27"/>
                    </a:cubicBezTo>
                    <a:cubicBezTo>
                      <a:pt x="43" y="29"/>
                      <a:pt x="43" y="26"/>
                      <a:pt x="44" y="27"/>
                    </a:cubicBezTo>
                    <a:cubicBezTo>
                      <a:pt x="43" y="24"/>
                      <a:pt x="44" y="26"/>
                      <a:pt x="4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8" name="Freeform 193"/>
              <p:cNvSpPr/>
              <p:nvPr>
                <p:custDataLst>
                  <p:tags r:id="rId439"/>
                </p:custDataLst>
              </p:nvPr>
            </p:nvSpPr>
            <p:spPr bwMode="auto">
              <a:xfrm>
                <a:off x="3192" y="2160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9" name="Freeform 194"/>
              <p:cNvSpPr/>
              <p:nvPr>
                <p:custDataLst>
                  <p:tags r:id="rId440"/>
                </p:custDataLst>
              </p:nvPr>
            </p:nvSpPr>
            <p:spPr bwMode="auto">
              <a:xfrm>
                <a:off x="3146" y="217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0" name="Freeform 195"/>
              <p:cNvSpPr/>
              <p:nvPr>
                <p:custDataLst>
                  <p:tags r:id="rId441"/>
                </p:custDataLst>
              </p:nvPr>
            </p:nvSpPr>
            <p:spPr bwMode="auto">
              <a:xfrm>
                <a:off x="3264" y="185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1" name="Freeform 196"/>
              <p:cNvSpPr/>
              <p:nvPr>
                <p:custDataLst>
                  <p:tags r:id="rId442"/>
                </p:custDataLst>
              </p:nvPr>
            </p:nvSpPr>
            <p:spPr bwMode="auto">
              <a:xfrm>
                <a:off x="3209" y="1836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2" name="Freeform 197"/>
              <p:cNvSpPr/>
              <p:nvPr>
                <p:custDataLst>
                  <p:tags r:id="rId443"/>
                </p:custDataLst>
              </p:nvPr>
            </p:nvSpPr>
            <p:spPr bwMode="auto">
              <a:xfrm>
                <a:off x="3343" y="24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3" name="Freeform 198"/>
              <p:cNvSpPr/>
              <p:nvPr>
                <p:custDataLst>
                  <p:tags r:id="rId444"/>
                </p:custDataLst>
              </p:nvPr>
            </p:nvSpPr>
            <p:spPr bwMode="auto">
              <a:xfrm>
                <a:off x="3186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4" name="Freeform 199"/>
              <p:cNvSpPr/>
              <p:nvPr>
                <p:custDataLst>
                  <p:tags r:id="rId445"/>
                </p:custDataLst>
              </p:nvPr>
            </p:nvSpPr>
            <p:spPr bwMode="auto">
              <a:xfrm>
                <a:off x="3188" y="182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5" name="Freeform 200"/>
              <p:cNvSpPr/>
              <p:nvPr>
                <p:custDataLst>
                  <p:tags r:id="rId446"/>
                </p:custDataLst>
              </p:nvPr>
            </p:nvSpPr>
            <p:spPr bwMode="auto">
              <a:xfrm>
                <a:off x="3184" y="1833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6" name="Freeform 201"/>
              <p:cNvSpPr/>
              <p:nvPr>
                <p:custDataLst>
                  <p:tags r:id="rId447"/>
                </p:custDataLst>
              </p:nvPr>
            </p:nvSpPr>
            <p:spPr bwMode="auto">
              <a:xfrm>
                <a:off x="3351" y="2465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7" name="Freeform 202"/>
              <p:cNvSpPr/>
              <p:nvPr>
                <p:custDataLst>
                  <p:tags r:id="rId448"/>
                </p:custDataLst>
              </p:nvPr>
            </p:nvSpPr>
            <p:spPr bwMode="auto">
              <a:xfrm>
                <a:off x="3173" y="1831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0 h 5"/>
                  <a:gd name="T4" fmla="*/ 0 w 2"/>
                  <a:gd name="T5" fmla="*/ 5 h 5"/>
                  <a:gd name="T6" fmla="*/ 2 w 2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8" name="Freeform 203"/>
              <p:cNvSpPr/>
              <p:nvPr>
                <p:custDataLst>
                  <p:tags r:id="rId449"/>
                </p:custDataLst>
              </p:nvPr>
            </p:nvSpPr>
            <p:spPr bwMode="auto">
              <a:xfrm>
                <a:off x="3536" y="1554"/>
                <a:ext cx="8" cy="2"/>
              </a:xfrm>
              <a:custGeom>
                <a:avLst/>
                <a:gdLst>
                  <a:gd name="T0" fmla="*/ 0 w 4"/>
                  <a:gd name="T1" fmla="*/ 1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0 h 1"/>
                  <a:gd name="T8" fmla="*/ 4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9" name="Freeform 204"/>
              <p:cNvSpPr/>
              <p:nvPr>
                <p:custDataLst>
                  <p:tags r:id="rId450"/>
                </p:custDataLst>
              </p:nvPr>
            </p:nvSpPr>
            <p:spPr bwMode="auto">
              <a:xfrm>
                <a:off x="3538" y="155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grpSp>
          <p:nvGrpSpPr>
            <p:cNvPr id="58" name="Group 406"/>
            <p:cNvGrpSpPr/>
            <p:nvPr/>
          </p:nvGrpSpPr>
          <p:grpSpPr bwMode="auto">
            <a:xfrm>
              <a:off x="3112" y="1551"/>
              <a:ext cx="1462" cy="1559"/>
              <a:chOff x="3112" y="1551"/>
              <a:chExt cx="1462" cy="1559"/>
            </a:xfrm>
            <a:grpFill/>
          </p:grpSpPr>
          <p:sp>
            <p:nvSpPr>
              <p:cNvPr id="118" name="Freeform 206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3534" y="1558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9" name="Freeform 207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3513" y="1581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1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0" name="Freeform 208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3513" y="1579"/>
                <a:ext cx="6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1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1" name="Freeform 209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536" y="1551"/>
                <a:ext cx="4" cy="3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2" name="Freeform 210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112" y="1810"/>
                <a:ext cx="161" cy="87"/>
              </a:xfrm>
              <a:custGeom>
                <a:avLst/>
                <a:gdLst>
                  <a:gd name="T0" fmla="*/ 12 w 76"/>
                  <a:gd name="T1" fmla="*/ 18 h 41"/>
                  <a:gd name="T2" fmla="*/ 22 w 76"/>
                  <a:gd name="T3" fmla="*/ 26 h 41"/>
                  <a:gd name="T4" fmla="*/ 33 w 76"/>
                  <a:gd name="T5" fmla="*/ 25 h 41"/>
                  <a:gd name="T6" fmla="*/ 37 w 76"/>
                  <a:gd name="T7" fmla="*/ 28 h 41"/>
                  <a:gd name="T8" fmla="*/ 43 w 76"/>
                  <a:gd name="T9" fmla="*/ 32 h 41"/>
                  <a:gd name="T10" fmla="*/ 48 w 76"/>
                  <a:gd name="T11" fmla="*/ 35 h 41"/>
                  <a:gd name="T12" fmla="*/ 53 w 76"/>
                  <a:gd name="T13" fmla="*/ 33 h 41"/>
                  <a:gd name="T14" fmla="*/ 60 w 76"/>
                  <a:gd name="T15" fmla="*/ 35 h 41"/>
                  <a:gd name="T16" fmla="*/ 63 w 76"/>
                  <a:gd name="T17" fmla="*/ 36 h 41"/>
                  <a:gd name="T18" fmla="*/ 67 w 76"/>
                  <a:gd name="T19" fmla="*/ 40 h 41"/>
                  <a:gd name="T20" fmla="*/ 69 w 76"/>
                  <a:gd name="T21" fmla="*/ 40 h 41"/>
                  <a:gd name="T22" fmla="*/ 72 w 76"/>
                  <a:gd name="T23" fmla="*/ 38 h 41"/>
                  <a:gd name="T24" fmla="*/ 74 w 76"/>
                  <a:gd name="T25" fmla="*/ 36 h 41"/>
                  <a:gd name="T26" fmla="*/ 75 w 76"/>
                  <a:gd name="T27" fmla="*/ 34 h 41"/>
                  <a:gd name="T28" fmla="*/ 71 w 76"/>
                  <a:gd name="T29" fmla="*/ 33 h 41"/>
                  <a:gd name="T30" fmla="*/ 72 w 76"/>
                  <a:gd name="T31" fmla="*/ 31 h 41"/>
                  <a:gd name="T32" fmla="*/ 71 w 76"/>
                  <a:gd name="T33" fmla="*/ 29 h 41"/>
                  <a:gd name="T34" fmla="*/ 73 w 76"/>
                  <a:gd name="T35" fmla="*/ 25 h 41"/>
                  <a:gd name="T36" fmla="*/ 75 w 76"/>
                  <a:gd name="T37" fmla="*/ 22 h 41"/>
                  <a:gd name="T38" fmla="*/ 71 w 76"/>
                  <a:gd name="T39" fmla="*/ 25 h 41"/>
                  <a:gd name="T40" fmla="*/ 67 w 76"/>
                  <a:gd name="T41" fmla="*/ 28 h 41"/>
                  <a:gd name="T42" fmla="*/ 70 w 76"/>
                  <a:gd name="T43" fmla="*/ 22 h 41"/>
                  <a:gd name="T44" fmla="*/ 69 w 76"/>
                  <a:gd name="T45" fmla="*/ 23 h 41"/>
                  <a:gd name="T46" fmla="*/ 70 w 76"/>
                  <a:gd name="T47" fmla="*/ 20 h 41"/>
                  <a:gd name="T48" fmla="*/ 68 w 76"/>
                  <a:gd name="T49" fmla="*/ 20 h 41"/>
                  <a:gd name="T50" fmla="*/ 67 w 76"/>
                  <a:gd name="T51" fmla="*/ 19 h 41"/>
                  <a:gd name="T52" fmla="*/ 62 w 76"/>
                  <a:gd name="T53" fmla="*/ 24 h 41"/>
                  <a:gd name="T54" fmla="*/ 66 w 76"/>
                  <a:gd name="T55" fmla="*/ 18 h 41"/>
                  <a:gd name="T56" fmla="*/ 65 w 76"/>
                  <a:gd name="T57" fmla="*/ 18 h 41"/>
                  <a:gd name="T58" fmla="*/ 60 w 76"/>
                  <a:gd name="T59" fmla="*/ 17 h 41"/>
                  <a:gd name="T60" fmla="*/ 58 w 76"/>
                  <a:gd name="T61" fmla="*/ 17 h 41"/>
                  <a:gd name="T62" fmla="*/ 55 w 76"/>
                  <a:gd name="T63" fmla="*/ 15 h 41"/>
                  <a:gd name="T64" fmla="*/ 53 w 76"/>
                  <a:gd name="T65" fmla="*/ 16 h 41"/>
                  <a:gd name="T66" fmla="*/ 53 w 76"/>
                  <a:gd name="T67" fmla="*/ 15 h 41"/>
                  <a:gd name="T68" fmla="*/ 52 w 76"/>
                  <a:gd name="T69" fmla="*/ 14 h 41"/>
                  <a:gd name="T70" fmla="*/ 50 w 76"/>
                  <a:gd name="T71" fmla="*/ 16 h 41"/>
                  <a:gd name="T72" fmla="*/ 49 w 76"/>
                  <a:gd name="T73" fmla="*/ 13 h 41"/>
                  <a:gd name="T74" fmla="*/ 47 w 76"/>
                  <a:gd name="T75" fmla="*/ 12 h 41"/>
                  <a:gd name="T76" fmla="*/ 45 w 76"/>
                  <a:gd name="T77" fmla="*/ 12 h 41"/>
                  <a:gd name="T78" fmla="*/ 43 w 76"/>
                  <a:gd name="T79" fmla="*/ 11 h 41"/>
                  <a:gd name="T80" fmla="*/ 40 w 76"/>
                  <a:gd name="T81" fmla="*/ 13 h 41"/>
                  <a:gd name="T82" fmla="*/ 40 w 76"/>
                  <a:gd name="T83" fmla="*/ 11 h 41"/>
                  <a:gd name="T84" fmla="*/ 40 w 76"/>
                  <a:gd name="T85" fmla="*/ 11 h 41"/>
                  <a:gd name="T86" fmla="*/ 37 w 76"/>
                  <a:gd name="T87" fmla="*/ 10 h 41"/>
                  <a:gd name="T88" fmla="*/ 34 w 76"/>
                  <a:gd name="T89" fmla="*/ 13 h 41"/>
                  <a:gd name="T90" fmla="*/ 31 w 76"/>
                  <a:gd name="T91" fmla="*/ 14 h 41"/>
                  <a:gd name="T92" fmla="*/ 31 w 76"/>
                  <a:gd name="T93" fmla="*/ 10 h 41"/>
                  <a:gd name="T94" fmla="*/ 26 w 76"/>
                  <a:gd name="T95" fmla="*/ 12 h 41"/>
                  <a:gd name="T96" fmla="*/ 24 w 76"/>
                  <a:gd name="T97" fmla="*/ 12 h 41"/>
                  <a:gd name="T98" fmla="*/ 20 w 76"/>
                  <a:gd name="T99" fmla="*/ 9 h 41"/>
                  <a:gd name="T100" fmla="*/ 20 w 76"/>
                  <a:gd name="T101" fmla="*/ 7 h 41"/>
                  <a:gd name="T102" fmla="*/ 18 w 76"/>
                  <a:gd name="T103" fmla="*/ 6 h 41"/>
                  <a:gd name="T104" fmla="*/ 11 w 76"/>
                  <a:gd name="T105" fmla="*/ 8 h 41"/>
                  <a:gd name="T106" fmla="*/ 4 w 76"/>
                  <a:gd name="T10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6" h="41">
                    <a:moveTo>
                      <a:pt x="3" y="15"/>
                    </a:moveTo>
                    <a:cubicBezTo>
                      <a:pt x="4" y="15"/>
                      <a:pt x="5" y="15"/>
                      <a:pt x="5" y="16"/>
                    </a:cubicBezTo>
                    <a:cubicBezTo>
                      <a:pt x="7" y="16"/>
                      <a:pt x="8" y="22"/>
                      <a:pt x="11" y="21"/>
                    </a:cubicBezTo>
                    <a:cubicBezTo>
                      <a:pt x="11" y="20"/>
                      <a:pt x="11" y="19"/>
                      <a:pt x="12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3" y="18"/>
                      <a:pt x="12" y="20"/>
                      <a:pt x="11" y="20"/>
                    </a:cubicBezTo>
                    <a:cubicBezTo>
                      <a:pt x="12" y="21"/>
                      <a:pt x="13" y="20"/>
                      <a:pt x="14" y="21"/>
                    </a:cubicBezTo>
                    <a:cubicBezTo>
                      <a:pt x="15" y="19"/>
                      <a:pt x="15" y="21"/>
                      <a:pt x="15" y="19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6" y="19"/>
                      <a:pt x="16" y="22"/>
                    </a:cubicBezTo>
                    <a:cubicBezTo>
                      <a:pt x="17" y="25"/>
                      <a:pt x="20" y="24"/>
                      <a:pt x="22" y="26"/>
                    </a:cubicBezTo>
                    <a:cubicBezTo>
                      <a:pt x="24" y="27"/>
                      <a:pt x="27" y="26"/>
                      <a:pt x="30" y="26"/>
                    </a:cubicBezTo>
                    <a:cubicBezTo>
                      <a:pt x="31" y="23"/>
                      <a:pt x="31" y="25"/>
                      <a:pt x="33" y="22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2"/>
                      <a:pt x="33" y="24"/>
                      <a:pt x="33" y="25"/>
                    </a:cubicBezTo>
                    <a:cubicBezTo>
                      <a:pt x="33" y="24"/>
                      <a:pt x="33" y="25"/>
                      <a:pt x="34" y="23"/>
                    </a:cubicBezTo>
                    <a:cubicBezTo>
                      <a:pt x="34" y="22"/>
                      <a:pt x="33" y="26"/>
                      <a:pt x="33" y="25"/>
                    </a:cubicBezTo>
                    <a:cubicBezTo>
                      <a:pt x="33" y="26"/>
                      <a:pt x="34" y="24"/>
                      <a:pt x="34" y="24"/>
                    </a:cubicBezTo>
                    <a:cubicBezTo>
                      <a:pt x="35" y="23"/>
                      <a:pt x="33" y="25"/>
                      <a:pt x="33" y="28"/>
                    </a:cubicBezTo>
                    <a:cubicBezTo>
                      <a:pt x="34" y="27"/>
                      <a:pt x="36" y="26"/>
                      <a:pt x="37" y="27"/>
                    </a:cubicBezTo>
                    <a:cubicBezTo>
                      <a:pt x="36" y="28"/>
                      <a:pt x="37" y="26"/>
                      <a:pt x="37" y="26"/>
                    </a:cubicBezTo>
                    <a:cubicBezTo>
                      <a:pt x="36" y="29"/>
                      <a:pt x="38" y="25"/>
                      <a:pt x="37" y="27"/>
                    </a:cubicBezTo>
                    <a:cubicBezTo>
                      <a:pt x="37" y="27"/>
                      <a:pt x="37" y="27"/>
                      <a:pt x="37" y="28"/>
                    </a:cubicBezTo>
                    <a:cubicBezTo>
                      <a:pt x="37" y="29"/>
                      <a:pt x="38" y="27"/>
                      <a:pt x="38" y="29"/>
                    </a:cubicBezTo>
                    <a:cubicBezTo>
                      <a:pt x="39" y="28"/>
                      <a:pt x="38" y="31"/>
                      <a:pt x="39" y="29"/>
                    </a:cubicBezTo>
                    <a:cubicBezTo>
                      <a:pt x="38" y="31"/>
                      <a:pt x="39" y="30"/>
                      <a:pt x="38" y="31"/>
                    </a:cubicBezTo>
                    <a:cubicBezTo>
                      <a:pt x="40" y="28"/>
                      <a:pt x="38" y="33"/>
                      <a:pt x="40" y="30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1" y="31"/>
                      <a:pt x="41" y="33"/>
                      <a:pt x="43" y="32"/>
                    </a:cubicBezTo>
                    <a:cubicBezTo>
                      <a:pt x="44" y="31"/>
                      <a:pt x="43" y="35"/>
                      <a:pt x="44" y="34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2"/>
                      <a:pt x="45" y="33"/>
                      <a:pt x="45" y="34"/>
                    </a:cubicBezTo>
                    <a:cubicBezTo>
                      <a:pt x="46" y="33"/>
                      <a:pt x="45" y="34"/>
                      <a:pt x="46" y="35"/>
                    </a:cubicBezTo>
                    <a:cubicBezTo>
                      <a:pt x="46" y="34"/>
                      <a:pt x="46" y="34"/>
                      <a:pt x="47" y="33"/>
                    </a:cubicBezTo>
                    <a:cubicBezTo>
                      <a:pt x="46" y="36"/>
                      <a:pt x="48" y="33"/>
                      <a:pt x="48" y="35"/>
                    </a:cubicBezTo>
                    <a:cubicBezTo>
                      <a:pt x="49" y="32"/>
                      <a:pt x="49" y="33"/>
                      <a:pt x="49" y="33"/>
                    </a:cubicBezTo>
                    <a:cubicBezTo>
                      <a:pt x="49" y="33"/>
                      <a:pt x="49" y="34"/>
                      <a:pt x="48" y="34"/>
                    </a:cubicBezTo>
                    <a:cubicBezTo>
                      <a:pt x="49" y="34"/>
                      <a:pt x="49" y="34"/>
                      <a:pt x="49" y="35"/>
                    </a:cubicBezTo>
                    <a:cubicBezTo>
                      <a:pt x="50" y="35"/>
                      <a:pt x="51" y="33"/>
                      <a:pt x="50" y="34"/>
                    </a:cubicBezTo>
                    <a:cubicBezTo>
                      <a:pt x="49" y="36"/>
                      <a:pt x="51" y="34"/>
                      <a:pt x="51" y="35"/>
                    </a:cubicBezTo>
                    <a:cubicBezTo>
                      <a:pt x="52" y="33"/>
                      <a:pt x="53" y="32"/>
                      <a:pt x="53" y="33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3" y="34"/>
                      <a:pt x="52" y="37"/>
                      <a:pt x="55" y="35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6" y="35"/>
                      <a:pt x="55" y="38"/>
                      <a:pt x="58" y="35"/>
                    </a:cubicBezTo>
                    <a:cubicBezTo>
                      <a:pt x="57" y="36"/>
                      <a:pt x="57" y="37"/>
                      <a:pt x="57" y="37"/>
                    </a:cubicBezTo>
                    <a:cubicBezTo>
                      <a:pt x="58" y="36"/>
                      <a:pt x="58" y="36"/>
                      <a:pt x="60" y="35"/>
                    </a:cubicBezTo>
                    <a:cubicBezTo>
                      <a:pt x="60" y="35"/>
                      <a:pt x="59" y="36"/>
                      <a:pt x="59" y="36"/>
                    </a:cubicBezTo>
                    <a:cubicBezTo>
                      <a:pt x="59" y="37"/>
                      <a:pt x="58" y="39"/>
                      <a:pt x="60" y="37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0" y="37"/>
                      <a:pt x="62" y="36"/>
                      <a:pt x="61" y="38"/>
                    </a:cubicBezTo>
                    <a:cubicBezTo>
                      <a:pt x="62" y="37"/>
                      <a:pt x="62" y="36"/>
                      <a:pt x="63" y="35"/>
                    </a:cubicBezTo>
                    <a:cubicBezTo>
                      <a:pt x="64" y="35"/>
                      <a:pt x="62" y="37"/>
                      <a:pt x="63" y="36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2" y="38"/>
                      <a:pt x="63" y="38"/>
                      <a:pt x="64" y="38"/>
                    </a:cubicBezTo>
                    <a:cubicBezTo>
                      <a:pt x="63" y="40"/>
                      <a:pt x="65" y="38"/>
                      <a:pt x="65" y="39"/>
                    </a:cubicBezTo>
                    <a:cubicBezTo>
                      <a:pt x="66" y="38"/>
                      <a:pt x="65" y="40"/>
                      <a:pt x="67" y="38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66" y="39"/>
                      <a:pt x="67" y="40"/>
                      <a:pt x="67" y="40"/>
                    </a:cubicBezTo>
                    <a:cubicBezTo>
                      <a:pt x="67" y="41"/>
                      <a:pt x="68" y="39"/>
                      <a:pt x="69" y="39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39"/>
                      <a:pt x="70" y="38"/>
                      <a:pt x="71" y="37"/>
                    </a:cubicBezTo>
                    <a:cubicBezTo>
                      <a:pt x="71" y="38"/>
                      <a:pt x="71" y="37"/>
                      <a:pt x="71" y="38"/>
                    </a:cubicBezTo>
                    <a:cubicBezTo>
                      <a:pt x="70" y="38"/>
                      <a:pt x="69" y="39"/>
                      <a:pt x="68" y="41"/>
                    </a:cubicBezTo>
                    <a:cubicBezTo>
                      <a:pt x="67" y="41"/>
                      <a:pt x="70" y="39"/>
                      <a:pt x="69" y="40"/>
                    </a:cubicBezTo>
                    <a:cubicBezTo>
                      <a:pt x="69" y="41"/>
                      <a:pt x="69" y="41"/>
                      <a:pt x="70" y="39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1"/>
                      <a:pt x="69" y="41"/>
                      <a:pt x="70" y="40"/>
                    </a:cubicBezTo>
                    <a:cubicBezTo>
                      <a:pt x="70" y="41"/>
                      <a:pt x="70" y="40"/>
                      <a:pt x="70" y="40"/>
                    </a:cubicBezTo>
                    <a:cubicBezTo>
                      <a:pt x="71" y="39"/>
                      <a:pt x="71" y="39"/>
                      <a:pt x="73" y="38"/>
                    </a:cubicBezTo>
                    <a:cubicBezTo>
                      <a:pt x="72" y="38"/>
                      <a:pt x="72" y="38"/>
                      <a:pt x="72" y="38"/>
                    </a:cubicBezTo>
                    <a:cubicBezTo>
                      <a:pt x="73" y="37"/>
                      <a:pt x="74" y="37"/>
                      <a:pt x="73" y="38"/>
                    </a:cubicBezTo>
                    <a:cubicBezTo>
                      <a:pt x="72" y="39"/>
                      <a:pt x="71" y="40"/>
                      <a:pt x="70" y="40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3" y="39"/>
                      <a:pt x="73" y="38"/>
                      <a:pt x="74" y="37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4" y="37"/>
                      <a:pt x="75" y="35"/>
                      <a:pt x="73" y="36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1" y="39"/>
                      <a:pt x="72" y="37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72" y="37"/>
                      <a:pt x="73" y="35"/>
                      <a:pt x="73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4" y="34"/>
                      <a:pt x="72" y="36"/>
                      <a:pt x="72" y="36"/>
                    </a:cubicBezTo>
                    <a:cubicBezTo>
                      <a:pt x="72" y="35"/>
                      <a:pt x="74" y="33"/>
                      <a:pt x="75" y="33"/>
                    </a:cubicBezTo>
                    <a:cubicBezTo>
                      <a:pt x="74" y="32"/>
                      <a:pt x="72" y="33"/>
                      <a:pt x="73" y="32"/>
                    </a:cubicBezTo>
                    <a:cubicBezTo>
                      <a:pt x="73" y="32"/>
                      <a:pt x="72" y="32"/>
                      <a:pt x="71" y="33"/>
                    </a:cubicBezTo>
                    <a:cubicBezTo>
                      <a:pt x="71" y="33"/>
                      <a:pt x="73" y="31"/>
                      <a:pt x="72" y="32"/>
                    </a:cubicBezTo>
                    <a:cubicBezTo>
                      <a:pt x="73" y="30"/>
                      <a:pt x="74" y="29"/>
                      <a:pt x="75" y="28"/>
                    </a:cubicBezTo>
                    <a:cubicBezTo>
                      <a:pt x="75" y="28"/>
                      <a:pt x="76" y="27"/>
                      <a:pt x="75" y="27"/>
                    </a:cubicBezTo>
                    <a:cubicBezTo>
                      <a:pt x="76" y="27"/>
                      <a:pt x="76" y="26"/>
                      <a:pt x="76" y="26"/>
                    </a:cubicBezTo>
                    <a:cubicBezTo>
                      <a:pt x="75" y="27"/>
                      <a:pt x="74" y="28"/>
                      <a:pt x="74" y="29"/>
                    </a:cubicBezTo>
                    <a:cubicBezTo>
                      <a:pt x="73" y="31"/>
                      <a:pt x="74" y="29"/>
                      <a:pt x="72" y="31"/>
                    </a:cubicBezTo>
                    <a:cubicBezTo>
                      <a:pt x="72" y="30"/>
                      <a:pt x="72" y="30"/>
                      <a:pt x="71" y="30"/>
                    </a:cubicBezTo>
                    <a:cubicBezTo>
                      <a:pt x="71" y="30"/>
                      <a:pt x="72" y="29"/>
                      <a:pt x="73" y="28"/>
                    </a:cubicBezTo>
                    <a:cubicBezTo>
                      <a:pt x="72" y="29"/>
                      <a:pt x="71" y="30"/>
                      <a:pt x="71" y="29"/>
                    </a:cubicBezTo>
                    <a:cubicBezTo>
                      <a:pt x="70" y="31"/>
                      <a:pt x="70" y="31"/>
                      <a:pt x="69" y="32"/>
                    </a:cubicBezTo>
                    <a:cubicBezTo>
                      <a:pt x="68" y="32"/>
                      <a:pt x="68" y="33"/>
                      <a:pt x="68" y="33"/>
                    </a:cubicBezTo>
                    <a:cubicBezTo>
                      <a:pt x="69" y="31"/>
                      <a:pt x="71" y="29"/>
                      <a:pt x="71" y="29"/>
                    </a:cubicBezTo>
                    <a:cubicBezTo>
                      <a:pt x="72" y="27"/>
                      <a:pt x="71" y="29"/>
                      <a:pt x="72" y="27"/>
                    </a:cubicBezTo>
                    <a:cubicBezTo>
                      <a:pt x="74" y="25"/>
                      <a:pt x="75" y="26"/>
                      <a:pt x="74" y="27"/>
                    </a:cubicBezTo>
                    <a:cubicBezTo>
                      <a:pt x="76" y="25"/>
                      <a:pt x="74" y="26"/>
                      <a:pt x="75" y="25"/>
                    </a:cubicBezTo>
                    <a:cubicBezTo>
                      <a:pt x="75" y="25"/>
                      <a:pt x="74" y="25"/>
                      <a:pt x="73" y="26"/>
                    </a:cubicBezTo>
                    <a:cubicBezTo>
                      <a:pt x="73" y="26"/>
                      <a:pt x="73" y="27"/>
                      <a:pt x="72" y="27"/>
                    </a:cubicBezTo>
                    <a:cubicBezTo>
                      <a:pt x="70" y="29"/>
                      <a:pt x="73" y="26"/>
                      <a:pt x="73" y="25"/>
                    </a:cubicBezTo>
                    <a:cubicBezTo>
                      <a:pt x="73" y="25"/>
                      <a:pt x="73" y="25"/>
                      <a:pt x="73" y="25"/>
                    </a:cubicBezTo>
                    <a:cubicBezTo>
                      <a:pt x="74" y="24"/>
                      <a:pt x="72" y="26"/>
                      <a:pt x="72" y="25"/>
                    </a:cubicBezTo>
                    <a:cubicBezTo>
                      <a:pt x="74" y="23"/>
                      <a:pt x="73" y="25"/>
                      <a:pt x="74" y="24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75" y="21"/>
                      <a:pt x="74" y="24"/>
                      <a:pt x="74" y="23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3" y="23"/>
                      <a:pt x="72" y="25"/>
                      <a:pt x="73" y="25"/>
                    </a:cubicBezTo>
                    <a:cubicBezTo>
                      <a:pt x="70" y="27"/>
                      <a:pt x="72" y="25"/>
                      <a:pt x="71" y="25"/>
                    </a:cubicBezTo>
                    <a:cubicBezTo>
                      <a:pt x="70" y="27"/>
                      <a:pt x="72" y="25"/>
                      <a:pt x="71" y="27"/>
                    </a:cubicBezTo>
                    <a:cubicBezTo>
                      <a:pt x="70" y="28"/>
                      <a:pt x="69" y="28"/>
                      <a:pt x="69" y="28"/>
                    </a:cubicBezTo>
                    <a:cubicBezTo>
                      <a:pt x="69" y="28"/>
                      <a:pt x="70" y="26"/>
                      <a:pt x="71" y="25"/>
                    </a:cubicBezTo>
                    <a:cubicBezTo>
                      <a:pt x="71" y="25"/>
                      <a:pt x="71" y="25"/>
                      <a:pt x="71" y="26"/>
                    </a:cubicBezTo>
                    <a:cubicBezTo>
                      <a:pt x="72" y="25"/>
                      <a:pt x="73" y="23"/>
                      <a:pt x="74" y="22"/>
                    </a:cubicBezTo>
                    <a:cubicBezTo>
                      <a:pt x="74" y="21"/>
                      <a:pt x="72" y="24"/>
                      <a:pt x="72" y="23"/>
                    </a:cubicBezTo>
                    <a:cubicBezTo>
                      <a:pt x="73" y="23"/>
                      <a:pt x="71" y="24"/>
                      <a:pt x="71" y="25"/>
                    </a:cubicBezTo>
                    <a:cubicBezTo>
                      <a:pt x="68" y="29"/>
                      <a:pt x="73" y="22"/>
                      <a:pt x="72" y="22"/>
                    </a:cubicBezTo>
                    <a:cubicBezTo>
                      <a:pt x="70" y="25"/>
                      <a:pt x="69" y="25"/>
                      <a:pt x="67" y="28"/>
                    </a:cubicBezTo>
                    <a:cubicBezTo>
                      <a:pt x="67" y="29"/>
                      <a:pt x="66" y="29"/>
                      <a:pt x="66" y="29"/>
                    </a:cubicBezTo>
                    <a:cubicBezTo>
                      <a:pt x="68" y="27"/>
                      <a:pt x="67" y="27"/>
                      <a:pt x="69" y="26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1" y="23"/>
                      <a:pt x="71" y="21"/>
                      <a:pt x="72" y="21"/>
                    </a:cubicBezTo>
                    <a:cubicBezTo>
                      <a:pt x="71" y="21"/>
                      <a:pt x="71" y="22"/>
                      <a:pt x="70" y="22"/>
                    </a:cubicBezTo>
                    <a:cubicBezTo>
                      <a:pt x="71" y="22"/>
                      <a:pt x="71" y="21"/>
                      <a:pt x="71" y="21"/>
                    </a:cubicBezTo>
                    <a:cubicBezTo>
                      <a:pt x="71" y="22"/>
                      <a:pt x="69" y="23"/>
                      <a:pt x="69" y="23"/>
                    </a:cubicBezTo>
                    <a:cubicBezTo>
                      <a:pt x="69" y="23"/>
                      <a:pt x="70" y="22"/>
                      <a:pt x="70" y="21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0" y="21"/>
                      <a:pt x="72" y="19"/>
                      <a:pt x="71" y="20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8" y="23"/>
                      <a:pt x="69" y="22"/>
                      <a:pt x="69" y="22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69" y="22"/>
                      <a:pt x="71" y="19"/>
                      <a:pt x="71" y="19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1" y="19"/>
                      <a:pt x="71" y="19"/>
                      <a:pt x="71" y="19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20"/>
                      <a:pt x="68" y="22"/>
                      <a:pt x="69" y="20"/>
                    </a:cubicBezTo>
                    <a:cubicBezTo>
                      <a:pt x="68" y="22"/>
                      <a:pt x="69" y="20"/>
                      <a:pt x="69" y="21"/>
                    </a:cubicBezTo>
                    <a:cubicBezTo>
                      <a:pt x="68" y="23"/>
                      <a:pt x="68" y="22"/>
                      <a:pt x="67" y="22"/>
                    </a:cubicBezTo>
                    <a:cubicBezTo>
                      <a:pt x="69" y="20"/>
                      <a:pt x="67" y="22"/>
                      <a:pt x="67" y="2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9" y="19"/>
                      <a:pt x="66" y="22"/>
                      <a:pt x="67" y="21"/>
                    </a:cubicBezTo>
                    <a:cubicBezTo>
                      <a:pt x="67" y="20"/>
                      <a:pt x="68" y="19"/>
                      <a:pt x="68" y="18"/>
                    </a:cubicBezTo>
                    <a:cubicBezTo>
                      <a:pt x="67" y="21"/>
                      <a:pt x="66" y="21"/>
                      <a:pt x="65" y="23"/>
                    </a:cubicBezTo>
                    <a:cubicBezTo>
                      <a:pt x="66" y="22"/>
                      <a:pt x="67" y="20"/>
                      <a:pt x="68" y="18"/>
                    </a:cubicBezTo>
                    <a:cubicBezTo>
                      <a:pt x="67" y="20"/>
                      <a:pt x="69" y="17"/>
                      <a:pt x="67" y="19"/>
                    </a:cubicBezTo>
                    <a:cubicBezTo>
                      <a:pt x="67" y="20"/>
                      <a:pt x="66" y="20"/>
                      <a:pt x="65" y="21"/>
                    </a:cubicBezTo>
                    <a:cubicBezTo>
                      <a:pt x="65" y="21"/>
                      <a:pt x="66" y="20"/>
                      <a:pt x="66" y="19"/>
                    </a:cubicBezTo>
                    <a:cubicBezTo>
                      <a:pt x="66" y="20"/>
                      <a:pt x="65" y="21"/>
                      <a:pt x="65" y="22"/>
                    </a:cubicBezTo>
                    <a:cubicBezTo>
                      <a:pt x="65" y="21"/>
                      <a:pt x="63" y="23"/>
                      <a:pt x="64" y="22"/>
                    </a:cubicBezTo>
                    <a:cubicBezTo>
                      <a:pt x="65" y="21"/>
                      <a:pt x="65" y="22"/>
                      <a:pt x="65" y="20"/>
                    </a:cubicBezTo>
                    <a:cubicBezTo>
                      <a:pt x="65" y="20"/>
                      <a:pt x="63" y="24"/>
                      <a:pt x="62" y="24"/>
                    </a:cubicBezTo>
                    <a:cubicBezTo>
                      <a:pt x="62" y="25"/>
                      <a:pt x="60" y="27"/>
                      <a:pt x="60" y="28"/>
                    </a:cubicBezTo>
                    <a:cubicBezTo>
                      <a:pt x="60" y="27"/>
                      <a:pt x="60" y="27"/>
                      <a:pt x="61" y="25"/>
                    </a:cubicBezTo>
                    <a:cubicBezTo>
                      <a:pt x="61" y="26"/>
                      <a:pt x="61" y="26"/>
                      <a:pt x="61" y="26"/>
                    </a:cubicBezTo>
                    <a:cubicBezTo>
                      <a:pt x="62" y="23"/>
                      <a:pt x="64" y="22"/>
                      <a:pt x="65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5" y="19"/>
                      <a:pt x="65" y="18"/>
                      <a:pt x="65" y="18"/>
                    </a:cubicBezTo>
                    <a:cubicBezTo>
                      <a:pt x="64" y="20"/>
                      <a:pt x="65" y="18"/>
                      <a:pt x="65" y="19"/>
                    </a:cubicBezTo>
                    <a:cubicBezTo>
                      <a:pt x="64" y="19"/>
                      <a:pt x="63" y="22"/>
                      <a:pt x="63" y="21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5" y="17"/>
                      <a:pt x="64" y="20"/>
                      <a:pt x="64" y="19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4" y="17"/>
                      <a:pt x="63" y="17"/>
                      <a:pt x="60" y="20"/>
                    </a:cubicBezTo>
                    <a:cubicBezTo>
                      <a:pt x="61" y="19"/>
                      <a:pt x="61" y="18"/>
                      <a:pt x="61" y="17"/>
                    </a:cubicBezTo>
                    <a:cubicBezTo>
                      <a:pt x="61" y="18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0" y="17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61" y="16"/>
                      <a:pt x="59" y="18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8" y="19"/>
                      <a:pt x="58" y="18"/>
                      <a:pt x="60" y="16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9" y="16"/>
                      <a:pt x="59" y="16"/>
                      <a:pt x="58" y="17"/>
                    </a:cubicBezTo>
                    <a:cubicBezTo>
                      <a:pt x="58" y="17"/>
                      <a:pt x="58" y="18"/>
                      <a:pt x="57" y="19"/>
                    </a:cubicBezTo>
                    <a:cubicBezTo>
                      <a:pt x="56" y="21"/>
                      <a:pt x="57" y="19"/>
                      <a:pt x="56" y="20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9" y="15"/>
                      <a:pt x="57" y="17"/>
                      <a:pt x="56" y="16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7" y="15"/>
                      <a:pt x="55" y="17"/>
                      <a:pt x="55" y="15"/>
                    </a:cubicBezTo>
                    <a:cubicBezTo>
                      <a:pt x="55" y="16"/>
                      <a:pt x="53" y="19"/>
                      <a:pt x="53" y="19"/>
                    </a:cubicBezTo>
                    <a:cubicBezTo>
                      <a:pt x="52" y="20"/>
                      <a:pt x="54" y="16"/>
                      <a:pt x="55" y="15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6"/>
                      <a:pt x="53" y="17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4" y="14"/>
                      <a:pt x="53" y="15"/>
                    </a:cubicBezTo>
                    <a:cubicBezTo>
                      <a:pt x="52" y="16"/>
                      <a:pt x="53" y="15"/>
                      <a:pt x="52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14"/>
                      <a:pt x="52" y="16"/>
                      <a:pt x="51" y="17"/>
                    </a:cubicBezTo>
                    <a:cubicBezTo>
                      <a:pt x="51" y="18"/>
                      <a:pt x="51" y="16"/>
                      <a:pt x="51" y="16"/>
                    </a:cubicBezTo>
                    <a:cubicBezTo>
                      <a:pt x="52" y="15"/>
                      <a:pt x="51" y="16"/>
                      <a:pt x="52" y="16"/>
                    </a:cubicBezTo>
                    <a:cubicBezTo>
                      <a:pt x="52" y="15"/>
                      <a:pt x="52" y="15"/>
                      <a:pt x="52" y="14"/>
                    </a:cubicBezTo>
                    <a:cubicBezTo>
                      <a:pt x="52" y="14"/>
                      <a:pt x="51" y="16"/>
                      <a:pt x="51" y="16"/>
                    </a:cubicBezTo>
                    <a:cubicBezTo>
                      <a:pt x="51" y="15"/>
                      <a:pt x="51" y="16"/>
                      <a:pt x="52" y="14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6"/>
                      <a:pt x="51" y="16"/>
                      <a:pt x="50" y="17"/>
                    </a:cubicBezTo>
                    <a:cubicBezTo>
                      <a:pt x="50" y="17"/>
                      <a:pt x="49" y="18"/>
                      <a:pt x="50" y="17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0" y="17"/>
                      <a:pt x="50" y="16"/>
                      <a:pt x="49" y="1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0" y="15"/>
                      <a:pt x="51" y="14"/>
                      <a:pt x="51" y="13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9" y="15"/>
                      <a:pt x="50" y="14"/>
                      <a:pt x="50" y="14"/>
                    </a:cubicBezTo>
                    <a:cubicBezTo>
                      <a:pt x="50" y="12"/>
                      <a:pt x="47" y="18"/>
                      <a:pt x="48" y="16"/>
                    </a:cubicBezTo>
                    <a:cubicBezTo>
                      <a:pt x="49" y="14"/>
                      <a:pt x="49" y="14"/>
                      <a:pt x="49" y="13"/>
                    </a:cubicBezTo>
                    <a:cubicBezTo>
                      <a:pt x="49" y="14"/>
                      <a:pt x="48" y="14"/>
                      <a:pt x="48" y="14"/>
                    </a:cubicBezTo>
                    <a:cubicBezTo>
                      <a:pt x="48" y="15"/>
                      <a:pt x="49" y="13"/>
                      <a:pt x="49" y="14"/>
                    </a:cubicBezTo>
                    <a:cubicBezTo>
                      <a:pt x="48" y="16"/>
                      <a:pt x="48" y="15"/>
                      <a:pt x="48" y="15"/>
                    </a:cubicBezTo>
                    <a:cubicBezTo>
                      <a:pt x="50" y="11"/>
                      <a:pt x="47" y="14"/>
                      <a:pt x="48" y="12"/>
                    </a:cubicBezTo>
                    <a:cubicBezTo>
                      <a:pt x="47" y="14"/>
                      <a:pt x="47" y="12"/>
                      <a:pt x="47" y="13"/>
                    </a:cubicBezTo>
                    <a:cubicBezTo>
                      <a:pt x="48" y="11"/>
                      <a:pt x="46" y="13"/>
                      <a:pt x="47" y="1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6" y="13"/>
                      <a:pt x="44" y="18"/>
                      <a:pt x="45" y="15"/>
                    </a:cubicBezTo>
                    <a:cubicBezTo>
                      <a:pt x="45" y="14"/>
                      <a:pt x="46" y="13"/>
                      <a:pt x="46" y="13"/>
                    </a:cubicBezTo>
                    <a:cubicBezTo>
                      <a:pt x="47" y="10"/>
                      <a:pt x="44" y="14"/>
                      <a:pt x="46" y="12"/>
                    </a:cubicBezTo>
                    <a:cubicBezTo>
                      <a:pt x="45" y="12"/>
                      <a:pt x="44" y="14"/>
                      <a:pt x="44" y="15"/>
                    </a:cubicBezTo>
                    <a:cubicBezTo>
                      <a:pt x="44" y="14"/>
                      <a:pt x="44" y="12"/>
                      <a:pt x="45" y="12"/>
                    </a:cubicBezTo>
                    <a:cubicBezTo>
                      <a:pt x="44" y="12"/>
                      <a:pt x="44" y="13"/>
                      <a:pt x="44" y="12"/>
                    </a:cubicBezTo>
                    <a:cubicBezTo>
                      <a:pt x="44" y="11"/>
                      <a:pt x="45" y="11"/>
                      <a:pt x="45" y="11"/>
                    </a:cubicBezTo>
                    <a:cubicBezTo>
                      <a:pt x="45" y="10"/>
                      <a:pt x="44" y="11"/>
                      <a:pt x="44" y="12"/>
                    </a:cubicBezTo>
                    <a:cubicBezTo>
                      <a:pt x="44" y="10"/>
                      <a:pt x="43" y="11"/>
                      <a:pt x="44" y="10"/>
                    </a:cubicBezTo>
                    <a:cubicBezTo>
                      <a:pt x="42" y="12"/>
                      <a:pt x="44" y="9"/>
                      <a:pt x="42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2"/>
                      <a:pt x="41" y="13"/>
                      <a:pt x="41" y="13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3" y="9"/>
                      <a:pt x="42" y="11"/>
                      <a:pt x="42" y="10"/>
                    </a:cubicBezTo>
                    <a:cubicBezTo>
                      <a:pt x="42" y="11"/>
                      <a:pt x="42" y="10"/>
                      <a:pt x="42" y="11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40" y="13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0" y="11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10"/>
                      <a:pt x="40" y="11"/>
                    </a:cubicBezTo>
                    <a:cubicBezTo>
                      <a:pt x="40" y="9"/>
                      <a:pt x="39" y="10"/>
                      <a:pt x="38" y="11"/>
                    </a:cubicBezTo>
                    <a:cubicBezTo>
                      <a:pt x="38" y="11"/>
                      <a:pt x="39" y="10"/>
                      <a:pt x="39" y="10"/>
                    </a:cubicBezTo>
                    <a:cubicBezTo>
                      <a:pt x="38" y="10"/>
                      <a:pt x="38" y="12"/>
                      <a:pt x="38" y="11"/>
                    </a:cubicBezTo>
                    <a:cubicBezTo>
                      <a:pt x="38" y="11"/>
                      <a:pt x="38" y="10"/>
                      <a:pt x="38" y="9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8"/>
                      <a:pt x="36" y="12"/>
                      <a:pt x="37" y="10"/>
                    </a:cubicBezTo>
                    <a:cubicBezTo>
                      <a:pt x="36" y="10"/>
                      <a:pt x="37" y="9"/>
                      <a:pt x="37" y="9"/>
                    </a:cubicBezTo>
                    <a:cubicBezTo>
                      <a:pt x="37" y="9"/>
                      <a:pt x="36" y="10"/>
                      <a:pt x="35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4" y="12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3" y="13"/>
                      <a:pt x="33" y="13"/>
                    </a:cubicBezTo>
                    <a:cubicBezTo>
                      <a:pt x="33" y="12"/>
                      <a:pt x="33" y="13"/>
                      <a:pt x="34" y="12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2"/>
                      <a:pt x="34" y="10"/>
                      <a:pt x="33" y="1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2"/>
                      <a:pt x="32" y="11"/>
                    </a:cubicBezTo>
                    <a:cubicBezTo>
                      <a:pt x="32" y="12"/>
                      <a:pt x="30" y="14"/>
                      <a:pt x="29" y="15"/>
                    </a:cubicBezTo>
                    <a:cubicBezTo>
                      <a:pt x="30" y="15"/>
                      <a:pt x="29" y="16"/>
                      <a:pt x="29" y="16"/>
                    </a:cubicBezTo>
                    <a:cubicBezTo>
                      <a:pt x="29" y="15"/>
                      <a:pt x="29" y="16"/>
                      <a:pt x="29" y="15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31" y="11"/>
                      <a:pt x="31" y="10"/>
                    </a:cubicBezTo>
                    <a:cubicBezTo>
                      <a:pt x="31" y="11"/>
                      <a:pt x="31" y="10"/>
                      <a:pt x="30" y="10"/>
                    </a:cubicBezTo>
                    <a:cubicBezTo>
                      <a:pt x="29" y="12"/>
                      <a:pt x="29" y="11"/>
                      <a:pt x="28" y="13"/>
                    </a:cubicBezTo>
                    <a:cubicBezTo>
                      <a:pt x="28" y="13"/>
                      <a:pt x="29" y="11"/>
                      <a:pt x="29" y="11"/>
                    </a:cubicBezTo>
                    <a:cubicBezTo>
                      <a:pt x="28" y="11"/>
                      <a:pt x="28" y="10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7" y="10"/>
                      <a:pt x="26" y="12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0"/>
                      <a:pt x="25" y="14"/>
                      <a:pt x="26" y="12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6" y="10"/>
                      <a:pt x="25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1"/>
                      <a:pt x="25" y="10"/>
                      <a:pt x="24" y="12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6" y="9"/>
                      <a:pt x="24" y="12"/>
                      <a:pt x="24" y="11"/>
                    </a:cubicBezTo>
                    <a:cubicBezTo>
                      <a:pt x="24" y="11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8"/>
                      <a:pt x="22" y="8"/>
                      <a:pt x="20" y="9"/>
                    </a:cubicBezTo>
                    <a:cubicBezTo>
                      <a:pt x="21" y="7"/>
                      <a:pt x="21" y="8"/>
                      <a:pt x="22" y="6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7"/>
                      <a:pt x="21" y="6"/>
                      <a:pt x="20" y="6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9" y="8"/>
                      <a:pt x="21" y="4"/>
                      <a:pt x="20" y="7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7"/>
                      <a:pt x="20" y="4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18" y="8"/>
                      <a:pt x="18" y="6"/>
                    </a:cubicBezTo>
                    <a:cubicBezTo>
                      <a:pt x="18" y="6"/>
                      <a:pt x="18" y="7"/>
                      <a:pt x="17" y="8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7"/>
                      <a:pt x="16" y="6"/>
                      <a:pt x="14" y="8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5" y="4"/>
                      <a:pt x="12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0" y="9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4"/>
                      <a:pt x="11" y="1"/>
                      <a:pt x="8" y="5"/>
                    </a:cubicBezTo>
                    <a:cubicBezTo>
                      <a:pt x="7" y="5"/>
                      <a:pt x="9" y="2"/>
                      <a:pt x="9" y="3"/>
                    </a:cubicBezTo>
                    <a:cubicBezTo>
                      <a:pt x="6" y="5"/>
                      <a:pt x="8" y="0"/>
                      <a:pt x="4" y="4"/>
                    </a:cubicBezTo>
                    <a:cubicBezTo>
                      <a:pt x="3" y="5"/>
                      <a:pt x="0" y="10"/>
                      <a:pt x="0" y="10"/>
                    </a:cubicBezTo>
                    <a:cubicBezTo>
                      <a:pt x="3" y="9"/>
                      <a:pt x="3" y="12"/>
                      <a:pt x="3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3" name="Freeform 211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3266" y="1867"/>
                <a:ext cx="5" cy="3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4" name="Freeform 212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3266" y="1861"/>
                <a:ext cx="3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5" name="Freeform 213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3260" y="185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6" name="Freeform 214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3260" y="1893"/>
                <a:ext cx="4" cy="6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7" name="Freeform 215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3269" y="18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0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8" name="Freeform 216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3260" y="1895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2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0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9" name="Freeform 217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453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" name="Freeform 218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3213" y="1882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0" name="Freeform 219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3190" y="182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" name="Freeform 220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3271" y="18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" name="Freeform 221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3190" y="187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" name="Freeform 222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4574" y="1855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" name="Freeform 223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3199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6" name="Freeform 224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3271" y="1859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7" name="Freeform 225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3742" y="3006"/>
                <a:ext cx="6" cy="9"/>
              </a:xfrm>
              <a:custGeom>
                <a:avLst/>
                <a:gdLst>
                  <a:gd name="T0" fmla="*/ 3 w 3"/>
                  <a:gd name="T1" fmla="*/ 0 h 4"/>
                  <a:gd name="T2" fmla="*/ 1 w 3"/>
                  <a:gd name="T3" fmla="*/ 1 h 4"/>
                  <a:gd name="T4" fmla="*/ 1 w 3"/>
                  <a:gd name="T5" fmla="*/ 3 h 4"/>
                  <a:gd name="T6" fmla="*/ 0 w 3"/>
                  <a:gd name="T7" fmla="*/ 4 h 4"/>
                  <a:gd name="T8" fmla="*/ 2 w 3"/>
                  <a:gd name="T9" fmla="*/ 1 h 4"/>
                  <a:gd name="T10" fmla="*/ 3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3"/>
                    </a:cubicBezTo>
                    <a:cubicBezTo>
                      <a:pt x="1" y="3"/>
                      <a:pt x="0" y="4"/>
                      <a:pt x="0" y="4"/>
                    </a:cubicBezTo>
                    <a:cubicBezTo>
                      <a:pt x="1" y="4"/>
                      <a:pt x="2" y="2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8" name="Freeform 226"/>
              <p:cNvSpPr/>
              <p:nvPr>
                <p:custDataLst>
                  <p:tags r:id="rId71"/>
                </p:custDataLst>
              </p:nvPr>
            </p:nvSpPr>
            <p:spPr bwMode="auto">
              <a:xfrm>
                <a:off x="3988" y="301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9" name="Freeform 227"/>
              <p:cNvSpPr/>
              <p:nvPr>
                <p:custDataLst>
                  <p:tags r:id="rId72"/>
                </p:custDataLst>
              </p:nvPr>
            </p:nvSpPr>
            <p:spPr bwMode="auto">
              <a:xfrm>
                <a:off x="3742" y="30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0" name="Rectangle 228"/>
              <p:cNvSpPr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3748" y="3015"/>
                <a:ext cx="4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1" name="Freeform 229"/>
              <p:cNvSpPr/>
              <p:nvPr>
                <p:custDataLst>
                  <p:tags r:id="rId74"/>
                </p:custDataLst>
              </p:nvPr>
            </p:nvSpPr>
            <p:spPr bwMode="auto">
              <a:xfrm>
                <a:off x="3744" y="2894"/>
                <a:ext cx="2" cy="10"/>
              </a:xfrm>
              <a:custGeom>
                <a:avLst/>
                <a:gdLst>
                  <a:gd name="T0" fmla="*/ 0 w 1"/>
                  <a:gd name="T1" fmla="*/ 2 h 5"/>
                  <a:gd name="T2" fmla="*/ 1 w 1"/>
                  <a:gd name="T3" fmla="*/ 3 h 5"/>
                  <a:gd name="T4" fmla="*/ 0 w 1"/>
                  <a:gd name="T5" fmla="*/ 5 h 5"/>
                  <a:gd name="T6" fmla="*/ 1 w 1"/>
                  <a:gd name="T7" fmla="*/ 1 h 5"/>
                  <a:gd name="T8" fmla="*/ 1 w 1"/>
                  <a:gd name="T9" fmla="*/ 0 h 5"/>
                  <a:gd name="T10" fmla="*/ 0 w 1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5">
                    <a:moveTo>
                      <a:pt x="0" y="2"/>
                    </a:moveTo>
                    <a:cubicBezTo>
                      <a:pt x="0" y="2"/>
                      <a:pt x="0" y="4"/>
                      <a:pt x="1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4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2" name="Freeform 230"/>
              <p:cNvSpPr/>
              <p:nvPr>
                <p:custDataLst>
                  <p:tags r:id="rId75"/>
                </p:custDataLst>
              </p:nvPr>
            </p:nvSpPr>
            <p:spPr bwMode="auto">
              <a:xfrm>
                <a:off x="3744" y="30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3" name="Freeform 231"/>
              <p:cNvSpPr/>
              <p:nvPr>
                <p:custDataLst>
                  <p:tags r:id="rId76"/>
                </p:custDataLst>
              </p:nvPr>
            </p:nvSpPr>
            <p:spPr bwMode="auto">
              <a:xfrm>
                <a:off x="3742" y="289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4" name="Freeform 232"/>
              <p:cNvSpPr/>
              <p:nvPr>
                <p:custDataLst>
                  <p:tags r:id="rId77"/>
                </p:custDataLst>
              </p:nvPr>
            </p:nvSpPr>
            <p:spPr bwMode="auto">
              <a:xfrm>
                <a:off x="3772" y="3038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0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5" name="Freeform 233"/>
              <p:cNvSpPr/>
              <p:nvPr>
                <p:custDataLst>
                  <p:tags r:id="rId78"/>
                </p:custDataLst>
              </p:nvPr>
            </p:nvSpPr>
            <p:spPr bwMode="auto">
              <a:xfrm>
                <a:off x="3895" y="30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6" name="Freeform 234"/>
              <p:cNvSpPr/>
              <p:nvPr>
                <p:custDataLst>
                  <p:tags r:id="rId79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7" name="Freeform 235"/>
              <p:cNvSpPr/>
              <p:nvPr>
                <p:custDataLst>
                  <p:tags r:id="rId80"/>
                </p:custDataLst>
              </p:nvPr>
            </p:nvSpPr>
            <p:spPr bwMode="auto">
              <a:xfrm>
                <a:off x="3742" y="289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8" name="Freeform 236"/>
              <p:cNvSpPr/>
              <p:nvPr>
                <p:custDataLst>
                  <p:tags r:id="rId81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9" name="Freeform 237"/>
              <p:cNvSpPr/>
              <p:nvPr>
                <p:custDataLst>
                  <p:tags r:id="rId82"/>
                </p:custDataLst>
              </p:nvPr>
            </p:nvSpPr>
            <p:spPr bwMode="auto">
              <a:xfrm>
                <a:off x="3755" y="3027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0" name="Oval 238"/>
              <p:cNvSpPr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3602" y="182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1" name="Freeform 239"/>
              <p:cNvSpPr/>
              <p:nvPr>
                <p:custDataLst>
                  <p:tags r:id="rId84"/>
                </p:custDataLst>
              </p:nvPr>
            </p:nvSpPr>
            <p:spPr bwMode="auto">
              <a:xfrm>
                <a:off x="3922" y="2890"/>
                <a:ext cx="0" cy="2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2" name="Freeform 240"/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3975" y="28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3" name="Freeform 241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3954" y="288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4" name="Freeform 242"/>
              <p:cNvSpPr/>
              <p:nvPr>
                <p:custDataLst>
                  <p:tags r:id="rId87"/>
                </p:custDataLst>
              </p:nvPr>
            </p:nvSpPr>
            <p:spPr bwMode="auto">
              <a:xfrm>
                <a:off x="3725" y="2760"/>
                <a:ext cx="399" cy="159"/>
              </a:xfrm>
              <a:custGeom>
                <a:avLst/>
                <a:gdLst>
                  <a:gd name="T0" fmla="*/ 11 w 188"/>
                  <a:gd name="T1" fmla="*/ 59 h 75"/>
                  <a:gd name="T2" fmla="*/ 17 w 188"/>
                  <a:gd name="T3" fmla="*/ 64 h 75"/>
                  <a:gd name="T4" fmla="*/ 14 w 188"/>
                  <a:gd name="T5" fmla="*/ 70 h 75"/>
                  <a:gd name="T6" fmla="*/ 17 w 188"/>
                  <a:gd name="T7" fmla="*/ 71 h 75"/>
                  <a:gd name="T8" fmla="*/ 21 w 188"/>
                  <a:gd name="T9" fmla="*/ 69 h 75"/>
                  <a:gd name="T10" fmla="*/ 22 w 188"/>
                  <a:gd name="T11" fmla="*/ 71 h 75"/>
                  <a:gd name="T12" fmla="*/ 27 w 188"/>
                  <a:gd name="T13" fmla="*/ 67 h 75"/>
                  <a:gd name="T14" fmla="*/ 30 w 188"/>
                  <a:gd name="T15" fmla="*/ 72 h 75"/>
                  <a:gd name="T16" fmla="*/ 31 w 188"/>
                  <a:gd name="T17" fmla="*/ 74 h 75"/>
                  <a:gd name="T18" fmla="*/ 33 w 188"/>
                  <a:gd name="T19" fmla="*/ 72 h 75"/>
                  <a:gd name="T20" fmla="*/ 37 w 188"/>
                  <a:gd name="T21" fmla="*/ 74 h 75"/>
                  <a:gd name="T22" fmla="*/ 40 w 188"/>
                  <a:gd name="T23" fmla="*/ 69 h 75"/>
                  <a:gd name="T24" fmla="*/ 43 w 188"/>
                  <a:gd name="T25" fmla="*/ 64 h 75"/>
                  <a:gd name="T26" fmla="*/ 45 w 188"/>
                  <a:gd name="T27" fmla="*/ 69 h 75"/>
                  <a:gd name="T28" fmla="*/ 54 w 188"/>
                  <a:gd name="T29" fmla="*/ 69 h 75"/>
                  <a:gd name="T30" fmla="*/ 58 w 188"/>
                  <a:gd name="T31" fmla="*/ 69 h 75"/>
                  <a:gd name="T32" fmla="*/ 62 w 188"/>
                  <a:gd name="T33" fmla="*/ 68 h 75"/>
                  <a:gd name="T34" fmla="*/ 73 w 188"/>
                  <a:gd name="T35" fmla="*/ 66 h 75"/>
                  <a:gd name="T36" fmla="*/ 76 w 188"/>
                  <a:gd name="T37" fmla="*/ 65 h 75"/>
                  <a:gd name="T38" fmla="*/ 77 w 188"/>
                  <a:gd name="T39" fmla="*/ 64 h 75"/>
                  <a:gd name="T40" fmla="*/ 80 w 188"/>
                  <a:gd name="T41" fmla="*/ 62 h 75"/>
                  <a:gd name="T42" fmla="*/ 83 w 188"/>
                  <a:gd name="T43" fmla="*/ 63 h 75"/>
                  <a:gd name="T44" fmla="*/ 86 w 188"/>
                  <a:gd name="T45" fmla="*/ 61 h 75"/>
                  <a:gd name="T46" fmla="*/ 94 w 188"/>
                  <a:gd name="T47" fmla="*/ 61 h 75"/>
                  <a:gd name="T48" fmla="*/ 100 w 188"/>
                  <a:gd name="T49" fmla="*/ 59 h 75"/>
                  <a:gd name="T50" fmla="*/ 105 w 188"/>
                  <a:gd name="T51" fmla="*/ 59 h 75"/>
                  <a:gd name="T52" fmla="*/ 108 w 188"/>
                  <a:gd name="T53" fmla="*/ 57 h 75"/>
                  <a:gd name="T54" fmla="*/ 109 w 188"/>
                  <a:gd name="T55" fmla="*/ 57 h 75"/>
                  <a:gd name="T56" fmla="*/ 114 w 188"/>
                  <a:gd name="T57" fmla="*/ 54 h 75"/>
                  <a:gd name="T58" fmla="*/ 120 w 188"/>
                  <a:gd name="T59" fmla="*/ 53 h 75"/>
                  <a:gd name="T60" fmla="*/ 124 w 188"/>
                  <a:gd name="T61" fmla="*/ 50 h 75"/>
                  <a:gd name="T62" fmla="*/ 127 w 188"/>
                  <a:gd name="T63" fmla="*/ 41 h 75"/>
                  <a:gd name="T64" fmla="*/ 133 w 188"/>
                  <a:gd name="T65" fmla="*/ 44 h 75"/>
                  <a:gd name="T66" fmla="*/ 139 w 188"/>
                  <a:gd name="T67" fmla="*/ 41 h 75"/>
                  <a:gd name="T68" fmla="*/ 144 w 188"/>
                  <a:gd name="T69" fmla="*/ 39 h 75"/>
                  <a:gd name="T70" fmla="*/ 156 w 188"/>
                  <a:gd name="T71" fmla="*/ 34 h 75"/>
                  <a:gd name="T72" fmla="*/ 160 w 188"/>
                  <a:gd name="T73" fmla="*/ 33 h 75"/>
                  <a:gd name="T74" fmla="*/ 170 w 188"/>
                  <a:gd name="T75" fmla="*/ 21 h 75"/>
                  <a:gd name="T76" fmla="*/ 173 w 188"/>
                  <a:gd name="T77" fmla="*/ 18 h 75"/>
                  <a:gd name="T78" fmla="*/ 169 w 188"/>
                  <a:gd name="T79" fmla="*/ 9 h 75"/>
                  <a:gd name="T80" fmla="*/ 149 w 188"/>
                  <a:gd name="T81" fmla="*/ 20 h 75"/>
                  <a:gd name="T82" fmla="*/ 110 w 188"/>
                  <a:gd name="T83" fmla="*/ 42 h 75"/>
                  <a:gd name="T84" fmla="*/ 103 w 188"/>
                  <a:gd name="T85" fmla="*/ 39 h 75"/>
                  <a:gd name="T86" fmla="*/ 88 w 188"/>
                  <a:gd name="T87" fmla="*/ 44 h 75"/>
                  <a:gd name="T88" fmla="*/ 69 w 188"/>
                  <a:gd name="T89" fmla="*/ 48 h 75"/>
                  <a:gd name="T90" fmla="*/ 59 w 188"/>
                  <a:gd name="T91" fmla="*/ 49 h 75"/>
                  <a:gd name="T92" fmla="*/ 44 w 188"/>
                  <a:gd name="T93" fmla="*/ 52 h 75"/>
                  <a:gd name="T94" fmla="*/ 29 w 188"/>
                  <a:gd name="T95" fmla="*/ 53 h 75"/>
                  <a:gd name="T96" fmla="*/ 19 w 188"/>
                  <a:gd name="T97" fmla="*/ 53 h 75"/>
                  <a:gd name="T98" fmla="*/ 10 w 188"/>
                  <a:gd name="T99" fmla="*/ 49 h 75"/>
                  <a:gd name="T100" fmla="*/ 7 w 188"/>
                  <a:gd name="T101" fmla="*/ 47 h 75"/>
                  <a:gd name="T102" fmla="*/ 5 w 188"/>
                  <a:gd name="T103" fmla="*/ 47 h 75"/>
                  <a:gd name="T104" fmla="*/ 3 w 188"/>
                  <a:gd name="T105" fmla="*/ 5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88" h="75">
                    <a:moveTo>
                      <a:pt x="5" y="55"/>
                    </a:moveTo>
                    <a:cubicBezTo>
                      <a:pt x="5" y="55"/>
                      <a:pt x="5" y="55"/>
                      <a:pt x="5" y="55"/>
                    </a:cubicBezTo>
                    <a:cubicBezTo>
                      <a:pt x="5" y="57"/>
                      <a:pt x="5" y="54"/>
                      <a:pt x="6" y="54"/>
                    </a:cubicBezTo>
                    <a:cubicBezTo>
                      <a:pt x="6" y="55"/>
                      <a:pt x="4" y="57"/>
                      <a:pt x="4" y="58"/>
                    </a:cubicBezTo>
                    <a:cubicBezTo>
                      <a:pt x="5" y="58"/>
                      <a:pt x="7" y="58"/>
                      <a:pt x="7" y="60"/>
                    </a:cubicBezTo>
                    <a:cubicBezTo>
                      <a:pt x="8" y="60"/>
                      <a:pt x="10" y="59"/>
                      <a:pt x="11" y="59"/>
                    </a:cubicBezTo>
                    <a:cubicBezTo>
                      <a:pt x="12" y="59"/>
                      <a:pt x="10" y="61"/>
                      <a:pt x="11" y="60"/>
                    </a:cubicBezTo>
                    <a:cubicBezTo>
                      <a:pt x="11" y="61"/>
                      <a:pt x="10" y="62"/>
                      <a:pt x="10" y="63"/>
                    </a:cubicBezTo>
                    <a:cubicBezTo>
                      <a:pt x="10" y="62"/>
                      <a:pt x="11" y="64"/>
                      <a:pt x="12" y="61"/>
                    </a:cubicBezTo>
                    <a:cubicBezTo>
                      <a:pt x="12" y="62"/>
                      <a:pt x="14" y="63"/>
                      <a:pt x="15" y="63"/>
                    </a:cubicBezTo>
                    <a:cubicBezTo>
                      <a:pt x="14" y="63"/>
                      <a:pt x="14" y="64"/>
                      <a:pt x="14" y="65"/>
                    </a:cubicBezTo>
                    <a:cubicBezTo>
                      <a:pt x="15" y="64"/>
                      <a:pt x="16" y="63"/>
                      <a:pt x="17" y="64"/>
                    </a:cubicBezTo>
                    <a:cubicBezTo>
                      <a:pt x="17" y="62"/>
                      <a:pt x="17" y="62"/>
                      <a:pt x="18" y="60"/>
                    </a:cubicBezTo>
                    <a:cubicBezTo>
                      <a:pt x="18" y="60"/>
                      <a:pt x="18" y="59"/>
                      <a:pt x="18" y="60"/>
                    </a:cubicBezTo>
                    <a:cubicBezTo>
                      <a:pt x="18" y="61"/>
                      <a:pt x="17" y="64"/>
                      <a:pt x="18" y="64"/>
                    </a:cubicBezTo>
                    <a:cubicBezTo>
                      <a:pt x="17" y="67"/>
                      <a:pt x="17" y="64"/>
                      <a:pt x="16" y="67"/>
                    </a:cubicBezTo>
                    <a:cubicBezTo>
                      <a:pt x="15" y="69"/>
                      <a:pt x="14" y="68"/>
                      <a:pt x="14" y="67"/>
                    </a:cubicBezTo>
                    <a:cubicBezTo>
                      <a:pt x="12" y="69"/>
                      <a:pt x="14" y="67"/>
                      <a:pt x="14" y="70"/>
                    </a:cubicBezTo>
                    <a:cubicBezTo>
                      <a:pt x="14" y="70"/>
                      <a:pt x="15" y="68"/>
                      <a:pt x="16" y="68"/>
                    </a:cubicBezTo>
                    <a:cubicBezTo>
                      <a:pt x="17" y="67"/>
                      <a:pt x="16" y="67"/>
                      <a:pt x="17" y="66"/>
                    </a:cubicBezTo>
                    <a:cubicBezTo>
                      <a:pt x="19" y="64"/>
                      <a:pt x="18" y="68"/>
                      <a:pt x="18" y="68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8" y="70"/>
                      <a:pt x="18" y="68"/>
                      <a:pt x="19" y="69"/>
                    </a:cubicBezTo>
                    <a:cubicBezTo>
                      <a:pt x="19" y="72"/>
                      <a:pt x="18" y="69"/>
                      <a:pt x="17" y="71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8" y="74"/>
                      <a:pt x="18" y="70"/>
                      <a:pt x="19" y="72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1"/>
                      <a:pt x="20" y="69"/>
                      <a:pt x="19" y="69"/>
                    </a:cubicBezTo>
                    <a:cubicBezTo>
                      <a:pt x="20" y="66"/>
                      <a:pt x="20" y="69"/>
                      <a:pt x="21" y="69"/>
                    </a:cubicBezTo>
                    <a:cubicBezTo>
                      <a:pt x="22" y="67"/>
                      <a:pt x="21" y="69"/>
                      <a:pt x="21" y="67"/>
                    </a:cubicBezTo>
                    <a:cubicBezTo>
                      <a:pt x="21" y="65"/>
                      <a:pt x="22" y="65"/>
                      <a:pt x="22" y="65"/>
                    </a:cubicBezTo>
                    <a:cubicBezTo>
                      <a:pt x="23" y="65"/>
                      <a:pt x="22" y="67"/>
                      <a:pt x="22" y="68"/>
                    </a:cubicBezTo>
                    <a:cubicBezTo>
                      <a:pt x="22" y="69"/>
                      <a:pt x="22" y="69"/>
                      <a:pt x="22" y="68"/>
                    </a:cubicBezTo>
                    <a:cubicBezTo>
                      <a:pt x="21" y="69"/>
                      <a:pt x="22" y="71"/>
                      <a:pt x="21" y="73"/>
                    </a:cubicBezTo>
                    <a:cubicBezTo>
                      <a:pt x="21" y="74"/>
                      <a:pt x="22" y="72"/>
                      <a:pt x="22" y="71"/>
                    </a:cubicBezTo>
                    <a:cubicBezTo>
                      <a:pt x="22" y="71"/>
                      <a:pt x="23" y="69"/>
                      <a:pt x="22" y="69"/>
                    </a:cubicBezTo>
                    <a:cubicBezTo>
                      <a:pt x="25" y="64"/>
                      <a:pt x="23" y="72"/>
                      <a:pt x="24" y="72"/>
                    </a:cubicBezTo>
                    <a:cubicBezTo>
                      <a:pt x="24" y="69"/>
                      <a:pt x="26" y="68"/>
                      <a:pt x="26" y="64"/>
                    </a:cubicBezTo>
                    <a:cubicBezTo>
                      <a:pt x="26" y="64"/>
                      <a:pt x="27" y="63"/>
                      <a:pt x="27" y="63"/>
                    </a:cubicBezTo>
                    <a:cubicBezTo>
                      <a:pt x="26" y="65"/>
                      <a:pt x="27" y="65"/>
                      <a:pt x="26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6" y="71"/>
                      <a:pt x="27" y="72"/>
                      <a:pt x="27" y="73"/>
                    </a:cubicBezTo>
                    <a:cubicBezTo>
                      <a:pt x="28" y="73"/>
                      <a:pt x="27" y="71"/>
                      <a:pt x="28" y="71"/>
                    </a:cubicBezTo>
                    <a:cubicBezTo>
                      <a:pt x="27" y="72"/>
                      <a:pt x="28" y="73"/>
                      <a:pt x="28" y="73"/>
                    </a:cubicBezTo>
                    <a:cubicBezTo>
                      <a:pt x="27" y="72"/>
                      <a:pt x="28" y="70"/>
                      <a:pt x="29" y="70"/>
                    </a:cubicBezTo>
                    <a:cubicBezTo>
                      <a:pt x="29" y="70"/>
                      <a:pt x="30" y="72"/>
                      <a:pt x="30" y="72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72"/>
                      <a:pt x="29" y="75"/>
                      <a:pt x="29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1" y="69"/>
                      <a:pt x="31" y="71"/>
                      <a:pt x="31" y="70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1" y="71"/>
                      <a:pt x="30" y="75"/>
                      <a:pt x="31" y="74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3"/>
                      <a:pt x="32" y="73"/>
                      <a:pt x="33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3"/>
                      <a:pt x="34" y="71"/>
                      <a:pt x="34" y="73"/>
                    </a:cubicBezTo>
                    <a:cubicBezTo>
                      <a:pt x="34" y="70"/>
                      <a:pt x="33" y="73"/>
                      <a:pt x="33" y="72"/>
                    </a:cubicBezTo>
                    <a:cubicBezTo>
                      <a:pt x="33" y="70"/>
                      <a:pt x="34" y="70"/>
                      <a:pt x="34" y="70"/>
                    </a:cubicBezTo>
                    <a:cubicBezTo>
                      <a:pt x="34" y="72"/>
                      <a:pt x="35" y="70"/>
                      <a:pt x="35" y="70"/>
                    </a:cubicBezTo>
                    <a:cubicBezTo>
                      <a:pt x="35" y="71"/>
                      <a:pt x="35" y="72"/>
                      <a:pt x="36" y="72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4"/>
                      <a:pt x="37" y="70"/>
                      <a:pt x="37" y="71"/>
                    </a:cubicBezTo>
                    <a:cubicBezTo>
                      <a:pt x="37" y="72"/>
                      <a:pt x="37" y="73"/>
                      <a:pt x="37" y="74"/>
                    </a:cubicBezTo>
                    <a:cubicBezTo>
                      <a:pt x="37" y="71"/>
                      <a:pt x="38" y="70"/>
                      <a:pt x="38" y="69"/>
                    </a:cubicBezTo>
                    <a:cubicBezTo>
                      <a:pt x="39" y="70"/>
                      <a:pt x="38" y="72"/>
                      <a:pt x="38" y="74"/>
                    </a:cubicBezTo>
                    <a:cubicBezTo>
                      <a:pt x="38" y="72"/>
                      <a:pt x="39" y="75"/>
                      <a:pt x="39" y="73"/>
                    </a:cubicBezTo>
                    <a:cubicBezTo>
                      <a:pt x="39" y="72"/>
                      <a:pt x="39" y="71"/>
                      <a:pt x="39" y="70"/>
                    </a:cubicBezTo>
                    <a:cubicBezTo>
                      <a:pt x="40" y="70"/>
                      <a:pt x="39" y="71"/>
                      <a:pt x="40" y="72"/>
                    </a:cubicBezTo>
                    <a:cubicBezTo>
                      <a:pt x="40" y="72"/>
                      <a:pt x="41" y="69"/>
                      <a:pt x="40" y="69"/>
                    </a:cubicBezTo>
                    <a:cubicBezTo>
                      <a:pt x="41" y="69"/>
                      <a:pt x="41" y="67"/>
                      <a:pt x="42" y="68"/>
                    </a:cubicBezTo>
                    <a:cubicBezTo>
                      <a:pt x="42" y="70"/>
                      <a:pt x="41" y="69"/>
                      <a:pt x="41" y="70"/>
                    </a:cubicBezTo>
                    <a:cubicBezTo>
                      <a:pt x="42" y="70"/>
                      <a:pt x="41" y="66"/>
                      <a:pt x="42" y="66"/>
                    </a:cubicBezTo>
                    <a:cubicBezTo>
                      <a:pt x="42" y="65"/>
                      <a:pt x="42" y="62"/>
                      <a:pt x="43" y="61"/>
                    </a:cubicBezTo>
                    <a:cubicBezTo>
                      <a:pt x="44" y="62"/>
                      <a:pt x="42" y="62"/>
                      <a:pt x="43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4" y="67"/>
                      <a:pt x="42" y="68"/>
                      <a:pt x="43" y="71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1"/>
                      <a:pt x="44" y="72"/>
                      <a:pt x="44" y="72"/>
                    </a:cubicBezTo>
                    <a:cubicBezTo>
                      <a:pt x="44" y="70"/>
                      <a:pt x="44" y="72"/>
                      <a:pt x="44" y="71"/>
                    </a:cubicBezTo>
                    <a:cubicBezTo>
                      <a:pt x="44" y="71"/>
                      <a:pt x="45" y="68"/>
                      <a:pt x="45" y="69"/>
                    </a:cubicBezTo>
                    <a:cubicBezTo>
                      <a:pt x="45" y="70"/>
                      <a:pt x="46" y="71"/>
                      <a:pt x="45" y="72"/>
                    </a:cubicBezTo>
                    <a:cubicBezTo>
                      <a:pt x="46" y="73"/>
                      <a:pt x="45" y="70"/>
                      <a:pt x="46" y="71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8" y="72"/>
                      <a:pt x="50" y="72"/>
                      <a:pt x="52" y="68"/>
                    </a:cubicBezTo>
                    <a:cubicBezTo>
                      <a:pt x="52" y="70"/>
                      <a:pt x="53" y="70"/>
                      <a:pt x="54" y="71"/>
                    </a:cubicBezTo>
                    <a:cubicBezTo>
                      <a:pt x="53" y="70"/>
                      <a:pt x="54" y="69"/>
                      <a:pt x="54" y="6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6" y="72"/>
                      <a:pt x="56" y="70"/>
                      <a:pt x="57" y="69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58" y="71"/>
                      <a:pt x="57" y="69"/>
                      <a:pt x="58" y="69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9" y="68"/>
                      <a:pt x="59" y="68"/>
                      <a:pt x="59" y="70"/>
                    </a:cubicBezTo>
                    <a:cubicBezTo>
                      <a:pt x="60" y="70"/>
                      <a:pt x="60" y="69"/>
                      <a:pt x="59" y="69"/>
                    </a:cubicBezTo>
                    <a:cubicBezTo>
                      <a:pt x="60" y="70"/>
                      <a:pt x="61" y="70"/>
                      <a:pt x="62" y="69"/>
                    </a:cubicBezTo>
                    <a:cubicBezTo>
                      <a:pt x="62" y="68"/>
                      <a:pt x="62" y="68"/>
                      <a:pt x="62" y="66"/>
                    </a:cubicBezTo>
                    <a:cubicBezTo>
                      <a:pt x="61" y="64"/>
                      <a:pt x="62" y="67"/>
                      <a:pt x="62" y="65"/>
                    </a:cubicBezTo>
                    <a:cubicBezTo>
                      <a:pt x="62" y="66"/>
                      <a:pt x="63" y="67"/>
                      <a:pt x="62" y="68"/>
                    </a:cubicBezTo>
                    <a:cubicBezTo>
                      <a:pt x="64" y="71"/>
                      <a:pt x="65" y="68"/>
                      <a:pt x="67" y="68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8" y="69"/>
                      <a:pt x="69" y="67"/>
                      <a:pt x="70" y="67"/>
                    </a:cubicBezTo>
                    <a:cubicBezTo>
                      <a:pt x="70" y="66"/>
                      <a:pt x="70" y="64"/>
                      <a:pt x="71" y="64"/>
                    </a:cubicBezTo>
                    <a:cubicBezTo>
                      <a:pt x="71" y="61"/>
                      <a:pt x="71" y="66"/>
                      <a:pt x="72" y="67"/>
                    </a:cubicBezTo>
                    <a:cubicBezTo>
                      <a:pt x="72" y="66"/>
                      <a:pt x="73" y="66"/>
                      <a:pt x="73" y="66"/>
                    </a:cubicBezTo>
                    <a:cubicBezTo>
                      <a:pt x="73" y="66"/>
                      <a:pt x="73" y="66"/>
                      <a:pt x="73" y="66"/>
                    </a:cubicBezTo>
                    <a:cubicBezTo>
                      <a:pt x="73" y="65"/>
                      <a:pt x="73" y="65"/>
                      <a:pt x="74" y="65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5" y="67"/>
                      <a:pt x="75" y="67"/>
                    </a:cubicBezTo>
                    <a:cubicBezTo>
                      <a:pt x="75" y="65"/>
                      <a:pt x="76" y="66"/>
                      <a:pt x="76" y="64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7" y="64"/>
                      <a:pt x="77" y="64"/>
                      <a:pt x="77" y="64"/>
                    </a:cubicBezTo>
                    <a:cubicBezTo>
                      <a:pt x="77" y="66"/>
                      <a:pt x="77" y="66"/>
                      <a:pt x="77" y="66"/>
                    </a:cubicBezTo>
                    <a:cubicBezTo>
                      <a:pt x="78" y="67"/>
                      <a:pt x="77" y="64"/>
                      <a:pt x="77" y="63"/>
                    </a:cubicBezTo>
                    <a:cubicBezTo>
                      <a:pt x="77" y="62"/>
                      <a:pt x="78" y="64"/>
                      <a:pt x="78" y="64"/>
                    </a:cubicBezTo>
                    <a:cubicBezTo>
                      <a:pt x="78" y="65"/>
                      <a:pt x="78" y="64"/>
                      <a:pt x="77" y="64"/>
                    </a:cubicBezTo>
                    <a:cubicBezTo>
                      <a:pt x="77" y="66"/>
                      <a:pt x="78" y="65"/>
                      <a:pt x="78" y="66"/>
                    </a:cubicBezTo>
                    <a:cubicBezTo>
                      <a:pt x="78" y="66"/>
                      <a:pt x="78" y="64"/>
                      <a:pt x="78" y="64"/>
                    </a:cubicBezTo>
                    <a:cubicBezTo>
                      <a:pt x="79" y="64"/>
                      <a:pt x="79" y="64"/>
                      <a:pt x="80" y="65"/>
                    </a:cubicBezTo>
                    <a:cubicBezTo>
                      <a:pt x="80" y="64"/>
                      <a:pt x="80" y="65"/>
                      <a:pt x="80" y="64"/>
                    </a:cubicBezTo>
                    <a:cubicBezTo>
                      <a:pt x="80" y="64"/>
                      <a:pt x="79" y="63"/>
                      <a:pt x="79" y="62"/>
                    </a:cubicBezTo>
                    <a:cubicBezTo>
                      <a:pt x="79" y="62"/>
                      <a:pt x="80" y="61"/>
                      <a:pt x="80" y="62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80" y="62"/>
                      <a:pt x="81" y="62"/>
                      <a:pt x="80" y="61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62"/>
                      <a:pt x="81" y="62"/>
                      <a:pt x="82" y="61"/>
                    </a:cubicBezTo>
                    <a:cubicBezTo>
                      <a:pt x="82" y="63"/>
                      <a:pt x="82" y="65"/>
                      <a:pt x="83" y="65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4" y="63"/>
                      <a:pt x="84" y="64"/>
                      <a:pt x="84" y="65"/>
                    </a:cubicBezTo>
                    <a:cubicBezTo>
                      <a:pt x="85" y="65"/>
                      <a:pt x="84" y="60"/>
                      <a:pt x="85" y="61"/>
                    </a:cubicBezTo>
                    <a:cubicBezTo>
                      <a:pt x="85" y="63"/>
                      <a:pt x="86" y="63"/>
                      <a:pt x="86" y="64"/>
                    </a:cubicBezTo>
                    <a:cubicBezTo>
                      <a:pt x="86" y="63"/>
                      <a:pt x="86" y="63"/>
                      <a:pt x="86" y="62"/>
                    </a:cubicBezTo>
                    <a:cubicBezTo>
                      <a:pt x="86" y="62"/>
                      <a:pt x="86" y="64"/>
                      <a:pt x="86" y="63"/>
                    </a:cubicBezTo>
                    <a:cubicBezTo>
                      <a:pt x="85" y="61"/>
                      <a:pt x="86" y="62"/>
                      <a:pt x="86" y="61"/>
                    </a:cubicBezTo>
                    <a:cubicBezTo>
                      <a:pt x="88" y="65"/>
                      <a:pt x="89" y="62"/>
                      <a:pt x="91" y="64"/>
                    </a:cubicBezTo>
                    <a:cubicBezTo>
                      <a:pt x="90" y="61"/>
                      <a:pt x="91" y="63"/>
                      <a:pt x="91" y="62"/>
                    </a:cubicBezTo>
                    <a:cubicBezTo>
                      <a:pt x="92" y="64"/>
                      <a:pt x="92" y="61"/>
                      <a:pt x="93" y="63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93" y="61"/>
                      <a:pt x="92" y="56"/>
                      <a:pt x="94" y="59"/>
                    </a:cubicBezTo>
                    <a:cubicBezTo>
                      <a:pt x="94" y="60"/>
                      <a:pt x="94" y="61"/>
                      <a:pt x="94" y="61"/>
                    </a:cubicBezTo>
                    <a:cubicBezTo>
                      <a:pt x="95" y="64"/>
                      <a:pt x="95" y="59"/>
                      <a:pt x="96" y="62"/>
                    </a:cubicBezTo>
                    <a:cubicBezTo>
                      <a:pt x="96" y="61"/>
                      <a:pt x="95" y="59"/>
                      <a:pt x="96" y="58"/>
                    </a:cubicBezTo>
                    <a:cubicBezTo>
                      <a:pt x="96" y="59"/>
                      <a:pt x="98" y="60"/>
                      <a:pt x="98" y="60"/>
                    </a:cubicBezTo>
                    <a:cubicBezTo>
                      <a:pt x="98" y="60"/>
                      <a:pt x="98" y="59"/>
                      <a:pt x="98" y="60"/>
                    </a:cubicBezTo>
                    <a:cubicBezTo>
                      <a:pt x="99" y="61"/>
                      <a:pt x="98" y="61"/>
                      <a:pt x="98" y="61"/>
                    </a:cubicBezTo>
                    <a:cubicBezTo>
                      <a:pt x="99" y="62"/>
                      <a:pt x="99" y="60"/>
                      <a:pt x="100" y="59"/>
                    </a:cubicBezTo>
                    <a:cubicBezTo>
                      <a:pt x="101" y="61"/>
                      <a:pt x="101" y="60"/>
                      <a:pt x="102" y="61"/>
                    </a:cubicBezTo>
                    <a:cubicBezTo>
                      <a:pt x="102" y="58"/>
                      <a:pt x="104" y="61"/>
                      <a:pt x="103" y="58"/>
                    </a:cubicBezTo>
                    <a:cubicBezTo>
                      <a:pt x="103" y="59"/>
                      <a:pt x="103" y="59"/>
                      <a:pt x="103" y="59"/>
                    </a:cubicBezTo>
                    <a:cubicBezTo>
                      <a:pt x="104" y="58"/>
                      <a:pt x="103" y="56"/>
                      <a:pt x="104" y="56"/>
                    </a:cubicBezTo>
                    <a:cubicBezTo>
                      <a:pt x="104" y="58"/>
                      <a:pt x="104" y="58"/>
                      <a:pt x="104" y="58"/>
                    </a:cubicBezTo>
                    <a:cubicBezTo>
                      <a:pt x="105" y="61"/>
                      <a:pt x="105" y="58"/>
                      <a:pt x="105" y="59"/>
                    </a:cubicBezTo>
                    <a:cubicBezTo>
                      <a:pt x="105" y="58"/>
                      <a:pt x="106" y="59"/>
                      <a:pt x="106" y="58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107" y="55"/>
                      <a:pt x="107" y="58"/>
                      <a:pt x="107" y="58"/>
                    </a:cubicBezTo>
                    <a:cubicBezTo>
                      <a:pt x="107" y="59"/>
                      <a:pt x="108" y="58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9" y="57"/>
                    </a:cubicBezTo>
                    <a:cubicBezTo>
                      <a:pt x="109" y="57"/>
                      <a:pt x="109" y="57"/>
                      <a:pt x="109" y="57"/>
                    </a:cubicBezTo>
                    <a:cubicBezTo>
                      <a:pt x="109" y="57"/>
                      <a:pt x="109" y="57"/>
                      <a:pt x="109" y="58"/>
                    </a:cubicBezTo>
                    <a:cubicBezTo>
                      <a:pt x="109" y="59"/>
                      <a:pt x="109" y="59"/>
                      <a:pt x="109" y="59"/>
                    </a:cubicBezTo>
                    <a:cubicBezTo>
                      <a:pt x="110" y="59"/>
                      <a:pt x="110" y="57"/>
                      <a:pt x="110" y="57"/>
                    </a:cubicBezTo>
                    <a:cubicBezTo>
                      <a:pt x="111" y="58"/>
                      <a:pt x="113" y="56"/>
                      <a:pt x="113" y="55"/>
                    </a:cubicBezTo>
                    <a:cubicBezTo>
                      <a:pt x="113" y="55"/>
                      <a:pt x="113" y="56"/>
                      <a:pt x="113" y="55"/>
                    </a:cubicBezTo>
                    <a:cubicBezTo>
                      <a:pt x="114" y="55"/>
                      <a:pt x="114" y="53"/>
                      <a:pt x="114" y="54"/>
                    </a:cubicBezTo>
                    <a:cubicBezTo>
                      <a:pt x="114" y="54"/>
                      <a:pt x="115" y="55"/>
                      <a:pt x="115" y="55"/>
                    </a:cubicBezTo>
                    <a:cubicBezTo>
                      <a:pt x="115" y="56"/>
                      <a:pt x="115" y="54"/>
                      <a:pt x="115" y="54"/>
                    </a:cubicBezTo>
                    <a:cubicBezTo>
                      <a:pt x="116" y="56"/>
                      <a:pt x="116" y="52"/>
                      <a:pt x="118" y="53"/>
                    </a:cubicBezTo>
                    <a:cubicBezTo>
                      <a:pt x="118" y="53"/>
                      <a:pt x="118" y="54"/>
                      <a:pt x="118" y="55"/>
                    </a:cubicBezTo>
                    <a:cubicBezTo>
                      <a:pt x="119" y="54"/>
                      <a:pt x="119" y="53"/>
                      <a:pt x="120" y="51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52"/>
                      <a:pt x="121" y="52"/>
                      <a:pt x="121" y="51"/>
                    </a:cubicBezTo>
                    <a:cubicBezTo>
                      <a:pt x="120" y="50"/>
                      <a:pt x="120" y="48"/>
                      <a:pt x="121" y="49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22" y="48"/>
                      <a:pt x="122" y="48"/>
                      <a:pt x="122" y="48"/>
                    </a:cubicBezTo>
                    <a:cubicBezTo>
                      <a:pt x="122" y="48"/>
                      <a:pt x="122" y="48"/>
                      <a:pt x="122" y="49"/>
                    </a:cubicBezTo>
                    <a:cubicBezTo>
                      <a:pt x="123" y="51"/>
                      <a:pt x="124" y="50"/>
                      <a:pt x="124" y="50"/>
                    </a:cubicBezTo>
                    <a:cubicBezTo>
                      <a:pt x="124" y="49"/>
                      <a:pt x="124" y="49"/>
                      <a:pt x="124" y="49"/>
                    </a:cubicBezTo>
                    <a:cubicBezTo>
                      <a:pt x="124" y="48"/>
                      <a:pt x="125" y="50"/>
                      <a:pt x="125" y="5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25" y="45"/>
                      <a:pt x="126" y="47"/>
                      <a:pt x="126" y="48"/>
                    </a:cubicBezTo>
                    <a:cubicBezTo>
                      <a:pt x="127" y="47"/>
                      <a:pt x="126" y="44"/>
                      <a:pt x="126" y="42"/>
                    </a:cubicBezTo>
                    <a:cubicBezTo>
                      <a:pt x="127" y="43"/>
                      <a:pt x="127" y="41"/>
                      <a:pt x="127" y="41"/>
                    </a:cubicBezTo>
                    <a:cubicBezTo>
                      <a:pt x="128" y="42"/>
                      <a:pt x="127" y="41"/>
                      <a:pt x="127" y="42"/>
                    </a:cubicBezTo>
                    <a:cubicBezTo>
                      <a:pt x="128" y="43"/>
                      <a:pt x="128" y="43"/>
                      <a:pt x="128" y="43"/>
                    </a:cubicBezTo>
                    <a:cubicBezTo>
                      <a:pt x="128" y="44"/>
                      <a:pt x="129" y="46"/>
                      <a:pt x="129" y="47"/>
                    </a:cubicBezTo>
                    <a:cubicBezTo>
                      <a:pt x="129" y="46"/>
                      <a:pt x="131" y="46"/>
                      <a:pt x="132" y="46"/>
                    </a:cubicBezTo>
                    <a:cubicBezTo>
                      <a:pt x="130" y="44"/>
                      <a:pt x="132" y="45"/>
                      <a:pt x="132" y="42"/>
                    </a:cubicBezTo>
                    <a:cubicBezTo>
                      <a:pt x="132" y="41"/>
                      <a:pt x="133" y="44"/>
                      <a:pt x="133" y="44"/>
                    </a:cubicBezTo>
                    <a:cubicBezTo>
                      <a:pt x="134" y="43"/>
                      <a:pt x="135" y="44"/>
                      <a:pt x="136" y="43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36" y="42"/>
                      <a:pt x="138" y="43"/>
                      <a:pt x="138" y="40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139" y="42"/>
                      <a:pt x="137" y="39"/>
                      <a:pt x="139" y="40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9" y="40"/>
                      <a:pt x="140" y="42"/>
                      <a:pt x="140" y="39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41" y="40"/>
                      <a:pt x="142" y="40"/>
                      <a:pt x="142" y="38"/>
                    </a:cubicBezTo>
                    <a:cubicBezTo>
                      <a:pt x="142" y="40"/>
                      <a:pt x="142" y="40"/>
                      <a:pt x="142" y="40"/>
                    </a:cubicBezTo>
                    <a:cubicBezTo>
                      <a:pt x="143" y="41"/>
                      <a:pt x="142" y="38"/>
                      <a:pt x="143" y="38"/>
                    </a:cubicBezTo>
                    <a:cubicBezTo>
                      <a:pt x="143" y="38"/>
                      <a:pt x="144" y="39"/>
                      <a:pt x="144" y="39"/>
                    </a:cubicBezTo>
                    <a:cubicBezTo>
                      <a:pt x="143" y="38"/>
                      <a:pt x="144" y="38"/>
                      <a:pt x="144" y="37"/>
                    </a:cubicBezTo>
                    <a:cubicBezTo>
                      <a:pt x="146" y="39"/>
                      <a:pt x="146" y="39"/>
                      <a:pt x="146" y="39"/>
                    </a:cubicBezTo>
                    <a:cubicBezTo>
                      <a:pt x="149" y="37"/>
                      <a:pt x="152" y="36"/>
                      <a:pt x="154" y="33"/>
                    </a:cubicBezTo>
                    <a:cubicBezTo>
                      <a:pt x="156" y="35"/>
                      <a:pt x="154" y="35"/>
                      <a:pt x="155" y="36"/>
                    </a:cubicBezTo>
                    <a:cubicBezTo>
                      <a:pt x="154" y="34"/>
                      <a:pt x="155" y="35"/>
                      <a:pt x="156" y="34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4"/>
                      <a:pt x="157" y="35"/>
                      <a:pt x="157" y="34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2"/>
                      <a:pt x="159" y="36"/>
                      <a:pt x="158" y="33"/>
                    </a:cubicBezTo>
                    <a:cubicBezTo>
                      <a:pt x="159" y="34"/>
                      <a:pt x="159" y="34"/>
                      <a:pt x="159" y="34"/>
                    </a:cubicBezTo>
                    <a:cubicBezTo>
                      <a:pt x="158" y="32"/>
                      <a:pt x="160" y="35"/>
                      <a:pt x="160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61" y="34"/>
                      <a:pt x="160" y="30"/>
                      <a:pt x="161" y="32"/>
                    </a:cubicBezTo>
                    <a:cubicBezTo>
                      <a:pt x="162" y="31"/>
                      <a:pt x="162" y="30"/>
                      <a:pt x="161" y="28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64" y="28"/>
                      <a:pt x="167" y="27"/>
                      <a:pt x="167" y="24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167" y="22"/>
                      <a:pt x="171" y="25"/>
                      <a:pt x="170" y="21"/>
                    </a:cubicBezTo>
                    <a:cubicBezTo>
                      <a:pt x="169" y="19"/>
                      <a:pt x="169" y="19"/>
                      <a:pt x="169" y="19"/>
                    </a:cubicBezTo>
                    <a:cubicBezTo>
                      <a:pt x="171" y="21"/>
                      <a:pt x="171" y="21"/>
                      <a:pt x="171" y="21"/>
                    </a:cubicBezTo>
                    <a:cubicBezTo>
                      <a:pt x="170" y="20"/>
                      <a:pt x="172" y="20"/>
                      <a:pt x="171" y="19"/>
                    </a:cubicBezTo>
                    <a:cubicBezTo>
                      <a:pt x="171" y="19"/>
                      <a:pt x="171" y="19"/>
                      <a:pt x="172" y="20"/>
                    </a:cubicBezTo>
                    <a:cubicBezTo>
                      <a:pt x="172" y="20"/>
                      <a:pt x="171" y="17"/>
                      <a:pt x="172" y="17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7" y="19"/>
                      <a:pt x="182" y="18"/>
                      <a:pt x="181" y="13"/>
                    </a:cubicBezTo>
                    <a:cubicBezTo>
                      <a:pt x="181" y="12"/>
                      <a:pt x="183" y="14"/>
                      <a:pt x="183" y="14"/>
                    </a:cubicBezTo>
                    <a:cubicBezTo>
                      <a:pt x="182" y="10"/>
                      <a:pt x="188" y="11"/>
                      <a:pt x="186" y="6"/>
                    </a:cubicBezTo>
                    <a:cubicBezTo>
                      <a:pt x="186" y="4"/>
                      <a:pt x="182" y="0"/>
                      <a:pt x="182" y="0"/>
                    </a:cubicBezTo>
                    <a:cubicBezTo>
                      <a:pt x="180" y="4"/>
                      <a:pt x="176" y="5"/>
                      <a:pt x="171" y="6"/>
                    </a:cubicBezTo>
                    <a:cubicBezTo>
                      <a:pt x="171" y="7"/>
                      <a:pt x="170" y="9"/>
                      <a:pt x="169" y="9"/>
                    </a:cubicBezTo>
                    <a:cubicBezTo>
                      <a:pt x="165" y="12"/>
                      <a:pt x="158" y="11"/>
                      <a:pt x="154" y="16"/>
                    </a:cubicBezTo>
                    <a:cubicBezTo>
                      <a:pt x="155" y="16"/>
                      <a:pt x="155" y="18"/>
                      <a:pt x="155" y="18"/>
                    </a:cubicBezTo>
                    <a:cubicBezTo>
                      <a:pt x="155" y="18"/>
                      <a:pt x="155" y="18"/>
                      <a:pt x="155" y="18"/>
                    </a:cubicBezTo>
                    <a:cubicBezTo>
                      <a:pt x="155" y="19"/>
                      <a:pt x="155" y="19"/>
                      <a:pt x="155" y="19"/>
                    </a:cubicBezTo>
                    <a:cubicBezTo>
                      <a:pt x="155" y="19"/>
                      <a:pt x="154" y="18"/>
                      <a:pt x="154" y="17"/>
                    </a:cubicBezTo>
                    <a:cubicBezTo>
                      <a:pt x="153" y="19"/>
                      <a:pt x="151" y="20"/>
                      <a:pt x="149" y="20"/>
                    </a:cubicBezTo>
                    <a:cubicBezTo>
                      <a:pt x="150" y="22"/>
                      <a:pt x="148" y="21"/>
                      <a:pt x="149" y="23"/>
                    </a:cubicBezTo>
                    <a:cubicBezTo>
                      <a:pt x="148" y="22"/>
                      <a:pt x="148" y="22"/>
                      <a:pt x="148" y="22"/>
                    </a:cubicBezTo>
                    <a:cubicBezTo>
                      <a:pt x="147" y="24"/>
                      <a:pt x="147" y="24"/>
                      <a:pt x="145" y="22"/>
                    </a:cubicBezTo>
                    <a:cubicBezTo>
                      <a:pt x="139" y="23"/>
                      <a:pt x="134" y="27"/>
                      <a:pt x="128" y="28"/>
                    </a:cubicBezTo>
                    <a:cubicBezTo>
                      <a:pt x="123" y="30"/>
                      <a:pt x="118" y="35"/>
                      <a:pt x="112" y="37"/>
                    </a:cubicBezTo>
                    <a:cubicBezTo>
                      <a:pt x="112" y="40"/>
                      <a:pt x="110" y="39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3"/>
                      <a:pt x="109" y="41"/>
                      <a:pt x="107" y="40"/>
                    </a:cubicBezTo>
                    <a:cubicBezTo>
                      <a:pt x="107" y="42"/>
                      <a:pt x="107" y="41"/>
                      <a:pt x="107" y="43"/>
                    </a:cubicBezTo>
                    <a:cubicBezTo>
                      <a:pt x="107" y="45"/>
                      <a:pt x="106" y="40"/>
                      <a:pt x="106" y="41"/>
                    </a:cubicBezTo>
                    <a:cubicBezTo>
                      <a:pt x="105" y="41"/>
                      <a:pt x="106" y="42"/>
                      <a:pt x="106" y="42"/>
                    </a:cubicBezTo>
                    <a:cubicBezTo>
                      <a:pt x="105" y="45"/>
                      <a:pt x="106" y="41"/>
                      <a:pt x="103" y="39"/>
                    </a:cubicBezTo>
                    <a:cubicBezTo>
                      <a:pt x="101" y="41"/>
                      <a:pt x="98" y="44"/>
                      <a:pt x="95" y="43"/>
                    </a:cubicBezTo>
                    <a:cubicBezTo>
                      <a:pt x="95" y="43"/>
                      <a:pt x="96" y="44"/>
                      <a:pt x="96" y="44"/>
                    </a:cubicBezTo>
                    <a:cubicBezTo>
                      <a:pt x="95" y="41"/>
                      <a:pt x="95" y="46"/>
                      <a:pt x="94" y="44"/>
                    </a:cubicBezTo>
                    <a:cubicBezTo>
                      <a:pt x="94" y="44"/>
                      <a:pt x="94" y="43"/>
                      <a:pt x="94" y="43"/>
                    </a:cubicBezTo>
                    <a:cubicBezTo>
                      <a:pt x="93" y="42"/>
                      <a:pt x="92" y="44"/>
                      <a:pt x="91" y="43"/>
                    </a:cubicBezTo>
                    <a:cubicBezTo>
                      <a:pt x="90" y="45"/>
                      <a:pt x="88" y="42"/>
                      <a:pt x="88" y="44"/>
                    </a:cubicBezTo>
                    <a:cubicBezTo>
                      <a:pt x="88" y="43"/>
                      <a:pt x="87" y="43"/>
                      <a:pt x="87" y="43"/>
                    </a:cubicBezTo>
                    <a:cubicBezTo>
                      <a:pt x="87" y="47"/>
                      <a:pt x="84" y="42"/>
                      <a:pt x="84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1" y="45"/>
                      <a:pt x="77" y="45"/>
                      <a:pt x="75" y="47"/>
                    </a:cubicBezTo>
                    <a:cubicBezTo>
                      <a:pt x="73" y="47"/>
                      <a:pt x="70" y="44"/>
                      <a:pt x="69" y="46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68" y="48"/>
                      <a:pt x="69" y="47"/>
                      <a:pt x="68" y="46"/>
                    </a:cubicBezTo>
                    <a:cubicBezTo>
                      <a:pt x="68" y="48"/>
                      <a:pt x="66" y="47"/>
                      <a:pt x="65" y="47"/>
                    </a:cubicBezTo>
                    <a:cubicBezTo>
                      <a:pt x="65" y="47"/>
                      <a:pt x="65" y="48"/>
                      <a:pt x="65" y="49"/>
                    </a:cubicBezTo>
                    <a:cubicBezTo>
                      <a:pt x="63" y="46"/>
                      <a:pt x="62" y="50"/>
                      <a:pt x="60" y="48"/>
                    </a:cubicBezTo>
                    <a:cubicBezTo>
                      <a:pt x="61" y="51"/>
                      <a:pt x="60" y="50"/>
                      <a:pt x="59" y="51"/>
                    </a:cubicBezTo>
                    <a:cubicBezTo>
                      <a:pt x="59" y="51"/>
                      <a:pt x="59" y="50"/>
                      <a:pt x="59" y="49"/>
                    </a:cubicBezTo>
                    <a:cubicBezTo>
                      <a:pt x="58" y="50"/>
                      <a:pt x="57" y="50"/>
                      <a:pt x="56" y="49"/>
                    </a:cubicBezTo>
                    <a:cubicBezTo>
                      <a:pt x="56" y="49"/>
                      <a:pt x="56" y="51"/>
                      <a:pt x="55" y="51"/>
                    </a:cubicBezTo>
                    <a:cubicBezTo>
                      <a:pt x="54" y="49"/>
                      <a:pt x="54" y="51"/>
                      <a:pt x="53" y="50"/>
                    </a:cubicBezTo>
                    <a:cubicBezTo>
                      <a:pt x="54" y="52"/>
                      <a:pt x="52" y="54"/>
                      <a:pt x="52" y="53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0" y="52"/>
                      <a:pt x="47" y="49"/>
                      <a:pt x="44" y="52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2" y="53"/>
                      <a:pt x="39" y="51"/>
                      <a:pt x="37" y="54"/>
                    </a:cubicBezTo>
                    <a:cubicBezTo>
                      <a:pt x="36" y="53"/>
                      <a:pt x="35" y="52"/>
                      <a:pt x="35" y="52"/>
                    </a:cubicBezTo>
                    <a:cubicBezTo>
                      <a:pt x="34" y="53"/>
                      <a:pt x="33" y="53"/>
                      <a:pt x="32" y="55"/>
                    </a:cubicBezTo>
                    <a:cubicBezTo>
                      <a:pt x="32" y="56"/>
                      <a:pt x="32" y="54"/>
                      <a:pt x="32" y="54"/>
                    </a:cubicBezTo>
                    <a:cubicBezTo>
                      <a:pt x="31" y="53"/>
                      <a:pt x="30" y="51"/>
                      <a:pt x="29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8" y="53"/>
                      <a:pt x="27" y="55"/>
                      <a:pt x="26" y="53"/>
                    </a:cubicBezTo>
                    <a:cubicBezTo>
                      <a:pt x="25" y="54"/>
                      <a:pt x="24" y="55"/>
                      <a:pt x="25" y="56"/>
                    </a:cubicBezTo>
                    <a:cubicBezTo>
                      <a:pt x="24" y="56"/>
                      <a:pt x="25" y="54"/>
                      <a:pt x="24" y="55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3" y="52"/>
                      <a:pt x="21" y="53"/>
                      <a:pt x="19" y="53"/>
                    </a:cubicBezTo>
                    <a:cubicBezTo>
                      <a:pt x="19" y="51"/>
                      <a:pt x="17" y="53"/>
                      <a:pt x="16" y="51"/>
                    </a:cubicBezTo>
                    <a:cubicBezTo>
                      <a:pt x="15" y="52"/>
                      <a:pt x="15" y="50"/>
                      <a:pt x="13" y="53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3" y="51"/>
                      <a:pt x="12" y="51"/>
                      <a:pt x="11" y="49"/>
                    </a:cubicBezTo>
                    <a:cubicBezTo>
                      <a:pt x="11" y="49"/>
                      <a:pt x="10" y="50"/>
                      <a:pt x="9" y="5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9" y="50"/>
                      <a:pt x="7" y="51"/>
                      <a:pt x="6" y="52"/>
                    </a:cubicBezTo>
                    <a:cubicBezTo>
                      <a:pt x="6" y="51"/>
                      <a:pt x="6" y="52"/>
                      <a:pt x="6" y="51"/>
                    </a:cubicBezTo>
                    <a:cubicBezTo>
                      <a:pt x="7" y="51"/>
                      <a:pt x="8" y="50"/>
                      <a:pt x="9" y="48"/>
                    </a:cubicBezTo>
                    <a:cubicBezTo>
                      <a:pt x="9" y="48"/>
                      <a:pt x="6" y="50"/>
                      <a:pt x="7" y="48"/>
                    </a:cubicBezTo>
                    <a:cubicBezTo>
                      <a:pt x="7" y="47"/>
                      <a:pt x="7" y="47"/>
                      <a:pt x="5" y="49"/>
                    </a:cubicBezTo>
                    <a:cubicBezTo>
                      <a:pt x="6" y="48"/>
                      <a:pt x="6" y="48"/>
                      <a:pt x="7" y="47"/>
                    </a:cubicBezTo>
                    <a:cubicBezTo>
                      <a:pt x="6" y="47"/>
                      <a:pt x="6" y="47"/>
                      <a:pt x="5" y="47"/>
                    </a:cubicBezTo>
                    <a:cubicBezTo>
                      <a:pt x="6" y="47"/>
                      <a:pt x="5" y="47"/>
                      <a:pt x="5" y="48"/>
                    </a:cubicBezTo>
                    <a:cubicBezTo>
                      <a:pt x="4" y="48"/>
                      <a:pt x="4" y="48"/>
                      <a:pt x="2" y="49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2" y="50"/>
                      <a:pt x="1" y="50"/>
                      <a:pt x="2" y="49"/>
                    </a:cubicBezTo>
                    <a:cubicBezTo>
                      <a:pt x="3" y="48"/>
                      <a:pt x="4" y="48"/>
                      <a:pt x="5" y="4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8"/>
                      <a:pt x="2" y="49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1"/>
                      <a:pt x="1" y="52"/>
                      <a:pt x="2" y="52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4" y="51"/>
                      <a:pt x="5" y="50"/>
                      <a:pt x="5" y="52"/>
                    </a:cubicBezTo>
                    <a:cubicBezTo>
                      <a:pt x="4" y="52"/>
                      <a:pt x="4" y="53"/>
                      <a:pt x="3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5" y="52"/>
                      <a:pt x="4" y="55"/>
                      <a:pt x="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5" name="Freeform 243"/>
              <p:cNvSpPr/>
              <p:nvPr>
                <p:custDataLst>
                  <p:tags r:id="rId88"/>
                </p:custDataLst>
              </p:nvPr>
            </p:nvSpPr>
            <p:spPr bwMode="auto">
              <a:xfrm>
                <a:off x="4005" y="2851"/>
                <a:ext cx="2" cy="5"/>
              </a:xfrm>
              <a:custGeom>
                <a:avLst/>
                <a:gdLst>
                  <a:gd name="T0" fmla="*/ 2 w 2"/>
                  <a:gd name="T1" fmla="*/ 5 h 5"/>
                  <a:gd name="T2" fmla="*/ 2 w 2"/>
                  <a:gd name="T3" fmla="*/ 5 h 5"/>
                  <a:gd name="T4" fmla="*/ 0 w 2"/>
                  <a:gd name="T5" fmla="*/ 0 h 5"/>
                  <a:gd name="T6" fmla="*/ 2 w 2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5"/>
                    </a:moveTo>
                    <a:lnTo>
                      <a:pt x="2" y="5"/>
                    </a:lnTo>
                    <a:lnTo>
                      <a:pt x="0" y="0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6" name="Freeform 244"/>
              <p:cNvSpPr/>
              <p:nvPr>
                <p:custDataLst>
                  <p:tags r:id="rId89"/>
                </p:custDataLst>
              </p:nvPr>
            </p:nvSpPr>
            <p:spPr bwMode="auto">
              <a:xfrm>
                <a:off x="3980" y="2866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7" name="Freeform 245"/>
              <p:cNvSpPr/>
              <p:nvPr>
                <p:custDataLst>
                  <p:tags r:id="rId90"/>
                </p:custDataLst>
              </p:nvPr>
            </p:nvSpPr>
            <p:spPr bwMode="auto">
              <a:xfrm>
                <a:off x="3982" y="286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8" name="Freeform 246"/>
              <p:cNvSpPr/>
              <p:nvPr>
                <p:custDataLst>
                  <p:tags r:id="rId91"/>
                </p:custDataLst>
              </p:nvPr>
            </p:nvSpPr>
            <p:spPr bwMode="auto">
              <a:xfrm>
                <a:off x="3748" y="2898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9" name="Freeform 247"/>
              <p:cNvSpPr/>
              <p:nvPr>
                <p:custDataLst>
                  <p:tags r:id="rId92"/>
                </p:custDataLst>
              </p:nvPr>
            </p:nvSpPr>
            <p:spPr bwMode="auto">
              <a:xfrm>
                <a:off x="3980" y="2875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1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0" name="Freeform 248"/>
              <p:cNvSpPr/>
              <p:nvPr>
                <p:custDataLst>
                  <p:tags r:id="rId93"/>
                </p:custDataLst>
              </p:nvPr>
            </p:nvSpPr>
            <p:spPr bwMode="auto">
              <a:xfrm>
                <a:off x="3757" y="2909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1" name="Freeform 249"/>
              <p:cNvSpPr/>
              <p:nvPr>
                <p:custDataLst>
                  <p:tags r:id="rId94"/>
                </p:custDataLst>
              </p:nvPr>
            </p:nvSpPr>
            <p:spPr bwMode="auto">
              <a:xfrm>
                <a:off x="3776" y="291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2" name="Freeform 250"/>
              <p:cNvSpPr/>
              <p:nvPr>
                <p:custDataLst>
                  <p:tags r:id="rId95"/>
                </p:custDataLst>
              </p:nvPr>
            </p:nvSpPr>
            <p:spPr bwMode="auto">
              <a:xfrm>
                <a:off x="3759" y="2904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3" name="Freeform 251"/>
              <p:cNvSpPr/>
              <p:nvPr>
                <p:custDataLst>
                  <p:tags r:id="rId96"/>
                </p:custDataLst>
              </p:nvPr>
            </p:nvSpPr>
            <p:spPr bwMode="auto">
              <a:xfrm>
                <a:off x="3893" y="3080"/>
                <a:ext cx="4" cy="9"/>
              </a:xfrm>
              <a:custGeom>
                <a:avLst/>
                <a:gdLst>
                  <a:gd name="T0" fmla="*/ 2 w 2"/>
                  <a:gd name="T1" fmla="*/ 0 h 4"/>
                  <a:gd name="T2" fmla="*/ 1 w 2"/>
                  <a:gd name="T3" fmla="*/ 1 h 4"/>
                  <a:gd name="T4" fmla="*/ 1 w 2"/>
                  <a:gd name="T5" fmla="*/ 2 h 4"/>
                  <a:gd name="T6" fmla="*/ 0 w 2"/>
                  <a:gd name="T7" fmla="*/ 4 h 4"/>
                  <a:gd name="T8" fmla="*/ 2 w 2"/>
                  <a:gd name="T9" fmla="*/ 1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" y="3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4" name="Freeform 252"/>
              <p:cNvSpPr/>
              <p:nvPr>
                <p:custDataLst>
                  <p:tags r:id="rId97"/>
                </p:custDataLst>
              </p:nvPr>
            </p:nvSpPr>
            <p:spPr bwMode="auto">
              <a:xfrm>
                <a:off x="3786" y="291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5" name="Freeform 253"/>
              <p:cNvSpPr/>
              <p:nvPr>
                <p:custDataLst>
                  <p:tags r:id="rId98"/>
                </p:custDataLst>
              </p:nvPr>
            </p:nvSpPr>
            <p:spPr bwMode="auto">
              <a:xfrm>
                <a:off x="3952" y="306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6" name="Freeform 254"/>
              <p:cNvSpPr>
                <a:spLocks noEditPoint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3895" y="3015"/>
                <a:ext cx="152" cy="95"/>
              </a:xfrm>
              <a:custGeom>
                <a:avLst/>
                <a:gdLst>
                  <a:gd name="T0" fmla="*/ 54 w 72"/>
                  <a:gd name="T1" fmla="*/ 4 h 45"/>
                  <a:gd name="T2" fmla="*/ 55 w 72"/>
                  <a:gd name="T3" fmla="*/ 8 h 45"/>
                  <a:gd name="T4" fmla="*/ 44 w 72"/>
                  <a:gd name="T5" fmla="*/ 20 h 45"/>
                  <a:gd name="T6" fmla="*/ 38 w 72"/>
                  <a:gd name="T7" fmla="*/ 21 h 45"/>
                  <a:gd name="T8" fmla="*/ 35 w 72"/>
                  <a:gd name="T9" fmla="*/ 21 h 45"/>
                  <a:gd name="T10" fmla="*/ 30 w 72"/>
                  <a:gd name="T11" fmla="*/ 22 h 45"/>
                  <a:gd name="T12" fmla="*/ 27 w 72"/>
                  <a:gd name="T13" fmla="*/ 22 h 45"/>
                  <a:gd name="T14" fmla="*/ 21 w 72"/>
                  <a:gd name="T15" fmla="*/ 23 h 45"/>
                  <a:gd name="T16" fmla="*/ 16 w 72"/>
                  <a:gd name="T17" fmla="*/ 23 h 45"/>
                  <a:gd name="T18" fmla="*/ 11 w 72"/>
                  <a:gd name="T19" fmla="*/ 23 h 45"/>
                  <a:gd name="T20" fmla="*/ 9 w 72"/>
                  <a:gd name="T21" fmla="*/ 21 h 45"/>
                  <a:gd name="T22" fmla="*/ 8 w 72"/>
                  <a:gd name="T23" fmla="*/ 20 h 45"/>
                  <a:gd name="T24" fmla="*/ 7 w 72"/>
                  <a:gd name="T25" fmla="*/ 20 h 45"/>
                  <a:gd name="T26" fmla="*/ 4 w 72"/>
                  <a:gd name="T27" fmla="*/ 22 h 45"/>
                  <a:gd name="T28" fmla="*/ 2 w 72"/>
                  <a:gd name="T29" fmla="*/ 25 h 45"/>
                  <a:gd name="T30" fmla="*/ 2 w 72"/>
                  <a:gd name="T31" fmla="*/ 31 h 45"/>
                  <a:gd name="T32" fmla="*/ 8 w 72"/>
                  <a:gd name="T33" fmla="*/ 29 h 45"/>
                  <a:gd name="T34" fmla="*/ 4 w 72"/>
                  <a:gd name="T35" fmla="*/ 34 h 45"/>
                  <a:gd name="T36" fmla="*/ 3 w 72"/>
                  <a:gd name="T37" fmla="*/ 39 h 45"/>
                  <a:gd name="T38" fmla="*/ 8 w 72"/>
                  <a:gd name="T39" fmla="*/ 33 h 45"/>
                  <a:gd name="T40" fmla="*/ 6 w 72"/>
                  <a:gd name="T41" fmla="*/ 39 h 45"/>
                  <a:gd name="T42" fmla="*/ 7 w 72"/>
                  <a:gd name="T43" fmla="*/ 41 h 45"/>
                  <a:gd name="T44" fmla="*/ 8 w 72"/>
                  <a:gd name="T45" fmla="*/ 42 h 45"/>
                  <a:gd name="T46" fmla="*/ 9 w 72"/>
                  <a:gd name="T47" fmla="*/ 43 h 45"/>
                  <a:gd name="T48" fmla="*/ 12 w 72"/>
                  <a:gd name="T49" fmla="*/ 40 h 45"/>
                  <a:gd name="T50" fmla="*/ 13 w 72"/>
                  <a:gd name="T51" fmla="*/ 44 h 45"/>
                  <a:gd name="T52" fmla="*/ 15 w 72"/>
                  <a:gd name="T53" fmla="*/ 40 h 45"/>
                  <a:gd name="T54" fmla="*/ 16 w 72"/>
                  <a:gd name="T55" fmla="*/ 40 h 45"/>
                  <a:gd name="T56" fmla="*/ 17 w 72"/>
                  <a:gd name="T57" fmla="*/ 42 h 45"/>
                  <a:gd name="T58" fmla="*/ 23 w 72"/>
                  <a:gd name="T59" fmla="*/ 41 h 45"/>
                  <a:gd name="T60" fmla="*/ 24 w 72"/>
                  <a:gd name="T61" fmla="*/ 41 h 45"/>
                  <a:gd name="T62" fmla="*/ 28 w 72"/>
                  <a:gd name="T63" fmla="*/ 41 h 45"/>
                  <a:gd name="T64" fmla="*/ 31 w 72"/>
                  <a:gd name="T65" fmla="*/ 40 h 45"/>
                  <a:gd name="T66" fmla="*/ 33 w 72"/>
                  <a:gd name="T67" fmla="*/ 39 h 45"/>
                  <a:gd name="T68" fmla="*/ 34 w 72"/>
                  <a:gd name="T69" fmla="*/ 40 h 45"/>
                  <a:gd name="T70" fmla="*/ 34 w 72"/>
                  <a:gd name="T71" fmla="*/ 37 h 45"/>
                  <a:gd name="T72" fmla="*/ 37 w 72"/>
                  <a:gd name="T73" fmla="*/ 38 h 45"/>
                  <a:gd name="T74" fmla="*/ 41 w 72"/>
                  <a:gd name="T75" fmla="*/ 39 h 45"/>
                  <a:gd name="T76" fmla="*/ 43 w 72"/>
                  <a:gd name="T77" fmla="*/ 35 h 45"/>
                  <a:gd name="T78" fmla="*/ 46 w 72"/>
                  <a:gd name="T79" fmla="*/ 35 h 45"/>
                  <a:gd name="T80" fmla="*/ 47 w 72"/>
                  <a:gd name="T81" fmla="*/ 34 h 45"/>
                  <a:gd name="T82" fmla="*/ 49 w 72"/>
                  <a:gd name="T83" fmla="*/ 34 h 45"/>
                  <a:gd name="T84" fmla="*/ 50 w 72"/>
                  <a:gd name="T85" fmla="*/ 36 h 45"/>
                  <a:gd name="T86" fmla="*/ 51 w 72"/>
                  <a:gd name="T87" fmla="*/ 32 h 45"/>
                  <a:gd name="T88" fmla="*/ 52 w 72"/>
                  <a:gd name="T89" fmla="*/ 27 h 45"/>
                  <a:gd name="T90" fmla="*/ 54 w 72"/>
                  <a:gd name="T91" fmla="*/ 28 h 45"/>
                  <a:gd name="T92" fmla="*/ 54 w 72"/>
                  <a:gd name="T93" fmla="*/ 23 h 45"/>
                  <a:gd name="T94" fmla="*/ 58 w 72"/>
                  <a:gd name="T95" fmla="*/ 23 h 45"/>
                  <a:gd name="T96" fmla="*/ 59 w 72"/>
                  <a:gd name="T97" fmla="*/ 21 h 45"/>
                  <a:gd name="T98" fmla="*/ 61 w 72"/>
                  <a:gd name="T99" fmla="*/ 20 h 45"/>
                  <a:gd name="T100" fmla="*/ 65 w 72"/>
                  <a:gd name="T101" fmla="*/ 17 h 45"/>
                  <a:gd name="T102" fmla="*/ 65 w 72"/>
                  <a:gd name="T103" fmla="*/ 13 h 45"/>
                  <a:gd name="T104" fmla="*/ 67 w 72"/>
                  <a:gd name="T105" fmla="*/ 8 h 45"/>
                  <a:gd name="T106" fmla="*/ 61 w 72"/>
                  <a:gd name="T107" fmla="*/ 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" h="45">
                    <a:moveTo>
                      <a:pt x="68" y="4"/>
                    </a:moveTo>
                    <a:cubicBezTo>
                      <a:pt x="67" y="4"/>
                      <a:pt x="70" y="3"/>
                      <a:pt x="70" y="3"/>
                    </a:cubicBezTo>
                    <a:cubicBezTo>
                      <a:pt x="66" y="4"/>
                      <a:pt x="69" y="0"/>
                      <a:pt x="65" y="3"/>
                    </a:cubicBezTo>
                    <a:cubicBezTo>
                      <a:pt x="64" y="3"/>
                      <a:pt x="63" y="5"/>
                      <a:pt x="63" y="6"/>
                    </a:cubicBezTo>
                    <a:cubicBezTo>
                      <a:pt x="62" y="6"/>
                      <a:pt x="61" y="6"/>
                      <a:pt x="61" y="6"/>
                    </a:cubicBezTo>
                    <a:cubicBezTo>
                      <a:pt x="59" y="4"/>
                      <a:pt x="51" y="2"/>
                      <a:pt x="54" y="4"/>
                    </a:cubicBezTo>
                    <a:cubicBezTo>
                      <a:pt x="55" y="4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5" y="5"/>
                      <a:pt x="55" y="4"/>
                    </a:cubicBezTo>
                    <a:cubicBezTo>
                      <a:pt x="55" y="5"/>
                      <a:pt x="55" y="6"/>
                      <a:pt x="54" y="6"/>
                    </a:cubicBezTo>
                    <a:cubicBezTo>
                      <a:pt x="55" y="7"/>
                      <a:pt x="54" y="6"/>
                      <a:pt x="55" y="8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8"/>
                      <a:pt x="55" y="8"/>
                      <a:pt x="53" y="7"/>
                    </a:cubicBezTo>
                    <a:cubicBezTo>
                      <a:pt x="50" y="7"/>
                      <a:pt x="49" y="9"/>
                      <a:pt x="47" y="10"/>
                    </a:cubicBezTo>
                    <a:cubicBezTo>
                      <a:pt x="46" y="12"/>
                      <a:pt x="45" y="14"/>
                      <a:pt x="43" y="16"/>
                    </a:cubicBezTo>
                    <a:cubicBezTo>
                      <a:pt x="44" y="19"/>
                      <a:pt x="43" y="18"/>
                      <a:pt x="44" y="21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22"/>
                      <a:pt x="43" y="20"/>
                      <a:pt x="42" y="19"/>
                    </a:cubicBezTo>
                    <a:cubicBezTo>
                      <a:pt x="43" y="21"/>
                      <a:pt x="42" y="20"/>
                      <a:pt x="43" y="22"/>
                    </a:cubicBezTo>
                    <a:cubicBezTo>
                      <a:pt x="44" y="23"/>
                      <a:pt x="41" y="19"/>
                      <a:pt x="42" y="20"/>
                    </a:cubicBezTo>
                    <a:cubicBezTo>
                      <a:pt x="41" y="20"/>
                      <a:pt x="42" y="21"/>
                      <a:pt x="42" y="21"/>
                    </a:cubicBezTo>
                    <a:cubicBezTo>
                      <a:pt x="42" y="23"/>
                      <a:pt x="41" y="20"/>
                      <a:pt x="40" y="18"/>
                    </a:cubicBezTo>
                    <a:cubicBezTo>
                      <a:pt x="39" y="19"/>
                      <a:pt x="39" y="22"/>
                      <a:pt x="38" y="21"/>
                    </a:cubicBezTo>
                    <a:cubicBezTo>
                      <a:pt x="38" y="21"/>
                      <a:pt x="38" y="22"/>
                      <a:pt x="38" y="22"/>
                    </a:cubicBezTo>
                    <a:cubicBezTo>
                      <a:pt x="37" y="19"/>
                      <a:pt x="38" y="23"/>
                      <a:pt x="38" y="22"/>
                    </a:cubicBezTo>
                    <a:cubicBezTo>
                      <a:pt x="37" y="21"/>
                      <a:pt x="37" y="21"/>
                      <a:pt x="37" y="21"/>
                    </a:cubicBezTo>
                    <a:cubicBezTo>
                      <a:pt x="36" y="20"/>
                      <a:pt x="37" y="22"/>
                      <a:pt x="36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23"/>
                      <a:pt x="35" y="20"/>
                      <a:pt x="35" y="21"/>
                    </a:cubicBezTo>
                    <a:cubicBezTo>
                      <a:pt x="35" y="20"/>
                      <a:pt x="35" y="21"/>
                      <a:pt x="35" y="20"/>
                    </a:cubicBezTo>
                    <a:cubicBezTo>
                      <a:pt x="36" y="24"/>
                      <a:pt x="34" y="19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0"/>
                      <a:pt x="32" y="22"/>
                    </a:cubicBezTo>
                    <a:cubicBezTo>
                      <a:pt x="32" y="22"/>
                      <a:pt x="31" y="19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1"/>
                      <a:pt x="30" y="21"/>
                    </a:cubicBezTo>
                    <a:cubicBezTo>
                      <a:pt x="30" y="22"/>
                      <a:pt x="30" y="20"/>
                      <a:pt x="29" y="20"/>
                    </a:cubicBezTo>
                    <a:cubicBezTo>
                      <a:pt x="29" y="21"/>
                      <a:pt x="29" y="21"/>
                      <a:pt x="29" y="22"/>
                    </a:cubicBezTo>
                    <a:cubicBezTo>
                      <a:pt x="29" y="20"/>
                      <a:pt x="28" y="23"/>
                      <a:pt x="27" y="21"/>
                    </a:cubicBezTo>
                    <a:cubicBezTo>
                      <a:pt x="27" y="25"/>
                      <a:pt x="27" y="23"/>
                      <a:pt x="27" y="24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6" y="22"/>
                      <a:pt x="26" y="22"/>
                      <a:pt x="26" y="21"/>
                    </a:cubicBezTo>
                    <a:cubicBezTo>
                      <a:pt x="26" y="22"/>
                      <a:pt x="25" y="24"/>
                      <a:pt x="25" y="23"/>
                    </a:cubicBezTo>
                    <a:cubicBezTo>
                      <a:pt x="25" y="21"/>
                      <a:pt x="25" y="23"/>
                      <a:pt x="25" y="22"/>
                    </a:cubicBezTo>
                    <a:cubicBezTo>
                      <a:pt x="24" y="24"/>
                      <a:pt x="24" y="25"/>
                      <a:pt x="24" y="25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3"/>
                      <a:pt x="23" y="20"/>
                      <a:pt x="21" y="23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0" y="23"/>
                      <a:pt x="20" y="21"/>
                      <a:pt x="18" y="24"/>
                    </a:cubicBezTo>
                    <a:cubicBezTo>
                      <a:pt x="18" y="23"/>
                      <a:pt x="18" y="22"/>
                      <a:pt x="18" y="22"/>
                    </a:cubicBezTo>
                    <a:cubicBezTo>
                      <a:pt x="17" y="24"/>
                      <a:pt x="17" y="23"/>
                      <a:pt x="16" y="25"/>
                    </a:cubicBezTo>
                    <a:cubicBezTo>
                      <a:pt x="16" y="25"/>
                      <a:pt x="16" y="24"/>
                      <a:pt x="16" y="24"/>
                    </a:cubicBezTo>
                    <a:cubicBezTo>
                      <a:pt x="16" y="23"/>
                      <a:pt x="17" y="21"/>
                      <a:pt x="16" y="23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5" y="23"/>
                      <a:pt x="14" y="24"/>
                      <a:pt x="15" y="23"/>
                    </a:cubicBezTo>
                    <a:cubicBezTo>
                      <a:pt x="14" y="24"/>
                      <a:pt x="13" y="24"/>
                      <a:pt x="13" y="26"/>
                    </a:cubicBezTo>
                    <a:cubicBezTo>
                      <a:pt x="12" y="26"/>
                      <a:pt x="14" y="23"/>
                      <a:pt x="13" y="25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2"/>
                      <a:pt x="12" y="23"/>
                      <a:pt x="11" y="23"/>
                    </a:cubicBezTo>
                    <a:cubicBezTo>
                      <a:pt x="12" y="21"/>
                      <a:pt x="10" y="23"/>
                      <a:pt x="11" y="22"/>
                    </a:cubicBezTo>
                    <a:cubicBezTo>
                      <a:pt x="10" y="23"/>
                      <a:pt x="11" y="21"/>
                      <a:pt x="9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0"/>
                      <a:pt x="8" y="21"/>
                      <a:pt x="8" y="22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6" y="22"/>
                      <a:pt x="5" y="23"/>
                    </a:cubicBezTo>
                    <a:cubicBezTo>
                      <a:pt x="6" y="22"/>
                      <a:pt x="5" y="23"/>
                      <a:pt x="5" y="22"/>
                    </a:cubicBezTo>
                    <a:cubicBezTo>
                      <a:pt x="6" y="22"/>
                      <a:pt x="8" y="21"/>
                      <a:pt x="9" y="20"/>
                    </a:cubicBezTo>
                    <a:cubicBezTo>
                      <a:pt x="10" y="20"/>
                      <a:pt x="6" y="21"/>
                      <a:pt x="8" y="20"/>
                    </a:cubicBezTo>
                    <a:cubicBezTo>
                      <a:pt x="9" y="20"/>
                      <a:pt x="8" y="20"/>
                      <a:pt x="6" y="21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8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5" y="21"/>
                      <a:pt x="5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22"/>
                      <a:pt x="2" y="22"/>
                      <a:pt x="3" y="21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0"/>
                      <a:pt x="3" y="21"/>
                      <a:pt x="2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22"/>
                      <a:pt x="1" y="23"/>
                      <a:pt x="2" y="2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21"/>
                      <a:pt x="4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4" y="23"/>
                      <a:pt x="2" y="25"/>
                      <a:pt x="3" y="2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4" y="24"/>
                      <a:pt x="4" y="24"/>
                    </a:cubicBezTo>
                    <a:cubicBezTo>
                      <a:pt x="4" y="24"/>
                      <a:pt x="1" y="26"/>
                      <a:pt x="1" y="27"/>
                    </a:cubicBezTo>
                    <a:cubicBezTo>
                      <a:pt x="1" y="27"/>
                      <a:pt x="3" y="26"/>
                      <a:pt x="2" y="28"/>
                    </a:cubicBezTo>
                    <a:cubicBezTo>
                      <a:pt x="2" y="28"/>
                      <a:pt x="4" y="28"/>
                      <a:pt x="5" y="27"/>
                    </a:cubicBezTo>
                    <a:cubicBezTo>
                      <a:pt x="5" y="28"/>
                      <a:pt x="3" y="29"/>
                      <a:pt x="4" y="29"/>
                    </a:cubicBezTo>
                    <a:cubicBezTo>
                      <a:pt x="3" y="29"/>
                      <a:pt x="2" y="30"/>
                      <a:pt x="2" y="31"/>
                    </a:cubicBezTo>
                    <a:cubicBezTo>
                      <a:pt x="3" y="30"/>
                      <a:pt x="2" y="32"/>
                      <a:pt x="4" y="30"/>
                    </a:cubicBezTo>
                    <a:cubicBezTo>
                      <a:pt x="4" y="30"/>
                      <a:pt x="4" y="31"/>
                      <a:pt x="5" y="31"/>
                    </a:cubicBezTo>
                    <a:cubicBezTo>
                      <a:pt x="4" y="31"/>
                      <a:pt x="3" y="33"/>
                      <a:pt x="3" y="33"/>
                    </a:cubicBezTo>
                    <a:cubicBezTo>
                      <a:pt x="4" y="32"/>
                      <a:pt x="5" y="32"/>
                      <a:pt x="5" y="32"/>
                    </a:cubicBezTo>
                    <a:cubicBezTo>
                      <a:pt x="6" y="31"/>
                      <a:pt x="6" y="31"/>
                      <a:pt x="7" y="29"/>
                    </a:cubicBezTo>
                    <a:cubicBezTo>
                      <a:pt x="7" y="29"/>
                      <a:pt x="8" y="28"/>
                      <a:pt x="8" y="29"/>
                    </a:cubicBezTo>
                    <a:cubicBezTo>
                      <a:pt x="7" y="30"/>
                      <a:pt x="5" y="32"/>
                      <a:pt x="6" y="33"/>
                    </a:cubicBezTo>
                    <a:cubicBezTo>
                      <a:pt x="4" y="35"/>
                      <a:pt x="5" y="32"/>
                      <a:pt x="4" y="34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0" y="36"/>
                      <a:pt x="2" y="35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4" y="35"/>
                      <a:pt x="4" y="35"/>
                      <a:pt x="4" y="34"/>
                    </a:cubicBezTo>
                    <a:cubicBezTo>
                      <a:pt x="6" y="32"/>
                      <a:pt x="4" y="36"/>
                      <a:pt x="4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7"/>
                      <a:pt x="4" y="36"/>
                      <a:pt x="4" y="36"/>
                    </a:cubicBezTo>
                    <a:cubicBezTo>
                      <a:pt x="3" y="39"/>
                      <a:pt x="4" y="36"/>
                      <a:pt x="3" y="3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1"/>
                      <a:pt x="3" y="38"/>
                      <a:pt x="3" y="39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8"/>
                      <a:pt x="5" y="37"/>
                      <a:pt x="4" y="37"/>
                    </a:cubicBezTo>
                    <a:cubicBezTo>
                      <a:pt x="6" y="34"/>
                      <a:pt x="5" y="37"/>
                      <a:pt x="6" y="36"/>
                    </a:cubicBezTo>
                    <a:cubicBezTo>
                      <a:pt x="7" y="35"/>
                      <a:pt x="5" y="36"/>
                      <a:pt x="6" y="35"/>
                    </a:cubicBezTo>
                    <a:cubicBezTo>
                      <a:pt x="7" y="33"/>
                      <a:pt x="7" y="34"/>
                      <a:pt x="8" y="33"/>
                    </a:cubicBezTo>
                    <a:cubicBezTo>
                      <a:pt x="8" y="34"/>
                      <a:pt x="7" y="35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5" y="37"/>
                      <a:pt x="5" y="39"/>
                      <a:pt x="4" y="40"/>
                    </a:cubicBezTo>
                    <a:cubicBezTo>
                      <a:pt x="4" y="41"/>
                      <a:pt x="5" y="38"/>
                      <a:pt x="5" y="39"/>
                    </a:cubicBezTo>
                    <a:cubicBezTo>
                      <a:pt x="5" y="39"/>
                      <a:pt x="6" y="37"/>
                      <a:pt x="6" y="37"/>
                    </a:cubicBezTo>
                    <a:cubicBezTo>
                      <a:pt x="9" y="33"/>
                      <a:pt x="5" y="40"/>
                      <a:pt x="6" y="39"/>
                    </a:cubicBezTo>
                    <a:cubicBezTo>
                      <a:pt x="7" y="37"/>
                      <a:pt x="9" y="36"/>
                      <a:pt x="10" y="33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0" y="34"/>
                      <a:pt x="10" y="34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7" y="39"/>
                      <a:pt x="7" y="40"/>
                      <a:pt x="7" y="41"/>
                    </a:cubicBezTo>
                    <a:cubicBezTo>
                      <a:pt x="8" y="41"/>
                      <a:pt x="8" y="40"/>
                      <a:pt x="8" y="39"/>
                    </a:cubicBezTo>
                    <a:cubicBezTo>
                      <a:pt x="8" y="40"/>
                      <a:pt x="7" y="41"/>
                      <a:pt x="8" y="41"/>
                    </a:cubicBezTo>
                    <a:cubicBezTo>
                      <a:pt x="8" y="40"/>
                      <a:pt x="9" y="38"/>
                      <a:pt x="9" y="38"/>
                    </a:cubicBezTo>
                    <a:cubicBezTo>
                      <a:pt x="10" y="38"/>
                      <a:pt x="9" y="40"/>
                      <a:pt x="9" y="41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1"/>
                      <a:pt x="8" y="43"/>
                      <a:pt x="8" y="42"/>
                    </a:cubicBezTo>
                    <a:cubicBezTo>
                      <a:pt x="9" y="41"/>
                      <a:pt x="9" y="40"/>
                      <a:pt x="10" y="38"/>
                    </a:cubicBezTo>
                    <a:cubicBezTo>
                      <a:pt x="11" y="38"/>
                      <a:pt x="10" y="40"/>
                      <a:pt x="10" y="39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8" y="43"/>
                      <a:pt x="9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2"/>
                      <a:pt x="11" y="40"/>
                      <a:pt x="11" y="42"/>
                    </a:cubicBezTo>
                    <a:cubicBezTo>
                      <a:pt x="12" y="40"/>
                      <a:pt x="11" y="42"/>
                      <a:pt x="11" y="41"/>
                    </a:cubicBezTo>
                    <a:cubicBezTo>
                      <a:pt x="11" y="39"/>
                      <a:pt x="12" y="39"/>
                      <a:pt x="12" y="39"/>
                    </a:cubicBezTo>
                    <a:cubicBezTo>
                      <a:pt x="11" y="42"/>
                      <a:pt x="12" y="39"/>
                      <a:pt x="12" y="40"/>
                    </a:cubicBezTo>
                    <a:cubicBezTo>
                      <a:pt x="12" y="41"/>
                      <a:pt x="12" y="41"/>
                      <a:pt x="12" y="42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2" y="43"/>
                      <a:pt x="13" y="39"/>
                      <a:pt x="13" y="41"/>
                    </a:cubicBezTo>
                    <a:cubicBezTo>
                      <a:pt x="13" y="42"/>
                      <a:pt x="12" y="43"/>
                      <a:pt x="12" y="43"/>
                    </a:cubicBezTo>
                    <a:cubicBezTo>
                      <a:pt x="13" y="41"/>
                      <a:pt x="14" y="40"/>
                      <a:pt x="14" y="39"/>
                    </a:cubicBezTo>
                    <a:cubicBezTo>
                      <a:pt x="14" y="40"/>
                      <a:pt x="13" y="42"/>
                      <a:pt x="13" y="44"/>
                    </a:cubicBezTo>
                    <a:cubicBezTo>
                      <a:pt x="14" y="42"/>
                      <a:pt x="13" y="45"/>
                      <a:pt x="14" y="43"/>
                    </a:cubicBezTo>
                    <a:cubicBezTo>
                      <a:pt x="14" y="42"/>
                      <a:pt x="14" y="41"/>
                      <a:pt x="15" y="40"/>
                    </a:cubicBezTo>
                    <a:cubicBezTo>
                      <a:pt x="15" y="40"/>
                      <a:pt x="14" y="41"/>
                      <a:pt x="14" y="42"/>
                    </a:cubicBezTo>
                    <a:cubicBezTo>
                      <a:pt x="14" y="42"/>
                      <a:pt x="15" y="40"/>
                      <a:pt x="15" y="39"/>
                    </a:cubicBezTo>
                    <a:cubicBezTo>
                      <a:pt x="15" y="39"/>
                      <a:pt x="16" y="37"/>
                      <a:pt x="16" y="39"/>
                    </a:cubicBezTo>
                    <a:cubicBezTo>
                      <a:pt x="16" y="40"/>
                      <a:pt x="15" y="39"/>
                      <a:pt x="15" y="40"/>
                    </a:cubicBezTo>
                    <a:cubicBezTo>
                      <a:pt x="16" y="41"/>
                      <a:pt x="17" y="37"/>
                      <a:pt x="17" y="36"/>
                    </a:cubicBezTo>
                    <a:cubicBezTo>
                      <a:pt x="17" y="35"/>
                      <a:pt x="18" y="32"/>
                      <a:pt x="19" y="31"/>
                    </a:cubicBezTo>
                    <a:cubicBezTo>
                      <a:pt x="19" y="32"/>
                      <a:pt x="18" y="32"/>
                      <a:pt x="18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7"/>
                      <a:pt x="16" y="39"/>
                      <a:pt x="16" y="41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1"/>
                      <a:pt x="16" y="43"/>
                      <a:pt x="16" y="42"/>
                    </a:cubicBezTo>
                    <a:cubicBezTo>
                      <a:pt x="17" y="41"/>
                      <a:pt x="16" y="43"/>
                      <a:pt x="16" y="41"/>
                    </a:cubicBezTo>
                    <a:cubicBezTo>
                      <a:pt x="17" y="41"/>
                      <a:pt x="18" y="38"/>
                      <a:pt x="18" y="39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3"/>
                      <a:pt x="19" y="43"/>
                      <a:pt x="21" y="39"/>
                    </a:cubicBezTo>
                    <a:cubicBezTo>
                      <a:pt x="21" y="41"/>
                      <a:pt x="21" y="41"/>
                      <a:pt x="21" y="42"/>
                    </a:cubicBezTo>
                    <a:cubicBezTo>
                      <a:pt x="21" y="42"/>
                      <a:pt x="22" y="41"/>
                      <a:pt x="22" y="4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4"/>
                      <a:pt x="23" y="42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3" y="44"/>
                      <a:pt x="23" y="41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0"/>
                      <a:pt x="24" y="41"/>
                      <a:pt x="24" y="43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3"/>
                      <a:pt x="25" y="43"/>
                      <a:pt x="26" y="42"/>
                    </a:cubicBezTo>
                    <a:cubicBezTo>
                      <a:pt x="25" y="42"/>
                      <a:pt x="25" y="41"/>
                      <a:pt x="26" y="39"/>
                    </a:cubicBezTo>
                    <a:cubicBezTo>
                      <a:pt x="26" y="37"/>
                      <a:pt x="26" y="40"/>
                      <a:pt x="26" y="39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4"/>
                      <a:pt x="27" y="42"/>
                      <a:pt x="28" y="42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3"/>
                      <a:pt x="29" y="41"/>
                      <a:pt x="30" y="42"/>
                    </a:cubicBezTo>
                    <a:cubicBezTo>
                      <a:pt x="30" y="41"/>
                      <a:pt x="30" y="38"/>
                      <a:pt x="30" y="38"/>
                    </a:cubicBezTo>
                    <a:cubicBezTo>
                      <a:pt x="30" y="36"/>
                      <a:pt x="30" y="41"/>
                      <a:pt x="30" y="42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0"/>
                      <a:pt x="31" y="39"/>
                      <a:pt x="31" y="40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2" y="42"/>
                      <a:pt x="32" y="42"/>
                    </a:cubicBezTo>
                    <a:cubicBezTo>
                      <a:pt x="32" y="40"/>
                      <a:pt x="33" y="41"/>
                      <a:pt x="33" y="39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2"/>
                      <a:pt x="33" y="40"/>
                      <a:pt x="33" y="39"/>
                    </a:cubicBezTo>
                    <a:cubicBezTo>
                      <a:pt x="33" y="38"/>
                      <a:pt x="33" y="39"/>
                      <a:pt x="33" y="40"/>
                    </a:cubicBezTo>
                    <a:cubicBezTo>
                      <a:pt x="33" y="41"/>
                      <a:pt x="33" y="40"/>
                      <a:pt x="33" y="40"/>
                    </a:cubicBezTo>
                    <a:cubicBezTo>
                      <a:pt x="33" y="41"/>
                      <a:pt x="33" y="40"/>
                      <a:pt x="33" y="41"/>
                    </a:cubicBezTo>
                    <a:cubicBezTo>
                      <a:pt x="33" y="41"/>
                      <a:pt x="33" y="39"/>
                      <a:pt x="34" y="40"/>
                    </a:cubicBezTo>
                    <a:cubicBezTo>
                      <a:pt x="34" y="40"/>
                      <a:pt x="34" y="40"/>
                      <a:pt x="34" y="41"/>
                    </a:cubicBezTo>
                    <a:cubicBezTo>
                      <a:pt x="34" y="40"/>
                      <a:pt x="34" y="40"/>
                      <a:pt x="35" y="40"/>
                    </a:cubicBezTo>
                    <a:cubicBezTo>
                      <a:pt x="34" y="39"/>
                      <a:pt x="34" y="39"/>
                      <a:pt x="34" y="38"/>
                    </a:cubicBezTo>
                    <a:cubicBezTo>
                      <a:pt x="34" y="38"/>
                      <a:pt x="34" y="37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5" y="39"/>
                      <a:pt x="34" y="37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9"/>
                      <a:pt x="35" y="41"/>
                      <a:pt x="36" y="42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7" y="40"/>
                      <a:pt x="37" y="41"/>
                    </a:cubicBezTo>
                    <a:cubicBezTo>
                      <a:pt x="38" y="42"/>
                      <a:pt x="37" y="36"/>
                      <a:pt x="37" y="38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39"/>
                      <a:pt x="38" y="39"/>
                    </a:cubicBezTo>
                    <a:cubicBezTo>
                      <a:pt x="38" y="38"/>
                      <a:pt x="38" y="41"/>
                      <a:pt x="38" y="39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9" y="42"/>
                      <a:pt x="40" y="38"/>
                      <a:pt x="41" y="40"/>
                    </a:cubicBezTo>
                    <a:cubicBezTo>
                      <a:pt x="40" y="38"/>
                      <a:pt x="41" y="39"/>
                      <a:pt x="41" y="39"/>
                    </a:cubicBezTo>
                    <a:cubicBezTo>
                      <a:pt x="42" y="41"/>
                      <a:pt x="41" y="38"/>
                      <a:pt x="42" y="39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2" y="38"/>
                      <a:pt x="40" y="33"/>
                      <a:pt x="42" y="36"/>
                    </a:cubicBezTo>
                    <a:cubicBezTo>
                      <a:pt x="42" y="37"/>
                      <a:pt x="42" y="38"/>
                      <a:pt x="42" y="38"/>
                    </a:cubicBezTo>
                    <a:cubicBezTo>
                      <a:pt x="44" y="41"/>
                      <a:pt x="42" y="36"/>
                      <a:pt x="44" y="38"/>
                    </a:cubicBezTo>
                    <a:cubicBezTo>
                      <a:pt x="43" y="37"/>
                      <a:pt x="43" y="36"/>
                      <a:pt x="43" y="35"/>
                    </a:cubicBezTo>
                    <a:cubicBezTo>
                      <a:pt x="43" y="36"/>
                      <a:pt x="44" y="37"/>
                      <a:pt x="44" y="37"/>
                    </a:cubicBezTo>
                    <a:cubicBezTo>
                      <a:pt x="44" y="37"/>
                      <a:pt x="44" y="36"/>
                      <a:pt x="44" y="37"/>
                    </a:cubicBezTo>
                    <a:cubicBezTo>
                      <a:pt x="45" y="37"/>
                      <a:pt x="45" y="38"/>
                      <a:pt x="45" y="38"/>
                    </a:cubicBezTo>
                    <a:cubicBezTo>
                      <a:pt x="45" y="38"/>
                      <a:pt x="45" y="37"/>
                      <a:pt x="45" y="36"/>
                    </a:cubicBezTo>
                    <a:cubicBezTo>
                      <a:pt x="46" y="38"/>
                      <a:pt x="46" y="37"/>
                      <a:pt x="47" y="38"/>
                    </a:cubicBezTo>
                    <a:cubicBezTo>
                      <a:pt x="46" y="35"/>
                      <a:pt x="48" y="38"/>
                      <a:pt x="46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6" y="35"/>
                      <a:pt x="46" y="34"/>
                      <a:pt x="46" y="33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8" y="37"/>
                      <a:pt x="47" y="35"/>
                      <a:pt x="48" y="37"/>
                    </a:cubicBezTo>
                    <a:cubicBezTo>
                      <a:pt x="47" y="35"/>
                      <a:pt x="48" y="36"/>
                      <a:pt x="47" y="35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4"/>
                      <a:pt x="47" y="33"/>
                      <a:pt x="47" y="33"/>
                    </a:cubicBezTo>
                    <a:cubicBezTo>
                      <a:pt x="47" y="33"/>
                      <a:pt x="48" y="35"/>
                      <a:pt x="48" y="35"/>
                    </a:cubicBezTo>
                    <a:cubicBezTo>
                      <a:pt x="49" y="36"/>
                      <a:pt x="49" y="35"/>
                      <a:pt x="48" y="35"/>
                    </a:cubicBezTo>
                    <a:cubicBezTo>
                      <a:pt x="48" y="35"/>
                      <a:pt x="48" y="35"/>
                      <a:pt x="48" y="34"/>
                    </a:cubicBezTo>
                    <a:cubicBezTo>
                      <a:pt x="48" y="34"/>
                      <a:pt x="48" y="35"/>
                      <a:pt x="48" y="35"/>
                    </a:cubicBezTo>
                    <a:cubicBezTo>
                      <a:pt x="48" y="34"/>
                      <a:pt x="48" y="34"/>
                      <a:pt x="49" y="34"/>
                    </a:cubicBezTo>
                    <a:cubicBezTo>
                      <a:pt x="49" y="34"/>
                      <a:pt x="49" y="34"/>
                      <a:pt x="49" y="34"/>
                    </a:cubicBezTo>
                    <a:cubicBezTo>
                      <a:pt x="49" y="34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36"/>
                      <a:pt x="50" y="35"/>
                      <a:pt x="49" y="34"/>
                    </a:cubicBezTo>
                    <a:cubicBezTo>
                      <a:pt x="50" y="35"/>
                      <a:pt x="50" y="33"/>
                      <a:pt x="50" y="32"/>
                    </a:cubicBezTo>
                    <a:cubicBezTo>
                      <a:pt x="50" y="33"/>
                      <a:pt x="51" y="34"/>
                      <a:pt x="50" y="33"/>
                    </a:cubicBezTo>
                    <a:cubicBezTo>
                      <a:pt x="50" y="33"/>
                      <a:pt x="50" y="31"/>
                      <a:pt x="50" y="32"/>
                    </a:cubicBezTo>
                    <a:cubicBezTo>
                      <a:pt x="50" y="32"/>
                      <a:pt x="51" y="33"/>
                      <a:pt x="51" y="33"/>
                    </a:cubicBezTo>
                    <a:cubicBezTo>
                      <a:pt x="52" y="33"/>
                      <a:pt x="51" y="32"/>
                      <a:pt x="51" y="32"/>
                    </a:cubicBezTo>
                    <a:cubicBezTo>
                      <a:pt x="52" y="34"/>
                      <a:pt x="51" y="30"/>
                      <a:pt x="52" y="31"/>
                    </a:cubicBezTo>
                    <a:cubicBezTo>
                      <a:pt x="52" y="31"/>
                      <a:pt x="53" y="32"/>
                      <a:pt x="53" y="33"/>
                    </a:cubicBezTo>
                    <a:cubicBezTo>
                      <a:pt x="53" y="32"/>
                      <a:pt x="53" y="31"/>
                      <a:pt x="52" y="29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3" y="31"/>
                      <a:pt x="53" y="30"/>
                      <a:pt x="53" y="29"/>
                    </a:cubicBezTo>
                    <a:cubicBezTo>
                      <a:pt x="52" y="28"/>
                      <a:pt x="51" y="27"/>
                      <a:pt x="52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2" y="27"/>
                      <a:pt x="52" y="27"/>
                      <a:pt x="53" y="28"/>
                    </a:cubicBezTo>
                    <a:cubicBezTo>
                      <a:pt x="54" y="30"/>
                      <a:pt x="54" y="29"/>
                      <a:pt x="54" y="29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27"/>
                      <a:pt x="54" y="29"/>
                      <a:pt x="54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4"/>
                      <a:pt x="54" y="26"/>
                      <a:pt x="54" y="27"/>
                    </a:cubicBezTo>
                    <a:cubicBezTo>
                      <a:pt x="54" y="26"/>
                      <a:pt x="53" y="24"/>
                      <a:pt x="52" y="22"/>
                    </a:cubicBezTo>
                    <a:cubicBezTo>
                      <a:pt x="52" y="22"/>
                      <a:pt x="52" y="21"/>
                      <a:pt x="52" y="21"/>
                    </a:cubicBezTo>
                    <a:cubicBezTo>
                      <a:pt x="53" y="22"/>
                      <a:pt x="52" y="21"/>
                      <a:pt x="53" y="22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3"/>
                      <a:pt x="55" y="25"/>
                      <a:pt x="55" y="26"/>
                    </a:cubicBezTo>
                    <a:cubicBezTo>
                      <a:pt x="55" y="25"/>
                      <a:pt x="56" y="26"/>
                      <a:pt x="57" y="26"/>
                    </a:cubicBezTo>
                    <a:cubicBezTo>
                      <a:pt x="55" y="23"/>
                      <a:pt x="56" y="24"/>
                      <a:pt x="55" y="22"/>
                    </a:cubicBezTo>
                    <a:cubicBezTo>
                      <a:pt x="55" y="22"/>
                      <a:pt x="56" y="24"/>
                      <a:pt x="57" y="24"/>
                    </a:cubicBezTo>
                    <a:cubicBezTo>
                      <a:pt x="56" y="23"/>
                      <a:pt x="57" y="23"/>
                      <a:pt x="57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7" y="23"/>
                      <a:pt x="58" y="23"/>
                      <a:pt x="57" y="2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9" y="22"/>
                      <a:pt x="56" y="19"/>
                      <a:pt x="57" y="20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7" y="20"/>
                      <a:pt x="59" y="22"/>
                      <a:pt x="58" y="20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9" y="21"/>
                      <a:pt x="59" y="21"/>
                      <a:pt x="58" y="19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0" y="22"/>
                      <a:pt x="58" y="19"/>
                      <a:pt x="59" y="19"/>
                    </a:cubicBezTo>
                    <a:cubicBezTo>
                      <a:pt x="59" y="19"/>
                      <a:pt x="60" y="20"/>
                      <a:pt x="60" y="20"/>
                    </a:cubicBezTo>
                    <a:cubicBezTo>
                      <a:pt x="59" y="19"/>
                      <a:pt x="60" y="19"/>
                      <a:pt x="60" y="19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2" y="19"/>
                      <a:pt x="64" y="18"/>
                      <a:pt x="63" y="16"/>
                    </a:cubicBezTo>
                    <a:cubicBezTo>
                      <a:pt x="65" y="17"/>
                      <a:pt x="64" y="17"/>
                      <a:pt x="65" y="18"/>
                    </a:cubicBezTo>
                    <a:cubicBezTo>
                      <a:pt x="64" y="17"/>
                      <a:pt x="65" y="18"/>
                      <a:pt x="65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5" y="17"/>
                      <a:pt x="66" y="18"/>
                      <a:pt x="66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4" y="15"/>
                      <a:pt x="68" y="18"/>
                      <a:pt x="66" y="16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5" y="15"/>
                      <a:pt x="68" y="17"/>
                      <a:pt x="66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8" y="17"/>
                      <a:pt x="65" y="14"/>
                      <a:pt x="67" y="15"/>
                    </a:cubicBezTo>
                    <a:cubicBezTo>
                      <a:pt x="67" y="15"/>
                      <a:pt x="66" y="14"/>
                      <a:pt x="65" y="13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7" y="13"/>
                      <a:pt x="68" y="12"/>
                      <a:pt x="66" y="10"/>
                    </a:cubicBezTo>
                    <a:cubicBezTo>
                      <a:pt x="67" y="10"/>
                      <a:pt x="67" y="10"/>
                      <a:pt x="67" y="10"/>
                    </a:cubicBezTo>
                    <a:cubicBezTo>
                      <a:pt x="65" y="9"/>
                      <a:pt x="70" y="11"/>
                      <a:pt x="66" y="8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6" y="8"/>
                      <a:pt x="67" y="8"/>
                      <a:pt x="66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8"/>
                      <a:pt x="65" y="6"/>
                      <a:pt x="65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9" y="7"/>
                      <a:pt x="72" y="3"/>
                      <a:pt x="68" y="4"/>
                    </a:cubicBezTo>
                    <a:close/>
                    <a:moveTo>
                      <a:pt x="61" y="9"/>
                    </a:moveTo>
                    <a:cubicBezTo>
                      <a:pt x="60" y="9"/>
                      <a:pt x="61" y="7"/>
                      <a:pt x="62" y="6"/>
                    </a:cubicBezTo>
                    <a:cubicBezTo>
                      <a:pt x="62" y="8"/>
                      <a:pt x="61" y="9"/>
                      <a:pt x="6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7" name="Freeform 255"/>
              <p:cNvSpPr/>
              <p:nvPr>
                <p:custDataLst>
                  <p:tags r:id="rId100"/>
                </p:custDataLst>
              </p:nvPr>
            </p:nvSpPr>
            <p:spPr bwMode="auto">
              <a:xfrm>
                <a:off x="4011" y="3063"/>
                <a:ext cx="5" cy="5"/>
              </a:xfrm>
              <a:custGeom>
                <a:avLst/>
                <a:gdLst>
                  <a:gd name="T0" fmla="*/ 5 w 5"/>
                  <a:gd name="T1" fmla="*/ 5 h 5"/>
                  <a:gd name="T2" fmla="*/ 0 w 5"/>
                  <a:gd name="T3" fmla="*/ 0 h 5"/>
                  <a:gd name="T4" fmla="*/ 2 w 5"/>
                  <a:gd name="T5" fmla="*/ 5 h 5"/>
                  <a:gd name="T6" fmla="*/ 5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8" name="Freeform 256"/>
              <p:cNvSpPr/>
              <p:nvPr>
                <p:custDataLst>
                  <p:tags r:id="rId101"/>
                </p:custDataLst>
              </p:nvPr>
            </p:nvSpPr>
            <p:spPr bwMode="auto">
              <a:xfrm>
                <a:off x="3912" y="31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9" name="Freeform 257"/>
              <p:cNvSpPr/>
              <p:nvPr>
                <p:custDataLst>
                  <p:tags r:id="rId102"/>
                </p:custDataLst>
              </p:nvPr>
            </p:nvSpPr>
            <p:spPr bwMode="auto">
              <a:xfrm>
                <a:off x="3996" y="3089"/>
                <a:ext cx="3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0" name="Oval 258"/>
              <p:cNvSpPr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3595" y="182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1" name="Freeform 259"/>
              <p:cNvSpPr/>
              <p:nvPr>
                <p:custDataLst>
                  <p:tags r:id="rId104"/>
                </p:custDataLst>
              </p:nvPr>
            </p:nvSpPr>
            <p:spPr bwMode="auto">
              <a:xfrm>
                <a:off x="3598" y="182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2" name="Freeform 260"/>
              <p:cNvSpPr/>
              <p:nvPr>
                <p:custDataLst>
                  <p:tags r:id="rId105"/>
                </p:custDataLst>
              </p:nvPr>
            </p:nvSpPr>
            <p:spPr bwMode="auto">
              <a:xfrm>
                <a:off x="3918" y="28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3" name="Freeform 261"/>
              <p:cNvSpPr/>
              <p:nvPr>
                <p:custDataLst>
                  <p:tags r:id="rId106"/>
                </p:custDataLst>
              </p:nvPr>
            </p:nvSpPr>
            <p:spPr bwMode="auto">
              <a:xfrm>
                <a:off x="3924" y="303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4" name="Freeform 262"/>
              <p:cNvSpPr/>
              <p:nvPr>
                <p:custDataLst>
                  <p:tags r:id="rId107"/>
                </p:custDataLst>
              </p:nvPr>
            </p:nvSpPr>
            <p:spPr bwMode="auto">
              <a:xfrm>
                <a:off x="3986" y="3027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5" name="Freeform 263"/>
              <p:cNvSpPr/>
              <p:nvPr>
                <p:custDataLst>
                  <p:tags r:id="rId108"/>
                </p:custDataLst>
              </p:nvPr>
            </p:nvSpPr>
            <p:spPr bwMode="auto">
              <a:xfrm>
                <a:off x="3899" y="3091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6" name="Rectangle 264"/>
              <p:cNvSpPr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4013" y="3004"/>
                <a:ext cx="1" cy="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7" name="Freeform 265"/>
              <p:cNvSpPr/>
              <p:nvPr>
                <p:custDataLst>
                  <p:tags r:id="rId110"/>
                </p:custDataLst>
              </p:nvPr>
            </p:nvSpPr>
            <p:spPr bwMode="auto">
              <a:xfrm>
                <a:off x="3903" y="3055"/>
                <a:ext cx="6" cy="2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8" name="Freeform 266"/>
              <p:cNvSpPr/>
              <p:nvPr>
                <p:custDataLst>
                  <p:tags r:id="rId111"/>
                </p:custDataLst>
              </p:nvPr>
            </p:nvSpPr>
            <p:spPr bwMode="auto">
              <a:xfrm>
                <a:off x="3905" y="3055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9" name="Freeform 267"/>
              <p:cNvSpPr/>
              <p:nvPr>
                <p:custDataLst>
                  <p:tags r:id="rId112"/>
                </p:custDataLst>
              </p:nvPr>
            </p:nvSpPr>
            <p:spPr bwMode="auto">
              <a:xfrm>
                <a:off x="3897" y="3085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0" name="Freeform 268"/>
              <p:cNvSpPr/>
              <p:nvPr>
                <p:custDataLst>
                  <p:tags r:id="rId113"/>
                </p:custDataLst>
              </p:nvPr>
            </p:nvSpPr>
            <p:spPr bwMode="auto">
              <a:xfrm>
                <a:off x="3897" y="309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1" name="Freeform 269"/>
              <p:cNvSpPr/>
              <p:nvPr>
                <p:custDataLst>
                  <p:tags r:id="rId114"/>
                </p:custDataLst>
              </p:nvPr>
            </p:nvSpPr>
            <p:spPr bwMode="auto">
              <a:xfrm>
                <a:off x="3984" y="3095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2" name="Freeform 270"/>
              <p:cNvSpPr/>
              <p:nvPr>
                <p:custDataLst>
                  <p:tags r:id="rId115"/>
                </p:custDataLst>
              </p:nvPr>
            </p:nvSpPr>
            <p:spPr bwMode="auto">
              <a:xfrm>
                <a:off x="3600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0" name="Freeform 271"/>
              <p:cNvSpPr/>
              <p:nvPr>
                <p:custDataLst>
                  <p:tags r:id="rId116"/>
                </p:custDataLst>
              </p:nvPr>
            </p:nvSpPr>
            <p:spPr bwMode="auto">
              <a:xfrm>
                <a:off x="3905" y="310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1" name="Freeform 272"/>
              <p:cNvSpPr/>
              <p:nvPr>
                <p:custDataLst>
                  <p:tags r:id="rId117"/>
                </p:custDataLst>
              </p:nvPr>
            </p:nvSpPr>
            <p:spPr bwMode="auto">
              <a:xfrm>
                <a:off x="4230" y="248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2 w 2"/>
                  <a:gd name="T3" fmla="*/ 1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2" name="Freeform 273"/>
              <p:cNvSpPr/>
              <p:nvPr>
                <p:custDataLst>
                  <p:tags r:id="rId118"/>
                </p:custDataLst>
              </p:nvPr>
            </p:nvSpPr>
            <p:spPr bwMode="auto">
              <a:xfrm>
                <a:off x="3895" y="3080"/>
                <a:ext cx="4" cy="3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3" name="Freeform 274"/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4007" y="30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4" name="Freeform 275"/>
              <p:cNvSpPr/>
              <p:nvPr>
                <p:custDataLst>
                  <p:tags r:id="rId120"/>
                </p:custDataLst>
              </p:nvPr>
            </p:nvSpPr>
            <p:spPr bwMode="auto">
              <a:xfrm>
                <a:off x="3598" y="18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5" name="Freeform 276"/>
              <p:cNvSpPr/>
              <p:nvPr>
                <p:custDataLst>
                  <p:tags r:id="rId121"/>
                </p:custDataLst>
              </p:nvPr>
            </p:nvSpPr>
            <p:spPr bwMode="auto">
              <a:xfrm>
                <a:off x="4005" y="307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6" name="Freeform 277"/>
              <p:cNvSpPr/>
              <p:nvPr>
                <p:custDataLst>
                  <p:tags r:id="rId122"/>
                </p:custDataLst>
              </p:nvPr>
            </p:nvSpPr>
            <p:spPr bwMode="auto">
              <a:xfrm>
                <a:off x="4007" y="308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7" name="Freeform 278"/>
              <p:cNvSpPr/>
              <p:nvPr>
                <p:custDataLst>
                  <p:tags r:id="rId123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8" name="Freeform 279"/>
              <p:cNvSpPr/>
              <p:nvPr>
                <p:custDataLst>
                  <p:tags r:id="rId124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0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9" name="Freeform 280"/>
              <p:cNvSpPr/>
              <p:nvPr>
                <p:custDataLst>
                  <p:tags r:id="rId125"/>
                </p:custDataLst>
              </p:nvPr>
            </p:nvSpPr>
            <p:spPr bwMode="auto">
              <a:xfrm>
                <a:off x="4009" y="308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0" name="Freeform 281"/>
              <p:cNvSpPr/>
              <p:nvPr>
                <p:custDataLst>
                  <p:tags r:id="rId126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1" name="Freeform 282"/>
              <p:cNvSpPr/>
              <p:nvPr>
                <p:custDataLst>
                  <p:tags r:id="rId127"/>
                </p:custDataLst>
              </p:nvPr>
            </p:nvSpPr>
            <p:spPr bwMode="auto">
              <a:xfrm>
                <a:off x="3929" y="1870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4 h 4"/>
                  <a:gd name="T4" fmla="*/ 2 w 2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0" y="1"/>
                      <a:pt x="1" y="4"/>
                    </a:cubicBezTo>
                    <a:cubicBezTo>
                      <a:pt x="1" y="0"/>
                      <a:pt x="2" y="4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2" name="Freeform 283"/>
              <p:cNvSpPr/>
              <p:nvPr>
                <p:custDataLst>
                  <p:tags r:id="rId128"/>
                </p:custDataLst>
              </p:nvPr>
            </p:nvSpPr>
            <p:spPr bwMode="auto">
              <a:xfrm>
                <a:off x="3687" y="1579"/>
                <a:ext cx="4" cy="4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2 h 4"/>
                  <a:gd name="T6" fmla="*/ 0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3" name="Freeform 284"/>
              <p:cNvSpPr/>
              <p:nvPr>
                <p:custDataLst>
                  <p:tags r:id="rId129"/>
                </p:custDataLst>
              </p:nvPr>
            </p:nvSpPr>
            <p:spPr bwMode="auto">
              <a:xfrm>
                <a:off x="4086" y="1583"/>
                <a:ext cx="8" cy="4"/>
              </a:xfrm>
              <a:custGeom>
                <a:avLst/>
                <a:gdLst>
                  <a:gd name="T0" fmla="*/ 2 w 4"/>
                  <a:gd name="T1" fmla="*/ 2 h 2"/>
                  <a:gd name="T2" fmla="*/ 1 w 4"/>
                  <a:gd name="T3" fmla="*/ 0 h 2"/>
                  <a:gd name="T4" fmla="*/ 2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cubicBezTo>
                      <a:pt x="2" y="2"/>
                      <a:pt x="3" y="1"/>
                      <a:pt x="1" y="0"/>
                    </a:cubicBezTo>
                    <a:cubicBezTo>
                      <a:pt x="4" y="2"/>
                      <a:pt x="0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4" name="Freeform 285"/>
              <p:cNvSpPr/>
              <p:nvPr>
                <p:custDataLst>
                  <p:tags r:id="rId130"/>
                </p:custDataLst>
              </p:nvPr>
            </p:nvSpPr>
            <p:spPr bwMode="auto">
              <a:xfrm>
                <a:off x="3574" y="1912"/>
                <a:ext cx="2" cy="21"/>
              </a:xfrm>
              <a:custGeom>
                <a:avLst/>
                <a:gdLst>
                  <a:gd name="T0" fmla="*/ 0 w 1"/>
                  <a:gd name="T1" fmla="*/ 0 h 10"/>
                  <a:gd name="T2" fmla="*/ 1 w 1"/>
                  <a:gd name="T3" fmla="*/ 10 h 10"/>
                  <a:gd name="T4" fmla="*/ 0 w 1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4"/>
                      <a:pt x="0" y="10"/>
                      <a:pt x="1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5" name="Freeform 286"/>
              <p:cNvSpPr>
                <a:spLocks noEditPoint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3559" y="1774"/>
                <a:ext cx="77" cy="91"/>
              </a:xfrm>
              <a:custGeom>
                <a:avLst/>
                <a:gdLst>
                  <a:gd name="T0" fmla="*/ 32 w 36"/>
                  <a:gd name="T1" fmla="*/ 19 h 43"/>
                  <a:gd name="T2" fmla="*/ 27 w 36"/>
                  <a:gd name="T3" fmla="*/ 2 h 43"/>
                  <a:gd name="T4" fmla="*/ 8 w 36"/>
                  <a:gd name="T5" fmla="*/ 14 h 43"/>
                  <a:gd name="T6" fmla="*/ 16 w 36"/>
                  <a:gd name="T7" fmla="*/ 25 h 43"/>
                  <a:gd name="T8" fmla="*/ 16 w 36"/>
                  <a:gd name="T9" fmla="*/ 24 h 43"/>
                  <a:gd name="T10" fmla="*/ 17 w 36"/>
                  <a:gd name="T11" fmla="*/ 24 h 43"/>
                  <a:gd name="T12" fmla="*/ 17 w 36"/>
                  <a:gd name="T13" fmla="*/ 23 h 43"/>
                  <a:gd name="T14" fmla="*/ 17 w 36"/>
                  <a:gd name="T15" fmla="*/ 24 h 43"/>
                  <a:gd name="T16" fmla="*/ 19 w 36"/>
                  <a:gd name="T17" fmla="*/ 23 h 43"/>
                  <a:gd name="T18" fmla="*/ 18 w 36"/>
                  <a:gd name="T19" fmla="*/ 24 h 43"/>
                  <a:gd name="T20" fmla="*/ 17 w 36"/>
                  <a:gd name="T21" fmla="*/ 24 h 43"/>
                  <a:gd name="T22" fmla="*/ 19 w 36"/>
                  <a:gd name="T23" fmla="*/ 23 h 43"/>
                  <a:gd name="T24" fmla="*/ 20 w 36"/>
                  <a:gd name="T25" fmla="*/ 23 h 43"/>
                  <a:gd name="T26" fmla="*/ 21 w 36"/>
                  <a:gd name="T27" fmla="*/ 24 h 43"/>
                  <a:gd name="T28" fmla="*/ 21 w 36"/>
                  <a:gd name="T29" fmla="*/ 23 h 43"/>
                  <a:gd name="T30" fmla="*/ 21 w 36"/>
                  <a:gd name="T31" fmla="*/ 23 h 43"/>
                  <a:gd name="T32" fmla="*/ 21 w 36"/>
                  <a:gd name="T33" fmla="*/ 23 h 43"/>
                  <a:gd name="T34" fmla="*/ 21 w 36"/>
                  <a:gd name="T35" fmla="*/ 24 h 43"/>
                  <a:gd name="T36" fmla="*/ 22 w 36"/>
                  <a:gd name="T37" fmla="*/ 24 h 43"/>
                  <a:gd name="T38" fmla="*/ 22 w 36"/>
                  <a:gd name="T39" fmla="*/ 24 h 43"/>
                  <a:gd name="T40" fmla="*/ 22 w 36"/>
                  <a:gd name="T41" fmla="*/ 19 h 43"/>
                  <a:gd name="T42" fmla="*/ 22 w 36"/>
                  <a:gd name="T43" fmla="*/ 19 h 43"/>
                  <a:gd name="T44" fmla="*/ 23 w 36"/>
                  <a:gd name="T45" fmla="*/ 23 h 43"/>
                  <a:gd name="T46" fmla="*/ 27 w 36"/>
                  <a:gd name="T47" fmla="*/ 24 h 43"/>
                  <a:gd name="T48" fmla="*/ 25 w 36"/>
                  <a:gd name="T49" fmla="*/ 24 h 43"/>
                  <a:gd name="T50" fmla="*/ 25 w 36"/>
                  <a:gd name="T51" fmla="*/ 24 h 43"/>
                  <a:gd name="T52" fmla="*/ 26 w 36"/>
                  <a:gd name="T53" fmla="*/ 23 h 43"/>
                  <a:gd name="T54" fmla="*/ 25 w 36"/>
                  <a:gd name="T55" fmla="*/ 24 h 43"/>
                  <a:gd name="T56" fmla="*/ 24 w 36"/>
                  <a:gd name="T57" fmla="*/ 24 h 43"/>
                  <a:gd name="T58" fmla="*/ 24 w 36"/>
                  <a:gd name="T59" fmla="*/ 22 h 43"/>
                  <a:gd name="T60" fmla="*/ 24 w 36"/>
                  <a:gd name="T61" fmla="*/ 24 h 43"/>
                  <a:gd name="T62" fmla="*/ 23 w 36"/>
                  <a:gd name="T63" fmla="*/ 24 h 43"/>
                  <a:gd name="T64" fmla="*/ 23 w 36"/>
                  <a:gd name="T65" fmla="*/ 24 h 43"/>
                  <a:gd name="T66" fmla="*/ 24 w 36"/>
                  <a:gd name="T67" fmla="*/ 24 h 43"/>
                  <a:gd name="T68" fmla="*/ 24 w 36"/>
                  <a:gd name="T69" fmla="*/ 24 h 43"/>
                  <a:gd name="T70" fmla="*/ 25 w 36"/>
                  <a:gd name="T71" fmla="*/ 24 h 43"/>
                  <a:gd name="T72" fmla="*/ 29 w 36"/>
                  <a:gd name="T73" fmla="*/ 24 h 43"/>
                  <a:gd name="T74" fmla="*/ 26 w 36"/>
                  <a:gd name="T75" fmla="*/ 24 h 43"/>
                  <a:gd name="T76" fmla="*/ 24 w 36"/>
                  <a:gd name="T77" fmla="*/ 22 h 43"/>
                  <a:gd name="T78" fmla="*/ 23 w 36"/>
                  <a:gd name="T79" fmla="*/ 21 h 43"/>
                  <a:gd name="T80" fmla="*/ 24 w 36"/>
                  <a:gd name="T81" fmla="*/ 21 h 43"/>
                  <a:gd name="T82" fmla="*/ 24 w 36"/>
                  <a:gd name="T83" fmla="*/ 21 h 43"/>
                  <a:gd name="T84" fmla="*/ 23 w 36"/>
                  <a:gd name="T85" fmla="*/ 20 h 43"/>
                  <a:gd name="T86" fmla="*/ 22 w 36"/>
                  <a:gd name="T87" fmla="*/ 19 h 43"/>
                  <a:gd name="T88" fmla="*/ 22 w 36"/>
                  <a:gd name="T89" fmla="*/ 20 h 43"/>
                  <a:gd name="T90" fmla="*/ 21 w 36"/>
                  <a:gd name="T91" fmla="*/ 19 h 43"/>
                  <a:gd name="T92" fmla="*/ 22 w 36"/>
                  <a:gd name="T93" fmla="*/ 21 h 43"/>
                  <a:gd name="T94" fmla="*/ 20 w 36"/>
                  <a:gd name="T95" fmla="*/ 21 h 43"/>
                  <a:gd name="T96" fmla="*/ 17 w 36"/>
                  <a:gd name="T97" fmla="*/ 20 h 43"/>
                  <a:gd name="T98" fmla="*/ 20 w 36"/>
                  <a:gd name="T99" fmla="*/ 19 h 43"/>
                  <a:gd name="T100" fmla="*/ 18 w 36"/>
                  <a:gd name="T101" fmla="*/ 18 h 43"/>
                  <a:gd name="T102" fmla="*/ 19 w 36"/>
                  <a:gd name="T103" fmla="*/ 18 h 43"/>
                  <a:gd name="T104" fmla="*/ 20 w 36"/>
                  <a:gd name="T105" fmla="*/ 18 h 43"/>
                  <a:gd name="T106" fmla="*/ 21 w 36"/>
                  <a:gd name="T107" fmla="*/ 19 h 43"/>
                  <a:gd name="T108" fmla="*/ 20 w 36"/>
                  <a:gd name="T109" fmla="*/ 18 h 43"/>
                  <a:gd name="T110" fmla="*/ 18 w 36"/>
                  <a:gd name="T111" fmla="*/ 18 h 43"/>
                  <a:gd name="T112" fmla="*/ 18 w 36"/>
                  <a:gd name="T113" fmla="*/ 18 h 43"/>
                  <a:gd name="T114" fmla="*/ 15 w 36"/>
                  <a:gd name="T115" fmla="*/ 18 h 43"/>
                  <a:gd name="T116" fmla="*/ 18 w 36"/>
                  <a:gd name="T117" fmla="*/ 18 h 43"/>
                  <a:gd name="T118" fmla="*/ 18 w 36"/>
                  <a:gd name="T119" fmla="*/ 18 h 43"/>
                  <a:gd name="T120" fmla="*/ 17 w 36"/>
                  <a:gd name="T121" fmla="*/ 19 h 43"/>
                  <a:gd name="T122" fmla="*/ 16 w 36"/>
                  <a:gd name="T123" fmla="*/ 25 h 43"/>
                  <a:gd name="T124" fmla="*/ 14 w 36"/>
                  <a:gd name="T125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" h="43">
                    <a:moveTo>
                      <a:pt x="5" y="16"/>
                    </a:moveTo>
                    <a:cubicBezTo>
                      <a:pt x="6" y="19"/>
                      <a:pt x="3" y="20"/>
                      <a:pt x="0" y="23"/>
                    </a:cubicBezTo>
                    <a:cubicBezTo>
                      <a:pt x="0" y="23"/>
                      <a:pt x="1" y="25"/>
                      <a:pt x="1" y="28"/>
                    </a:cubicBezTo>
                    <a:cubicBezTo>
                      <a:pt x="5" y="39"/>
                      <a:pt x="13" y="43"/>
                      <a:pt x="19" y="41"/>
                    </a:cubicBezTo>
                    <a:cubicBezTo>
                      <a:pt x="18" y="40"/>
                      <a:pt x="18" y="39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9"/>
                      <a:pt x="19" y="40"/>
                    </a:cubicBezTo>
                    <a:cubicBezTo>
                      <a:pt x="20" y="39"/>
                      <a:pt x="21" y="39"/>
                      <a:pt x="23" y="39"/>
                    </a:cubicBezTo>
                    <a:cubicBezTo>
                      <a:pt x="22" y="36"/>
                      <a:pt x="23" y="38"/>
                      <a:pt x="23" y="36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3" y="36"/>
                      <a:pt x="25" y="38"/>
                    </a:cubicBezTo>
                    <a:cubicBezTo>
                      <a:pt x="29" y="38"/>
                      <a:pt x="31" y="35"/>
                      <a:pt x="33" y="33"/>
                    </a:cubicBezTo>
                    <a:cubicBezTo>
                      <a:pt x="36" y="30"/>
                      <a:pt x="36" y="26"/>
                      <a:pt x="36" y="21"/>
                    </a:cubicBezTo>
                    <a:cubicBezTo>
                      <a:pt x="33" y="20"/>
                      <a:pt x="35" y="19"/>
                      <a:pt x="32" y="19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1" y="18"/>
                      <a:pt x="33" y="18"/>
                      <a:pt x="34" y="17"/>
                    </a:cubicBezTo>
                    <a:cubicBezTo>
                      <a:pt x="33" y="17"/>
                      <a:pt x="34" y="17"/>
                      <a:pt x="32" y="17"/>
                    </a:cubicBezTo>
                    <a:cubicBezTo>
                      <a:pt x="30" y="17"/>
                      <a:pt x="35" y="17"/>
                      <a:pt x="34" y="16"/>
                    </a:cubicBezTo>
                    <a:cubicBezTo>
                      <a:pt x="34" y="16"/>
                      <a:pt x="33" y="17"/>
                      <a:pt x="33" y="16"/>
                    </a:cubicBezTo>
                    <a:cubicBezTo>
                      <a:pt x="31" y="16"/>
                      <a:pt x="34" y="17"/>
                      <a:pt x="36" y="15"/>
                    </a:cubicBezTo>
                    <a:cubicBezTo>
                      <a:pt x="35" y="13"/>
                      <a:pt x="32" y="12"/>
                      <a:pt x="33" y="10"/>
                    </a:cubicBezTo>
                    <a:cubicBezTo>
                      <a:pt x="33" y="11"/>
                      <a:pt x="32" y="11"/>
                      <a:pt x="32" y="11"/>
                    </a:cubicBezTo>
                    <a:cubicBezTo>
                      <a:pt x="35" y="9"/>
                      <a:pt x="31" y="11"/>
                      <a:pt x="32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4" y="9"/>
                      <a:pt x="32" y="9"/>
                      <a:pt x="32" y="7"/>
                    </a:cubicBezTo>
                    <a:cubicBezTo>
                      <a:pt x="30" y="7"/>
                      <a:pt x="32" y="5"/>
                      <a:pt x="30" y="5"/>
                    </a:cubicBezTo>
                    <a:cubicBezTo>
                      <a:pt x="31" y="5"/>
                      <a:pt x="30" y="4"/>
                      <a:pt x="30" y="4"/>
                    </a:cubicBezTo>
                    <a:cubicBezTo>
                      <a:pt x="27" y="6"/>
                      <a:pt x="29" y="1"/>
                      <a:pt x="27" y="3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3"/>
                    </a:cubicBezTo>
                    <a:cubicBezTo>
                      <a:pt x="16" y="3"/>
                      <a:pt x="12" y="1"/>
                      <a:pt x="13" y="3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4"/>
                      <a:pt x="12" y="3"/>
                    </a:cubicBezTo>
                    <a:cubicBezTo>
                      <a:pt x="13" y="5"/>
                      <a:pt x="11" y="4"/>
                      <a:pt x="11" y="4"/>
                    </a:cubicBezTo>
                    <a:cubicBezTo>
                      <a:pt x="11" y="5"/>
                      <a:pt x="11" y="5"/>
                      <a:pt x="11" y="6"/>
                    </a:cubicBezTo>
                    <a:cubicBezTo>
                      <a:pt x="9" y="4"/>
                      <a:pt x="11" y="8"/>
                      <a:pt x="9" y="7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8" y="9"/>
                      <a:pt x="10" y="10"/>
                      <a:pt x="9" y="10"/>
                    </a:cubicBezTo>
                    <a:cubicBezTo>
                      <a:pt x="7" y="9"/>
                      <a:pt x="9" y="11"/>
                      <a:pt x="8" y="10"/>
                    </a:cubicBezTo>
                    <a:cubicBezTo>
                      <a:pt x="10" y="11"/>
                      <a:pt x="11" y="13"/>
                      <a:pt x="10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5" y="12"/>
                      <a:pt x="8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5"/>
                      <a:pt x="6" y="15"/>
                      <a:pt x="8" y="17"/>
                    </a:cubicBezTo>
                    <a:cubicBezTo>
                      <a:pt x="8" y="17"/>
                      <a:pt x="7" y="17"/>
                      <a:pt x="7" y="17"/>
                    </a:cubicBezTo>
                    <a:cubicBezTo>
                      <a:pt x="6" y="17"/>
                      <a:pt x="5" y="16"/>
                      <a:pt x="5" y="16"/>
                    </a:cubicBezTo>
                    <a:close/>
                    <a:moveTo>
                      <a:pt x="16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6" y="27"/>
                      <a:pt x="16" y="26"/>
                    </a:cubicBezTo>
                    <a:close/>
                    <a:moveTo>
                      <a:pt x="17" y="24"/>
                    </a:moveTo>
                    <a:cubicBezTo>
                      <a:pt x="17" y="25"/>
                      <a:pt x="16" y="25"/>
                      <a:pt x="17" y="27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5"/>
                      <a:pt x="17" y="25"/>
                      <a:pt x="17" y="24"/>
                    </a:cubicBezTo>
                    <a:close/>
                    <a:moveTo>
                      <a:pt x="16" y="25"/>
                    </a:move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5"/>
                      <a:pt x="17" y="23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6" y="25"/>
                      <a:pt x="17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8" y="25"/>
                      <a:pt x="17" y="24"/>
                      <a:pt x="17" y="24"/>
                    </a:cubicBezTo>
                    <a:close/>
                    <a:moveTo>
                      <a:pt x="18" y="24"/>
                    </a:move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lose/>
                    <a:moveTo>
                      <a:pt x="20" y="23"/>
                    </a:move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19" y="23"/>
                      <a:pt x="19" y="23"/>
                    </a:cubicBezTo>
                    <a:cubicBezTo>
                      <a:pt x="19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8" y="25"/>
                      <a:pt x="19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7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2"/>
                      <a:pt x="17" y="22"/>
                      <a:pt x="17" y="22"/>
                    </a:cubicBezTo>
                    <a:cubicBezTo>
                      <a:pt x="18" y="22"/>
                      <a:pt x="18" y="23"/>
                      <a:pt x="18" y="23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9" y="23"/>
                      <a:pt x="19" y="23"/>
                    </a:cubicBezTo>
                    <a:cubicBezTo>
                      <a:pt x="19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1" y="24"/>
                      <a:pt x="21" y="24"/>
                      <a:pt x="21" y="25"/>
                    </a:cubicBezTo>
                    <a:lnTo>
                      <a:pt x="20" y="24"/>
                    </a:ln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2" y="25"/>
                    </a:cubicBezTo>
                    <a:lnTo>
                      <a:pt x="21" y="24"/>
                    </a:lnTo>
                    <a:close/>
                    <a:moveTo>
                      <a:pt x="22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22" y="23"/>
                    </a:ln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3" y="24"/>
                      <a:pt x="22" y="24"/>
                    </a:cubicBezTo>
                    <a:close/>
                    <a:moveTo>
                      <a:pt x="22" y="22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3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2" y="22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2" y="20"/>
                      <a:pt x="22" y="20"/>
                    </a:cubicBezTo>
                    <a:cubicBezTo>
                      <a:pt x="22" y="20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3" y="23"/>
                    </a:moveTo>
                    <a:cubicBezTo>
                      <a:pt x="23" y="23"/>
                      <a:pt x="23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3"/>
                      <a:pt x="23" y="22"/>
                      <a:pt x="23" y="22"/>
                    </a:cubicBezTo>
                    <a:close/>
                    <a:moveTo>
                      <a:pt x="27" y="24"/>
                    </a:moveTo>
                    <a:cubicBezTo>
                      <a:pt x="26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5" y="24"/>
                    </a:cubicBezTo>
                    <a:cubicBezTo>
                      <a:pt x="26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3"/>
                    </a:move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6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6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5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6" y="23"/>
                    </a:cubicBezTo>
                    <a:cubicBezTo>
                      <a:pt x="25" y="23"/>
                      <a:pt x="25" y="23"/>
                      <a:pt x="25" y="23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4" y="22"/>
                    </a:ln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4" y="22"/>
                      <a:pt x="24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3"/>
                      <a:pt x="23" y="23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4"/>
                    </a:move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5"/>
                      <a:pt x="27" y="25"/>
                      <a:pt x="27" y="25"/>
                    </a:cubicBezTo>
                    <a:cubicBezTo>
                      <a:pt x="26" y="24"/>
                      <a:pt x="25" y="24"/>
                      <a:pt x="24" y="24"/>
                    </a:cubicBezTo>
                    <a:close/>
                    <a:moveTo>
                      <a:pt x="27" y="25"/>
                    </a:move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8" y="24"/>
                      <a:pt x="28" y="24"/>
                      <a:pt x="27" y="24"/>
                    </a:cubicBezTo>
                    <a:close/>
                    <a:moveTo>
                      <a:pt x="29" y="24"/>
                    </a:moveTo>
                    <a:cubicBezTo>
                      <a:pt x="29" y="24"/>
                      <a:pt x="26" y="24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6" y="24"/>
                    </a:cubicBezTo>
                    <a:lnTo>
                      <a:pt x="29" y="24"/>
                    </a:lnTo>
                    <a:close/>
                    <a:moveTo>
                      <a:pt x="27" y="24"/>
                    </a:move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2"/>
                    </a:moveTo>
                    <a:cubicBezTo>
                      <a:pt x="26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6" y="22"/>
                      <a:pt x="26" y="22"/>
                    </a:cubicBezTo>
                    <a:close/>
                    <a:moveTo>
                      <a:pt x="25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5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4" y="22"/>
                      <a:pt x="24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4" y="21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lose/>
                    <a:moveTo>
                      <a:pt x="23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3" y="21"/>
                      <a:pt x="23" y="21"/>
                      <a:pt x="23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5" y="21"/>
                    </a:cubicBezTo>
                    <a:cubicBezTo>
                      <a:pt x="25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19"/>
                      <a:pt x="23" y="19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8"/>
                      <a:pt x="22" y="18"/>
                    </a:cubicBezTo>
                    <a:cubicBezTo>
                      <a:pt x="21" y="17"/>
                      <a:pt x="22" y="18"/>
                      <a:pt x="23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19"/>
                    </a:cubicBezTo>
                    <a:close/>
                    <a:moveTo>
                      <a:pt x="22" y="21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2" y="21"/>
                    </a:cubicBezTo>
                    <a:close/>
                    <a:moveTo>
                      <a:pt x="22" y="2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2" y="21"/>
                      <a:pt x="22" y="21"/>
                    </a:cubicBezTo>
                    <a:close/>
                    <a:moveTo>
                      <a:pt x="20" y="21"/>
                    </a:moveTo>
                    <a:cubicBezTo>
                      <a:pt x="20" y="21"/>
                      <a:pt x="20" y="22"/>
                      <a:pt x="20" y="22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1"/>
                      <a:pt x="18" y="20"/>
                      <a:pt x="17" y="21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7" y="20"/>
                      <a:pt x="17" y="20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19" y="19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8"/>
                      <a:pt x="19" y="21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0" y="20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1"/>
                      <a:pt x="20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0" y="21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8" y="18"/>
                    </a:cubicBezTo>
                    <a:cubicBezTo>
                      <a:pt x="19" y="18"/>
                      <a:pt x="19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8"/>
                    </a:cubicBezTo>
                    <a:cubicBezTo>
                      <a:pt x="20" y="19"/>
                      <a:pt x="20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9"/>
                      <a:pt x="20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1" y="19"/>
                    </a:cubicBezTo>
                    <a:lnTo>
                      <a:pt x="20" y="18"/>
                    </a:lnTo>
                    <a:close/>
                    <a:moveTo>
                      <a:pt x="19" y="18"/>
                    </a:move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9"/>
                      <a:pt x="18" y="18"/>
                      <a:pt x="16" y="18"/>
                    </a:cubicBezTo>
                    <a:cubicBezTo>
                      <a:pt x="18" y="18"/>
                      <a:pt x="16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8" y="18"/>
                      <a:pt x="17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7" y="18"/>
                      <a:pt x="18" y="18"/>
                    </a:cubicBezTo>
                    <a:cubicBezTo>
                      <a:pt x="17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7" y="19"/>
                    </a:cubicBezTo>
                    <a:cubicBezTo>
                      <a:pt x="16" y="19"/>
                      <a:pt x="17" y="18"/>
                      <a:pt x="18" y="18"/>
                    </a:cubicBezTo>
                    <a:cubicBezTo>
                      <a:pt x="16" y="19"/>
                      <a:pt x="17" y="18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9"/>
                      <a:pt x="19" y="18"/>
                      <a:pt x="17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9" y="18"/>
                    </a:cubicBezTo>
                    <a:cubicBezTo>
                      <a:pt x="18" y="18"/>
                      <a:pt x="18" y="19"/>
                      <a:pt x="18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8" y="18"/>
                      <a:pt x="15" y="19"/>
                      <a:pt x="18" y="18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4"/>
                    </a:cubicBezTo>
                    <a:cubicBezTo>
                      <a:pt x="16" y="24"/>
                      <a:pt x="15" y="24"/>
                      <a:pt x="15" y="23"/>
                    </a:cubicBezTo>
                    <a:cubicBezTo>
                      <a:pt x="16" y="23"/>
                      <a:pt x="16" y="24"/>
                      <a:pt x="17" y="24"/>
                    </a:cubicBezTo>
                    <a:close/>
                    <a:moveTo>
                      <a:pt x="15" y="26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5" y="26"/>
                      <a:pt x="15" y="26"/>
                      <a:pt x="15" y="27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lose/>
                    <a:moveTo>
                      <a:pt x="15" y="26"/>
                    </a:moveTo>
                    <a:cubicBezTo>
                      <a:pt x="14" y="27"/>
                      <a:pt x="15" y="26"/>
                      <a:pt x="14" y="27"/>
                    </a:cubicBezTo>
                    <a:cubicBezTo>
                      <a:pt x="14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lose/>
                    <a:moveTo>
                      <a:pt x="15" y="29"/>
                    </a:moveTo>
                    <a:cubicBezTo>
                      <a:pt x="14" y="30"/>
                      <a:pt x="14" y="30"/>
                      <a:pt x="14" y="29"/>
                    </a:cubicBezTo>
                    <a:cubicBezTo>
                      <a:pt x="14" y="29"/>
                      <a:pt x="14" y="29"/>
                      <a:pt x="15" y="29"/>
                    </a:cubicBezTo>
                    <a:close/>
                    <a:moveTo>
                      <a:pt x="13" y="28"/>
                    </a:moveTo>
                    <a:cubicBezTo>
                      <a:pt x="13" y="28"/>
                      <a:pt x="13" y="27"/>
                      <a:pt x="13" y="27"/>
                    </a:cubicBezTo>
                    <a:cubicBezTo>
                      <a:pt x="13" y="27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2" y="28"/>
                      <a:pt x="12" y="29"/>
                    </a:cubicBezTo>
                    <a:lnTo>
                      <a:pt x="1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6" name="Freeform 287"/>
              <p:cNvSpPr/>
              <p:nvPr>
                <p:custDataLst>
                  <p:tags r:id="rId132"/>
                </p:custDataLst>
              </p:nvPr>
            </p:nvSpPr>
            <p:spPr bwMode="auto">
              <a:xfrm>
                <a:off x="3608" y="1908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2 h 3"/>
                  <a:gd name="T4" fmla="*/ 1 w 2"/>
                  <a:gd name="T5" fmla="*/ 3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2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7" name="Freeform 288"/>
              <p:cNvSpPr/>
              <p:nvPr>
                <p:custDataLst>
                  <p:tags r:id="rId133"/>
                </p:custDataLst>
              </p:nvPr>
            </p:nvSpPr>
            <p:spPr bwMode="auto">
              <a:xfrm>
                <a:off x="4113" y="1587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1" y="2"/>
                      <a:pt x="2" y="2"/>
                    </a:cubicBezTo>
                    <a:cubicBezTo>
                      <a:pt x="0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8" name="Freeform 289"/>
              <p:cNvSpPr/>
              <p:nvPr>
                <p:custDataLst>
                  <p:tags r:id="rId134"/>
                </p:custDataLst>
              </p:nvPr>
            </p:nvSpPr>
            <p:spPr bwMode="auto">
              <a:xfrm>
                <a:off x="3593" y="182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9" name="Freeform 290"/>
              <p:cNvSpPr/>
              <p:nvPr>
                <p:custDataLst>
                  <p:tags r:id="rId135"/>
                </p:custDataLst>
              </p:nvPr>
            </p:nvSpPr>
            <p:spPr bwMode="auto">
              <a:xfrm>
                <a:off x="4251" y="1730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2 w 4"/>
                  <a:gd name="T3" fmla="*/ 4 h 4"/>
                  <a:gd name="T4" fmla="*/ 4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2" y="4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0" name="Freeform 291"/>
              <p:cNvSpPr/>
              <p:nvPr>
                <p:custDataLst>
                  <p:tags r:id="rId136"/>
                </p:custDataLst>
              </p:nvPr>
            </p:nvSpPr>
            <p:spPr bwMode="auto">
              <a:xfrm>
                <a:off x="3980" y="24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1" name="Freeform 292"/>
              <p:cNvSpPr/>
              <p:nvPr>
                <p:custDataLst>
                  <p:tags r:id="rId137"/>
                </p:custDataLst>
              </p:nvPr>
            </p:nvSpPr>
            <p:spPr bwMode="auto">
              <a:xfrm>
                <a:off x="3980" y="2446"/>
                <a:ext cx="4" cy="5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0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2"/>
                      <a:pt x="0" y="0"/>
                      <a:pt x="1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2" name="Freeform 293"/>
              <p:cNvSpPr/>
              <p:nvPr>
                <p:custDataLst>
                  <p:tags r:id="rId138"/>
                </p:custDataLst>
              </p:nvPr>
            </p:nvSpPr>
            <p:spPr bwMode="auto">
              <a:xfrm>
                <a:off x="4062" y="2253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3" name="Freeform 294"/>
              <p:cNvSpPr/>
              <p:nvPr>
                <p:custDataLst>
                  <p:tags r:id="rId139"/>
                </p:custDataLst>
              </p:nvPr>
            </p:nvSpPr>
            <p:spPr bwMode="auto">
              <a:xfrm>
                <a:off x="4162" y="220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1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4" name="Freeform 295"/>
              <p:cNvSpPr/>
              <p:nvPr>
                <p:custDataLst>
                  <p:tags r:id="rId140"/>
                </p:custDataLst>
              </p:nvPr>
            </p:nvSpPr>
            <p:spPr bwMode="auto">
              <a:xfrm>
                <a:off x="4164" y="2139"/>
                <a:ext cx="4" cy="2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5" name="Freeform 296"/>
              <p:cNvSpPr/>
              <p:nvPr>
                <p:custDataLst>
                  <p:tags r:id="rId141"/>
                </p:custDataLst>
              </p:nvPr>
            </p:nvSpPr>
            <p:spPr bwMode="auto">
              <a:xfrm>
                <a:off x="3606" y="1819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6" name="Oval 297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3598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7" name="Oval 298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3600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8" name="Freeform 299"/>
              <p:cNvSpPr/>
              <p:nvPr>
                <p:custDataLst>
                  <p:tags r:id="rId144"/>
                </p:custDataLst>
              </p:nvPr>
            </p:nvSpPr>
            <p:spPr bwMode="auto">
              <a:xfrm>
                <a:off x="3598" y="181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  <a:gd name="T4" fmla="*/ 0 w 1"/>
                  <a:gd name="T5" fmla="*/ 1 w 1"/>
                  <a:gd name="T6" fmla="*/ 1 w 1"/>
                  <a:gd name="T7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9" name="Oval 300"/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3602" y="18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0" name="Freeform 301"/>
              <p:cNvSpPr/>
              <p:nvPr>
                <p:custDataLst>
                  <p:tags r:id="rId146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1" name="Freeform 302"/>
              <p:cNvSpPr/>
              <p:nvPr>
                <p:custDataLst>
                  <p:tags r:id="rId147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2" name="Oval 303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3593" y="181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3" name="Freeform 304"/>
              <p:cNvSpPr/>
              <p:nvPr>
                <p:custDataLst>
                  <p:tags r:id="rId149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4" name="Freeform 305"/>
              <p:cNvSpPr/>
              <p:nvPr>
                <p:custDataLst>
                  <p:tags r:id="rId150"/>
                </p:custDataLst>
              </p:nvPr>
            </p:nvSpPr>
            <p:spPr bwMode="auto">
              <a:xfrm>
                <a:off x="3598" y="18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5" name="Oval 306"/>
              <p:cNvSpPr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3612" y="182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6" name="Freeform 307"/>
              <p:cNvSpPr/>
              <p:nvPr>
                <p:custDataLst>
                  <p:tags r:id="rId152"/>
                </p:custDataLst>
              </p:nvPr>
            </p:nvSpPr>
            <p:spPr bwMode="auto">
              <a:xfrm>
                <a:off x="3977" y="2478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7" name="Freeform 308"/>
              <p:cNvSpPr/>
              <p:nvPr>
                <p:custDataLst>
                  <p:tags r:id="rId153"/>
                </p:custDataLst>
              </p:nvPr>
            </p:nvSpPr>
            <p:spPr bwMode="auto">
              <a:xfrm>
                <a:off x="3595" y="1812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8" name="Freeform 309"/>
              <p:cNvSpPr/>
              <p:nvPr>
                <p:custDataLst>
                  <p:tags r:id="rId154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9" name="Freeform 310"/>
              <p:cNvSpPr/>
              <p:nvPr>
                <p:custDataLst>
                  <p:tags r:id="rId155"/>
                </p:custDataLst>
              </p:nvPr>
            </p:nvSpPr>
            <p:spPr bwMode="auto">
              <a:xfrm>
                <a:off x="3967" y="2491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0" name="Freeform 311"/>
              <p:cNvSpPr/>
              <p:nvPr>
                <p:custDataLst>
                  <p:tags r:id="rId156"/>
                </p:custDataLst>
              </p:nvPr>
            </p:nvSpPr>
            <p:spPr bwMode="auto">
              <a:xfrm>
                <a:off x="3825" y="2268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1" name="Freeform 312"/>
              <p:cNvSpPr/>
              <p:nvPr>
                <p:custDataLst>
                  <p:tags r:id="rId157"/>
                </p:custDataLst>
              </p:nvPr>
            </p:nvSpPr>
            <p:spPr bwMode="auto">
              <a:xfrm>
                <a:off x="3810" y="2268"/>
                <a:ext cx="8" cy="2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0 h 1"/>
                  <a:gd name="T4" fmla="*/ 4 w 4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2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2" name="Freeform 313"/>
              <p:cNvSpPr/>
              <p:nvPr>
                <p:custDataLst>
                  <p:tags r:id="rId158"/>
                </p:custDataLst>
              </p:nvPr>
            </p:nvSpPr>
            <p:spPr bwMode="auto">
              <a:xfrm>
                <a:off x="3835" y="2275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3" name="Freeform 314"/>
              <p:cNvSpPr/>
              <p:nvPr>
                <p:custDataLst>
                  <p:tags r:id="rId159"/>
                </p:custDataLst>
              </p:nvPr>
            </p:nvSpPr>
            <p:spPr bwMode="auto">
              <a:xfrm>
                <a:off x="3833" y="2268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1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4" name="Freeform 315"/>
              <p:cNvSpPr/>
              <p:nvPr>
                <p:custDataLst>
                  <p:tags r:id="rId160"/>
                </p:custDataLst>
              </p:nvPr>
            </p:nvSpPr>
            <p:spPr bwMode="auto">
              <a:xfrm>
                <a:off x="3833" y="2328"/>
                <a:ext cx="9" cy="2"/>
              </a:xfrm>
              <a:custGeom>
                <a:avLst/>
                <a:gdLst>
                  <a:gd name="T0" fmla="*/ 0 w 4"/>
                  <a:gd name="T1" fmla="*/ 1 h 1"/>
                  <a:gd name="T2" fmla="*/ 4 w 4"/>
                  <a:gd name="T3" fmla="*/ 0 h 1"/>
                  <a:gd name="T4" fmla="*/ 4 w 4"/>
                  <a:gd name="T5" fmla="*/ 0 h 1"/>
                  <a:gd name="T6" fmla="*/ 3 w 4"/>
                  <a:gd name="T7" fmla="*/ 0 h 1"/>
                  <a:gd name="T8" fmla="*/ 2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1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2" y="0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5" name="Freeform 316"/>
              <p:cNvSpPr/>
              <p:nvPr>
                <p:custDataLst>
                  <p:tags r:id="rId161"/>
                </p:custDataLst>
              </p:nvPr>
            </p:nvSpPr>
            <p:spPr bwMode="auto">
              <a:xfrm>
                <a:off x="3837" y="2330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6" name="Freeform 317"/>
              <p:cNvSpPr/>
              <p:nvPr>
                <p:custDataLst>
                  <p:tags r:id="rId162"/>
                </p:custDataLst>
              </p:nvPr>
            </p:nvSpPr>
            <p:spPr bwMode="auto">
              <a:xfrm>
                <a:off x="3839" y="2328"/>
                <a:ext cx="5" cy="0"/>
              </a:xfrm>
              <a:custGeom>
                <a:avLst/>
                <a:gdLst>
                  <a:gd name="T0" fmla="*/ 1 w 2"/>
                  <a:gd name="T1" fmla="*/ 0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7" name="Freeform 318"/>
              <p:cNvSpPr/>
              <p:nvPr>
                <p:custDataLst>
                  <p:tags r:id="rId163"/>
                </p:custDataLst>
              </p:nvPr>
            </p:nvSpPr>
            <p:spPr bwMode="auto">
              <a:xfrm>
                <a:off x="3827" y="2268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0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8" name="Freeform 319"/>
              <p:cNvSpPr/>
              <p:nvPr>
                <p:custDataLst>
                  <p:tags r:id="rId164"/>
                </p:custDataLst>
              </p:nvPr>
            </p:nvSpPr>
            <p:spPr bwMode="auto">
              <a:xfrm>
                <a:off x="3729" y="2856"/>
                <a:ext cx="6" cy="4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9" name="Freeform 320"/>
              <p:cNvSpPr/>
              <p:nvPr>
                <p:custDataLst>
                  <p:tags r:id="rId165"/>
                </p:custDataLst>
              </p:nvPr>
            </p:nvSpPr>
            <p:spPr bwMode="auto">
              <a:xfrm>
                <a:off x="3731" y="285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0" name="Freeform 321"/>
              <p:cNvSpPr/>
              <p:nvPr>
                <p:custDataLst>
                  <p:tags r:id="rId166"/>
                </p:custDataLst>
              </p:nvPr>
            </p:nvSpPr>
            <p:spPr bwMode="auto">
              <a:xfrm>
                <a:off x="3897" y="2822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1" name="Freeform 322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4007" y="2790"/>
                <a:ext cx="2" cy="4"/>
              </a:xfrm>
              <a:custGeom>
                <a:avLst/>
                <a:gdLst>
                  <a:gd name="T0" fmla="*/ 2 w 2"/>
                  <a:gd name="T1" fmla="*/ 4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lnTo>
                      <a:pt x="2" y="4"/>
                    </a:lnTo>
                    <a:lnTo>
                      <a:pt x="0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2" name="Freeform 323"/>
              <p:cNvSpPr/>
              <p:nvPr>
                <p:custDataLst>
                  <p:tags r:id="rId168"/>
                </p:custDataLst>
              </p:nvPr>
            </p:nvSpPr>
            <p:spPr bwMode="auto">
              <a:xfrm>
                <a:off x="3971" y="2813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1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3" name="Freeform 324"/>
              <p:cNvSpPr/>
              <p:nvPr>
                <p:custDataLst>
                  <p:tags r:id="rId169"/>
                </p:custDataLst>
              </p:nvPr>
            </p:nvSpPr>
            <p:spPr bwMode="auto">
              <a:xfrm>
                <a:off x="3969" y="2501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4" name="Freeform 325"/>
              <p:cNvSpPr/>
              <p:nvPr>
                <p:custDataLst>
                  <p:tags r:id="rId170"/>
                </p:custDataLst>
              </p:nvPr>
            </p:nvSpPr>
            <p:spPr bwMode="auto">
              <a:xfrm>
                <a:off x="3850" y="28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5" name="Freeform 326"/>
              <p:cNvSpPr/>
              <p:nvPr>
                <p:custDataLst>
                  <p:tags r:id="rId171"/>
                </p:custDataLst>
              </p:nvPr>
            </p:nvSpPr>
            <p:spPr bwMode="auto">
              <a:xfrm>
                <a:off x="3668" y="2060"/>
                <a:ext cx="8" cy="17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6 h 8"/>
                  <a:gd name="T4" fmla="*/ 4 w 4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2" y="1"/>
                      <a:pt x="1" y="5"/>
                      <a:pt x="0" y="6"/>
                    </a:cubicBezTo>
                    <a:cubicBezTo>
                      <a:pt x="1" y="8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1" name="Freeform 327"/>
              <p:cNvSpPr/>
              <p:nvPr>
                <p:custDataLst>
                  <p:tags r:id="rId172"/>
                </p:custDataLst>
              </p:nvPr>
            </p:nvSpPr>
            <p:spPr bwMode="auto">
              <a:xfrm>
                <a:off x="3837" y="232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2" name="Freeform 328"/>
              <p:cNvSpPr/>
              <p:nvPr>
                <p:custDataLst>
                  <p:tags r:id="rId173"/>
                </p:custDataLst>
              </p:nvPr>
            </p:nvSpPr>
            <p:spPr bwMode="auto">
              <a:xfrm>
                <a:off x="3965" y="2504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1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3" name="Freeform 329"/>
              <p:cNvSpPr/>
              <p:nvPr>
                <p:custDataLst>
                  <p:tags r:id="rId174"/>
                </p:custDataLst>
              </p:nvPr>
            </p:nvSpPr>
            <p:spPr bwMode="auto">
              <a:xfrm>
                <a:off x="3973" y="247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4" name="Freeform 330"/>
              <p:cNvSpPr/>
              <p:nvPr>
                <p:custDataLst>
                  <p:tags r:id="rId175"/>
                </p:custDataLst>
              </p:nvPr>
            </p:nvSpPr>
            <p:spPr bwMode="auto">
              <a:xfrm>
                <a:off x="3965" y="2497"/>
                <a:ext cx="10" cy="4"/>
              </a:xfrm>
              <a:custGeom>
                <a:avLst/>
                <a:gdLst>
                  <a:gd name="T0" fmla="*/ 5 w 5"/>
                  <a:gd name="T1" fmla="*/ 1 h 2"/>
                  <a:gd name="T2" fmla="*/ 1 w 5"/>
                  <a:gd name="T3" fmla="*/ 2 h 2"/>
                  <a:gd name="T4" fmla="*/ 0 w 5"/>
                  <a:gd name="T5" fmla="*/ 2 h 2"/>
                  <a:gd name="T6" fmla="*/ 2 w 5"/>
                  <a:gd name="T7" fmla="*/ 2 h 2"/>
                  <a:gd name="T8" fmla="*/ 3 w 5"/>
                  <a:gd name="T9" fmla="*/ 1 h 2"/>
                  <a:gd name="T10" fmla="*/ 5 w 5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4" y="0"/>
                      <a:pt x="2" y="1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4" y="2"/>
                      <a:pt x="3" y="1"/>
                    </a:cubicBezTo>
                    <a:cubicBezTo>
                      <a:pt x="4" y="1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5" name="Freeform 331"/>
              <p:cNvSpPr/>
              <p:nvPr>
                <p:custDataLst>
                  <p:tags r:id="rId176"/>
                </p:custDataLst>
              </p:nvPr>
            </p:nvSpPr>
            <p:spPr bwMode="auto">
              <a:xfrm>
                <a:off x="3835" y="2474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6" name="Freeform 332"/>
              <p:cNvSpPr/>
              <p:nvPr>
                <p:custDataLst>
                  <p:tags r:id="rId177"/>
                </p:custDataLst>
              </p:nvPr>
            </p:nvSpPr>
            <p:spPr bwMode="auto">
              <a:xfrm>
                <a:off x="3829" y="2345"/>
                <a:ext cx="4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7" name="Freeform 333"/>
              <p:cNvSpPr/>
              <p:nvPr>
                <p:custDataLst>
                  <p:tags r:id="rId178"/>
                </p:custDataLst>
              </p:nvPr>
            </p:nvSpPr>
            <p:spPr bwMode="auto">
              <a:xfrm>
                <a:off x="3831" y="23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8" name="Freeform 334"/>
              <p:cNvSpPr/>
              <p:nvPr>
                <p:custDataLst>
                  <p:tags r:id="rId179"/>
                </p:custDataLst>
              </p:nvPr>
            </p:nvSpPr>
            <p:spPr bwMode="auto">
              <a:xfrm>
                <a:off x="3850" y="2491"/>
                <a:ext cx="4" cy="2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4 w 4"/>
                  <a:gd name="T5" fmla="*/ 0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9" name="Freeform 335"/>
              <p:cNvSpPr/>
              <p:nvPr>
                <p:custDataLst>
                  <p:tags r:id="rId180"/>
                </p:custDataLst>
              </p:nvPr>
            </p:nvSpPr>
            <p:spPr bwMode="auto">
              <a:xfrm>
                <a:off x="3835" y="233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0" name="Rectangle 336"/>
              <p:cNvSpPr>
                <a:spLocks noChangeArrowheads="1"/>
              </p:cNvSpPr>
              <p:nvPr>
                <p:custDataLst>
                  <p:tags r:id="rId181"/>
                </p:custDataLst>
              </p:nvPr>
            </p:nvSpPr>
            <p:spPr bwMode="auto">
              <a:xfrm>
                <a:off x="3835" y="2434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1" name="Freeform 337"/>
              <p:cNvSpPr/>
              <p:nvPr>
                <p:custDataLst>
                  <p:tags r:id="rId182"/>
                </p:custDataLst>
              </p:nvPr>
            </p:nvSpPr>
            <p:spPr bwMode="auto">
              <a:xfrm>
                <a:off x="3831" y="2349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2" y="0"/>
                      <a:pt x="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2" name="Freeform 338"/>
              <p:cNvSpPr/>
              <p:nvPr>
                <p:custDataLst>
                  <p:tags r:id="rId183"/>
                </p:custDataLst>
              </p:nvPr>
            </p:nvSpPr>
            <p:spPr bwMode="auto">
              <a:xfrm>
                <a:off x="3602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3" name="Freeform 339"/>
              <p:cNvSpPr/>
              <p:nvPr>
                <p:custDataLst>
                  <p:tags r:id="rId184"/>
                </p:custDataLst>
              </p:nvPr>
            </p:nvSpPr>
            <p:spPr bwMode="auto">
              <a:xfrm>
                <a:off x="3905" y="22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4" name="Freeform 340"/>
              <p:cNvSpPr/>
              <p:nvPr>
                <p:custDataLst>
                  <p:tags r:id="rId185"/>
                </p:custDataLst>
              </p:nvPr>
            </p:nvSpPr>
            <p:spPr bwMode="auto">
              <a:xfrm>
                <a:off x="3778" y="297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5" name="Freeform 341"/>
              <p:cNvSpPr/>
              <p:nvPr>
                <p:custDataLst>
                  <p:tags r:id="rId186"/>
                </p:custDataLst>
              </p:nvPr>
            </p:nvSpPr>
            <p:spPr bwMode="auto">
              <a:xfrm>
                <a:off x="3746" y="2826"/>
                <a:ext cx="399" cy="167"/>
              </a:xfrm>
              <a:custGeom>
                <a:avLst/>
                <a:gdLst>
                  <a:gd name="T0" fmla="*/ 154 w 188"/>
                  <a:gd name="T1" fmla="*/ 20 h 79"/>
                  <a:gd name="T2" fmla="*/ 145 w 188"/>
                  <a:gd name="T3" fmla="*/ 25 h 79"/>
                  <a:gd name="T4" fmla="*/ 108 w 188"/>
                  <a:gd name="T5" fmla="*/ 47 h 79"/>
                  <a:gd name="T6" fmla="*/ 94 w 188"/>
                  <a:gd name="T7" fmla="*/ 49 h 79"/>
                  <a:gd name="T8" fmla="*/ 84 w 188"/>
                  <a:gd name="T9" fmla="*/ 48 h 79"/>
                  <a:gd name="T10" fmla="*/ 64 w 188"/>
                  <a:gd name="T11" fmla="*/ 52 h 79"/>
                  <a:gd name="T12" fmla="*/ 52 w 188"/>
                  <a:gd name="T13" fmla="*/ 54 h 79"/>
                  <a:gd name="T14" fmla="*/ 33 w 188"/>
                  <a:gd name="T15" fmla="*/ 56 h 79"/>
                  <a:gd name="T16" fmla="*/ 23 w 188"/>
                  <a:gd name="T17" fmla="*/ 60 h 79"/>
                  <a:gd name="T18" fmla="*/ 12 w 188"/>
                  <a:gd name="T19" fmla="*/ 55 h 79"/>
                  <a:gd name="T20" fmla="*/ 5 w 188"/>
                  <a:gd name="T21" fmla="*/ 55 h 79"/>
                  <a:gd name="T22" fmla="*/ 5 w 188"/>
                  <a:gd name="T23" fmla="*/ 53 h 79"/>
                  <a:gd name="T24" fmla="*/ 4 w 188"/>
                  <a:gd name="T25" fmla="*/ 51 h 79"/>
                  <a:gd name="T26" fmla="*/ 3 w 188"/>
                  <a:gd name="T27" fmla="*/ 53 h 79"/>
                  <a:gd name="T28" fmla="*/ 3 w 188"/>
                  <a:gd name="T29" fmla="*/ 56 h 79"/>
                  <a:gd name="T30" fmla="*/ 0 w 188"/>
                  <a:gd name="T31" fmla="*/ 58 h 79"/>
                  <a:gd name="T32" fmla="*/ 2 w 188"/>
                  <a:gd name="T33" fmla="*/ 61 h 79"/>
                  <a:gd name="T34" fmla="*/ 13 w 188"/>
                  <a:gd name="T35" fmla="*/ 66 h 79"/>
                  <a:gd name="T36" fmla="*/ 15 w 188"/>
                  <a:gd name="T37" fmla="*/ 70 h 79"/>
                  <a:gd name="T38" fmla="*/ 16 w 188"/>
                  <a:gd name="T39" fmla="*/ 72 h 79"/>
                  <a:gd name="T40" fmla="*/ 18 w 188"/>
                  <a:gd name="T41" fmla="*/ 76 h 79"/>
                  <a:gd name="T42" fmla="*/ 21 w 188"/>
                  <a:gd name="T43" fmla="*/ 71 h 79"/>
                  <a:gd name="T44" fmla="*/ 26 w 188"/>
                  <a:gd name="T45" fmla="*/ 67 h 79"/>
                  <a:gd name="T46" fmla="*/ 27 w 188"/>
                  <a:gd name="T47" fmla="*/ 76 h 79"/>
                  <a:gd name="T48" fmla="*/ 30 w 188"/>
                  <a:gd name="T49" fmla="*/ 74 h 79"/>
                  <a:gd name="T50" fmla="*/ 31 w 188"/>
                  <a:gd name="T51" fmla="*/ 78 h 79"/>
                  <a:gd name="T52" fmla="*/ 35 w 188"/>
                  <a:gd name="T53" fmla="*/ 74 h 79"/>
                  <a:gd name="T54" fmla="*/ 38 w 188"/>
                  <a:gd name="T55" fmla="*/ 73 h 79"/>
                  <a:gd name="T56" fmla="*/ 42 w 188"/>
                  <a:gd name="T57" fmla="*/ 64 h 79"/>
                  <a:gd name="T58" fmla="*/ 43 w 188"/>
                  <a:gd name="T59" fmla="*/ 76 h 79"/>
                  <a:gd name="T60" fmla="*/ 51 w 188"/>
                  <a:gd name="T61" fmla="*/ 72 h 79"/>
                  <a:gd name="T62" fmla="*/ 57 w 188"/>
                  <a:gd name="T63" fmla="*/ 72 h 79"/>
                  <a:gd name="T64" fmla="*/ 61 w 188"/>
                  <a:gd name="T65" fmla="*/ 70 h 79"/>
                  <a:gd name="T66" fmla="*/ 70 w 188"/>
                  <a:gd name="T67" fmla="*/ 68 h 79"/>
                  <a:gd name="T68" fmla="*/ 75 w 188"/>
                  <a:gd name="T69" fmla="*/ 71 h 79"/>
                  <a:gd name="T70" fmla="*/ 77 w 188"/>
                  <a:gd name="T71" fmla="*/ 68 h 79"/>
                  <a:gd name="T72" fmla="*/ 80 w 188"/>
                  <a:gd name="T73" fmla="*/ 68 h 79"/>
                  <a:gd name="T74" fmla="*/ 81 w 188"/>
                  <a:gd name="T75" fmla="*/ 66 h 79"/>
                  <a:gd name="T76" fmla="*/ 86 w 188"/>
                  <a:gd name="T77" fmla="*/ 67 h 79"/>
                  <a:gd name="T78" fmla="*/ 92 w 188"/>
                  <a:gd name="T79" fmla="*/ 65 h 79"/>
                  <a:gd name="T80" fmla="*/ 98 w 188"/>
                  <a:gd name="T81" fmla="*/ 64 h 79"/>
                  <a:gd name="T82" fmla="*/ 104 w 188"/>
                  <a:gd name="T83" fmla="*/ 60 h 79"/>
                  <a:gd name="T84" fmla="*/ 107 w 188"/>
                  <a:gd name="T85" fmla="*/ 62 h 79"/>
                  <a:gd name="T86" fmla="*/ 108 w 188"/>
                  <a:gd name="T87" fmla="*/ 62 h 79"/>
                  <a:gd name="T88" fmla="*/ 114 w 188"/>
                  <a:gd name="T89" fmla="*/ 59 h 79"/>
                  <a:gd name="T90" fmla="*/ 119 w 188"/>
                  <a:gd name="T91" fmla="*/ 59 h 79"/>
                  <a:gd name="T92" fmla="*/ 122 w 188"/>
                  <a:gd name="T93" fmla="*/ 52 h 79"/>
                  <a:gd name="T94" fmla="*/ 126 w 188"/>
                  <a:gd name="T95" fmla="*/ 52 h 79"/>
                  <a:gd name="T96" fmla="*/ 132 w 188"/>
                  <a:gd name="T97" fmla="*/ 50 h 79"/>
                  <a:gd name="T98" fmla="*/ 139 w 188"/>
                  <a:gd name="T99" fmla="*/ 45 h 79"/>
                  <a:gd name="T100" fmla="*/ 143 w 188"/>
                  <a:gd name="T101" fmla="*/ 43 h 79"/>
                  <a:gd name="T102" fmla="*/ 156 w 188"/>
                  <a:gd name="T103" fmla="*/ 39 h 79"/>
                  <a:gd name="T104" fmla="*/ 160 w 188"/>
                  <a:gd name="T105" fmla="*/ 37 h 79"/>
                  <a:gd name="T106" fmla="*/ 167 w 188"/>
                  <a:gd name="T107" fmla="*/ 26 h 79"/>
                  <a:gd name="T108" fmla="*/ 172 w 188"/>
                  <a:gd name="T109" fmla="*/ 21 h 79"/>
                  <a:gd name="T110" fmla="*/ 180 w 188"/>
                  <a:gd name="T11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8" h="79">
                    <a:moveTo>
                      <a:pt x="180" y="0"/>
                    </a:moveTo>
                    <a:cubicBezTo>
                      <a:pt x="179" y="5"/>
                      <a:pt x="175" y="6"/>
                      <a:pt x="171" y="7"/>
                    </a:cubicBezTo>
                    <a:cubicBezTo>
                      <a:pt x="170" y="8"/>
                      <a:pt x="169" y="10"/>
                      <a:pt x="168" y="10"/>
                    </a:cubicBezTo>
                    <a:cubicBezTo>
                      <a:pt x="164" y="15"/>
                      <a:pt x="157" y="14"/>
                      <a:pt x="154" y="19"/>
                    </a:cubicBezTo>
                    <a:cubicBezTo>
                      <a:pt x="155" y="19"/>
                      <a:pt x="155" y="20"/>
                      <a:pt x="155" y="21"/>
                    </a:cubicBezTo>
                    <a:cubicBezTo>
                      <a:pt x="154" y="20"/>
                      <a:pt x="154" y="20"/>
                      <a:pt x="154" y="20"/>
                    </a:cubicBezTo>
                    <a:cubicBezTo>
                      <a:pt x="155" y="22"/>
                      <a:pt x="155" y="22"/>
                      <a:pt x="155" y="22"/>
                    </a:cubicBezTo>
                    <a:cubicBezTo>
                      <a:pt x="155" y="22"/>
                      <a:pt x="154" y="20"/>
                      <a:pt x="154" y="20"/>
                    </a:cubicBezTo>
                    <a:cubicBezTo>
                      <a:pt x="152" y="21"/>
                      <a:pt x="151" y="23"/>
                      <a:pt x="149" y="23"/>
                    </a:cubicBezTo>
                    <a:cubicBezTo>
                      <a:pt x="149" y="25"/>
                      <a:pt x="148" y="24"/>
                      <a:pt x="149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7" y="27"/>
                      <a:pt x="147" y="27"/>
                      <a:pt x="145" y="25"/>
                    </a:cubicBezTo>
                    <a:cubicBezTo>
                      <a:pt x="139" y="27"/>
                      <a:pt x="134" y="30"/>
                      <a:pt x="128" y="32"/>
                    </a:cubicBezTo>
                    <a:cubicBezTo>
                      <a:pt x="123" y="34"/>
                      <a:pt x="118" y="39"/>
                      <a:pt x="112" y="41"/>
                    </a:cubicBezTo>
                    <a:cubicBezTo>
                      <a:pt x="112" y="45"/>
                      <a:pt x="111" y="43"/>
                      <a:pt x="110" y="47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0" y="47"/>
                      <a:pt x="109" y="46"/>
                      <a:pt x="107" y="45"/>
                    </a:cubicBezTo>
                    <a:cubicBezTo>
                      <a:pt x="108" y="46"/>
                      <a:pt x="107" y="45"/>
                      <a:pt x="108" y="47"/>
                    </a:cubicBezTo>
                    <a:cubicBezTo>
                      <a:pt x="108" y="49"/>
                      <a:pt x="106" y="45"/>
                      <a:pt x="106" y="46"/>
                    </a:cubicBezTo>
                    <a:cubicBezTo>
                      <a:pt x="105" y="45"/>
                      <a:pt x="106" y="47"/>
                      <a:pt x="106" y="46"/>
                    </a:cubicBezTo>
                    <a:cubicBezTo>
                      <a:pt x="105" y="49"/>
                      <a:pt x="106" y="45"/>
                      <a:pt x="103" y="44"/>
                    </a:cubicBezTo>
                    <a:cubicBezTo>
                      <a:pt x="101" y="45"/>
                      <a:pt x="98" y="48"/>
                      <a:pt x="95" y="47"/>
                    </a:cubicBezTo>
                    <a:cubicBezTo>
                      <a:pt x="95" y="47"/>
                      <a:pt x="96" y="49"/>
                      <a:pt x="96" y="49"/>
                    </a:cubicBezTo>
                    <a:cubicBezTo>
                      <a:pt x="95" y="46"/>
                      <a:pt x="95" y="50"/>
                      <a:pt x="94" y="49"/>
                    </a:cubicBezTo>
                    <a:cubicBezTo>
                      <a:pt x="94" y="48"/>
                      <a:pt x="94" y="48"/>
                      <a:pt x="94" y="48"/>
                    </a:cubicBezTo>
                    <a:cubicBezTo>
                      <a:pt x="93" y="47"/>
                      <a:pt x="92" y="49"/>
                      <a:pt x="91" y="48"/>
                    </a:cubicBezTo>
                    <a:cubicBezTo>
                      <a:pt x="90" y="49"/>
                      <a:pt x="88" y="47"/>
                      <a:pt x="88" y="49"/>
                    </a:cubicBezTo>
                    <a:cubicBezTo>
                      <a:pt x="88" y="47"/>
                      <a:pt x="87" y="48"/>
                      <a:pt x="87" y="47"/>
                    </a:cubicBezTo>
                    <a:cubicBezTo>
                      <a:pt x="87" y="51"/>
                      <a:pt x="84" y="46"/>
                      <a:pt x="84" y="49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1" y="49"/>
                      <a:pt x="77" y="49"/>
                      <a:pt x="74" y="51"/>
                    </a:cubicBezTo>
                    <a:cubicBezTo>
                      <a:pt x="73" y="52"/>
                      <a:pt x="70" y="48"/>
                      <a:pt x="69" y="50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2"/>
                      <a:pt x="68" y="51"/>
                      <a:pt x="68" y="51"/>
                    </a:cubicBezTo>
                    <a:cubicBezTo>
                      <a:pt x="67" y="52"/>
                      <a:pt x="66" y="51"/>
                      <a:pt x="65" y="51"/>
                    </a:cubicBezTo>
                    <a:cubicBezTo>
                      <a:pt x="65" y="51"/>
                      <a:pt x="64" y="52"/>
                      <a:pt x="64" y="52"/>
                    </a:cubicBezTo>
                    <a:cubicBezTo>
                      <a:pt x="63" y="50"/>
                      <a:pt x="61" y="54"/>
                      <a:pt x="60" y="52"/>
                    </a:cubicBezTo>
                    <a:cubicBezTo>
                      <a:pt x="61" y="55"/>
                      <a:pt x="59" y="54"/>
                      <a:pt x="59" y="55"/>
                    </a:cubicBezTo>
                    <a:cubicBezTo>
                      <a:pt x="58" y="55"/>
                      <a:pt x="58" y="54"/>
                      <a:pt x="58" y="53"/>
                    </a:cubicBezTo>
                    <a:cubicBezTo>
                      <a:pt x="57" y="53"/>
                      <a:pt x="57" y="54"/>
                      <a:pt x="56" y="53"/>
                    </a:cubicBezTo>
                    <a:cubicBezTo>
                      <a:pt x="55" y="53"/>
                      <a:pt x="55" y="55"/>
                      <a:pt x="54" y="55"/>
                    </a:cubicBezTo>
                    <a:cubicBezTo>
                      <a:pt x="54" y="52"/>
                      <a:pt x="53" y="54"/>
                      <a:pt x="52" y="54"/>
                    </a:cubicBezTo>
                    <a:cubicBezTo>
                      <a:pt x="52" y="56"/>
                      <a:pt x="52" y="57"/>
                      <a:pt x="51" y="56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49" y="56"/>
                      <a:pt x="46" y="53"/>
                      <a:pt x="43" y="56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1" y="56"/>
                      <a:pt x="38" y="54"/>
                      <a:pt x="36" y="57"/>
                    </a:cubicBezTo>
                    <a:cubicBezTo>
                      <a:pt x="35" y="56"/>
                      <a:pt x="34" y="56"/>
                      <a:pt x="33" y="56"/>
                    </a:cubicBezTo>
                    <a:cubicBezTo>
                      <a:pt x="32" y="57"/>
                      <a:pt x="32" y="57"/>
                      <a:pt x="31" y="59"/>
                    </a:cubicBezTo>
                    <a:cubicBezTo>
                      <a:pt x="31" y="59"/>
                      <a:pt x="31" y="58"/>
                      <a:pt x="31" y="57"/>
                    </a:cubicBezTo>
                    <a:cubicBezTo>
                      <a:pt x="30" y="57"/>
                      <a:pt x="29" y="54"/>
                      <a:pt x="28" y="57"/>
                    </a:cubicBezTo>
                    <a:cubicBezTo>
                      <a:pt x="28" y="55"/>
                      <a:pt x="28" y="55"/>
                      <a:pt x="28" y="55"/>
                    </a:cubicBezTo>
                    <a:cubicBezTo>
                      <a:pt x="27" y="57"/>
                      <a:pt x="25" y="58"/>
                      <a:pt x="25" y="57"/>
                    </a:cubicBezTo>
                    <a:cubicBezTo>
                      <a:pt x="24" y="58"/>
                      <a:pt x="23" y="58"/>
                      <a:pt x="23" y="60"/>
                    </a:cubicBezTo>
                    <a:cubicBezTo>
                      <a:pt x="23" y="60"/>
                      <a:pt x="23" y="57"/>
                      <a:pt x="23" y="59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1" y="56"/>
                      <a:pt x="19" y="56"/>
                      <a:pt x="17" y="57"/>
                    </a:cubicBezTo>
                    <a:cubicBezTo>
                      <a:pt x="17" y="55"/>
                      <a:pt x="15" y="57"/>
                      <a:pt x="14" y="55"/>
                    </a:cubicBezTo>
                    <a:cubicBezTo>
                      <a:pt x="13" y="56"/>
                      <a:pt x="13" y="54"/>
                      <a:pt x="11" y="56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4"/>
                      <a:pt x="10" y="54"/>
                      <a:pt x="9" y="53"/>
                    </a:cubicBezTo>
                    <a:cubicBezTo>
                      <a:pt x="9" y="52"/>
                      <a:pt x="8" y="54"/>
                      <a:pt x="7" y="54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3"/>
                      <a:pt x="7" y="54"/>
                      <a:pt x="6" y="55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5" y="56"/>
                      <a:pt x="5" y="56"/>
                    </a:cubicBezTo>
                    <a:cubicBezTo>
                      <a:pt x="5" y="55"/>
                      <a:pt x="4" y="56"/>
                      <a:pt x="4" y="54"/>
                    </a:cubicBezTo>
                    <a:cubicBezTo>
                      <a:pt x="5" y="54"/>
                      <a:pt x="7" y="53"/>
                      <a:pt x="8" y="52"/>
                    </a:cubicBezTo>
                    <a:cubicBezTo>
                      <a:pt x="8" y="51"/>
                      <a:pt x="5" y="53"/>
                      <a:pt x="6" y="52"/>
                    </a:cubicBezTo>
                    <a:cubicBezTo>
                      <a:pt x="6" y="51"/>
                      <a:pt x="6" y="51"/>
                      <a:pt x="5" y="51"/>
                    </a:cubicBezTo>
                    <a:cubicBezTo>
                      <a:pt x="5" y="52"/>
                      <a:pt x="5" y="52"/>
                      <a:pt x="5" y="53"/>
                    </a:cubicBezTo>
                    <a:cubicBezTo>
                      <a:pt x="5" y="53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5" y="52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2" y="50"/>
                    </a:cubicBezTo>
                    <a:cubicBezTo>
                      <a:pt x="1" y="52"/>
                      <a:pt x="4" y="46"/>
                      <a:pt x="0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3" y="54"/>
                      <a:pt x="3" y="54"/>
                    </a:cubicBezTo>
                    <a:cubicBezTo>
                      <a:pt x="3" y="54"/>
                      <a:pt x="3" y="53"/>
                      <a:pt x="3" y="53"/>
                    </a:cubicBezTo>
                    <a:cubicBezTo>
                      <a:pt x="3" y="53"/>
                      <a:pt x="3" y="54"/>
                      <a:pt x="3" y="53"/>
                    </a:cubicBezTo>
                    <a:cubicBezTo>
                      <a:pt x="3" y="52"/>
                      <a:pt x="4" y="51"/>
                      <a:pt x="4" y="53"/>
                    </a:cubicBezTo>
                    <a:cubicBezTo>
                      <a:pt x="4" y="54"/>
                      <a:pt x="4" y="54"/>
                      <a:pt x="4" y="55"/>
                    </a:cubicBezTo>
                    <a:cubicBezTo>
                      <a:pt x="4" y="55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5"/>
                      <a:pt x="3" y="55"/>
                    </a:cubicBezTo>
                    <a:cubicBezTo>
                      <a:pt x="2" y="55"/>
                      <a:pt x="2" y="56"/>
                      <a:pt x="1" y="56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7"/>
                      <a:pt x="2" y="57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60"/>
                      <a:pt x="4" y="57"/>
                      <a:pt x="4" y="58"/>
                    </a:cubicBezTo>
                    <a:cubicBezTo>
                      <a:pt x="4" y="58"/>
                      <a:pt x="2" y="60"/>
                      <a:pt x="2" y="61"/>
                    </a:cubicBezTo>
                    <a:cubicBezTo>
                      <a:pt x="3" y="62"/>
                      <a:pt x="6" y="61"/>
                      <a:pt x="6" y="63"/>
                    </a:cubicBezTo>
                    <a:cubicBezTo>
                      <a:pt x="7" y="63"/>
                      <a:pt x="8" y="63"/>
                      <a:pt x="9" y="62"/>
                    </a:cubicBezTo>
                    <a:cubicBezTo>
                      <a:pt x="10" y="62"/>
                      <a:pt x="8" y="65"/>
                      <a:pt x="9" y="64"/>
                    </a:cubicBezTo>
                    <a:cubicBezTo>
                      <a:pt x="9" y="65"/>
                      <a:pt x="9" y="66"/>
                      <a:pt x="8" y="66"/>
                    </a:cubicBezTo>
                    <a:cubicBezTo>
                      <a:pt x="9" y="66"/>
                      <a:pt x="10" y="67"/>
                      <a:pt x="10" y="65"/>
                    </a:cubicBezTo>
                    <a:cubicBezTo>
                      <a:pt x="11" y="66"/>
                      <a:pt x="12" y="67"/>
                      <a:pt x="13" y="66"/>
                    </a:cubicBezTo>
                    <a:cubicBezTo>
                      <a:pt x="13" y="66"/>
                      <a:pt x="12" y="68"/>
                      <a:pt x="12" y="69"/>
                    </a:cubicBezTo>
                    <a:cubicBezTo>
                      <a:pt x="13" y="67"/>
                      <a:pt x="15" y="67"/>
                      <a:pt x="15" y="67"/>
                    </a:cubicBezTo>
                    <a:cubicBezTo>
                      <a:pt x="16" y="66"/>
                      <a:pt x="16" y="66"/>
                      <a:pt x="16" y="64"/>
                    </a:cubicBezTo>
                    <a:cubicBezTo>
                      <a:pt x="16" y="64"/>
                      <a:pt x="17" y="63"/>
                      <a:pt x="17" y="63"/>
                    </a:cubicBezTo>
                    <a:cubicBezTo>
                      <a:pt x="17" y="65"/>
                      <a:pt x="16" y="68"/>
                      <a:pt x="17" y="68"/>
                    </a:cubicBezTo>
                    <a:cubicBezTo>
                      <a:pt x="16" y="71"/>
                      <a:pt x="15" y="67"/>
                      <a:pt x="15" y="70"/>
                    </a:cubicBezTo>
                    <a:cubicBezTo>
                      <a:pt x="14" y="72"/>
                      <a:pt x="12" y="72"/>
                      <a:pt x="12" y="70"/>
                    </a:cubicBezTo>
                    <a:cubicBezTo>
                      <a:pt x="11" y="73"/>
                      <a:pt x="13" y="71"/>
                      <a:pt x="12" y="73"/>
                    </a:cubicBezTo>
                    <a:cubicBezTo>
                      <a:pt x="13" y="73"/>
                      <a:pt x="14" y="72"/>
                      <a:pt x="15" y="72"/>
                    </a:cubicBezTo>
                    <a:cubicBezTo>
                      <a:pt x="15" y="71"/>
                      <a:pt x="15" y="70"/>
                      <a:pt x="16" y="70"/>
                    </a:cubicBezTo>
                    <a:cubicBezTo>
                      <a:pt x="17" y="67"/>
                      <a:pt x="16" y="72"/>
                      <a:pt x="17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7" y="72"/>
                      <a:pt x="18" y="72"/>
                    </a:cubicBezTo>
                    <a:cubicBezTo>
                      <a:pt x="17" y="75"/>
                      <a:pt x="17" y="72"/>
                      <a:pt x="16" y="74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7" y="77"/>
                      <a:pt x="17" y="74"/>
                      <a:pt x="18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8" y="74"/>
                      <a:pt x="19" y="73"/>
                      <a:pt x="18" y="73"/>
                    </a:cubicBezTo>
                    <a:cubicBezTo>
                      <a:pt x="19" y="70"/>
                      <a:pt x="19" y="72"/>
                      <a:pt x="20" y="72"/>
                    </a:cubicBezTo>
                    <a:cubicBezTo>
                      <a:pt x="20" y="70"/>
                      <a:pt x="19" y="72"/>
                      <a:pt x="20" y="70"/>
                    </a:cubicBezTo>
                    <a:cubicBezTo>
                      <a:pt x="20" y="69"/>
                      <a:pt x="20" y="69"/>
                      <a:pt x="21" y="69"/>
                    </a:cubicBezTo>
                    <a:cubicBezTo>
                      <a:pt x="22" y="69"/>
                      <a:pt x="21" y="71"/>
                      <a:pt x="21" y="72"/>
                    </a:cubicBezTo>
                    <a:cubicBezTo>
                      <a:pt x="21" y="72"/>
                      <a:pt x="20" y="72"/>
                      <a:pt x="21" y="71"/>
                    </a:cubicBezTo>
                    <a:cubicBezTo>
                      <a:pt x="19" y="73"/>
                      <a:pt x="20" y="75"/>
                      <a:pt x="19" y="76"/>
                    </a:cubicBezTo>
                    <a:cubicBezTo>
                      <a:pt x="20" y="77"/>
                      <a:pt x="20" y="75"/>
                      <a:pt x="21" y="75"/>
                    </a:cubicBezTo>
                    <a:cubicBezTo>
                      <a:pt x="21" y="74"/>
                      <a:pt x="21" y="73"/>
                      <a:pt x="21" y="72"/>
                    </a:cubicBezTo>
                    <a:cubicBezTo>
                      <a:pt x="23" y="68"/>
                      <a:pt x="21" y="76"/>
                      <a:pt x="23" y="75"/>
                    </a:cubicBezTo>
                    <a:cubicBezTo>
                      <a:pt x="23" y="72"/>
                      <a:pt x="25" y="71"/>
                      <a:pt x="25" y="68"/>
                    </a:cubicBezTo>
                    <a:cubicBezTo>
                      <a:pt x="25" y="67"/>
                      <a:pt x="25" y="66"/>
                      <a:pt x="26" y="67"/>
                    </a:cubicBezTo>
                    <a:cubicBezTo>
                      <a:pt x="25" y="69"/>
                      <a:pt x="26" y="68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4"/>
                      <a:pt x="25" y="76"/>
                      <a:pt x="26" y="77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5"/>
                      <a:pt x="26" y="76"/>
                      <a:pt x="27" y="76"/>
                    </a:cubicBezTo>
                    <a:cubicBezTo>
                      <a:pt x="26" y="76"/>
                      <a:pt x="27" y="74"/>
                      <a:pt x="27" y="73"/>
                    </a:cubicBezTo>
                    <a:cubicBezTo>
                      <a:pt x="28" y="73"/>
                      <a:pt x="28" y="75"/>
                      <a:pt x="28" y="76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8" y="76"/>
                      <a:pt x="28" y="78"/>
                      <a:pt x="28" y="78"/>
                    </a:cubicBezTo>
                    <a:cubicBezTo>
                      <a:pt x="28" y="76"/>
                      <a:pt x="29" y="75"/>
                      <a:pt x="29" y="73"/>
                    </a:cubicBezTo>
                    <a:cubicBezTo>
                      <a:pt x="30" y="73"/>
                      <a:pt x="30" y="74"/>
                      <a:pt x="30" y="74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30" y="75"/>
                      <a:pt x="29" y="78"/>
                      <a:pt x="30" y="78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1" y="77"/>
                      <a:pt x="31" y="77"/>
                      <a:pt x="31" y="76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5"/>
                      <a:pt x="33" y="77"/>
                    </a:cubicBezTo>
                    <a:cubicBezTo>
                      <a:pt x="32" y="74"/>
                      <a:pt x="32" y="77"/>
                      <a:pt x="32" y="75"/>
                    </a:cubicBezTo>
                    <a:cubicBezTo>
                      <a:pt x="31" y="73"/>
                      <a:pt x="32" y="74"/>
                      <a:pt x="33" y="73"/>
                    </a:cubicBezTo>
                    <a:cubicBezTo>
                      <a:pt x="32" y="76"/>
                      <a:pt x="33" y="74"/>
                      <a:pt x="34" y="74"/>
                    </a:cubicBezTo>
                    <a:cubicBezTo>
                      <a:pt x="34" y="75"/>
                      <a:pt x="34" y="75"/>
                      <a:pt x="34" y="76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5" y="78"/>
                      <a:pt x="36" y="73"/>
                      <a:pt x="36" y="74"/>
                    </a:cubicBezTo>
                    <a:cubicBezTo>
                      <a:pt x="36" y="75"/>
                      <a:pt x="36" y="77"/>
                      <a:pt x="36" y="77"/>
                    </a:cubicBezTo>
                    <a:cubicBezTo>
                      <a:pt x="36" y="75"/>
                      <a:pt x="37" y="74"/>
                      <a:pt x="37" y="72"/>
                    </a:cubicBezTo>
                    <a:cubicBezTo>
                      <a:pt x="38" y="73"/>
                      <a:pt x="36" y="76"/>
                      <a:pt x="37" y="78"/>
                    </a:cubicBezTo>
                    <a:cubicBezTo>
                      <a:pt x="37" y="75"/>
                      <a:pt x="38" y="79"/>
                      <a:pt x="38" y="76"/>
                    </a:cubicBezTo>
                    <a:cubicBezTo>
                      <a:pt x="37" y="75"/>
                      <a:pt x="38" y="75"/>
                      <a:pt x="38" y="73"/>
                    </a:cubicBezTo>
                    <a:cubicBezTo>
                      <a:pt x="39" y="74"/>
                      <a:pt x="38" y="75"/>
                      <a:pt x="39" y="75"/>
                    </a:cubicBezTo>
                    <a:cubicBezTo>
                      <a:pt x="39" y="75"/>
                      <a:pt x="39" y="73"/>
                      <a:pt x="39" y="72"/>
                    </a:cubicBezTo>
                    <a:cubicBezTo>
                      <a:pt x="39" y="73"/>
                      <a:pt x="40" y="70"/>
                      <a:pt x="40" y="72"/>
                    </a:cubicBezTo>
                    <a:cubicBezTo>
                      <a:pt x="41" y="74"/>
                      <a:pt x="39" y="73"/>
                      <a:pt x="40" y="74"/>
                    </a:cubicBezTo>
                    <a:cubicBezTo>
                      <a:pt x="41" y="74"/>
                      <a:pt x="40" y="70"/>
                      <a:pt x="41" y="69"/>
                    </a:cubicBezTo>
                    <a:cubicBezTo>
                      <a:pt x="41" y="68"/>
                      <a:pt x="41" y="65"/>
                      <a:pt x="42" y="64"/>
                    </a:cubicBezTo>
                    <a:cubicBezTo>
                      <a:pt x="43" y="65"/>
                      <a:pt x="41" y="65"/>
                      <a:pt x="42" y="68"/>
                    </a:cubicBezTo>
                    <a:cubicBezTo>
                      <a:pt x="42" y="67"/>
                      <a:pt x="42" y="67"/>
                      <a:pt x="42" y="67"/>
                    </a:cubicBezTo>
                    <a:cubicBezTo>
                      <a:pt x="43" y="70"/>
                      <a:pt x="41" y="72"/>
                      <a:pt x="41" y="74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2" y="75"/>
                      <a:pt x="43" y="76"/>
                      <a:pt x="43" y="76"/>
                    </a:cubicBezTo>
                    <a:cubicBezTo>
                      <a:pt x="43" y="74"/>
                      <a:pt x="43" y="76"/>
                      <a:pt x="43" y="75"/>
                    </a:cubicBezTo>
                    <a:cubicBezTo>
                      <a:pt x="43" y="74"/>
                      <a:pt x="43" y="71"/>
                      <a:pt x="44" y="73"/>
                    </a:cubicBezTo>
                    <a:cubicBezTo>
                      <a:pt x="44" y="74"/>
                      <a:pt x="44" y="75"/>
                      <a:pt x="44" y="76"/>
                    </a:cubicBezTo>
                    <a:cubicBezTo>
                      <a:pt x="45" y="77"/>
                      <a:pt x="44" y="74"/>
                      <a:pt x="45" y="75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7" y="76"/>
                      <a:pt x="50" y="76"/>
                      <a:pt x="51" y="72"/>
                    </a:cubicBezTo>
                    <a:cubicBezTo>
                      <a:pt x="52" y="73"/>
                      <a:pt x="52" y="73"/>
                      <a:pt x="53" y="74"/>
                    </a:cubicBezTo>
                    <a:cubicBezTo>
                      <a:pt x="53" y="74"/>
                      <a:pt x="53" y="73"/>
                      <a:pt x="53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5" y="76"/>
                      <a:pt x="55" y="74"/>
                      <a:pt x="56" y="7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57" y="75"/>
                      <a:pt x="56" y="73"/>
                      <a:pt x="57" y="72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2"/>
                      <a:pt x="57" y="72"/>
                      <a:pt x="57" y="72"/>
                    </a:cubicBezTo>
                    <a:cubicBezTo>
                      <a:pt x="58" y="72"/>
                      <a:pt x="58" y="72"/>
                      <a:pt x="58" y="74"/>
                    </a:cubicBezTo>
                    <a:cubicBezTo>
                      <a:pt x="59" y="74"/>
                      <a:pt x="59" y="73"/>
                      <a:pt x="58" y="73"/>
                    </a:cubicBezTo>
                    <a:cubicBezTo>
                      <a:pt x="59" y="74"/>
                      <a:pt x="60" y="74"/>
                      <a:pt x="61" y="73"/>
                    </a:cubicBezTo>
                    <a:cubicBezTo>
                      <a:pt x="61" y="72"/>
                      <a:pt x="61" y="72"/>
                      <a:pt x="61" y="70"/>
                    </a:cubicBezTo>
                    <a:cubicBezTo>
                      <a:pt x="61" y="68"/>
                      <a:pt x="61" y="71"/>
                      <a:pt x="61" y="69"/>
                    </a:cubicBezTo>
                    <a:cubicBezTo>
                      <a:pt x="61" y="70"/>
                      <a:pt x="62" y="71"/>
                      <a:pt x="61" y="72"/>
                    </a:cubicBezTo>
                    <a:cubicBezTo>
                      <a:pt x="63" y="75"/>
                      <a:pt x="64" y="72"/>
                      <a:pt x="66" y="7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8" y="73"/>
                      <a:pt x="68" y="71"/>
                      <a:pt x="70" y="72"/>
                    </a:cubicBezTo>
                    <a:cubicBezTo>
                      <a:pt x="69" y="71"/>
                      <a:pt x="69" y="68"/>
                      <a:pt x="70" y="68"/>
                    </a:cubicBezTo>
                    <a:cubicBezTo>
                      <a:pt x="70" y="66"/>
                      <a:pt x="70" y="70"/>
                      <a:pt x="71" y="71"/>
                    </a:cubicBezTo>
                    <a:cubicBezTo>
                      <a:pt x="71" y="71"/>
                      <a:pt x="72" y="70"/>
                      <a:pt x="72" y="70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2" y="70"/>
                      <a:pt x="73" y="69"/>
                      <a:pt x="73" y="70"/>
                    </a:cubicBezTo>
                    <a:cubicBezTo>
                      <a:pt x="73" y="70"/>
                      <a:pt x="73" y="70"/>
                      <a:pt x="73" y="70"/>
                    </a:cubicBezTo>
                    <a:cubicBezTo>
                      <a:pt x="74" y="70"/>
                      <a:pt x="74" y="71"/>
                      <a:pt x="75" y="71"/>
                    </a:cubicBezTo>
                    <a:cubicBezTo>
                      <a:pt x="75" y="69"/>
                      <a:pt x="76" y="70"/>
                      <a:pt x="76" y="69"/>
                    </a:cubicBezTo>
                    <a:cubicBezTo>
                      <a:pt x="76" y="69"/>
                      <a:pt x="76" y="69"/>
                      <a:pt x="76" y="69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7" y="71"/>
                      <a:pt x="76" y="69"/>
                      <a:pt x="77" y="68"/>
                    </a:cubicBezTo>
                    <a:cubicBezTo>
                      <a:pt x="77" y="67"/>
                      <a:pt x="77" y="68"/>
                      <a:pt x="77" y="69"/>
                    </a:cubicBezTo>
                    <a:cubicBezTo>
                      <a:pt x="77" y="70"/>
                      <a:pt x="77" y="68"/>
                      <a:pt x="77" y="69"/>
                    </a:cubicBezTo>
                    <a:cubicBezTo>
                      <a:pt x="77" y="70"/>
                      <a:pt x="77" y="69"/>
                      <a:pt x="77" y="70"/>
                    </a:cubicBezTo>
                    <a:cubicBezTo>
                      <a:pt x="78" y="70"/>
                      <a:pt x="77" y="68"/>
                      <a:pt x="78" y="69"/>
                    </a:cubicBezTo>
                    <a:cubicBezTo>
                      <a:pt x="78" y="69"/>
                      <a:pt x="79" y="68"/>
                      <a:pt x="79" y="70"/>
                    </a:cubicBezTo>
                    <a:cubicBezTo>
                      <a:pt x="79" y="69"/>
                      <a:pt x="80" y="69"/>
                      <a:pt x="80" y="68"/>
                    </a:cubicBezTo>
                    <a:cubicBezTo>
                      <a:pt x="79" y="68"/>
                      <a:pt x="79" y="68"/>
                      <a:pt x="79" y="66"/>
                    </a:cubicBezTo>
                    <a:cubicBezTo>
                      <a:pt x="79" y="66"/>
                      <a:pt x="79" y="66"/>
                      <a:pt x="79" y="66"/>
                    </a:cubicBezTo>
                    <a:cubicBezTo>
                      <a:pt x="79" y="67"/>
                      <a:pt x="79" y="67"/>
                      <a:pt x="79" y="67"/>
                    </a:cubicBezTo>
                    <a:cubicBezTo>
                      <a:pt x="79" y="66"/>
                      <a:pt x="80" y="67"/>
                      <a:pt x="80" y="65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80" y="66"/>
                      <a:pt x="81" y="66"/>
                      <a:pt x="81" y="66"/>
                    </a:cubicBezTo>
                    <a:cubicBezTo>
                      <a:pt x="82" y="67"/>
                      <a:pt x="82" y="69"/>
                      <a:pt x="82" y="70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9"/>
                    </a:cubicBezTo>
                    <a:cubicBezTo>
                      <a:pt x="85" y="70"/>
                      <a:pt x="84" y="64"/>
                      <a:pt x="85" y="65"/>
                    </a:cubicBezTo>
                    <a:cubicBezTo>
                      <a:pt x="85" y="67"/>
                      <a:pt x="85" y="68"/>
                      <a:pt x="86" y="68"/>
                    </a:cubicBezTo>
                    <a:cubicBezTo>
                      <a:pt x="86" y="68"/>
                      <a:pt x="86" y="67"/>
                      <a:pt x="86" y="67"/>
                    </a:cubicBezTo>
                    <a:cubicBezTo>
                      <a:pt x="86" y="66"/>
                      <a:pt x="86" y="68"/>
                      <a:pt x="85" y="67"/>
                    </a:cubicBezTo>
                    <a:cubicBezTo>
                      <a:pt x="85" y="66"/>
                      <a:pt x="86" y="66"/>
                      <a:pt x="86" y="66"/>
                    </a:cubicBezTo>
                    <a:cubicBezTo>
                      <a:pt x="87" y="70"/>
                      <a:pt x="89" y="66"/>
                      <a:pt x="91" y="68"/>
                    </a:cubicBezTo>
                    <a:cubicBezTo>
                      <a:pt x="90" y="66"/>
                      <a:pt x="91" y="67"/>
                      <a:pt x="91" y="66"/>
                    </a:cubicBezTo>
                    <a:cubicBezTo>
                      <a:pt x="92" y="69"/>
                      <a:pt x="92" y="66"/>
                      <a:pt x="93" y="67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3" y="66"/>
                      <a:pt x="92" y="61"/>
                      <a:pt x="94" y="63"/>
                    </a:cubicBezTo>
                    <a:cubicBezTo>
                      <a:pt x="94" y="64"/>
                      <a:pt x="94" y="65"/>
                      <a:pt x="94" y="66"/>
                    </a:cubicBezTo>
                    <a:cubicBezTo>
                      <a:pt x="95" y="68"/>
                      <a:pt x="95" y="63"/>
                      <a:pt x="96" y="66"/>
                    </a:cubicBezTo>
                    <a:cubicBezTo>
                      <a:pt x="96" y="65"/>
                      <a:pt x="95" y="63"/>
                      <a:pt x="96" y="62"/>
                    </a:cubicBezTo>
                    <a:cubicBezTo>
                      <a:pt x="96" y="63"/>
                      <a:pt x="98" y="64"/>
                      <a:pt x="98" y="65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99" y="65"/>
                      <a:pt x="98" y="65"/>
                      <a:pt x="98" y="65"/>
                    </a:cubicBezTo>
                    <a:cubicBezTo>
                      <a:pt x="99" y="66"/>
                      <a:pt x="99" y="65"/>
                      <a:pt x="100" y="64"/>
                    </a:cubicBezTo>
                    <a:cubicBezTo>
                      <a:pt x="101" y="65"/>
                      <a:pt x="101" y="64"/>
                      <a:pt x="102" y="65"/>
                    </a:cubicBezTo>
                    <a:cubicBezTo>
                      <a:pt x="102" y="63"/>
                      <a:pt x="104" y="66"/>
                      <a:pt x="103" y="63"/>
                    </a:cubicBezTo>
                    <a:cubicBezTo>
                      <a:pt x="104" y="64"/>
                      <a:pt x="104" y="64"/>
                      <a:pt x="104" y="64"/>
                    </a:cubicBezTo>
                    <a:cubicBezTo>
                      <a:pt x="104" y="63"/>
                      <a:pt x="103" y="61"/>
                      <a:pt x="104" y="60"/>
                    </a:cubicBezTo>
                    <a:cubicBezTo>
                      <a:pt x="104" y="62"/>
                      <a:pt x="104" y="62"/>
                      <a:pt x="104" y="62"/>
                    </a:cubicBezTo>
                    <a:cubicBezTo>
                      <a:pt x="105" y="65"/>
                      <a:pt x="105" y="63"/>
                      <a:pt x="106" y="64"/>
                    </a:cubicBezTo>
                    <a:cubicBezTo>
                      <a:pt x="105" y="62"/>
                      <a:pt x="106" y="64"/>
                      <a:pt x="106" y="62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1"/>
                      <a:pt x="106" y="61"/>
                      <a:pt x="106" y="60"/>
                    </a:cubicBezTo>
                    <a:cubicBezTo>
                      <a:pt x="107" y="60"/>
                      <a:pt x="107" y="62"/>
                      <a:pt x="107" y="62"/>
                    </a:cubicBezTo>
                    <a:cubicBezTo>
                      <a:pt x="108" y="63"/>
                      <a:pt x="108" y="62"/>
                      <a:pt x="108" y="62"/>
                    </a:cubicBezTo>
                    <a:cubicBezTo>
                      <a:pt x="108" y="62"/>
                      <a:pt x="108" y="62"/>
                      <a:pt x="108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8" y="61"/>
                      <a:pt x="109" y="61"/>
                    </a:cubicBezTo>
                    <a:cubicBezTo>
                      <a:pt x="109" y="61"/>
                      <a:pt x="109" y="61"/>
                      <a:pt x="109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0" y="64"/>
                      <a:pt x="110" y="62"/>
                      <a:pt x="110" y="61"/>
                    </a:cubicBezTo>
                    <a:cubicBezTo>
                      <a:pt x="112" y="62"/>
                      <a:pt x="113" y="60"/>
                      <a:pt x="114" y="59"/>
                    </a:cubicBezTo>
                    <a:cubicBezTo>
                      <a:pt x="113" y="59"/>
                      <a:pt x="114" y="60"/>
                      <a:pt x="114" y="60"/>
                    </a:cubicBezTo>
                    <a:cubicBezTo>
                      <a:pt x="114" y="59"/>
                      <a:pt x="114" y="58"/>
                      <a:pt x="114" y="59"/>
                    </a:cubicBezTo>
                    <a:cubicBezTo>
                      <a:pt x="114" y="58"/>
                      <a:pt x="115" y="60"/>
                      <a:pt x="116" y="60"/>
                    </a:cubicBezTo>
                    <a:cubicBezTo>
                      <a:pt x="116" y="60"/>
                      <a:pt x="115" y="58"/>
                      <a:pt x="115" y="58"/>
                    </a:cubicBezTo>
                    <a:cubicBezTo>
                      <a:pt x="117" y="60"/>
                      <a:pt x="117" y="56"/>
                      <a:pt x="118" y="57"/>
                    </a:cubicBezTo>
                    <a:cubicBezTo>
                      <a:pt x="118" y="58"/>
                      <a:pt x="118" y="58"/>
                      <a:pt x="119" y="59"/>
                    </a:cubicBezTo>
                    <a:cubicBezTo>
                      <a:pt x="119" y="58"/>
                      <a:pt x="120" y="57"/>
                      <a:pt x="120" y="55"/>
                    </a:cubicBezTo>
                    <a:cubicBezTo>
                      <a:pt x="120" y="57"/>
                      <a:pt x="120" y="57"/>
                      <a:pt x="120" y="57"/>
                    </a:cubicBezTo>
                    <a:cubicBezTo>
                      <a:pt x="121" y="57"/>
                      <a:pt x="121" y="56"/>
                      <a:pt x="121" y="55"/>
                    </a:cubicBezTo>
                    <a:cubicBezTo>
                      <a:pt x="120" y="54"/>
                      <a:pt x="121" y="52"/>
                      <a:pt x="121" y="53"/>
                    </a:cubicBezTo>
                    <a:cubicBezTo>
                      <a:pt x="121" y="53"/>
                      <a:pt x="121" y="53"/>
                      <a:pt x="121" y="53"/>
                    </a:cubicBezTo>
                    <a:cubicBezTo>
                      <a:pt x="122" y="52"/>
                      <a:pt x="122" y="52"/>
                      <a:pt x="122" y="52"/>
                    </a:cubicBezTo>
                    <a:cubicBezTo>
                      <a:pt x="123" y="52"/>
                      <a:pt x="122" y="52"/>
                      <a:pt x="122" y="53"/>
                    </a:cubicBezTo>
                    <a:cubicBezTo>
                      <a:pt x="123" y="55"/>
                      <a:pt x="124" y="54"/>
                      <a:pt x="125" y="54"/>
                    </a:cubicBezTo>
                    <a:cubicBezTo>
                      <a:pt x="124" y="53"/>
                      <a:pt x="124" y="53"/>
                      <a:pt x="124" y="53"/>
                    </a:cubicBezTo>
                    <a:cubicBezTo>
                      <a:pt x="125" y="52"/>
                      <a:pt x="125" y="54"/>
                      <a:pt x="125" y="54"/>
                    </a:cubicBezTo>
                    <a:cubicBezTo>
                      <a:pt x="125" y="49"/>
                      <a:pt x="125" y="49"/>
                      <a:pt x="125" y="49"/>
                    </a:cubicBezTo>
                    <a:cubicBezTo>
                      <a:pt x="125" y="49"/>
                      <a:pt x="126" y="51"/>
                      <a:pt x="126" y="52"/>
                    </a:cubicBezTo>
                    <a:cubicBezTo>
                      <a:pt x="127" y="51"/>
                      <a:pt x="126" y="48"/>
                      <a:pt x="126" y="46"/>
                    </a:cubicBezTo>
                    <a:cubicBezTo>
                      <a:pt x="127" y="47"/>
                      <a:pt x="127" y="45"/>
                      <a:pt x="128" y="45"/>
                    </a:cubicBezTo>
                    <a:cubicBezTo>
                      <a:pt x="128" y="46"/>
                      <a:pt x="127" y="45"/>
                      <a:pt x="128" y="46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8" y="48"/>
                      <a:pt x="130" y="50"/>
                      <a:pt x="130" y="51"/>
                    </a:cubicBezTo>
                    <a:cubicBezTo>
                      <a:pt x="130" y="50"/>
                      <a:pt x="132" y="50"/>
                      <a:pt x="132" y="50"/>
                    </a:cubicBezTo>
                    <a:cubicBezTo>
                      <a:pt x="131" y="48"/>
                      <a:pt x="133" y="49"/>
                      <a:pt x="132" y="46"/>
                    </a:cubicBezTo>
                    <a:cubicBezTo>
                      <a:pt x="133" y="45"/>
                      <a:pt x="133" y="48"/>
                      <a:pt x="134" y="48"/>
                    </a:cubicBezTo>
                    <a:cubicBezTo>
                      <a:pt x="134" y="47"/>
                      <a:pt x="135" y="47"/>
                      <a:pt x="136" y="47"/>
                    </a:cubicBezTo>
                    <a:cubicBezTo>
                      <a:pt x="136" y="47"/>
                      <a:pt x="136" y="47"/>
                      <a:pt x="136" y="47"/>
                    </a:cubicBezTo>
                    <a:cubicBezTo>
                      <a:pt x="137" y="46"/>
                      <a:pt x="138" y="46"/>
                      <a:pt x="138" y="44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40" y="46"/>
                      <a:pt x="137" y="42"/>
                      <a:pt x="139" y="43"/>
                    </a:cubicBezTo>
                    <a:cubicBezTo>
                      <a:pt x="139" y="44"/>
                      <a:pt x="139" y="44"/>
                      <a:pt x="139" y="44"/>
                    </a:cubicBezTo>
                    <a:cubicBezTo>
                      <a:pt x="139" y="43"/>
                      <a:pt x="141" y="45"/>
                      <a:pt x="141" y="43"/>
                    </a:cubicBezTo>
                    <a:cubicBezTo>
                      <a:pt x="141" y="44"/>
                      <a:pt x="141" y="44"/>
                      <a:pt x="141" y="44"/>
                    </a:cubicBezTo>
                    <a:cubicBezTo>
                      <a:pt x="141" y="43"/>
                      <a:pt x="142" y="43"/>
                      <a:pt x="142" y="41"/>
                    </a:cubicBezTo>
                    <a:cubicBezTo>
                      <a:pt x="143" y="43"/>
                      <a:pt x="143" y="43"/>
                      <a:pt x="143" y="43"/>
                    </a:cubicBezTo>
                    <a:cubicBezTo>
                      <a:pt x="144" y="44"/>
                      <a:pt x="142" y="41"/>
                      <a:pt x="143" y="42"/>
                    </a:cubicBezTo>
                    <a:cubicBezTo>
                      <a:pt x="143" y="42"/>
                      <a:pt x="144" y="42"/>
                      <a:pt x="144" y="43"/>
                    </a:cubicBezTo>
                    <a:cubicBezTo>
                      <a:pt x="144" y="41"/>
                      <a:pt x="145" y="41"/>
                      <a:pt x="145" y="40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9" y="41"/>
                      <a:pt x="153" y="39"/>
                      <a:pt x="154" y="36"/>
                    </a:cubicBezTo>
                    <a:cubicBezTo>
                      <a:pt x="156" y="38"/>
                      <a:pt x="154" y="37"/>
                      <a:pt x="156" y="39"/>
                    </a:cubicBezTo>
                    <a:cubicBezTo>
                      <a:pt x="154" y="37"/>
                      <a:pt x="156" y="38"/>
                      <a:pt x="156" y="37"/>
                    </a:cubicBezTo>
                    <a:cubicBezTo>
                      <a:pt x="156" y="37"/>
                      <a:pt x="156" y="37"/>
                      <a:pt x="156" y="37"/>
                    </a:cubicBezTo>
                    <a:cubicBezTo>
                      <a:pt x="157" y="36"/>
                      <a:pt x="158" y="38"/>
                      <a:pt x="158" y="37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57" y="35"/>
                      <a:pt x="160" y="38"/>
                      <a:pt x="158" y="36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59" y="34"/>
                      <a:pt x="161" y="37"/>
                      <a:pt x="160" y="35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6"/>
                      <a:pt x="160" y="32"/>
                      <a:pt x="162" y="34"/>
                    </a:cubicBezTo>
                    <a:cubicBezTo>
                      <a:pt x="162" y="33"/>
                      <a:pt x="162" y="32"/>
                      <a:pt x="161" y="30"/>
                    </a:cubicBezTo>
                    <a:cubicBezTo>
                      <a:pt x="163" y="33"/>
                      <a:pt x="163" y="33"/>
                      <a:pt x="163" y="33"/>
                    </a:cubicBezTo>
                    <a:cubicBezTo>
                      <a:pt x="164" y="30"/>
                      <a:pt x="167" y="29"/>
                      <a:pt x="167" y="26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4"/>
                      <a:pt x="172" y="27"/>
                      <a:pt x="170" y="23"/>
                    </a:cubicBezTo>
                    <a:cubicBezTo>
                      <a:pt x="169" y="21"/>
                      <a:pt x="169" y="21"/>
                      <a:pt x="169" y="21"/>
                    </a:cubicBezTo>
                    <a:cubicBezTo>
                      <a:pt x="171" y="23"/>
                      <a:pt x="171" y="23"/>
                      <a:pt x="171" y="23"/>
                    </a:cubicBezTo>
                    <a:cubicBezTo>
                      <a:pt x="170" y="22"/>
                      <a:pt x="172" y="22"/>
                      <a:pt x="171" y="20"/>
                    </a:cubicBezTo>
                    <a:cubicBezTo>
                      <a:pt x="171" y="21"/>
                      <a:pt x="171" y="21"/>
                      <a:pt x="172" y="21"/>
                    </a:cubicBezTo>
                    <a:cubicBezTo>
                      <a:pt x="172" y="21"/>
                      <a:pt x="171" y="19"/>
                      <a:pt x="172" y="19"/>
                    </a:cubicBezTo>
                    <a:cubicBezTo>
                      <a:pt x="172" y="20"/>
                      <a:pt x="172" y="20"/>
                      <a:pt x="172" y="20"/>
                    </a:cubicBezTo>
                    <a:cubicBezTo>
                      <a:pt x="177" y="20"/>
                      <a:pt x="182" y="19"/>
                      <a:pt x="180" y="14"/>
                    </a:cubicBezTo>
                    <a:cubicBezTo>
                      <a:pt x="180" y="13"/>
                      <a:pt x="182" y="15"/>
                      <a:pt x="182" y="15"/>
                    </a:cubicBezTo>
                    <a:cubicBezTo>
                      <a:pt x="181" y="11"/>
                      <a:pt x="188" y="11"/>
                      <a:pt x="185" y="6"/>
                    </a:cubicBezTo>
                    <a:cubicBezTo>
                      <a:pt x="185" y="4"/>
                      <a:pt x="180" y="0"/>
                      <a:pt x="18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6" name="Freeform 342"/>
              <p:cNvSpPr/>
              <p:nvPr>
                <p:custDataLst>
                  <p:tags r:id="rId187"/>
                </p:custDataLst>
              </p:nvPr>
            </p:nvSpPr>
            <p:spPr bwMode="auto">
              <a:xfrm>
                <a:off x="3757" y="2934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1 h 1"/>
                  <a:gd name="T6" fmla="*/ 0 w 1"/>
                  <a:gd name="T7" fmla="*/ 1 h 1"/>
                  <a:gd name="T8" fmla="*/ 0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7" name="Freeform 343"/>
              <p:cNvSpPr/>
              <p:nvPr>
                <p:custDataLst>
                  <p:tags r:id="rId188"/>
                </p:custDataLst>
              </p:nvPr>
            </p:nvSpPr>
            <p:spPr bwMode="auto">
              <a:xfrm>
                <a:off x="4226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8" name="Freeform 344"/>
              <p:cNvSpPr/>
              <p:nvPr>
                <p:custDataLst>
                  <p:tags r:id="rId189"/>
                </p:custDataLst>
              </p:nvPr>
            </p:nvSpPr>
            <p:spPr bwMode="auto">
              <a:xfrm>
                <a:off x="3752" y="2940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9" name="Freeform 345"/>
              <p:cNvSpPr/>
              <p:nvPr>
                <p:custDataLst>
                  <p:tags r:id="rId190"/>
                </p:custDataLst>
              </p:nvPr>
            </p:nvSpPr>
            <p:spPr bwMode="auto">
              <a:xfrm>
                <a:off x="3975" y="29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0" name="Freeform 346"/>
              <p:cNvSpPr/>
              <p:nvPr>
                <p:custDataLst>
                  <p:tags r:id="rId191"/>
                </p:custDataLst>
              </p:nvPr>
            </p:nvSpPr>
            <p:spPr bwMode="auto">
              <a:xfrm>
                <a:off x="3905" y="22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1" name="Freeform 347"/>
              <p:cNvSpPr/>
              <p:nvPr>
                <p:custDataLst>
                  <p:tags r:id="rId192"/>
                </p:custDataLst>
              </p:nvPr>
            </p:nvSpPr>
            <p:spPr bwMode="auto">
              <a:xfrm>
                <a:off x="4289" y="255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0" y="1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2" name="Freeform 348"/>
              <p:cNvSpPr/>
              <p:nvPr>
                <p:custDataLst>
                  <p:tags r:id="rId193"/>
                </p:custDataLst>
              </p:nvPr>
            </p:nvSpPr>
            <p:spPr bwMode="auto">
              <a:xfrm>
                <a:off x="3899" y="226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3" name="Freeform 349"/>
              <p:cNvSpPr/>
              <p:nvPr>
                <p:custDataLst>
                  <p:tags r:id="rId194"/>
                </p:custDataLst>
              </p:nvPr>
            </p:nvSpPr>
            <p:spPr bwMode="auto">
              <a:xfrm>
                <a:off x="3939" y="2926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4" name="Freeform 350"/>
              <p:cNvSpPr/>
              <p:nvPr>
                <p:custDataLst>
                  <p:tags r:id="rId195"/>
                </p:custDataLst>
              </p:nvPr>
            </p:nvSpPr>
            <p:spPr bwMode="auto">
              <a:xfrm>
                <a:off x="3888" y="228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5" name="Freeform 351"/>
              <p:cNvSpPr/>
              <p:nvPr>
                <p:custDataLst>
                  <p:tags r:id="rId196"/>
                </p:custDataLst>
              </p:nvPr>
            </p:nvSpPr>
            <p:spPr bwMode="auto">
              <a:xfrm>
                <a:off x="3842" y="227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2"/>
                      <a:pt x="0" y="0"/>
                      <a:pt x="1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6" name="Freeform 352"/>
              <p:cNvSpPr/>
              <p:nvPr>
                <p:custDataLst>
                  <p:tags r:id="rId197"/>
                </p:custDataLst>
              </p:nvPr>
            </p:nvSpPr>
            <p:spPr bwMode="auto">
              <a:xfrm>
                <a:off x="3844" y="226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7" name="Freeform 353"/>
              <p:cNvSpPr/>
              <p:nvPr>
                <p:custDataLst>
                  <p:tags r:id="rId198"/>
                </p:custDataLst>
              </p:nvPr>
            </p:nvSpPr>
            <p:spPr bwMode="auto">
              <a:xfrm>
                <a:off x="3899" y="2272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8" name="Freeform 354"/>
              <p:cNvSpPr/>
              <p:nvPr>
                <p:custDataLst>
                  <p:tags r:id="rId199"/>
                </p:custDataLst>
              </p:nvPr>
            </p:nvSpPr>
            <p:spPr bwMode="auto">
              <a:xfrm>
                <a:off x="3776" y="29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9" name="Freeform 355"/>
              <p:cNvSpPr/>
              <p:nvPr>
                <p:custDataLst>
                  <p:tags r:id="rId200"/>
                </p:custDataLst>
              </p:nvPr>
            </p:nvSpPr>
            <p:spPr bwMode="auto">
              <a:xfrm>
                <a:off x="3795" y="2985"/>
                <a:ext cx="2" cy="6"/>
              </a:xfrm>
              <a:custGeom>
                <a:avLst/>
                <a:gdLst>
                  <a:gd name="T0" fmla="*/ 1 w 1"/>
                  <a:gd name="T1" fmla="*/ 2 h 3"/>
                  <a:gd name="T2" fmla="*/ 0 w 1"/>
                  <a:gd name="T3" fmla="*/ 1 h 3"/>
                  <a:gd name="T4" fmla="*/ 1 w 1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2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0" name="Freeform 356"/>
              <p:cNvSpPr/>
              <p:nvPr>
                <p:custDataLst>
                  <p:tags r:id="rId201"/>
                </p:custDataLst>
              </p:nvPr>
            </p:nvSpPr>
            <p:spPr bwMode="auto">
              <a:xfrm>
                <a:off x="3765" y="2972"/>
                <a:ext cx="7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1" name="Freeform 357"/>
              <p:cNvSpPr/>
              <p:nvPr>
                <p:custDataLst>
                  <p:tags r:id="rId202"/>
                </p:custDataLst>
              </p:nvPr>
            </p:nvSpPr>
            <p:spPr bwMode="auto">
              <a:xfrm>
                <a:off x="3803" y="2985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2" name="Freeform 358"/>
              <p:cNvSpPr/>
              <p:nvPr>
                <p:custDataLst>
                  <p:tags r:id="rId203"/>
                </p:custDataLst>
              </p:nvPr>
            </p:nvSpPr>
            <p:spPr bwMode="auto">
              <a:xfrm>
                <a:off x="3479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3" name="Freeform 359"/>
              <p:cNvSpPr/>
              <p:nvPr>
                <p:custDataLst>
                  <p:tags r:id="rId204"/>
                </p:custDataLst>
              </p:nvPr>
            </p:nvSpPr>
            <p:spPr bwMode="auto">
              <a:xfrm>
                <a:off x="3761" y="2966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1 h 2"/>
                  <a:gd name="T6" fmla="*/ 1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4" name="Freeform 360"/>
              <p:cNvSpPr/>
              <p:nvPr>
                <p:custDataLst>
                  <p:tags r:id="rId205"/>
                </p:custDataLst>
              </p:nvPr>
            </p:nvSpPr>
            <p:spPr bwMode="auto">
              <a:xfrm>
                <a:off x="3943" y="2966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5" name="Freeform 361"/>
              <p:cNvSpPr/>
              <p:nvPr>
                <p:custDataLst>
                  <p:tags r:id="rId206"/>
                </p:custDataLst>
              </p:nvPr>
            </p:nvSpPr>
            <p:spPr bwMode="auto">
              <a:xfrm>
                <a:off x="4003" y="2940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6" name="Freeform 362"/>
              <p:cNvSpPr/>
              <p:nvPr>
                <p:custDataLst>
                  <p:tags r:id="rId207"/>
                </p:custDataLst>
              </p:nvPr>
            </p:nvSpPr>
            <p:spPr bwMode="auto">
              <a:xfrm>
                <a:off x="4003" y="29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7" name="Freeform 363"/>
              <p:cNvSpPr/>
              <p:nvPr>
                <p:custDataLst>
                  <p:tags r:id="rId208"/>
                </p:custDataLst>
              </p:nvPr>
            </p:nvSpPr>
            <p:spPr bwMode="auto">
              <a:xfrm>
                <a:off x="3996" y="2951"/>
                <a:ext cx="3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8" name="Freeform 364"/>
              <p:cNvSpPr/>
              <p:nvPr>
                <p:custDataLst>
                  <p:tags r:id="rId209"/>
                </p:custDataLst>
              </p:nvPr>
            </p:nvSpPr>
            <p:spPr bwMode="auto">
              <a:xfrm>
                <a:off x="3757" y="3023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1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9" name="Freeform 365"/>
              <p:cNvSpPr/>
              <p:nvPr>
                <p:custDataLst>
                  <p:tags r:id="rId210"/>
                </p:custDataLst>
              </p:nvPr>
            </p:nvSpPr>
            <p:spPr bwMode="auto">
              <a:xfrm>
                <a:off x="4003" y="294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2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0" name="Freeform 366"/>
              <p:cNvSpPr/>
              <p:nvPr>
                <p:custDataLst>
                  <p:tags r:id="rId211"/>
                </p:custDataLst>
              </p:nvPr>
            </p:nvSpPr>
            <p:spPr bwMode="auto">
              <a:xfrm>
                <a:off x="3869" y="29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1" name="Freeform 367"/>
              <p:cNvSpPr/>
              <p:nvPr>
                <p:custDataLst>
                  <p:tags r:id="rId212"/>
                </p:custDataLst>
              </p:nvPr>
            </p:nvSpPr>
            <p:spPr bwMode="auto">
              <a:xfrm>
                <a:off x="4026" y="2926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2" name="Rectangle 368"/>
              <p:cNvSpPr>
                <a:spLocks noChangeArrowheads="1"/>
              </p:cNvSpPr>
              <p:nvPr>
                <p:custDataLst>
                  <p:tags r:id="rId213"/>
                </p:custDataLst>
              </p:nvPr>
            </p:nvSpPr>
            <p:spPr bwMode="auto">
              <a:xfrm>
                <a:off x="4275" y="2542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3" name="Oval 369"/>
              <p:cNvSpPr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3472" y="20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4" name="Freeform 370"/>
              <p:cNvSpPr/>
              <p:nvPr>
                <p:custDataLst>
                  <p:tags r:id="rId215"/>
                </p:custDataLst>
              </p:nvPr>
            </p:nvSpPr>
            <p:spPr bwMode="auto">
              <a:xfrm>
                <a:off x="4219" y="2518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5" name="Freeform 371"/>
              <p:cNvSpPr/>
              <p:nvPr>
                <p:custDataLst>
                  <p:tags r:id="rId216"/>
                </p:custDataLst>
              </p:nvPr>
            </p:nvSpPr>
            <p:spPr bwMode="auto">
              <a:xfrm>
                <a:off x="4230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6" name="Freeform 372"/>
              <p:cNvSpPr/>
              <p:nvPr>
                <p:custDataLst>
                  <p:tags r:id="rId217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7" name="Freeform 373"/>
              <p:cNvSpPr/>
              <p:nvPr>
                <p:custDataLst>
                  <p:tags r:id="rId218"/>
                </p:custDataLst>
              </p:nvPr>
            </p:nvSpPr>
            <p:spPr bwMode="auto">
              <a:xfrm>
                <a:off x="4217" y="2482"/>
                <a:ext cx="145" cy="117"/>
              </a:xfrm>
              <a:custGeom>
                <a:avLst/>
                <a:gdLst>
                  <a:gd name="T0" fmla="*/ 63 w 68"/>
                  <a:gd name="T1" fmla="*/ 35 h 55"/>
                  <a:gd name="T2" fmla="*/ 47 w 68"/>
                  <a:gd name="T3" fmla="*/ 21 h 55"/>
                  <a:gd name="T4" fmla="*/ 43 w 68"/>
                  <a:gd name="T5" fmla="*/ 21 h 55"/>
                  <a:gd name="T6" fmla="*/ 40 w 68"/>
                  <a:gd name="T7" fmla="*/ 15 h 55"/>
                  <a:gd name="T8" fmla="*/ 35 w 68"/>
                  <a:gd name="T9" fmla="*/ 11 h 55"/>
                  <a:gd name="T10" fmla="*/ 29 w 68"/>
                  <a:gd name="T11" fmla="*/ 6 h 55"/>
                  <a:gd name="T12" fmla="*/ 24 w 68"/>
                  <a:gd name="T13" fmla="*/ 7 h 55"/>
                  <a:gd name="T14" fmla="*/ 16 w 68"/>
                  <a:gd name="T15" fmla="*/ 6 h 55"/>
                  <a:gd name="T16" fmla="*/ 13 w 68"/>
                  <a:gd name="T17" fmla="*/ 5 h 55"/>
                  <a:gd name="T18" fmla="*/ 10 w 68"/>
                  <a:gd name="T19" fmla="*/ 1 h 55"/>
                  <a:gd name="T20" fmla="*/ 9 w 68"/>
                  <a:gd name="T21" fmla="*/ 1 h 55"/>
                  <a:gd name="T22" fmla="*/ 5 w 68"/>
                  <a:gd name="T23" fmla="*/ 2 h 55"/>
                  <a:gd name="T24" fmla="*/ 2 w 68"/>
                  <a:gd name="T25" fmla="*/ 3 h 55"/>
                  <a:gd name="T26" fmla="*/ 2 w 68"/>
                  <a:gd name="T27" fmla="*/ 6 h 55"/>
                  <a:gd name="T28" fmla="*/ 5 w 68"/>
                  <a:gd name="T29" fmla="*/ 8 h 55"/>
                  <a:gd name="T30" fmla="*/ 4 w 68"/>
                  <a:gd name="T31" fmla="*/ 10 h 55"/>
                  <a:gd name="T32" fmla="*/ 6 w 68"/>
                  <a:gd name="T33" fmla="*/ 13 h 55"/>
                  <a:gd name="T34" fmla="*/ 4 w 68"/>
                  <a:gd name="T35" fmla="*/ 16 h 55"/>
                  <a:gd name="T36" fmla="*/ 2 w 68"/>
                  <a:gd name="T37" fmla="*/ 19 h 55"/>
                  <a:gd name="T38" fmla="*/ 6 w 68"/>
                  <a:gd name="T39" fmla="*/ 16 h 55"/>
                  <a:gd name="T40" fmla="*/ 9 w 68"/>
                  <a:gd name="T41" fmla="*/ 13 h 55"/>
                  <a:gd name="T42" fmla="*/ 7 w 68"/>
                  <a:gd name="T43" fmla="*/ 19 h 55"/>
                  <a:gd name="T44" fmla="*/ 8 w 68"/>
                  <a:gd name="T45" fmla="*/ 18 h 55"/>
                  <a:gd name="T46" fmla="*/ 8 w 68"/>
                  <a:gd name="T47" fmla="*/ 21 h 55"/>
                  <a:gd name="T48" fmla="*/ 9 w 68"/>
                  <a:gd name="T49" fmla="*/ 21 h 55"/>
                  <a:gd name="T50" fmla="*/ 10 w 68"/>
                  <a:gd name="T51" fmla="*/ 22 h 55"/>
                  <a:gd name="T52" fmla="*/ 15 w 68"/>
                  <a:gd name="T53" fmla="*/ 17 h 55"/>
                  <a:gd name="T54" fmla="*/ 11 w 68"/>
                  <a:gd name="T55" fmla="*/ 23 h 55"/>
                  <a:gd name="T56" fmla="*/ 13 w 68"/>
                  <a:gd name="T57" fmla="*/ 23 h 55"/>
                  <a:gd name="T58" fmla="*/ 16 w 68"/>
                  <a:gd name="T59" fmla="*/ 23 h 55"/>
                  <a:gd name="T60" fmla="*/ 18 w 68"/>
                  <a:gd name="T61" fmla="*/ 24 h 55"/>
                  <a:gd name="T62" fmla="*/ 18 w 68"/>
                  <a:gd name="T63" fmla="*/ 24 h 55"/>
                  <a:gd name="T64" fmla="*/ 21 w 68"/>
                  <a:gd name="T65" fmla="*/ 24 h 55"/>
                  <a:gd name="T66" fmla="*/ 23 w 68"/>
                  <a:gd name="T67" fmla="*/ 23 h 55"/>
                  <a:gd name="T68" fmla="*/ 22 w 68"/>
                  <a:gd name="T69" fmla="*/ 26 h 55"/>
                  <a:gd name="T70" fmla="*/ 25 w 68"/>
                  <a:gd name="T71" fmla="*/ 24 h 55"/>
                  <a:gd name="T72" fmla="*/ 24 w 68"/>
                  <a:gd name="T73" fmla="*/ 27 h 55"/>
                  <a:gd name="T74" fmla="*/ 26 w 68"/>
                  <a:gd name="T75" fmla="*/ 29 h 55"/>
                  <a:gd name="T76" fmla="*/ 28 w 68"/>
                  <a:gd name="T77" fmla="*/ 30 h 55"/>
                  <a:gd name="T78" fmla="*/ 29 w 68"/>
                  <a:gd name="T79" fmla="*/ 32 h 55"/>
                  <a:gd name="T80" fmla="*/ 31 w 68"/>
                  <a:gd name="T81" fmla="*/ 31 h 55"/>
                  <a:gd name="T82" fmla="*/ 32 w 68"/>
                  <a:gd name="T83" fmla="*/ 32 h 55"/>
                  <a:gd name="T84" fmla="*/ 31 w 68"/>
                  <a:gd name="T85" fmla="*/ 33 h 55"/>
                  <a:gd name="T86" fmla="*/ 34 w 68"/>
                  <a:gd name="T87" fmla="*/ 34 h 55"/>
                  <a:gd name="T88" fmla="*/ 37 w 68"/>
                  <a:gd name="T89" fmla="*/ 34 h 55"/>
                  <a:gd name="T90" fmla="*/ 39 w 68"/>
                  <a:gd name="T91" fmla="*/ 34 h 55"/>
                  <a:gd name="T92" fmla="*/ 44 w 68"/>
                  <a:gd name="T93" fmla="*/ 32 h 55"/>
                  <a:gd name="T94" fmla="*/ 43 w 68"/>
                  <a:gd name="T95" fmla="*/ 36 h 55"/>
                  <a:gd name="T96" fmla="*/ 46 w 68"/>
                  <a:gd name="T97" fmla="*/ 36 h 55"/>
                  <a:gd name="T98" fmla="*/ 47 w 68"/>
                  <a:gd name="T99" fmla="*/ 38 h 55"/>
                  <a:gd name="T100" fmla="*/ 48 w 68"/>
                  <a:gd name="T101" fmla="*/ 43 h 55"/>
                  <a:gd name="T102" fmla="*/ 50 w 68"/>
                  <a:gd name="T103" fmla="*/ 44 h 55"/>
                  <a:gd name="T104" fmla="*/ 58 w 68"/>
                  <a:gd name="T105" fmla="*/ 45 h 55"/>
                  <a:gd name="T106" fmla="*/ 58 w 68"/>
                  <a:gd name="T107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8" h="55">
                    <a:moveTo>
                      <a:pt x="66" y="42"/>
                    </a:moveTo>
                    <a:cubicBezTo>
                      <a:pt x="65" y="40"/>
                      <a:pt x="67" y="35"/>
                      <a:pt x="64" y="34"/>
                    </a:cubicBezTo>
                    <a:cubicBezTo>
                      <a:pt x="63" y="35"/>
                      <a:pt x="62" y="35"/>
                      <a:pt x="62" y="36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6"/>
                      <a:pt x="62" y="35"/>
                      <a:pt x="63" y="35"/>
                    </a:cubicBezTo>
                    <a:cubicBezTo>
                      <a:pt x="62" y="34"/>
                      <a:pt x="61" y="34"/>
                      <a:pt x="61" y="33"/>
                    </a:cubicBezTo>
                    <a:cubicBezTo>
                      <a:pt x="59" y="34"/>
                      <a:pt x="60" y="32"/>
                      <a:pt x="58" y="3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8" y="33"/>
                      <a:pt x="58" y="33"/>
                      <a:pt x="59" y="31"/>
                    </a:cubicBezTo>
                    <a:cubicBezTo>
                      <a:pt x="59" y="28"/>
                      <a:pt x="56" y="27"/>
                      <a:pt x="55" y="24"/>
                    </a:cubicBezTo>
                    <a:cubicBezTo>
                      <a:pt x="53" y="22"/>
                      <a:pt x="50" y="22"/>
                      <a:pt x="47" y="21"/>
                    </a:cubicBezTo>
                    <a:cubicBezTo>
                      <a:pt x="45" y="23"/>
                      <a:pt x="45" y="22"/>
                      <a:pt x="43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2" y="23"/>
                      <a:pt x="43" y="22"/>
                      <a:pt x="44" y="21"/>
                    </a:cubicBezTo>
                    <a:cubicBezTo>
                      <a:pt x="43" y="22"/>
                      <a:pt x="44" y="21"/>
                      <a:pt x="42" y="22"/>
                    </a:cubicBezTo>
                    <a:cubicBezTo>
                      <a:pt x="41" y="24"/>
                      <a:pt x="44" y="20"/>
                      <a:pt x="43" y="21"/>
                    </a:cubicBezTo>
                    <a:cubicBezTo>
                      <a:pt x="44" y="20"/>
                      <a:pt x="42" y="22"/>
                      <a:pt x="43" y="21"/>
                    </a:cubicBezTo>
                    <a:cubicBezTo>
                      <a:pt x="41" y="22"/>
                      <a:pt x="44" y="20"/>
                      <a:pt x="44" y="18"/>
                    </a:cubicBezTo>
                    <a:cubicBezTo>
                      <a:pt x="43" y="18"/>
                      <a:pt x="41" y="19"/>
                      <a:pt x="41" y="17"/>
                    </a:cubicBezTo>
                    <a:cubicBezTo>
                      <a:pt x="41" y="17"/>
                      <a:pt x="40" y="18"/>
                      <a:pt x="40" y="18"/>
                    </a:cubicBezTo>
                    <a:cubicBezTo>
                      <a:pt x="42" y="16"/>
                      <a:pt x="39" y="19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1" y="15"/>
                      <a:pt x="39" y="17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8" y="16"/>
                      <a:pt x="40" y="13"/>
                      <a:pt x="39" y="15"/>
                    </a:cubicBezTo>
                    <a:cubicBezTo>
                      <a:pt x="40" y="14"/>
                      <a:pt x="39" y="14"/>
                      <a:pt x="40" y="13"/>
                    </a:cubicBezTo>
                    <a:cubicBezTo>
                      <a:pt x="37" y="16"/>
                      <a:pt x="40" y="12"/>
                      <a:pt x="38" y="13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7" y="12"/>
                      <a:pt x="37" y="11"/>
                      <a:pt x="35" y="11"/>
                    </a:cubicBezTo>
                    <a:cubicBezTo>
                      <a:pt x="34" y="11"/>
                      <a:pt x="36" y="8"/>
                      <a:pt x="34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2" y="10"/>
                      <a:pt x="33" y="9"/>
                      <a:pt x="34" y="9"/>
                    </a:cubicBezTo>
                    <a:cubicBezTo>
                      <a:pt x="32" y="10"/>
                      <a:pt x="33" y="8"/>
                      <a:pt x="33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29" y="7"/>
                      <a:pt x="29" y="6"/>
                    </a:cubicBezTo>
                    <a:cubicBezTo>
                      <a:pt x="28" y="9"/>
                      <a:pt x="28" y="7"/>
                      <a:pt x="28" y="8"/>
                    </a:cubicBezTo>
                    <a:cubicBezTo>
                      <a:pt x="28" y="8"/>
                      <a:pt x="28" y="7"/>
                      <a:pt x="28" y="6"/>
                    </a:cubicBezTo>
                    <a:cubicBezTo>
                      <a:pt x="28" y="6"/>
                      <a:pt x="28" y="6"/>
                      <a:pt x="28" y="5"/>
                    </a:cubicBezTo>
                    <a:cubicBezTo>
                      <a:pt x="27" y="6"/>
                      <a:pt x="26" y="7"/>
                      <a:pt x="26" y="7"/>
                    </a:cubicBezTo>
                    <a:cubicBezTo>
                      <a:pt x="27" y="4"/>
                      <a:pt x="26" y="6"/>
                      <a:pt x="26" y="5"/>
                    </a:cubicBezTo>
                    <a:cubicBezTo>
                      <a:pt x="25" y="7"/>
                      <a:pt x="24" y="8"/>
                      <a:pt x="24" y="7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4" y="6"/>
                      <a:pt x="24" y="3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5"/>
                      <a:pt x="21" y="3"/>
                      <a:pt x="19" y="5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18" y="4"/>
                      <a:pt x="18" y="4"/>
                      <a:pt x="16" y="6"/>
                    </a:cubicBezTo>
                    <a:cubicBezTo>
                      <a:pt x="16" y="6"/>
                      <a:pt x="17" y="5"/>
                      <a:pt x="17" y="4"/>
                    </a:cubicBezTo>
                    <a:cubicBezTo>
                      <a:pt x="17" y="4"/>
                      <a:pt x="18" y="2"/>
                      <a:pt x="16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4"/>
                      <a:pt x="14" y="5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3" y="6"/>
                      <a:pt x="14" y="4"/>
                      <a:pt x="13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3"/>
                      <a:pt x="13" y="3"/>
                      <a:pt x="12" y="4"/>
                    </a:cubicBezTo>
                    <a:cubicBezTo>
                      <a:pt x="13" y="2"/>
                      <a:pt x="11" y="3"/>
                      <a:pt x="12" y="2"/>
                    </a:cubicBezTo>
                    <a:cubicBezTo>
                      <a:pt x="11" y="3"/>
                      <a:pt x="12" y="1"/>
                      <a:pt x="9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1" y="1"/>
                      <a:pt x="9" y="2"/>
                      <a:pt x="8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7" y="3"/>
                      <a:pt x="6" y="4"/>
                    </a:cubicBezTo>
                    <a:cubicBezTo>
                      <a:pt x="6" y="3"/>
                      <a:pt x="5" y="4"/>
                      <a:pt x="6" y="3"/>
                    </a:cubicBezTo>
                    <a:cubicBezTo>
                      <a:pt x="7" y="3"/>
                      <a:pt x="8" y="2"/>
                      <a:pt x="10" y="1"/>
                    </a:cubicBezTo>
                    <a:cubicBezTo>
                      <a:pt x="10" y="0"/>
                      <a:pt x="7" y="2"/>
                      <a:pt x="9" y="1"/>
                    </a:cubicBezTo>
                    <a:cubicBezTo>
                      <a:pt x="9" y="0"/>
                      <a:pt x="9" y="1"/>
                      <a:pt x="7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6" y="2"/>
                      <a:pt x="6" y="1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3" y="3"/>
                      <a:pt x="4" y="2"/>
                    </a:cubicBezTo>
                    <a:cubicBezTo>
                      <a:pt x="6" y="1"/>
                      <a:pt x="7" y="1"/>
                      <a:pt x="7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7" y="2"/>
                      <a:pt x="5" y="3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4" y="4"/>
                      <a:pt x="4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5" y="4"/>
                      <a:pt x="3" y="6"/>
                      <a:pt x="4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4" y="5"/>
                      <a:pt x="5" y="5"/>
                    </a:cubicBezTo>
                    <a:cubicBezTo>
                      <a:pt x="4" y="5"/>
                      <a:pt x="2" y="7"/>
                      <a:pt x="2" y="8"/>
                    </a:cubicBezTo>
                    <a:cubicBezTo>
                      <a:pt x="2" y="8"/>
                      <a:pt x="4" y="7"/>
                      <a:pt x="3" y="9"/>
                    </a:cubicBezTo>
                    <a:cubicBezTo>
                      <a:pt x="3" y="9"/>
                      <a:pt x="4" y="9"/>
                      <a:pt x="5" y="8"/>
                    </a:cubicBezTo>
                    <a:cubicBezTo>
                      <a:pt x="5" y="8"/>
                      <a:pt x="3" y="10"/>
                      <a:pt x="4" y="9"/>
                    </a:cubicBezTo>
                    <a:cubicBezTo>
                      <a:pt x="3" y="10"/>
                      <a:pt x="2" y="12"/>
                      <a:pt x="1" y="13"/>
                    </a:cubicBezTo>
                    <a:cubicBezTo>
                      <a:pt x="1" y="13"/>
                      <a:pt x="0" y="14"/>
                      <a:pt x="1" y="14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1" y="14"/>
                      <a:pt x="2" y="13"/>
                      <a:pt x="2" y="12"/>
                    </a:cubicBezTo>
                    <a:cubicBezTo>
                      <a:pt x="3" y="10"/>
                      <a:pt x="3" y="12"/>
                      <a:pt x="4" y="10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1"/>
                      <a:pt x="4" y="12"/>
                      <a:pt x="3" y="13"/>
                    </a:cubicBezTo>
                    <a:cubicBezTo>
                      <a:pt x="5" y="12"/>
                      <a:pt x="6" y="11"/>
                      <a:pt x="6" y="12"/>
                    </a:cubicBezTo>
                    <a:cubicBezTo>
                      <a:pt x="7" y="11"/>
                      <a:pt x="7" y="11"/>
                      <a:pt x="8" y="9"/>
                    </a:cubicBezTo>
                    <a:cubicBezTo>
                      <a:pt x="8" y="9"/>
                      <a:pt x="8" y="8"/>
                      <a:pt x="8" y="9"/>
                    </a:cubicBezTo>
                    <a:cubicBezTo>
                      <a:pt x="7" y="10"/>
                      <a:pt x="6" y="12"/>
                      <a:pt x="6" y="13"/>
                    </a:cubicBezTo>
                    <a:cubicBezTo>
                      <a:pt x="4" y="15"/>
                      <a:pt x="6" y="12"/>
                      <a:pt x="4" y="14"/>
                    </a:cubicBezTo>
                    <a:cubicBezTo>
                      <a:pt x="2" y="16"/>
                      <a:pt x="2" y="15"/>
                      <a:pt x="3" y="14"/>
                    </a:cubicBezTo>
                    <a:cubicBezTo>
                      <a:pt x="1" y="16"/>
                      <a:pt x="3" y="15"/>
                      <a:pt x="1" y="16"/>
                    </a:cubicBezTo>
                    <a:cubicBezTo>
                      <a:pt x="1" y="17"/>
                      <a:pt x="2" y="16"/>
                      <a:pt x="3" y="16"/>
                    </a:cubicBezTo>
                    <a:cubicBezTo>
                      <a:pt x="4" y="15"/>
                      <a:pt x="4" y="15"/>
                      <a:pt x="4" y="14"/>
                    </a:cubicBezTo>
                    <a:cubicBezTo>
                      <a:pt x="6" y="12"/>
                      <a:pt x="4" y="16"/>
                      <a:pt x="4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7"/>
                      <a:pt x="4" y="16"/>
                      <a:pt x="4" y="16"/>
                    </a:cubicBezTo>
                    <a:cubicBezTo>
                      <a:pt x="2" y="19"/>
                      <a:pt x="4" y="16"/>
                      <a:pt x="2" y="1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3" y="18"/>
                      <a:pt x="3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18"/>
                      <a:pt x="4" y="17"/>
                      <a:pt x="4" y="17"/>
                    </a:cubicBezTo>
                    <a:cubicBezTo>
                      <a:pt x="6" y="14"/>
                      <a:pt x="4" y="16"/>
                      <a:pt x="5" y="16"/>
                    </a:cubicBezTo>
                    <a:cubicBezTo>
                      <a:pt x="6" y="15"/>
                      <a:pt x="5" y="16"/>
                      <a:pt x="6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4"/>
                      <a:pt x="6" y="15"/>
                      <a:pt x="6" y="16"/>
                    </a:cubicBezTo>
                    <a:cubicBezTo>
                      <a:pt x="6" y="16"/>
                      <a:pt x="5" y="16"/>
                      <a:pt x="6" y="15"/>
                    </a:cubicBezTo>
                    <a:cubicBezTo>
                      <a:pt x="5" y="17"/>
                      <a:pt x="4" y="19"/>
                      <a:pt x="3" y="19"/>
                    </a:cubicBezTo>
                    <a:cubicBezTo>
                      <a:pt x="3" y="21"/>
                      <a:pt x="4" y="18"/>
                      <a:pt x="5" y="18"/>
                    </a:cubicBezTo>
                    <a:cubicBezTo>
                      <a:pt x="4" y="19"/>
                      <a:pt x="5" y="17"/>
                      <a:pt x="6" y="16"/>
                    </a:cubicBezTo>
                    <a:cubicBezTo>
                      <a:pt x="9" y="13"/>
                      <a:pt x="4" y="20"/>
                      <a:pt x="5" y="19"/>
                    </a:cubicBezTo>
                    <a:cubicBezTo>
                      <a:pt x="7" y="17"/>
                      <a:pt x="8" y="16"/>
                      <a:pt x="9" y="13"/>
                    </a:cubicBezTo>
                    <a:cubicBezTo>
                      <a:pt x="10" y="13"/>
                      <a:pt x="10" y="12"/>
                      <a:pt x="10" y="12"/>
                    </a:cubicBezTo>
                    <a:cubicBezTo>
                      <a:pt x="9" y="14"/>
                      <a:pt x="9" y="14"/>
                      <a:pt x="8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9"/>
                      <a:pt x="6" y="20"/>
                      <a:pt x="5" y="21"/>
                    </a:cubicBezTo>
                    <a:cubicBezTo>
                      <a:pt x="6" y="20"/>
                      <a:pt x="6" y="19"/>
                      <a:pt x="7" y="19"/>
                    </a:cubicBezTo>
                    <a:cubicBezTo>
                      <a:pt x="6" y="20"/>
                      <a:pt x="6" y="21"/>
                      <a:pt x="6" y="21"/>
                    </a:cubicBezTo>
                    <a:cubicBezTo>
                      <a:pt x="6" y="20"/>
                      <a:pt x="7" y="18"/>
                      <a:pt x="8" y="18"/>
                    </a:cubicBezTo>
                    <a:cubicBezTo>
                      <a:pt x="8" y="18"/>
                      <a:pt x="7" y="20"/>
                      <a:pt x="7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0"/>
                      <a:pt x="5" y="22"/>
                      <a:pt x="6" y="2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8" y="19"/>
                      <a:pt x="8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8" y="20"/>
                      <a:pt x="6" y="23"/>
                      <a:pt x="7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1"/>
                      <a:pt x="7" y="22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22"/>
                      <a:pt x="9" y="20"/>
                      <a:pt x="8" y="22"/>
                    </a:cubicBezTo>
                    <a:cubicBezTo>
                      <a:pt x="9" y="19"/>
                      <a:pt x="8" y="21"/>
                      <a:pt x="8" y="20"/>
                    </a:cubicBezTo>
                    <a:cubicBezTo>
                      <a:pt x="9" y="19"/>
                      <a:pt x="9" y="19"/>
                      <a:pt x="10" y="19"/>
                    </a:cubicBezTo>
                    <a:cubicBezTo>
                      <a:pt x="8" y="21"/>
                      <a:pt x="10" y="19"/>
                      <a:pt x="10" y="19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8" y="23"/>
                      <a:pt x="11" y="19"/>
                      <a:pt x="10" y="20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0"/>
                      <a:pt x="11" y="20"/>
                      <a:pt x="12" y="18"/>
                    </a:cubicBezTo>
                    <a:cubicBezTo>
                      <a:pt x="11" y="19"/>
                      <a:pt x="10" y="21"/>
                      <a:pt x="9" y="23"/>
                    </a:cubicBezTo>
                    <a:cubicBezTo>
                      <a:pt x="10" y="21"/>
                      <a:pt x="9" y="24"/>
                      <a:pt x="10" y="22"/>
                    </a:cubicBezTo>
                    <a:cubicBezTo>
                      <a:pt x="10" y="21"/>
                      <a:pt x="11" y="21"/>
                      <a:pt x="12" y="20"/>
                    </a:cubicBezTo>
                    <a:cubicBezTo>
                      <a:pt x="12" y="20"/>
                      <a:pt x="11" y="21"/>
                      <a:pt x="11" y="21"/>
                    </a:cubicBezTo>
                    <a:cubicBezTo>
                      <a:pt x="11" y="21"/>
                      <a:pt x="12" y="19"/>
                      <a:pt x="12" y="19"/>
                    </a:cubicBezTo>
                    <a:cubicBezTo>
                      <a:pt x="12" y="19"/>
                      <a:pt x="14" y="17"/>
                      <a:pt x="13" y="19"/>
                    </a:cubicBezTo>
                    <a:cubicBezTo>
                      <a:pt x="12" y="20"/>
                      <a:pt x="12" y="19"/>
                      <a:pt x="12" y="20"/>
                    </a:cubicBezTo>
                    <a:cubicBezTo>
                      <a:pt x="12" y="21"/>
                      <a:pt x="14" y="17"/>
                      <a:pt x="15" y="17"/>
                    </a:cubicBezTo>
                    <a:cubicBezTo>
                      <a:pt x="15" y="16"/>
                      <a:pt x="16" y="13"/>
                      <a:pt x="17" y="12"/>
                    </a:cubicBezTo>
                    <a:cubicBezTo>
                      <a:pt x="17" y="13"/>
                      <a:pt x="16" y="13"/>
                      <a:pt x="16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8"/>
                      <a:pt x="13" y="19"/>
                      <a:pt x="12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2" y="23"/>
                      <a:pt x="12" y="22"/>
                    </a:cubicBezTo>
                    <a:cubicBezTo>
                      <a:pt x="13" y="21"/>
                      <a:pt x="12" y="23"/>
                      <a:pt x="12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3" y="21"/>
                      <a:pt x="13" y="22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4" y="24"/>
                      <a:pt x="16" y="20"/>
                    </a:cubicBezTo>
                    <a:cubicBezTo>
                      <a:pt x="16" y="22"/>
                      <a:pt x="16" y="22"/>
                      <a:pt x="15" y="23"/>
                    </a:cubicBezTo>
                    <a:cubicBezTo>
                      <a:pt x="16" y="23"/>
                      <a:pt x="16" y="22"/>
                      <a:pt x="16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5"/>
                      <a:pt x="16" y="23"/>
                      <a:pt x="17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5"/>
                      <a:pt x="17" y="23"/>
                      <a:pt x="17" y="22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2"/>
                      <a:pt x="18" y="22"/>
                      <a:pt x="17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4"/>
                      <a:pt x="18" y="24"/>
                      <a:pt x="18" y="24"/>
                    </a:cubicBezTo>
                    <a:cubicBezTo>
                      <a:pt x="18" y="24"/>
                      <a:pt x="18" y="23"/>
                      <a:pt x="18" y="24"/>
                    </a:cubicBezTo>
                    <a:cubicBezTo>
                      <a:pt x="18" y="23"/>
                      <a:pt x="19" y="23"/>
                      <a:pt x="20" y="21"/>
                    </a:cubicBezTo>
                    <a:cubicBezTo>
                      <a:pt x="21" y="19"/>
                      <a:pt x="19" y="22"/>
                      <a:pt x="20" y="2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5"/>
                      <a:pt x="20" y="23"/>
                      <a:pt x="20" y="24"/>
                    </a:cubicBezTo>
                    <a:cubicBezTo>
                      <a:pt x="20" y="24"/>
                      <a:pt x="22" y="22"/>
                      <a:pt x="22" y="22"/>
                    </a:cubicBezTo>
                    <a:cubicBezTo>
                      <a:pt x="24" y="20"/>
                      <a:pt x="21" y="24"/>
                      <a:pt x="20" y="25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2" y="24"/>
                      <a:pt x="22" y="23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1" y="26"/>
                      <a:pt x="21" y="26"/>
                    </a:cubicBezTo>
                    <a:cubicBezTo>
                      <a:pt x="22" y="24"/>
                      <a:pt x="22" y="25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1" y="26"/>
                      <a:pt x="23" y="24"/>
                      <a:pt x="24" y="24"/>
                    </a:cubicBezTo>
                    <a:cubicBezTo>
                      <a:pt x="24" y="23"/>
                      <a:pt x="23" y="24"/>
                      <a:pt x="23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2" y="26"/>
                      <a:pt x="23" y="25"/>
                      <a:pt x="22" y="26"/>
                    </a:cubicBezTo>
                    <a:cubicBezTo>
                      <a:pt x="22" y="26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3" y="26"/>
                    </a:cubicBezTo>
                    <a:cubicBezTo>
                      <a:pt x="23" y="26"/>
                      <a:pt x="23" y="26"/>
                      <a:pt x="24" y="25"/>
                    </a:cubicBezTo>
                    <a:cubicBezTo>
                      <a:pt x="24" y="25"/>
                      <a:pt x="24" y="24"/>
                      <a:pt x="25" y="24"/>
                    </a:cubicBezTo>
                    <a:cubicBezTo>
                      <a:pt x="25" y="24"/>
                      <a:pt x="25" y="23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3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5"/>
                      <a:pt x="23" y="27"/>
                      <a:pt x="23" y="27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6"/>
                      <a:pt x="25" y="26"/>
                      <a:pt x="24" y="27"/>
                    </a:cubicBezTo>
                    <a:cubicBezTo>
                      <a:pt x="24" y="28"/>
                      <a:pt x="27" y="24"/>
                      <a:pt x="27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5" y="28"/>
                      <a:pt x="25" y="27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9"/>
                      <a:pt x="27" y="27"/>
                      <a:pt x="26" y="29"/>
                    </a:cubicBezTo>
                    <a:cubicBezTo>
                      <a:pt x="27" y="27"/>
                      <a:pt x="26" y="29"/>
                      <a:pt x="27" y="28"/>
                    </a:cubicBezTo>
                    <a:cubicBezTo>
                      <a:pt x="25" y="30"/>
                      <a:pt x="27" y="28"/>
                      <a:pt x="26" y="29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29"/>
                      <a:pt x="31" y="25"/>
                      <a:pt x="29" y="2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6" y="31"/>
                      <a:pt x="29" y="27"/>
                      <a:pt x="28" y="30"/>
                    </a:cubicBezTo>
                    <a:cubicBezTo>
                      <a:pt x="28" y="29"/>
                      <a:pt x="29" y="28"/>
                      <a:pt x="30" y="27"/>
                    </a:cubicBezTo>
                    <a:cubicBezTo>
                      <a:pt x="30" y="28"/>
                      <a:pt x="29" y="29"/>
                      <a:pt x="29" y="30"/>
                    </a:cubicBezTo>
                    <a:cubicBezTo>
                      <a:pt x="29" y="29"/>
                      <a:pt x="30" y="29"/>
                      <a:pt x="29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1"/>
                      <a:pt x="29" y="30"/>
                      <a:pt x="30" y="30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1" y="30"/>
                      <a:pt x="29" y="33"/>
                      <a:pt x="31" y="31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1" y="31"/>
                      <a:pt x="32" y="29"/>
                      <a:pt x="32" y="29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9" y="33"/>
                      <a:pt x="31" y="31"/>
                      <a:pt x="30" y="32"/>
                    </a:cubicBezTo>
                    <a:cubicBezTo>
                      <a:pt x="31" y="31"/>
                      <a:pt x="30" y="32"/>
                      <a:pt x="31" y="31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1" y="32"/>
                      <a:pt x="31" y="32"/>
                    </a:cubicBezTo>
                    <a:cubicBezTo>
                      <a:pt x="31" y="33"/>
                      <a:pt x="31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1" y="33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2" y="33"/>
                      <a:pt x="32" y="32"/>
                    </a:cubicBezTo>
                    <a:cubicBezTo>
                      <a:pt x="32" y="34"/>
                      <a:pt x="33" y="33"/>
                      <a:pt x="34" y="33"/>
                    </a:cubicBezTo>
                    <a:cubicBezTo>
                      <a:pt x="34" y="33"/>
                      <a:pt x="33" y="33"/>
                      <a:pt x="33" y="33"/>
                    </a:cubicBezTo>
                    <a:cubicBezTo>
                      <a:pt x="34" y="33"/>
                      <a:pt x="35" y="32"/>
                      <a:pt x="34" y="33"/>
                    </a:cubicBezTo>
                    <a:cubicBezTo>
                      <a:pt x="35" y="32"/>
                      <a:pt x="33" y="34"/>
                      <a:pt x="34" y="34"/>
                    </a:cubicBezTo>
                    <a:cubicBezTo>
                      <a:pt x="33" y="34"/>
                      <a:pt x="35" y="33"/>
                      <a:pt x="34" y="33"/>
                    </a:cubicBezTo>
                    <a:cubicBezTo>
                      <a:pt x="33" y="35"/>
                      <a:pt x="36" y="32"/>
                      <a:pt x="35" y="34"/>
                    </a:cubicBezTo>
                    <a:cubicBezTo>
                      <a:pt x="36" y="33"/>
                      <a:pt x="35" y="34"/>
                      <a:pt x="34" y="35"/>
                    </a:cubicBezTo>
                    <a:cubicBezTo>
                      <a:pt x="35" y="34"/>
                      <a:pt x="36" y="34"/>
                      <a:pt x="37" y="33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7" y="34"/>
                    </a:cubicBezTo>
                    <a:cubicBezTo>
                      <a:pt x="38" y="33"/>
                      <a:pt x="39" y="32"/>
                      <a:pt x="39" y="32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9" y="33"/>
                      <a:pt x="39" y="32"/>
                      <a:pt x="39" y="33"/>
                    </a:cubicBezTo>
                    <a:cubicBezTo>
                      <a:pt x="37" y="35"/>
                      <a:pt x="38" y="34"/>
                      <a:pt x="38" y="35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40" y="33"/>
                      <a:pt x="38" y="35"/>
                      <a:pt x="38" y="35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1" y="33"/>
                      <a:pt x="40" y="34"/>
                    </a:cubicBezTo>
                    <a:cubicBezTo>
                      <a:pt x="40" y="34"/>
                      <a:pt x="42" y="32"/>
                      <a:pt x="44" y="31"/>
                    </a:cubicBezTo>
                    <a:cubicBezTo>
                      <a:pt x="44" y="31"/>
                      <a:pt x="45" y="31"/>
                      <a:pt x="45" y="31"/>
                    </a:cubicBezTo>
                    <a:cubicBezTo>
                      <a:pt x="44" y="32"/>
                      <a:pt x="45" y="31"/>
                      <a:pt x="44" y="32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1" y="34"/>
                      <a:pt x="40" y="35"/>
                    </a:cubicBezTo>
                    <a:cubicBezTo>
                      <a:pt x="41" y="35"/>
                      <a:pt x="41" y="36"/>
                      <a:pt x="41" y="36"/>
                    </a:cubicBezTo>
                    <a:cubicBezTo>
                      <a:pt x="43" y="34"/>
                      <a:pt x="42" y="35"/>
                      <a:pt x="44" y="34"/>
                    </a:cubicBezTo>
                    <a:cubicBezTo>
                      <a:pt x="44" y="34"/>
                      <a:pt x="43" y="35"/>
                      <a:pt x="42" y="36"/>
                    </a:cubicBezTo>
                    <a:cubicBezTo>
                      <a:pt x="43" y="35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4" y="36"/>
                      <a:pt x="43" y="37"/>
                      <a:pt x="45" y="36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4" y="37"/>
                      <a:pt x="47" y="34"/>
                      <a:pt x="46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6" y="36"/>
                      <a:pt x="44" y="38"/>
                      <a:pt x="46" y="36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7"/>
                      <a:pt x="45" y="37"/>
                      <a:pt x="47" y="36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9"/>
                      <a:pt x="47" y="36"/>
                      <a:pt x="47" y="37"/>
                    </a:cubicBezTo>
                    <a:cubicBezTo>
                      <a:pt x="47" y="37"/>
                      <a:pt x="46" y="38"/>
                      <a:pt x="46" y="38"/>
                    </a:cubicBezTo>
                    <a:cubicBezTo>
                      <a:pt x="47" y="37"/>
                      <a:pt x="47" y="38"/>
                      <a:pt x="47" y="38"/>
                    </a:cubicBezTo>
                    <a:cubicBezTo>
                      <a:pt x="46" y="39"/>
                      <a:pt x="46" y="39"/>
                      <a:pt x="46" y="39"/>
                    </a:cubicBezTo>
                    <a:cubicBezTo>
                      <a:pt x="47" y="40"/>
                      <a:pt x="47" y="41"/>
                      <a:pt x="50" y="41"/>
                    </a:cubicBezTo>
                    <a:cubicBezTo>
                      <a:pt x="48" y="42"/>
                      <a:pt x="48" y="41"/>
                      <a:pt x="47" y="43"/>
                    </a:cubicBezTo>
                    <a:cubicBezTo>
                      <a:pt x="49" y="41"/>
                      <a:pt x="48" y="42"/>
                      <a:pt x="49" y="42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9" y="42"/>
                      <a:pt x="48" y="43"/>
                      <a:pt x="48" y="43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0" y="42"/>
                      <a:pt x="47" y="45"/>
                      <a:pt x="49" y="43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50" y="43"/>
                      <a:pt x="47" y="45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8" y="45"/>
                      <a:pt x="51" y="43"/>
                      <a:pt x="50" y="44"/>
                    </a:cubicBezTo>
                    <a:cubicBezTo>
                      <a:pt x="50" y="44"/>
                      <a:pt x="51" y="44"/>
                      <a:pt x="53" y="43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2" y="44"/>
                      <a:pt x="52" y="46"/>
                      <a:pt x="55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6" y="44"/>
                      <a:pt x="52" y="48"/>
                      <a:pt x="56" y="45"/>
                    </a:cubicBezTo>
                    <a:cubicBezTo>
                      <a:pt x="58" y="45"/>
                      <a:pt x="58" y="45"/>
                      <a:pt x="58" y="45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6" y="46"/>
                      <a:pt x="58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6" y="47"/>
                      <a:pt x="59" y="46"/>
                      <a:pt x="58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9"/>
                      <a:pt x="54" y="52"/>
                      <a:pt x="58" y="51"/>
                    </a:cubicBezTo>
                    <a:cubicBezTo>
                      <a:pt x="59" y="50"/>
                      <a:pt x="56" y="52"/>
                      <a:pt x="56" y="52"/>
                    </a:cubicBezTo>
                    <a:cubicBezTo>
                      <a:pt x="60" y="51"/>
                      <a:pt x="56" y="55"/>
                      <a:pt x="61" y="53"/>
                    </a:cubicBezTo>
                    <a:cubicBezTo>
                      <a:pt x="63" y="53"/>
                      <a:pt x="68" y="50"/>
                      <a:pt x="68" y="50"/>
                    </a:cubicBezTo>
                    <a:cubicBezTo>
                      <a:pt x="65" y="50"/>
                      <a:pt x="66" y="47"/>
                      <a:pt x="68" y="44"/>
                    </a:cubicBezTo>
                    <a:cubicBezTo>
                      <a:pt x="67" y="44"/>
                      <a:pt x="66" y="43"/>
                      <a:pt x="66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8" name="Freeform 374"/>
              <p:cNvSpPr/>
              <p:nvPr>
                <p:custDataLst>
                  <p:tags r:id="rId219"/>
                </p:custDataLst>
              </p:nvPr>
            </p:nvSpPr>
            <p:spPr bwMode="auto">
              <a:xfrm>
                <a:off x="3472" y="207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9" name="Freeform 375"/>
              <p:cNvSpPr/>
              <p:nvPr>
                <p:custDataLst>
                  <p:tags r:id="rId220"/>
                </p:custDataLst>
              </p:nvPr>
            </p:nvSpPr>
            <p:spPr bwMode="auto">
              <a:xfrm>
                <a:off x="4219" y="2506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1 w 1"/>
                  <a:gd name="T5" fmla="*/ 0 h 2"/>
                  <a:gd name="T6" fmla="*/ 0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0" name="Freeform 376"/>
              <p:cNvSpPr/>
              <p:nvPr>
                <p:custDataLst>
                  <p:tags r:id="rId221"/>
                </p:custDataLst>
              </p:nvPr>
            </p:nvSpPr>
            <p:spPr bwMode="auto">
              <a:xfrm>
                <a:off x="4228" y="2482"/>
                <a:ext cx="6" cy="3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1" name="Freeform 377"/>
              <p:cNvSpPr/>
              <p:nvPr>
                <p:custDataLst>
                  <p:tags r:id="rId222"/>
                </p:custDataLst>
              </p:nvPr>
            </p:nvSpPr>
            <p:spPr bwMode="auto">
              <a:xfrm>
                <a:off x="3472" y="2073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1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2" name="Freeform 378"/>
              <p:cNvSpPr/>
              <p:nvPr>
                <p:custDataLst>
                  <p:tags r:id="rId223"/>
                </p:custDataLst>
              </p:nvPr>
            </p:nvSpPr>
            <p:spPr bwMode="auto">
              <a:xfrm>
                <a:off x="3472" y="20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3" name="Freeform 379"/>
              <p:cNvSpPr/>
              <p:nvPr>
                <p:custDataLst>
                  <p:tags r:id="rId224"/>
                </p:custDataLst>
              </p:nvPr>
            </p:nvSpPr>
            <p:spPr bwMode="auto">
              <a:xfrm>
                <a:off x="4219" y="2510"/>
                <a:ext cx="5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4" name="Freeform 380"/>
              <p:cNvSpPr/>
              <p:nvPr>
                <p:custDataLst>
                  <p:tags r:id="rId225"/>
                </p:custDataLst>
              </p:nvPr>
            </p:nvSpPr>
            <p:spPr bwMode="auto">
              <a:xfrm>
                <a:off x="4221" y="2514"/>
                <a:ext cx="3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5" name="Oval 381"/>
              <p:cNvSpPr>
                <a:spLocks noChangeArrowheads="1"/>
              </p:cNvSpPr>
              <p:nvPr>
                <p:custDataLst>
                  <p:tags r:id="rId226"/>
                </p:custDataLst>
              </p:nvPr>
            </p:nvSpPr>
            <p:spPr bwMode="auto">
              <a:xfrm>
                <a:off x="3905" y="22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6" name="Freeform 382"/>
              <p:cNvSpPr/>
              <p:nvPr>
                <p:custDataLst>
                  <p:tags r:id="rId227"/>
                </p:custDataLst>
              </p:nvPr>
            </p:nvSpPr>
            <p:spPr bwMode="auto">
              <a:xfrm>
                <a:off x="4217" y="2510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7" name="Freeform 383"/>
              <p:cNvSpPr/>
              <p:nvPr>
                <p:custDataLst>
                  <p:tags r:id="rId228"/>
                </p:custDataLst>
              </p:nvPr>
            </p:nvSpPr>
            <p:spPr bwMode="auto">
              <a:xfrm>
                <a:off x="4296" y="2552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8" name="Freeform 384"/>
              <p:cNvSpPr/>
              <p:nvPr>
                <p:custDataLst>
                  <p:tags r:id="rId229"/>
                </p:custDataLst>
              </p:nvPr>
            </p:nvSpPr>
            <p:spPr bwMode="auto">
              <a:xfrm>
                <a:off x="4289" y="25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9" name="Freeform 385"/>
              <p:cNvSpPr/>
              <p:nvPr>
                <p:custDataLst>
                  <p:tags r:id="rId230"/>
                </p:custDataLst>
              </p:nvPr>
            </p:nvSpPr>
            <p:spPr bwMode="auto">
              <a:xfrm>
                <a:off x="4296" y="2552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0" name="Freeform 386"/>
              <p:cNvSpPr/>
              <p:nvPr>
                <p:custDataLst>
                  <p:tags r:id="rId231"/>
                </p:custDataLst>
              </p:nvPr>
            </p:nvSpPr>
            <p:spPr bwMode="auto">
              <a:xfrm>
                <a:off x="4306" y="2555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0 w 2"/>
                  <a:gd name="T3" fmla="*/ 4 h 4"/>
                  <a:gd name="T4" fmla="*/ 2 w 2"/>
                  <a:gd name="T5" fmla="*/ 0 h 4"/>
                  <a:gd name="T6" fmla="*/ 0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1" name="Freeform 387"/>
              <p:cNvSpPr/>
              <p:nvPr>
                <p:custDataLst>
                  <p:tags r:id="rId232"/>
                </p:custDataLst>
              </p:nvPr>
            </p:nvSpPr>
            <p:spPr bwMode="auto">
              <a:xfrm>
                <a:off x="3903" y="227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2" name="Freeform 388"/>
              <p:cNvSpPr/>
              <p:nvPr>
                <p:custDataLst>
                  <p:tags r:id="rId233"/>
                </p:custDataLst>
              </p:nvPr>
            </p:nvSpPr>
            <p:spPr bwMode="auto">
              <a:xfrm>
                <a:off x="3901" y="257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3" name="Freeform 389"/>
              <p:cNvSpPr/>
              <p:nvPr>
                <p:custDataLst>
                  <p:tags r:id="rId234"/>
                </p:custDataLst>
              </p:nvPr>
            </p:nvSpPr>
            <p:spPr bwMode="auto">
              <a:xfrm>
                <a:off x="4285" y="255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4" name="Freeform 390"/>
              <p:cNvSpPr/>
              <p:nvPr>
                <p:custDataLst>
                  <p:tags r:id="rId235"/>
                </p:custDataLst>
              </p:nvPr>
            </p:nvSpPr>
            <p:spPr bwMode="auto">
              <a:xfrm>
                <a:off x="3472" y="207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5" name="Rectangle 391"/>
              <p:cNvSpPr>
                <a:spLocks noChangeArrowheads="1"/>
              </p:cNvSpPr>
              <p:nvPr>
                <p:custDataLst>
                  <p:tags r:id="rId236"/>
                </p:custDataLst>
              </p:nvPr>
            </p:nvSpPr>
            <p:spPr bwMode="auto">
              <a:xfrm>
                <a:off x="3472" y="2079"/>
                <a:ext cx="1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6" name="Freeform 392"/>
              <p:cNvSpPr/>
              <p:nvPr>
                <p:custDataLst>
                  <p:tags r:id="rId237"/>
                </p:custDataLst>
              </p:nvPr>
            </p:nvSpPr>
            <p:spPr bwMode="auto">
              <a:xfrm>
                <a:off x="4277" y="249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7" name="Freeform 393"/>
              <p:cNvSpPr/>
              <p:nvPr>
                <p:custDataLst>
                  <p:tags r:id="rId238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8" name="Freeform 394"/>
              <p:cNvSpPr/>
              <p:nvPr>
                <p:custDataLst>
                  <p:tags r:id="rId239"/>
                </p:custDataLst>
              </p:nvPr>
            </p:nvSpPr>
            <p:spPr bwMode="auto">
              <a:xfrm>
                <a:off x="4255" y="25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9" name="Freeform 395"/>
              <p:cNvSpPr/>
              <p:nvPr>
                <p:custDataLst>
                  <p:tags r:id="rId240"/>
                </p:custDataLst>
              </p:nvPr>
            </p:nvSpPr>
            <p:spPr bwMode="auto">
              <a:xfrm>
                <a:off x="3678" y="2461"/>
                <a:ext cx="19" cy="13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6 h 6"/>
                  <a:gd name="T4" fmla="*/ 0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6" y="3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0" name="Freeform 396"/>
              <p:cNvSpPr/>
              <p:nvPr>
                <p:custDataLst>
                  <p:tags r:id="rId241"/>
                </p:custDataLst>
              </p:nvPr>
            </p:nvSpPr>
            <p:spPr bwMode="auto">
              <a:xfrm>
                <a:off x="3496" y="2319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2 w 2"/>
                  <a:gd name="T3" fmla="*/ 3 h 3"/>
                  <a:gd name="T4" fmla="*/ 2 w 2"/>
                  <a:gd name="T5" fmla="*/ 1 h 3"/>
                  <a:gd name="T6" fmla="*/ 1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2" y="2"/>
                      <a:pt x="2" y="2"/>
                      <a:pt x="2" y="3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1" name="Freeform 397"/>
              <p:cNvSpPr/>
              <p:nvPr>
                <p:custDataLst>
                  <p:tags r:id="rId242"/>
                </p:custDataLst>
              </p:nvPr>
            </p:nvSpPr>
            <p:spPr bwMode="auto">
              <a:xfrm>
                <a:off x="3483" y="2156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1 w 3"/>
                  <a:gd name="T3" fmla="*/ 2 h 2"/>
                  <a:gd name="T4" fmla="*/ 2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0" y="0"/>
                      <a:pt x="3" y="1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2" name="Freeform 398"/>
              <p:cNvSpPr/>
              <p:nvPr>
                <p:custDataLst>
                  <p:tags r:id="rId243"/>
                </p:custDataLst>
              </p:nvPr>
            </p:nvSpPr>
            <p:spPr bwMode="auto">
              <a:xfrm>
                <a:off x="3534" y="2347"/>
                <a:ext cx="13" cy="6"/>
              </a:xfrm>
              <a:custGeom>
                <a:avLst/>
                <a:gdLst>
                  <a:gd name="T0" fmla="*/ 0 w 6"/>
                  <a:gd name="T1" fmla="*/ 0 h 3"/>
                  <a:gd name="T2" fmla="*/ 4 w 6"/>
                  <a:gd name="T3" fmla="*/ 3 h 3"/>
                  <a:gd name="T4" fmla="*/ 0 w 6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0" y="2"/>
                      <a:pt x="3" y="3"/>
                      <a:pt x="4" y="3"/>
                    </a:cubicBezTo>
                    <a:cubicBezTo>
                      <a:pt x="6" y="3"/>
                      <a:pt x="1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3" name="Freeform 399"/>
              <p:cNvSpPr/>
              <p:nvPr>
                <p:custDataLst>
                  <p:tags r:id="rId244"/>
                </p:custDataLst>
              </p:nvPr>
            </p:nvSpPr>
            <p:spPr bwMode="auto">
              <a:xfrm>
                <a:off x="3466" y="2090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4" name="Freeform 400"/>
              <p:cNvSpPr/>
              <p:nvPr>
                <p:custDataLst>
                  <p:tags r:id="rId245"/>
                </p:custDataLst>
              </p:nvPr>
            </p:nvSpPr>
            <p:spPr bwMode="auto">
              <a:xfrm>
                <a:off x="3466" y="2103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5" name="Freeform 401"/>
              <p:cNvSpPr/>
              <p:nvPr>
                <p:custDataLst>
                  <p:tags r:id="rId246"/>
                </p:custDataLst>
              </p:nvPr>
            </p:nvSpPr>
            <p:spPr bwMode="auto">
              <a:xfrm>
                <a:off x="3477" y="2152"/>
                <a:ext cx="4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1"/>
                      <a:pt x="1" y="0"/>
                    </a:cubicBezTo>
                    <a:cubicBezTo>
                      <a:pt x="0" y="2"/>
                      <a:pt x="1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6" name="Freeform 402"/>
              <p:cNvSpPr/>
              <p:nvPr>
                <p:custDataLst>
                  <p:tags r:id="rId247"/>
                </p:custDataLst>
              </p:nvPr>
            </p:nvSpPr>
            <p:spPr bwMode="auto">
              <a:xfrm>
                <a:off x="3466" y="2096"/>
                <a:ext cx="8" cy="5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2 w 4"/>
                  <a:gd name="T5" fmla="*/ 2 h 2"/>
                  <a:gd name="T6" fmla="*/ 2 w 4"/>
                  <a:gd name="T7" fmla="*/ 1 h 2"/>
                  <a:gd name="T8" fmla="*/ 4 w 4"/>
                  <a:gd name="T9" fmla="*/ 0 h 2"/>
                  <a:gd name="T10" fmla="*/ 0 w 4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3" y="0"/>
                      <a:pt x="4" y="1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7" name="Freeform 403"/>
              <p:cNvSpPr/>
              <p:nvPr>
                <p:custDataLst>
                  <p:tags r:id="rId248"/>
                </p:custDataLst>
              </p:nvPr>
            </p:nvSpPr>
            <p:spPr bwMode="auto">
              <a:xfrm>
                <a:off x="3470" y="2101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8" name="Freeform 404"/>
              <p:cNvSpPr/>
              <p:nvPr>
                <p:custDataLst>
                  <p:tags r:id="rId249"/>
                </p:custDataLst>
              </p:nvPr>
            </p:nvSpPr>
            <p:spPr bwMode="auto">
              <a:xfrm>
                <a:off x="3718" y="2501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2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0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9" name="Freeform 405"/>
              <p:cNvSpPr/>
              <p:nvPr>
                <p:custDataLst>
                  <p:tags r:id="rId250"/>
                </p:custDataLst>
              </p:nvPr>
            </p:nvSpPr>
            <p:spPr bwMode="auto">
              <a:xfrm>
                <a:off x="3629" y="2417"/>
                <a:ext cx="7" cy="6"/>
              </a:xfrm>
              <a:custGeom>
                <a:avLst/>
                <a:gdLst>
                  <a:gd name="T0" fmla="*/ 2 w 3"/>
                  <a:gd name="T1" fmla="*/ 3 h 3"/>
                  <a:gd name="T2" fmla="*/ 0 w 3"/>
                  <a:gd name="T3" fmla="*/ 0 h 3"/>
                  <a:gd name="T4" fmla="*/ 2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3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0" y="1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sp>
          <p:nvSpPr>
            <p:cNvPr id="59" name="Freeform 407"/>
            <p:cNvSpPr/>
            <p:nvPr>
              <p:custDataLst>
                <p:tags r:id="rId5"/>
              </p:custDataLst>
            </p:nvPr>
          </p:nvSpPr>
          <p:spPr bwMode="auto">
            <a:xfrm>
              <a:off x="3716" y="2495"/>
              <a:ext cx="5" cy="4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0" name="Freeform 408"/>
            <p:cNvSpPr/>
            <p:nvPr>
              <p:custDataLst>
                <p:tags r:id="rId6"/>
              </p:custDataLst>
            </p:nvPr>
          </p:nvSpPr>
          <p:spPr bwMode="auto">
            <a:xfrm>
              <a:off x="3706" y="2480"/>
              <a:ext cx="10" cy="15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3 h 7"/>
                <a:gd name="T4" fmla="*/ 2 w 5"/>
                <a:gd name="T5" fmla="*/ 1 h 7"/>
                <a:gd name="T6" fmla="*/ 3 w 5"/>
                <a:gd name="T7" fmla="*/ 7 h 7"/>
                <a:gd name="T8" fmla="*/ 3 w 5"/>
                <a:gd name="T9" fmla="*/ 7 h 7"/>
                <a:gd name="T10" fmla="*/ 5 w 5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cubicBezTo>
                    <a:pt x="4" y="5"/>
                    <a:pt x="4" y="3"/>
                    <a:pt x="2" y="3"/>
                  </a:cubicBezTo>
                  <a:cubicBezTo>
                    <a:pt x="1" y="1"/>
                    <a:pt x="4" y="3"/>
                    <a:pt x="2" y="1"/>
                  </a:cubicBezTo>
                  <a:cubicBezTo>
                    <a:pt x="0" y="0"/>
                    <a:pt x="1" y="4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1" name="Freeform 409"/>
            <p:cNvSpPr/>
            <p:nvPr>
              <p:custDataLst>
                <p:tags r:id="rId7"/>
              </p:custDataLst>
            </p:nvPr>
          </p:nvSpPr>
          <p:spPr bwMode="auto">
            <a:xfrm>
              <a:off x="3782" y="3038"/>
              <a:ext cx="2" cy="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2" name="Freeform 410"/>
            <p:cNvSpPr/>
            <p:nvPr>
              <p:custDataLst>
                <p:tags r:id="rId8"/>
              </p:custDataLst>
            </p:nvPr>
          </p:nvSpPr>
          <p:spPr bwMode="auto">
            <a:xfrm>
              <a:off x="3631" y="22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0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3" name="Freeform 411"/>
            <p:cNvSpPr/>
            <p:nvPr>
              <p:custDataLst>
                <p:tags r:id="rId9"/>
              </p:custDataLst>
            </p:nvPr>
          </p:nvSpPr>
          <p:spPr bwMode="auto">
            <a:xfrm>
              <a:off x="3988" y="3019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4" name="Freeform 412"/>
            <p:cNvSpPr/>
            <p:nvPr>
              <p:custDataLst>
                <p:tags r:id="rId10"/>
              </p:custDataLst>
            </p:nvPr>
          </p:nvSpPr>
          <p:spPr bwMode="auto">
            <a:xfrm>
              <a:off x="3856" y="3002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5" name="Freeform 413"/>
            <p:cNvSpPr/>
            <p:nvPr>
              <p:custDataLst>
                <p:tags r:id="rId11"/>
              </p:custDataLst>
            </p:nvPr>
          </p:nvSpPr>
          <p:spPr bwMode="auto">
            <a:xfrm>
              <a:off x="3924" y="2998"/>
              <a:ext cx="2" cy="2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6" name="Freeform 414"/>
            <p:cNvSpPr/>
            <p:nvPr>
              <p:custDataLst>
                <p:tags r:id="rId12"/>
              </p:custDataLst>
            </p:nvPr>
          </p:nvSpPr>
          <p:spPr bwMode="auto">
            <a:xfrm>
              <a:off x="3561" y="1990"/>
              <a:ext cx="3" cy="9"/>
            </a:xfrm>
            <a:custGeom>
              <a:avLst/>
              <a:gdLst>
                <a:gd name="T0" fmla="*/ 1 w 1"/>
                <a:gd name="T1" fmla="*/ 1 h 4"/>
                <a:gd name="T2" fmla="*/ 0 w 1"/>
                <a:gd name="T3" fmla="*/ 0 h 4"/>
                <a:gd name="T4" fmla="*/ 1 w 1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3"/>
                    <a:pt x="0" y="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7" name="Freeform 415"/>
            <p:cNvSpPr/>
            <p:nvPr>
              <p:custDataLst>
                <p:tags r:id="rId13"/>
              </p:custDataLst>
            </p:nvPr>
          </p:nvSpPr>
          <p:spPr bwMode="auto">
            <a:xfrm>
              <a:off x="3795" y="3040"/>
              <a:ext cx="2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8" name="Freeform 416"/>
            <p:cNvSpPr/>
            <p:nvPr>
              <p:custDataLst>
                <p:tags r:id="rId14"/>
              </p:custDataLst>
            </p:nvPr>
          </p:nvSpPr>
          <p:spPr bwMode="auto">
            <a:xfrm>
              <a:off x="3958" y="30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9" name="Freeform 417"/>
            <p:cNvSpPr/>
            <p:nvPr>
              <p:custDataLst>
                <p:tags r:id="rId15"/>
              </p:custDataLst>
            </p:nvPr>
          </p:nvSpPr>
          <p:spPr bwMode="auto">
            <a:xfrm>
              <a:off x="3982" y="3027"/>
              <a:ext cx="0" cy="3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3" name="Freeform 418"/>
            <p:cNvSpPr/>
            <p:nvPr>
              <p:custDataLst>
                <p:tags r:id="rId16"/>
              </p:custDataLst>
            </p:nvPr>
          </p:nvSpPr>
          <p:spPr bwMode="auto">
            <a:xfrm>
              <a:off x="3595" y="1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4" name="Freeform 419"/>
            <p:cNvSpPr/>
            <p:nvPr>
              <p:custDataLst>
                <p:tags r:id="rId17"/>
              </p:custDataLst>
            </p:nvPr>
          </p:nvSpPr>
          <p:spPr bwMode="auto">
            <a:xfrm>
              <a:off x="3757" y="2981"/>
              <a:ext cx="2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5" name="Freeform 420"/>
            <p:cNvSpPr/>
            <p:nvPr>
              <p:custDataLst>
                <p:tags r:id="rId18"/>
              </p:custDataLst>
            </p:nvPr>
          </p:nvSpPr>
          <p:spPr bwMode="auto">
            <a:xfrm>
              <a:off x="3627" y="1789"/>
              <a:ext cx="2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" name="Freeform 421"/>
            <p:cNvSpPr/>
            <p:nvPr>
              <p:custDataLst>
                <p:tags r:id="rId19"/>
              </p:custDataLst>
            </p:nvPr>
          </p:nvSpPr>
          <p:spPr bwMode="auto">
            <a:xfrm>
              <a:off x="3578" y="179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" name="Rectangle 422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593" y="1825"/>
              <a:ext cx="1" cy="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" name="Freeform 423"/>
            <p:cNvSpPr/>
            <p:nvPr>
              <p:custDataLst>
                <p:tags r:id="rId21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" name="Freeform 424"/>
            <p:cNvSpPr/>
            <p:nvPr>
              <p:custDataLst>
                <p:tags r:id="rId22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" name="Freeform 425"/>
            <p:cNvSpPr/>
            <p:nvPr>
              <p:custDataLst>
                <p:tags r:id="rId23"/>
              </p:custDataLst>
            </p:nvPr>
          </p:nvSpPr>
          <p:spPr bwMode="auto">
            <a:xfrm>
              <a:off x="3638" y="2417"/>
              <a:ext cx="6" cy="6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1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0" y="0"/>
                    <a:pt x="0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1" name="Freeform 426"/>
            <p:cNvSpPr/>
            <p:nvPr>
              <p:custDataLst>
                <p:tags r:id="rId24"/>
              </p:custDataLst>
            </p:nvPr>
          </p:nvSpPr>
          <p:spPr bwMode="auto">
            <a:xfrm>
              <a:off x="3708" y="2743"/>
              <a:ext cx="2" cy="7"/>
            </a:xfrm>
            <a:custGeom>
              <a:avLst/>
              <a:gdLst>
                <a:gd name="T0" fmla="*/ 1 w 1"/>
                <a:gd name="T1" fmla="*/ 3 h 3"/>
                <a:gd name="T2" fmla="*/ 0 w 1"/>
                <a:gd name="T3" fmla="*/ 0 h 3"/>
                <a:gd name="T4" fmla="*/ 1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3"/>
                    <a:pt x="1" y="0"/>
                    <a:pt x="0" y="0"/>
                  </a:cubicBezTo>
                  <a:cubicBezTo>
                    <a:pt x="0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2" name="Freeform 427"/>
            <p:cNvSpPr/>
            <p:nvPr>
              <p:custDataLst>
                <p:tags r:id="rId25"/>
              </p:custDataLst>
            </p:nvPr>
          </p:nvSpPr>
          <p:spPr bwMode="auto">
            <a:xfrm>
              <a:off x="3714" y="2737"/>
              <a:ext cx="4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1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3" name="Freeform 428"/>
            <p:cNvSpPr/>
            <p:nvPr>
              <p:custDataLst>
                <p:tags r:id="rId26"/>
              </p:custDataLst>
            </p:nvPr>
          </p:nvSpPr>
          <p:spPr bwMode="auto">
            <a:xfrm>
              <a:off x="3706" y="2737"/>
              <a:ext cx="10" cy="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1 h 2"/>
                <a:gd name="T4" fmla="*/ 5 w 5"/>
                <a:gd name="T5" fmla="*/ 2 h 2"/>
                <a:gd name="T6" fmla="*/ 3 w 5"/>
                <a:gd name="T7" fmla="*/ 1 h 2"/>
                <a:gd name="T8" fmla="*/ 2 w 5"/>
                <a:gd name="T9" fmla="*/ 1 h 2"/>
                <a:gd name="T10" fmla="*/ 0 w 5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1" y="2"/>
                    <a:pt x="3" y="2"/>
                    <a:pt x="4" y="1"/>
                  </a:cubicBezTo>
                  <a:cubicBezTo>
                    <a:pt x="4" y="1"/>
                    <a:pt x="5" y="2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1" y="0"/>
                    <a:pt x="2" y="1"/>
                  </a:cubicBezTo>
                  <a:cubicBezTo>
                    <a:pt x="2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4" name="Freeform 429"/>
            <p:cNvSpPr/>
            <p:nvPr>
              <p:custDataLst>
                <p:tags r:id="rId27"/>
              </p:custDataLst>
            </p:nvPr>
          </p:nvSpPr>
          <p:spPr bwMode="auto">
            <a:xfrm>
              <a:off x="3755" y="2718"/>
              <a:ext cx="4" cy="6"/>
            </a:xfrm>
            <a:custGeom>
              <a:avLst/>
              <a:gdLst>
                <a:gd name="T0" fmla="*/ 2 w 2"/>
                <a:gd name="T1" fmla="*/ 3 h 3"/>
                <a:gd name="T2" fmla="*/ 0 w 2"/>
                <a:gd name="T3" fmla="*/ 0 h 3"/>
                <a:gd name="T4" fmla="*/ 2 w 2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5" name="Freeform 430"/>
            <p:cNvSpPr/>
            <p:nvPr>
              <p:custDataLst>
                <p:tags r:id="rId28"/>
              </p:custDataLst>
            </p:nvPr>
          </p:nvSpPr>
          <p:spPr bwMode="auto">
            <a:xfrm>
              <a:off x="3761" y="2733"/>
              <a:ext cx="4" cy="17"/>
            </a:xfrm>
            <a:custGeom>
              <a:avLst/>
              <a:gdLst>
                <a:gd name="T0" fmla="*/ 1 w 2"/>
                <a:gd name="T1" fmla="*/ 7 h 8"/>
                <a:gd name="T2" fmla="*/ 0 w 2"/>
                <a:gd name="T3" fmla="*/ 3 h 8"/>
                <a:gd name="T4" fmla="*/ 1 w 2"/>
                <a:gd name="T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">
                  <a:moveTo>
                    <a:pt x="1" y="7"/>
                  </a:moveTo>
                  <a:cubicBezTo>
                    <a:pt x="2" y="0"/>
                    <a:pt x="1" y="8"/>
                    <a:pt x="0" y="3"/>
                  </a:cubicBezTo>
                  <a:cubicBezTo>
                    <a:pt x="0" y="5"/>
                    <a:pt x="0" y="6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6" name="Freeform 431"/>
            <p:cNvSpPr/>
            <p:nvPr>
              <p:custDataLst>
                <p:tags r:id="rId29"/>
              </p:custDataLst>
            </p:nvPr>
          </p:nvSpPr>
          <p:spPr bwMode="auto">
            <a:xfrm>
              <a:off x="3759" y="2720"/>
              <a:ext cx="2" cy="2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7" name="Freeform 432"/>
            <p:cNvSpPr/>
            <p:nvPr>
              <p:custDataLst>
                <p:tags r:id="rId30"/>
              </p:custDataLst>
            </p:nvPr>
          </p:nvSpPr>
          <p:spPr bwMode="auto">
            <a:xfrm>
              <a:off x="3761" y="2714"/>
              <a:ext cx="6" cy="12"/>
            </a:xfrm>
            <a:custGeom>
              <a:avLst/>
              <a:gdLst>
                <a:gd name="T0" fmla="*/ 0 w 3"/>
                <a:gd name="T1" fmla="*/ 5 h 6"/>
                <a:gd name="T2" fmla="*/ 3 w 3"/>
                <a:gd name="T3" fmla="*/ 3 h 6"/>
                <a:gd name="T4" fmla="*/ 0 w 3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6">
                  <a:moveTo>
                    <a:pt x="0" y="5"/>
                  </a:moveTo>
                  <a:cubicBezTo>
                    <a:pt x="1" y="6"/>
                    <a:pt x="2" y="3"/>
                    <a:pt x="3" y="3"/>
                  </a:cubicBezTo>
                  <a:cubicBezTo>
                    <a:pt x="2" y="0"/>
                    <a:pt x="1" y="4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8" name="Freeform 433"/>
            <p:cNvSpPr/>
            <p:nvPr>
              <p:custDataLst>
                <p:tags r:id="rId31"/>
              </p:custDataLst>
            </p:nvPr>
          </p:nvSpPr>
          <p:spPr bwMode="auto">
            <a:xfrm>
              <a:off x="3712" y="2737"/>
              <a:ext cx="0" cy="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9" name="Freeform 434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3742" y="2907"/>
              <a:ext cx="384" cy="146"/>
            </a:xfrm>
            <a:custGeom>
              <a:avLst/>
              <a:gdLst>
                <a:gd name="T0" fmla="*/ 150 w 181"/>
                <a:gd name="T1" fmla="*/ 21 h 69"/>
                <a:gd name="T2" fmla="*/ 144 w 181"/>
                <a:gd name="T3" fmla="*/ 25 h 69"/>
                <a:gd name="T4" fmla="*/ 103 w 181"/>
                <a:gd name="T5" fmla="*/ 42 h 69"/>
                <a:gd name="T6" fmla="*/ 91 w 181"/>
                <a:gd name="T7" fmla="*/ 45 h 69"/>
                <a:gd name="T8" fmla="*/ 79 w 181"/>
                <a:gd name="T9" fmla="*/ 44 h 69"/>
                <a:gd name="T10" fmla="*/ 60 w 181"/>
                <a:gd name="T11" fmla="*/ 44 h 69"/>
                <a:gd name="T12" fmla="*/ 50 w 181"/>
                <a:gd name="T13" fmla="*/ 47 h 69"/>
                <a:gd name="T14" fmla="*/ 32 w 181"/>
                <a:gd name="T15" fmla="*/ 47 h 69"/>
                <a:gd name="T16" fmla="*/ 22 w 181"/>
                <a:gd name="T17" fmla="*/ 44 h 69"/>
                <a:gd name="T18" fmla="*/ 10 w 181"/>
                <a:gd name="T19" fmla="*/ 39 h 69"/>
                <a:gd name="T20" fmla="*/ 10 w 181"/>
                <a:gd name="T21" fmla="*/ 37 h 69"/>
                <a:gd name="T22" fmla="*/ 10 w 181"/>
                <a:gd name="T23" fmla="*/ 35 h 69"/>
                <a:gd name="T24" fmla="*/ 10 w 181"/>
                <a:gd name="T25" fmla="*/ 34 h 69"/>
                <a:gd name="T26" fmla="*/ 10 w 181"/>
                <a:gd name="T27" fmla="*/ 30 h 69"/>
                <a:gd name="T28" fmla="*/ 2 w 181"/>
                <a:gd name="T29" fmla="*/ 32 h 69"/>
                <a:gd name="T30" fmla="*/ 6 w 181"/>
                <a:gd name="T31" fmla="*/ 44 h 69"/>
                <a:gd name="T32" fmla="*/ 10 w 181"/>
                <a:gd name="T33" fmla="*/ 51 h 69"/>
                <a:gd name="T34" fmla="*/ 4 w 181"/>
                <a:gd name="T35" fmla="*/ 55 h 69"/>
                <a:gd name="T36" fmla="*/ 8 w 181"/>
                <a:gd name="T37" fmla="*/ 58 h 69"/>
                <a:gd name="T38" fmla="*/ 13 w 181"/>
                <a:gd name="T39" fmla="*/ 57 h 69"/>
                <a:gd name="T40" fmla="*/ 13 w 181"/>
                <a:gd name="T41" fmla="*/ 60 h 69"/>
                <a:gd name="T42" fmla="*/ 19 w 181"/>
                <a:gd name="T43" fmla="*/ 57 h 69"/>
                <a:gd name="T44" fmla="*/ 20 w 181"/>
                <a:gd name="T45" fmla="*/ 63 h 69"/>
                <a:gd name="T46" fmla="*/ 22 w 181"/>
                <a:gd name="T47" fmla="*/ 66 h 69"/>
                <a:gd name="T48" fmla="*/ 24 w 181"/>
                <a:gd name="T49" fmla="*/ 64 h 69"/>
                <a:gd name="T50" fmla="*/ 28 w 181"/>
                <a:gd name="T51" fmla="*/ 64 h 69"/>
                <a:gd name="T52" fmla="*/ 31 w 181"/>
                <a:gd name="T53" fmla="*/ 66 h 69"/>
                <a:gd name="T54" fmla="*/ 36 w 181"/>
                <a:gd name="T55" fmla="*/ 58 h 69"/>
                <a:gd name="T56" fmla="*/ 36 w 181"/>
                <a:gd name="T57" fmla="*/ 65 h 69"/>
                <a:gd name="T58" fmla="*/ 46 w 181"/>
                <a:gd name="T59" fmla="*/ 67 h 69"/>
                <a:gd name="T60" fmla="*/ 50 w 181"/>
                <a:gd name="T61" fmla="*/ 66 h 69"/>
                <a:gd name="T62" fmla="*/ 55 w 181"/>
                <a:gd name="T63" fmla="*/ 62 h 69"/>
                <a:gd name="T64" fmla="*/ 65 w 181"/>
                <a:gd name="T65" fmla="*/ 66 h 69"/>
                <a:gd name="T66" fmla="*/ 69 w 181"/>
                <a:gd name="T67" fmla="*/ 63 h 69"/>
                <a:gd name="T68" fmla="*/ 71 w 181"/>
                <a:gd name="T69" fmla="*/ 63 h 69"/>
                <a:gd name="T70" fmla="*/ 72 w 181"/>
                <a:gd name="T71" fmla="*/ 61 h 69"/>
                <a:gd name="T72" fmla="*/ 76 w 181"/>
                <a:gd name="T73" fmla="*/ 65 h 69"/>
                <a:gd name="T74" fmla="*/ 79 w 181"/>
                <a:gd name="T75" fmla="*/ 63 h 69"/>
                <a:gd name="T76" fmla="*/ 88 w 181"/>
                <a:gd name="T77" fmla="*/ 60 h 69"/>
                <a:gd name="T78" fmla="*/ 92 w 181"/>
                <a:gd name="T79" fmla="*/ 62 h 69"/>
                <a:gd name="T80" fmla="*/ 98 w 181"/>
                <a:gd name="T81" fmla="*/ 60 h 69"/>
                <a:gd name="T82" fmla="*/ 102 w 181"/>
                <a:gd name="T83" fmla="*/ 59 h 69"/>
                <a:gd name="T84" fmla="*/ 103 w 181"/>
                <a:gd name="T85" fmla="*/ 59 h 69"/>
                <a:gd name="T86" fmla="*/ 108 w 181"/>
                <a:gd name="T87" fmla="*/ 58 h 69"/>
                <a:gd name="T88" fmla="*/ 115 w 181"/>
                <a:gd name="T89" fmla="*/ 53 h 69"/>
                <a:gd name="T90" fmla="*/ 117 w 181"/>
                <a:gd name="T91" fmla="*/ 52 h 69"/>
                <a:gd name="T92" fmla="*/ 122 w 181"/>
                <a:gd name="T93" fmla="*/ 45 h 69"/>
                <a:gd name="T94" fmla="*/ 127 w 181"/>
                <a:gd name="T95" fmla="*/ 45 h 69"/>
                <a:gd name="T96" fmla="*/ 134 w 181"/>
                <a:gd name="T97" fmla="*/ 43 h 69"/>
                <a:gd name="T98" fmla="*/ 139 w 181"/>
                <a:gd name="T99" fmla="*/ 41 h 69"/>
                <a:gd name="T100" fmla="*/ 152 w 181"/>
                <a:gd name="T101" fmla="*/ 37 h 69"/>
                <a:gd name="T102" fmla="*/ 156 w 181"/>
                <a:gd name="T103" fmla="*/ 35 h 69"/>
                <a:gd name="T104" fmla="*/ 163 w 181"/>
                <a:gd name="T105" fmla="*/ 27 h 69"/>
                <a:gd name="T106" fmla="*/ 167 w 181"/>
                <a:gd name="T107" fmla="*/ 19 h 69"/>
                <a:gd name="T108" fmla="*/ 10 w 181"/>
                <a:gd name="T109" fmla="*/ 31 h 69"/>
                <a:gd name="T110" fmla="*/ 10 w 181"/>
                <a:gd name="T111" fmla="*/ 35 h 69"/>
                <a:gd name="T112" fmla="*/ 9 w 181"/>
                <a:gd name="T113" fmla="*/ 34 h 69"/>
                <a:gd name="T114" fmla="*/ 7 w 181"/>
                <a:gd name="T115" fmla="*/ 35 h 69"/>
                <a:gd name="T116" fmla="*/ 8 w 181"/>
                <a:gd name="T117" fmla="*/ 36 h 69"/>
                <a:gd name="T118" fmla="*/ 10 w 181"/>
                <a:gd name="T11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" h="69">
                  <a:moveTo>
                    <a:pt x="177" y="5"/>
                  </a:moveTo>
                  <a:cubicBezTo>
                    <a:pt x="177" y="2"/>
                    <a:pt x="172" y="0"/>
                    <a:pt x="172" y="0"/>
                  </a:cubicBezTo>
                  <a:cubicBezTo>
                    <a:pt x="172" y="4"/>
                    <a:pt x="169" y="7"/>
                    <a:pt x="164" y="8"/>
                  </a:cubicBezTo>
                  <a:cubicBezTo>
                    <a:pt x="163" y="9"/>
                    <a:pt x="163" y="11"/>
                    <a:pt x="162" y="11"/>
                  </a:cubicBezTo>
                  <a:cubicBezTo>
                    <a:pt x="159" y="15"/>
                    <a:pt x="152" y="15"/>
                    <a:pt x="149" y="19"/>
                  </a:cubicBezTo>
                  <a:cubicBezTo>
                    <a:pt x="150" y="19"/>
                    <a:pt x="150" y="20"/>
                    <a:pt x="150" y="21"/>
                  </a:cubicBezTo>
                  <a:cubicBezTo>
                    <a:pt x="150" y="20"/>
                    <a:pt x="150" y="20"/>
                    <a:pt x="150" y="20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22"/>
                    <a:pt x="149" y="21"/>
                    <a:pt x="149" y="20"/>
                  </a:cubicBezTo>
                  <a:cubicBezTo>
                    <a:pt x="147" y="21"/>
                    <a:pt x="146" y="23"/>
                    <a:pt x="144" y="24"/>
                  </a:cubicBezTo>
                  <a:cubicBezTo>
                    <a:pt x="145" y="26"/>
                    <a:pt x="143" y="24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7"/>
                    <a:pt x="143" y="27"/>
                    <a:pt x="141" y="25"/>
                  </a:cubicBezTo>
                  <a:cubicBezTo>
                    <a:pt x="135" y="26"/>
                    <a:pt x="130" y="30"/>
                    <a:pt x="125" y="31"/>
                  </a:cubicBezTo>
                  <a:cubicBezTo>
                    <a:pt x="119" y="33"/>
                    <a:pt x="114" y="37"/>
                    <a:pt x="108" y="39"/>
                  </a:cubicBezTo>
                  <a:cubicBezTo>
                    <a:pt x="108" y="42"/>
                    <a:pt x="106" y="41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5"/>
                    <a:pt x="104" y="43"/>
                    <a:pt x="103" y="42"/>
                  </a:cubicBezTo>
                  <a:cubicBezTo>
                    <a:pt x="103" y="44"/>
                    <a:pt x="102" y="43"/>
                    <a:pt x="103" y="45"/>
                  </a:cubicBezTo>
                  <a:cubicBezTo>
                    <a:pt x="103" y="46"/>
                    <a:pt x="102" y="42"/>
                    <a:pt x="101" y="43"/>
                  </a:cubicBezTo>
                  <a:cubicBezTo>
                    <a:pt x="101" y="42"/>
                    <a:pt x="101" y="44"/>
                    <a:pt x="101" y="44"/>
                  </a:cubicBezTo>
                  <a:cubicBezTo>
                    <a:pt x="100" y="46"/>
                    <a:pt x="101" y="42"/>
                    <a:pt x="99" y="41"/>
                  </a:cubicBezTo>
                  <a:cubicBezTo>
                    <a:pt x="96" y="42"/>
                    <a:pt x="94" y="45"/>
                    <a:pt x="91" y="44"/>
                  </a:cubicBezTo>
                  <a:cubicBezTo>
                    <a:pt x="91" y="44"/>
                    <a:pt x="91" y="45"/>
                    <a:pt x="91" y="45"/>
                  </a:cubicBezTo>
                  <a:cubicBezTo>
                    <a:pt x="90" y="42"/>
                    <a:pt x="90" y="46"/>
                    <a:pt x="90" y="45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3"/>
                    <a:pt x="88" y="45"/>
                    <a:pt x="86" y="44"/>
                  </a:cubicBezTo>
                  <a:cubicBezTo>
                    <a:pt x="85" y="45"/>
                    <a:pt x="84" y="42"/>
                    <a:pt x="83" y="44"/>
                  </a:cubicBezTo>
                  <a:cubicBezTo>
                    <a:pt x="83" y="43"/>
                    <a:pt x="83" y="43"/>
                    <a:pt x="82" y="43"/>
                  </a:cubicBezTo>
                  <a:cubicBezTo>
                    <a:pt x="82" y="47"/>
                    <a:pt x="80" y="42"/>
                    <a:pt x="79" y="44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6" y="44"/>
                    <a:pt x="73" y="43"/>
                    <a:pt x="70" y="46"/>
                  </a:cubicBezTo>
                  <a:cubicBezTo>
                    <a:pt x="68" y="46"/>
                    <a:pt x="66" y="43"/>
                    <a:pt x="64" y="4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3" y="46"/>
                    <a:pt x="64" y="45"/>
                    <a:pt x="64" y="44"/>
                  </a:cubicBezTo>
                  <a:cubicBezTo>
                    <a:pt x="63" y="46"/>
                    <a:pt x="61" y="44"/>
                    <a:pt x="60" y="44"/>
                  </a:cubicBezTo>
                  <a:cubicBezTo>
                    <a:pt x="60" y="45"/>
                    <a:pt x="60" y="45"/>
                    <a:pt x="60" y="46"/>
                  </a:cubicBezTo>
                  <a:cubicBezTo>
                    <a:pt x="59" y="43"/>
                    <a:pt x="57" y="47"/>
                    <a:pt x="55" y="45"/>
                  </a:cubicBezTo>
                  <a:cubicBezTo>
                    <a:pt x="56" y="48"/>
                    <a:pt x="55" y="47"/>
                    <a:pt x="54" y="48"/>
                  </a:cubicBezTo>
                  <a:cubicBezTo>
                    <a:pt x="54" y="47"/>
                    <a:pt x="54" y="46"/>
                    <a:pt x="54" y="46"/>
                  </a:cubicBezTo>
                  <a:cubicBezTo>
                    <a:pt x="53" y="46"/>
                    <a:pt x="52" y="46"/>
                    <a:pt x="51" y="45"/>
                  </a:cubicBezTo>
                  <a:cubicBezTo>
                    <a:pt x="51" y="46"/>
                    <a:pt x="50" y="48"/>
                    <a:pt x="50" y="47"/>
                  </a:cubicBezTo>
                  <a:cubicBezTo>
                    <a:pt x="49" y="45"/>
                    <a:pt x="48" y="47"/>
                    <a:pt x="48" y="46"/>
                  </a:cubicBezTo>
                  <a:cubicBezTo>
                    <a:pt x="48" y="48"/>
                    <a:pt x="47" y="49"/>
                    <a:pt x="46" y="49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4" y="47"/>
                    <a:pt x="42" y="44"/>
                    <a:pt x="39" y="47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6" y="47"/>
                    <a:pt x="35" y="45"/>
                    <a:pt x="32" y="47"/>
                  </a:cubicBezTo>
                  <a:cubicBezTo>
                    <a:pt x="33" y="46"/>
                    <a:pt x="30" y="45"/>
                    <a:pt x="30" y="45"/>
                  </a:cubicBezTo>
                  <a:cubicBezTo>
                    <a:pt x="29" y="46"/>
                    <a:pt x="28" y="46"/>
                    <a:pt x="27" y="48"/>
                  </a:cubicBezTo>
                  <a:cubicBezTo>
                    <a:pt x="27" y="48"/>
                    <a:pt x="27" y="46"/>
                    <a:pt x="27" y="46"/>
                  </a:cubicBezTo>
                  <a:cubicBezTo>
                    <a:pt x="26" y="45"/>
                    <a:pt x="26" y="43"/>
                    <a:pt x="25" y="45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4"/>
                    <a:pt x="22" y="46"/>
                    <a:pt x="22" y="44"/>
                  </a:cubicBezTo>
                  <a:cubicBezTo>
                    <a:pt x="21" y="45"/>
                    <a:pt x="20" y="45"/>
                    <a:pt x="20" y="46"/>
                  </a:cubicBezTo>
                  <a:cubicBezTo>
                    <a:pt x="19" y="46"/>
                    <a:pt x="20" y="44"/>
                    <a:pt x="19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9" y="42"/>
                    <a:pt x="17" y="42"/>
                    <a:pt x="15" y="42"/>
                  </a:cubicBezTo>
                  <a:cubicBezTo>
                    <a:pt x="16" y="40"/>
                    <a:pt x="13" y="41"/>
                    <a:pt x="13" y="39"/>
                  </a:cubicBezTo>
                  <a:cubicBezTo>
                    <a:pt x="12" y="40"/>
                    <a:pt x="13" y="38"/>
                    <a:pt x="10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8"/>
                    <a:pt x="11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1" y="36"/>
                    <a:pt x="11" y="36"/>
                  </a:cubicBezTo>
                  <a:cubicBezTo>
                    <a:pt x="11" y="36"/>
                    <a:pt x="11" y="36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9" y="35"/>
                    <a:pt x="12" y="34"/>
                    <a:pt x="10" y="34"/>
                  </a:cubicBezTo>
                  <a:cubicBezTo>
                    <a:pt x="10" y="34"/>
                    <a:pt x="10" y="33"/>
                    <a:pt x="11" y="32"/>
                  </a:cubicBezTo>
                  <a:cubicBezTo>
                    <a:pt x="10" y="34"/>
                    <a:pt x="10" y="32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9" y="30"/>
                    <a:pt x="5" y="31"/>
                  </a:cubicBezTo>
                  <a:cubicBezTo>
                    <a:pt x="4" y="32"/>
                    <a:pt x="9" y="31"/>
                    <a:pt x="8" y="32"/>
                  </a:cubicBezTo>
                  <a:cubicBezTo>
                    <a:pt x="5" y="32"/>
                    <a:pt x="9" y="34"/>
                    <a:pt x="6" y="3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5" y="33"/>
                    <a:pt x="5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5" y="34"/>
                    <a:pt x="3" y="35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1" y="36"/>
                    <a:pt x="4" y="35"/>
                    <a:pt x="4" y="36"/>
                  </a:cubicBezTo>
                  <a:cubicBezTo>
                    <a:pt x="4" y="36"/>
                    <a:pt x="1" y="36"/>
                    <a:pt x="0" y="37"/>
                  </a:cubicBezTo>
                  <a:cubicBezTo>
                    <a:pt x="1" y="38"/>
                    <a:pt x="3" y="40"/>
                    <a:pt x="2" y="42"/>
                  </a:cubicBezTo>
                  <a:cubicBezTo>
                    <a:pt x="3" y="43"/>
                    <a:pt x="4" y="44"/>
                    <a:pt x="6" y="44"/>
                  </a:cubicBezTo>
                  <a:cubicBezTo>
                    <a:pt x="6" y="44"/>
                    <a:pt x="3" y="45"/>
                    <a:pt x="5" y="45"/>
                  </a:cubicBezTo>
                  <a:cubicBezTo>
                    <a:pt x="4" y="46"/>
                    <a:pt x="3" y="47"/>
                    <a:pt x="3" y="47"/>
                  </a:cubicBezTo>
                  <a:cubicBezTo>
                    <a:pt x="4" y="47"/>
                    <a:pt x="4" y="49"/>
                    <a:pt x="5" y="46"/>
                  </a:cubicBezTo>
                  <a:cubicBezTo>
                    <a:pt x="6" y="48"/>
                    <a:pt x="7" y="49"/>
                    <a:pt x="8" y="49"/>
                  </a:cubicBezTo>
                  <a:cubicBezTo>
                    <a:pt x="8" y="49"/>
                    <a:pt x="6" y="50"/>
                    <a:pt x="6" y="51"/>
                  </a:cubicBezTo>
                  <a:cubicBezTo>
                    <a:pt x="8" y="50"/>
                    <a:pt x="9" y="50"/>
                    <a:pt x="10" y="51"/>
                  </a:cubicBezTo>
                  <a:cubicBezTo>
                    <a:pt x="11" y="50"/>
                    <a:pt x="10" y="50"/>
                    <a:pt x="11" y="48"/>
                  </a:cubicBezTo>
                  <a:cubicBezTo>
                    <a:pt x="12" y="48"/>
                    <a:pt x="12" y="48"/>
                    <a:pt x="13" y="48"/>
                  </a:cubicBezTo>
                  <a:cubicBezTo>
                    <a:pt x="12" y="49"/>
                    <a:pt x="10" y="52"/>
                    <a:pt x="11" y="52"/>
                  </a:cubicBezTo>
                  <a:cubicBezTo>
                    <a:pt x="9" y="55"/>
                    <a:pt x="10" y="51"/>
                    <a:pt x="8" y="54"/>
                  </a:cubicBezTo>
                  <a:cubicBezTo>
                    <a:pt x="7" y="55"/>
                    <a:pt x="5" y="54"/>
                    <a:pt x="6" y="53"/>
                  </a:cubicBezTo>
                  <a:cubicBezTo>
                    <a:pt x="3" y="54"/>
                    <a:pt x="6" y="54"/>
                    <a:pt x="4" y="55"/>
                  </a:cubicBezTo>
                  <a:cubicBezTo>
                    <a:pt x="5" y="56"/>
                    <a:pt x="6" y="55"/>
                    <a:pt x="8" y="55"/>
                  </a:cubicBezTo>
                  <a:cubicBezTo>
                    <a:pt x="8" y="54"/>
                    <a:pt x="8" y="54"/>
                    <a:pt x="9" y="53"/>
                  </a:cubicBezTo>
                  <a:cubicBezTo>
                    <a:pt x="11" y="52"/>
                    <a:pt x="9" y="56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7"/>
                    <a:pt x="10" y="56"/>
                    <a:pt x="11" y="57"/>
                  </a:cubicBezTo>
                  <a:cubicBezTo>
                    <a:pt x="9" y="60"/>
                    <a:pt x="9" y="56"/>
                    <a:pt x="8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9" y="58"/>
                    <a:pt x="10" y="59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1" y="59"/>
                    <a:pt x="11" y="57"/>
                    <a:pt x="11" y="57"/>
                  </a:cubicBezTo>
                  <a:cubicBezTo>
                    <a:pt x="13" y="55"/>
                    <a:pt x="11" y="57"/>
                    <a:pt x="13" y="57"/>
                  </a:cubicBezTo>
                  <a:cubicBezTo>
                    <a:pt x="14" y="56"/>
                    <a:pt x="12" y="57"/>
                    <a:pt x="13" y="56"/>
                  </a:cubicBezTo>
                  <a:cubicBezTo>
                    <a:pt x="14" y="54"/>
                    <a:pt x="14" y="54"/>
                    <a:pt x="15" y="54"/>
                  </a:cubicBezTo>
                  <a:cubicBezTo>
                    <a:pt x="15" y="55"/>
                    <a:pt x="14" y="56"/>
                    <a:pt x="14" y="57"/>
                  </a:cubicBezTo>
                  <a:cubicBezTo>
                    <a:pt x="14" y="58"/>
                    <a:pt x="13" y="57"/>
                    <a:pt x="14" y="57"/>
                  </a:cubicBezTo>
                  <a:cubicBezTo>
                    <a:pt x="12" y="58"/>
                    <a:pt x="12" y="60"/>
                    <a:pt x="11" y="61"/>
                  </a:cubicBezTo>
                  <a:cubicBezTo>
                    <a:pt x="11" y="62"/>
                    <a:pt x="12" y="60"/>
                    <a:pt x="13" y="60"/>
                  </a:cubicBezTo>
                  <a:cubicBezTo>
                    <a:pt x="13" y="60"/>
                    <a:pt x="14" y="58"/>
                    <a:pt x="14" y="58"/>
                  </a:cubicBezTo>
                  <a:cubicBezTo>
                    <a:pt x="17" y="54"/>
                    <a:pt x="13" y="61"/>
                    <a:pt x="15" y="61"/>
                  </a:cubicBezTo>
                  <a:cubicBezTo>
                    <a:pt x="16" y="58"/>
                    <a:pt x="18" y="58"/>
                    <a:pt x="19" y="54"/>
                  </a:cubicBezTo>
                  <a:cubicBezTo>
                    <a:pt x="19" y="54"/>
                    <a:pt x="20" y="53"/>
                    <a:pt x="20" y="54"/>
                  </a:cubicBezTo>
                  <a:cubicBezTo>
                    <a:pt x="19" y="56"/>
                    <a:pt x="20" y="56"/>
                    <a:pt x="18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61"/>
                    <a:pt x="17" y="63"/>
                    <a:pt x="17" y="64"/>
                  </a:cubicBezTo>
                  <a:cubicBezTo>
                    <a:pt x="18" y="63"/>
                    <a:pt x="18" y="62"/>
                    <a:pt x="19" y="62"/>
                  </a:cubicBezTo>
                  <a:cubicBezTo>
                    <a:pt x="18" y="62"/>
                    <a:pt x="18" y="63"/>
                    <a:pt x="19" y="64"/>
                  </a:cubicBezTo>
                  <a:cubicBezTo>
                    <a:pt x="18" y="63"/>
                    <a:pt x="20" y="61"/>
                    <a:pt x="20" y="60"/>
                  </a:cubicBezTo>
                  <a:cubicBezTo>
                    <a:pt x="21" y="61"/>
                    <a:pt x="21" y="63"/>
                    <a:pt x="20" y="63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3"/>
                    <a:pt x="19" y="65"/>
                    <a:pt x="20" y="65"/>
                  </a:cubicBezTo>
                  <a:cubicBezTo>
                    <a:pt x="20" y="64"/>
                    <a:pt x="21" y="62"/>
                    <a:pt x="22" y="61"/>
                  </a:cubicBezTo>
                  <a:cubicBezTo>
                    <a:pt x="22" y="61"/>
                    <a:pt x="22" y="62"/>
                    <a:pt x="23" y="62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2" y="63"/>
                    <a:pt x="21" y="66"/>
                    <a:pt x="22" y="66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3" y="65"/>
                    <a:pt x="23" y="65"/>
                    <a:pt x="24" y="65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5"/>
                    <a:pt x="25" y="63"/>
                    <a:pt x="25" y="65"/>
                  </a:cubicBezTo>
                  <a:cubicBezTo>
                    <a:pt x="25" y="63"/>
                    <a:pt x="24" y="65"/>
                    <a:pt x="24" y="64"/>
                  </a:cubicBezTo>
                  <a:cubicBezTo>
                    <a:pt x="24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3"/>
                    <a:pt x="26" y="64"/>
                    <a:pt x="26" y="6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6"/>
                    <a:pt x="28" y="62"/>
                    <a:pt x="28" y="64"/>
                  </a:cubicBezTo>
                  <a:cubicBezTo>
                    <a:pt x="28" y="65"/>
                    <a:pt x="27" y="66"/>
                    <a:pt x="27" y="67"/>
                  </a:cubicBezTo>
                  <a:cubicBezTo>
                    <a:pt x="28" y="64"/>
                    <a:pt x="29" y="64"/>
                    <a:pt x="30" y="62"/>
                  </a:cubicBezTo>
                  <a:cubicBezTo>
                    <a:pt x="30" y="63"/>
                    <a:pt x="28" y="65"/>
                    <a:pt x="28" y="67"/>
                  </a:cubicBezTo>
                  <a:cubicBezTo>
                    <a:pt x="29" y="65"/>
                    <a:pt x="29" y="69"/>
                    <a:pt x="30" y="66"/>
                  </a:cubicBezTo>
                  <a:cubicBezTo>
                    <a:pt x="30" y="65"/>
                    <a:pt x="31" y="64"/>
                    <a:pt x="31" y="63"/>
                  </a:cubicBezTo>
                  <a:cubicBezTo>
                    <a:pt x="32" y="64"/>
                    <a:pt x="31" y="64"/>
                    <a:pt x="31" y="66"/>
                  </a:cubicBezTo>
                  <a:cubicBezTo>
                    <a:pt x="32" y="65"/>
                    <a:pt x="32" y="63"/>
                    <a:pt x="32" y="62"/>
                  </a:cubicBezTo>
                  <a:cubicBezTo>
                    <a:pt x="32" y="63"/>
                    <a:pt x="33" y="61"/>
                    <a:pt x="34" y="62"/>
                  </a:cubicBezTo>
                  <a:cubicBezTo>
                    <a:pt x="33" y="64"/>
                    <a:pt x="32" y="63"/>
                    <a:pt x="33" y="64"/>
                  </a:cubicBezTo>
                  <a:cubicBezTo>
                    <a:pt x="34" y="65"/>
                    <a:pt x="34" y="60"/>
                    <a:pt x="35" y="60"/>
                  </a:cubicBezTo>
                  <a:cubicBezTo>
                    <a:pt x="35" y="59"/>
                    <a:pt x="36" y="56"/>
                    <a:pt x="36" y="55"/>
                  </a:cubicBezTo>
                  <a:cubicBezTo>
                    <a:pt x="37" y="56"/>
                    <a:pt x="36" y="56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61"/>
                    <a:pt x="34" y="63"/>
                    <a:pt x="34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5"/>
                    <a:pt x="34" y="66"/>
                    <a:pt x="34" y="67"/>
                  </a:cubicBezTo>
                  <a:cubicBezTo>
                    <a:pt x="35" y="65"/>
                    <a:pt x="36" y="67"/>
                    <a:pt x="36" y="66"/>
                  </a:cubicBezTo>
                  <a:cubicBezTo>
                    <a:pt x="36" y="65"/>
                    <a:pt x="35" y="67"/>
                    <a:pt x="36" y="65"/>
                  </a:cubicBezTo>
                  <a:cubicBezTo>
                    <a:pt x="36" y="65"/>
                    <a:pt x="37" y="62"/>
                    <a:pt x="37" y="63"/>
                  </a:cubicBezTo>
                  <a:cubicBezTo>
                    <a:pt x="37" y="65"/>
                    <a:pt x="37" y="66"/>
                    <a:pt x="37" y="67"/>
                  </a:cubicBezTo>
                  <a:cubicBezTo>
                    <a:pt x="37" y="68"/>
                    <a:pt x="37" y="65"/>
                    <a:pt x="38" y="66"/>
                  </a:cubicBezTo>
                  <a:cubicBezTo>
                    <a:pt x="38" y="67"/>
                    <a:pt x="38" y="67"/>
                    <a:pt x="38" y="67"/>
                  </a:cubicBezTo>
                  <a:cubicBezTo>
                    <a:pt x="40" y="68"/>
                    <a:pt x="42" y="67"/>
                    <a:pt x="45" y="63"/>
                  </a:cubicBezTo>
                  <a:cubicBezTo>
                    <a:pt x="45" y="65"/>
                    <a:pt x="45" y="65"/>
                    <a:pt x="46" y="67"/>
                  </a:cubicBezTo>
                  <a:cubicBezTo>
                    <a:pt x="46" y="66"/>
                    <a:pt x="46" y="65"/>
                    <a:pt x="47" y="6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8" y="68"/>
                    <a:pt x="49" y="66"/>
                    <a:pt x="49" y="65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50" y="68"/>
                    <a:pt x="50" y="65"/>
                    <a:pt x="50" y="65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4"/>
                    <a:pt x="52" y="65"/>
                    <a:pt x="52" y="67"/>
                  </a:cubicBezTo>
                  <a:cubicBezTo>
                    <a:pt x="52" y="66"/>
                    <a:pt x="52" y="66"/>
                    <a:pt x="52" y="65"/>
                  </a:cubicBezTo>
                  <a:cubicBezTo>
                    <a:pt x="52" y="67"/>
                    <a:pt x="54" y="67"/>
                    <a:pt x="55" y="66"/>
                  </a:cubicBezTo>
                  <a:cubicBezTo>
                    <a:pt x="54" y="65"/>
                    <a:pt x="54" y="65"/>
                    <a:pt x="54" y="63"/>
                  </a:cubicBezTo>
                  <a:cubicBezTo>
                    <a:pt x="54" y="61"/>
                    <a:pt x="55" y="64"/>
                    <a:pt x="55" y="62"/>
                  </a:cubicBezTo>
                  <a:cubicBezTo>
                    <a:pt x="55" y="63"/>
                    <a:pt x="55" y="64"/>
                    <a:pt x="55" y="65"/>
                  </a:cubicBezTo>
                  <a:cubicBezTo>
                    <a:pt x="56" y="68"/>
                    <a:pt x="58" y="65"/>
                    <a:pt x="59" y="66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1" y="67"/>
                    <a:pt x="62" y="64"/>
                    <a:pt x="63" y="65"/>
                  </a:cubicBezTo>
                  <a:cubicBezTo>
                    <a:pt x="63" y="65"/>
                    <a:pt x="63" y="62"/>
                    <a:pt x="64" y="62"/>
                  </a:cubicBezTo>
                  <a:cubicBezTo>
                    <a:pt x="64" y="60"/>
                    <a:pt x="64" y="64"/>
                    <a:pt x="65" y="66"/>
                  </a:cubicBezTo>
                  <a:cubicBezTo>
                    <a:pt x="65" y="65"/>
                    <a:pt x="65" y="64"/>
                    <a:pt x="66" y="64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7" y="63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4"/>
                    <a:pt x="68" y="66"/>
                    <a:pt x="68" y="65"/>
                  </a:cubicBezTo>
                  <a:cubicBezTo>
                    <a:pt x="68" y="64"/>
                    <a:pt x="69" y="65"/>
                    <a:pt x="69" y="63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1" y="66"/>
                    <a:pt x="70" y="63"/>
                    <a:pt x="70" y="62"/>
                  </a:cubicBezTo>
                  <a:cubicBezTo>
                    <a:pt x="71" y="61"/>
                    <a:pt x="71" y="63"/>
                    <a:pt x="71" y="63"/>
                  </a:cubicBezTo>
                  <a:cubicBezTo>
                    <a:pt x="71" y="64"/>
                    <a:pt x="71" y="63"/>
                    <a:pt x="71" y="63"/>
                  </a:cubicBezTo>
                  <a:cubicBezTo>
                    <a:pt x="70" y="65"/>
                    <a:pt x="71" y="64"/>
                    <a:pt x="71" y="65"/>
                  </a:cubicBezTo>
                  <a:cubicBezTo>
                    <a:pt x="71" y="65"/>
                    <a:pt x="71" y="63"/>
                    <a:pt x="72" y="63"/>
                  </a:cubicBezTo>
                  <a:cubicBezTo>
                    <a:pt x="72" y="63"/>
                    <a:pt x="73" y="63"/>
                    <a:pt x="73" y="65"/>
                  </a:cubicBezTo>
                  <a:cubicBezTo>
                    <a:pt x="73" y="64"/>
                    <a:pt x="73" y="64"/>
                    <a:pt x="73" y="63"/>
                  </a:cubicBezTo>
                  <a:cubicBezTo>
                    <a:pt x="73" y="63"/>
                    <a:pt x="73" y="62"/>
                    <a:pt x="72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1"/>
                    <a:pt x="74" y="62"/>
                    <a:pt x="74" y="60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1"/>
                    <a:pt x="75" y="61"/>
                    <a:pt x="75" y="61"/>
                  </a:cubicBezTo>
                  <a:cubicBezTo>
                    <a:pt x="75" y="62"/>
                    <a:pt x="75" y="64"/>
                    <a:pt x="76" y="65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7" y="63"/>
                    <a:pt x="77" y="63"/>
                    <a:pt x="77" y="64"/>
                  </a:cubicBezTo>
                  <a:cubicBezTo>
                    <a:pt x="78" y="65"/>
                    <a:pt x="78" y="59"/>
                    <a:pt x="79" y="61"/>
                  </a:cubicBezTo>
                  <a:cubicBezTo>
                    <a:pt x="79" y="63"/>
                    <a:pt x="79" y="63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80" y="61"/>
                    <a:pt x="80" y="64"/>
                    <a:pt x="79" y="63"/>
                  </a:cubicBezTo>
                  <a:cubicBezTo>
                    <a:pt x="79" y="61"/>
                    <a:pt x="80" y="62"/>
                    <a:pt x="80" y="61"/>
                  </a:cubicBezTo>
                  <a:cubicBezTo>
                    <a:pt x="81" y="66"/>
                    <a:pt x="83" y="62"/>
                    <a:pt x="84" y="64"/>
                  </a:cubicBezTo>
                  <a:cubicBezTo>
                    <a:pt x="84" y="61"/>
                    <a:pt x="85" y="63"/>
                    <a:pt x="85" y="62"/>
                  </a:cubicBezTo>
                  <a:cubicBezTo>
                    <a:pt x="85" y="65"/>
                    <a:pt x="86" y="62"/>
                    <a:pt x="86" y="63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7" y="62"/>
                    <a:pt x="87" y="57"/>
                    <a:pt x="88" y="60"/>
                  </a:cubicBezTo>
                  <a:cubicBezTo>
                    <a:pt x="88" y="60"/>
                    <a:pt x="88" y="61"/>
                    <a:pt x="88" y="62"/>
                  </a:cubicBezTo>
                  <a:cubicBezTo>
                    <a:pt x="89" y="65"/>
                    <a:pt x="89" y="59"/>
                    <a:pt x="90" y="62"/>
                  </a:cubicBezTo>
                  <a:cubicBezTo>
                    <a:pt x="90" y="61"/>
                    <a:pt x="89" y="60"/>
                    <a:pt x="90" y="59"/>
                  </a:cubicBezTo>
                  <a:cubicBezTo>
                    <a:pt x="91" y="60"/>
                    <a:pt x="92" y="61"/>
                    <a:pt x="92" y="62"/>
                  </a:cubicBezTo>
                  <a:cubicBezTo>
                    <a:pt x="92" y="61"/>
                    <a:pt x="92" y="60"/>
                    <a:pt x="92" y="61"/>
                  </a:cubicBezTo>
                  <a:cubicBezTo>
                    <a:pt x="93" y="62"/>
                    <a:pt x="92" y="62"/>
                    <a:pt x="92" y="62"/>
                  </a:cubicBezTo>
                  <a:cubicBezTo>
                    <a:pt x="93" y="63"/>
                    <a:pt x="93" y="61"/>
                    <a:pt x="94" y="60"/>
                  </a:cubicBezTo>
                  <a:cubicBezTo>
                    <a:pt x="94" y="62"/>
                    <a:pt x="95" y="61"/>
                    <a:pt x="96" y="62"/>
                  </a:cubicBezTo>
                  <a:cubicBezTo>
                    <a:pt x="96" y="60"/>
                    <a:pt x="98" y="63"/>
                    <a:pt x="97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8" y="60"/>
                    <a:pt x="98" y="58"/>
                    <a:pt x="98" y="5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9" y="62"/>
                    <a:pt x="99" y="60"/>
                    <a:pt x="100" y="61"/>
                  </a:cubicBezTo>
                  <a:cubicBezTo>
                    <a:pt x="99" y="59"/>
                    <a:pt x="100" y="61"/>
                    <a:pt x="100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1" y="58"/>
                    <a:pt x="100" y="58"/>
                    <a:pt x="101" y="57"/>
                  </a:cubicBezTo>
                  <a:cubicBezTo>
                    <a:pt x="101" y="57"/>
                    <a:pt x="101" y="60"/>
                    <a:pt x="101" y="59"/>
                  </a:cubicBezTo>
                  <a:cubicBezTo>
                    <a:pt x="102" y="60"/>
                    <a:pt x="102" y="60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60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59"/>
                    <a:pt x="104" y="59"/>
                  </a:cubicBezTo>
                  <a:cubicBezTo>
                    <a:pt x="106" y="60"/>
                    <a:pt x="108" y="58"/>
                    <a:pt x="108" y="57"/>
                  </a:cubicBezTo>
                  <a:cubicBezTo>
                    <a:pt x="108" y="57"/>
                    <a:pt x="108" y="58"/>
                    <a:pt x="108" y="58"/>
                  </a:cubicBezTo>
                  <a:cubicBezTo>
                    <a:pt x="108" y="57"/>
                    <a:pt x="108" y="56"/>
                    <a:pt x="109" y="57"/>
                  </a:cubicBezTo>
                  <a:cubicBezTo>
                    <a:pt x="109" y="56"/>
                    <a:pt x="109" y="58"/>
                    <a:pt x="110" y="58"/>
                  </a:cubicBezTo>
                  <a:cubicBezTo>
                    <a:pt x="110" y="58"/>
                    <a:pt x="110" y="56"/>
                    <a:pt x="109" y="56"/>
                  </a:cubicBezTo>
                  <a:cubicBezTo>
                    <a:pt x="111" y="59"/>
                    <a:pt x="111" y="55"/>
                    <a:pt x="113" y="56"/>
                  </a:cubicBezTo>
                  <a:cubicBezTo>
                    <a:pt x="113" y="56"/>
                    <a:pt x="113" y="57"/>
                    <a:pt x="113" y="57"/>
                  </a:cubicBezTo>
                  <a:cubicBezTo>
                    <a:pt x="114" y="56"/>
                    <a:pt x="114" y="55"/>
                    <a:pt x="115" y="53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6" y="55"/>
                    <a:pt x="116" y="54"/>
                  </a:cubicBezTo>
                  <a:cubicBezTo>
                    <a:pt x="115" y="52"/>
                    <a:pt x="116" y="51"/>
                    <a:pt x="116" y="51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8" y="51"/>
                    <a:pt x="117" y="51"/>
                    <a:pt x="117" y="52"/>
                  </a:cubicBezTo>
                  <a:cubicBezTo>
                    <a:pt x="118" y="54"/>
                    <a:pt x="119" y="53"/>
                    <a:pt x="119" y="53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20" y="51"/>
                    <a:pt x="120" y="53"/>
                    <a:pt x="120" y="53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8"/>
                    <a:pt x="121" y="50"/>
                    <a:pt x="121" y="51"/>
                  </a:cubicBezTo>
                  <a:cubicBezTo>
                    <a:pt x="122" y="50"/>
                    <a:pt x="122" y="47"/>
                    <a:pt x="122" y="45"/>
                  </a:cubicBezTo>
                  <a:cubicBezTo>
                    <a:pt x="122" y="46"/>
                    <a:pt x="123" y="44"/>
                    <a:pt x="123" y="44"/>
                  </a:cubicBezTo>
                  <a:cubicBezTo>
                    <a:pt x="124" y="45"/>
                    <a:pt x="123" y="44"/>
                    <a:pt x="123" y="45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7"/>
                    <a:pt x="125" y="49"/>
                    <a:pt x="125" y="50"/>
                  </a:cubicBezTo>
                  <a:cubicBezTo>
                    <a:pt x="125" y="49"/>
                    <a:pt x="126" y="49"/>
                    <a:pt x="127" y="50"/>
                  </a:cubicBezTo>
                  <a:cubicBezTo>
                    <a:pt x="126" y="47"/>
                    <a:pt x="128" y="48"/>
                    <a:pt x="127" y="45"/>
                  </a:cubicBezTo>
                  <a:cubicBezTo>
                    <a:pt x="128" y="45"/>
                    <a:pt x="128" y="47"/>
                    <a:pt x="129" y="48"/>
                  </a:cubicBezTo>
                  <a:cubicBezTo>
                    <a:pt x="129" y="46"/>
                    <a:pt x="131" y="47"/>
                    <a:pt x="131" y="46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2" y="46"/>
                    <a:pt x="134" y="46"/>
                    <a:pt x="133" y="43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5" y="45"/>
                    <a:pt x="133" y="42"/>
                    <a:pt x="134" y="43"/>
                  </a:cubicBezTo>
                  <a:cubicBezTo>
                    <a:pt x="135" y="44"/>
                    <a:pt x="135" y="44"/>
                    <a:pt x="135" y="44"/>
                  </a:cubicBezTo>
                  <a:cubicBezTo>
                    <a:pt x="135" y="43"/>
                    <a:pt x="136" y="45"/>
                    <a:pt x="136" y="43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137" y="43"/>
                    <a:pt x="138" y="43"/>
                    <a:pt x="137" y="41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9" y="44"/>
                    <a:pt x="138" y="41"/>
                    <a:pt x="139" y="41"/>
                  </a:cubicBezTo>
                  <a:cubicBezTo>
                    <a:pt x="139" y="42"/>
                    <a:pt x="140" y="42"/>
                    <a:pt x="139" y="42"/>
                  </a:cubicBezTo>
                  <a:cubicBezTo>
                    <a:pt x="139" y="41"/>
                    <a:pt x="140" y="41"/>
                    <a:pt x="140" y="40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5" y="41"/>
                    <a:pt x="148" y="39"/>
                    <a:pt x="150" y="36"/>
                  </a:cubicBezTo>
                  <a:cubicBezTo>
                    <a:pt x="152" y="38"/>
                    <a:pt x="150" y="38"/>
                    <a:pt x="151" y="39"/>
                  </a:cubicBezTo>
                  <a:cubicBezTo>
                    <a:pt x="150" y="37"/>
                    <a:pt x="151" y="38"/>
                    <a:pt x="152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2" y="37"/>
                    <a:pt x="153" y="38"/>
                    <a:pt x="153" y="37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5"/>
                    <a:pt x="155" y="38"/>
                    <a:pt x="154" y="36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4" y="35"/>
                    <a:pt x="156" y="37"/>
                    <a:pt x="156" y="35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7" y="36"/>
                    <a:pt x="156" y="32"/>
                    <a:pt x="157" y="34"/>
                  </a:cubicBezTo>
                  <a:cubicBezTo>
                    <a:pt x="157" y="33"/>
                    <a:pt x="158" y="32"/>
                    <a:pt x="157" y="31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60" y="30"/>
                    <a:pt x="163" y="29"/>
                    <a:pt x="162" y="26"/>
                  </a:cubicBezTo>
                  <a:cubicBezTo>
                    <a:pt x="163" y="27"/>
                    <a:pt x="163" y="27"/>
                    <a:pt x="163" y="27"/>
                  </a:cubicBezTo>
                  <a:cubicBezTo>
                    <a:pt x="163" y="24"/>
                    <a:pt x="167" y="27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5" y="21"/>
                    <a:pt x="167" y="21"/>
                    <a:pt x="166" y="20"/>
                  </a:cubicBezTo>
                  <a:cubicBezTo>
                    <a:pt x="166" y="21"/>
                    <a:pt x="166" y="21"/>
                    <a:pt x="167" y="21"/>
                  </a:cubicBezTo>
                  <a:cubicBezTo>
                    <a:pt x="167" y="21"/>
                    <a:pt x="166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71" y="20"/>
                    <a:pt x="176" y="17"/>
                    <a:pt x="174" y="13"/>
                  </a:cubicBezTo>
                  <a:cubicBezTo>
                    <a:pt x="174" y="12"/>
                    <a:pt x="177" y="14"/>
                    <a:pt x="177" y="14"/>
                  </a:cubicBezTo>
                  <a:cubicBezTo>
                    <a:pt x="175" y="10"/>
                    <a:pt x="181" y="9"/>
                    <a:pt x="177" y="5"/>
                  </a:cubicBezTo>
                  <a:close/>
                  <a:moveTo>
                    <a:pt x="10" y="32"/>
                  </a:moveTo>
                  <a:cubicBezTo>
                    <a:pt x="10" y="32"/>
                    <a:pt x="10" y="32"/>
                    <a:pt x="10" y="31"/>
                  </a:cubicBezTo>
                  <a:cubicBezTo>
                    <a:pt x="10" y="32"/>
                    <a:pt x="10" y="32"/>
                    <a:pt x="10" y="32"/>
                  </a:cubicBezTo>
                  <a:close/>
                  <a:moveTo>
                    <a:pt x="6" y="35"/>
                  </a:moveTo>
                  <a:cubicBezTo>
                    <a:pt x="6" y="35"/>
                    <a:pt x="6" y="35"/>
                    <a:pt x="5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5"/>
                    <a:pt x="6" y="35"/>
                  </a:cubicBezTo>
                  <a:close/>
                  <a:moveTo>
                    <a:pt x="10" y="35"/>
                  </a:move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lose/>
                  <a:moveTo>
                    <a:pt x="9" y="32"/>
                  </a:moveTo>
                  <a:cubicBezTo>
                    <a:pt x="9" y="33"/>
                    <a:pt x="8" y="33"/>
                    <a:pt x="8" y="33"/>
                  </a:cubicBezTo>
                  <a:cubicBezTo>
                    <a:pt x="9" y="31"/>
                    <a:pt x="10" y="31"/>
                    <a:pt x="10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9" y="34"/>
                    <a:pt x="9" y="32"/>
                  </a:cubicBezTo>
                  <a:close/>
                  <a:moveTo>
                    <a:pt x="7" y="35"/>
                  </a:moveTo>
                  <a:cubicBezTo>
                    <a:pt x="7" y="35"/>
                    <a:pt x="7" y="34"/>
                    <a:pt x="7" y="34"/>
                  </a:cubicBezTo>
                  <a:cubicBezTo>
                    <a:pt x="7" y="34"/>
                    <a:pt x="7" y="34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lose/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5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6"/>
                    <a:pt x="8" y="36"/>
                    <a:pt x="7" y="35"/>
                  </a:cubicBezTo>
                  <a:close/>
                  <a:moveTo>
                    <a:pt x="9" y="36"/>
                  </a:move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7"/>
                  </a:cubicBezTo>
                  <a:cubicBezTo>
                    <a:pt x="10" y="36"/>
                    <a:pt x="9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0" name="Freeform 435"/>
            <p:cNvSpPr/>
            <p:nvPr>
              <p:custDataLst>
                <p:tags r:id="rId33"/>
              </p:custDataLst>
            </p:nvPr>
          </p:nvSpPr>
          <p:spPr bwMode="auto">
            <a:xfrm>
              <a:off x="3712" y="2809"/>
              <a:ext cx="4" cy="2"/>
            </a:xfrm>
            <a:custGeom>
              <a:avLst/>
              <a:gdLst>
                <a:gd name="T0" fmla="*/ 1 w 2"/>
                <a:gd name="T1" fmla="*/ 0 h 1"/>
                <a:gd name="T2" fmla="*/ 0 w 2"/>
                <a:gd name="T3" fmla="*/ 1 h 1"/>
                <a:gd name="T4" fmla="*/ 2 w 2"/>
                <a:gd name="T5" fmla="*/ 0 h 1"/>
                <a:gd name="T6" fmla="*/ 1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1" name="Freeform 436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3434" y="1624"/>
              <a:ext cx="862" cy="1213"/>
            </a:xfrm>
            <a:custGeom>
              <a:avLst/>
              <a:gdLst>
                <a:gd name="T0" fmla="*/ 172 w 406"/>
                <a:gd name="T1" fmla="*/ 570 h 572"/>
                <a:gd name="T2" fmla="*/ 205 w 406"/>
                <a:gd name="T3" fmla="*/ 568 h 572"/>
                <a:gd name="T4" fmla="*/ 239 w 406"/>
                <a:gd name="T5" fmla="*/ 564 h 572"/>
                <a:gd name="T6" fmla="*/ 281 w 406"/>
                <a:gd name="T7" fmla="*/ 547 h 572"/>
                <a:gd name="T8" fmla="*/ 300 w 406"/>
                <a:gd name="T9" fmla="*/ 522 h 572"/>
                <a:gd name="T10" fmla="*/ 204 w 406"/>
                <a:gd name="T11" fmla="*/ 395 h 572"/>
                <a:gd name="T12" fmla="*/ 207 w 406"/>
                <a:gd name="T13" fmla="*/ 339 h 572"/>
                <a:gd name="T14" fmla="*/ 214 w 406"/>
                <a:gd name="T15" fmla="*/ 279 h 572"/>
                <a:gd name="T16" fmla="*/ 177 w 406"/>
                <a:gd name="T17" fmla="*/ 304 h 572"/>
                <a:gd name="T18" fmla="*/ 184 w 406"/>
                <a:gd name="T19" fmla="*/ 298 h 572"/>
                <a:gd name="T20" fmla="*/ 197 w 406"/>
                <a:gd name="T21" fmla="*/ 321 h 572"/>
                <a:gd name="T22" fmla="*/ 186 w 406"/>
                <a:gd name="T23" fmla="*/ 337 h 572"/>
                <a:gd name="T24" fmla="*/ 190 w 406"/>
                <a:gd name="T25" fmla="*/ 347 h 572"/>
                <a:gd name="T26" fmla="*/ 189 w 406"/>
                <a:gd name="T27" fmla="*/ 365 h 572"/>
                <a:gd name="T28" fmla="*/ 189 w 406"/>
                <a:gd name="T29" fmla="*/ 382 h 572"/>
                <a:gd name="T30" fmla="*/ 194 w 406"/>
                <a:gd name="T31" fmla="*/ 401 h 572"/>
                <a:gd name="T32" fmla="*/ 198 w 406"/>
                <a:gd name="T33" fmla="*/ 426 h 572"/>
                <a:gd name="T34" fmla="*/ 92 w 406"/>
                <a:gd name="T35" fmla="*/ 277 h 572"/>
                <a:gd name="T36" fmla="*/ 68 w 406"/>
                <a:gd name="T37" fmla="*/ 218 h 572"/>
                <a:gd name="T38" fmla="*/ 189 w 406"/>
                <a:gd name="T39" fmla="*/ 198 h 572"/>
                <a:gd name="T40" fmla="*/ 299 w 406"/>
                <a:gd name="T41" fmla="*/ 279 h 572"/>
                <a:gd name="T42" fmla="*/ 240 w 406"/>
                <a:gd name="T43" fmla="*/ 425 h 572"/>
                <a:gd name="T44" fmla="*/ 250 w 406"/>
                <a:gd name="T45" fmla="*/ 401 h 572"/>
                <a:gd name="T46" fmla="*/ 257 w 406"/>
                <a:gd name="T47" fmla="*/ 380 h 572"/>
                <a:gd name="T48" fmla="*/ 262 w 406"/>
                <a:gd name="T49" fmla="*/ 342 h 572"/>
                <a:gd name="T50" fmla="*/ 279 w 406"/>
                <a:gd name="T51" fmla="*/ 305 h 572"/>
                <a:gd name="T52" fmla="*/ 323 w 406"/>
                <a:gd name="T53" fmla="*/ 287 h 572"/>
                <a:gd name="T54" fmla="*/ 345 w 406"/>
                <a:gd name="T55" fmla="*/ 231 h 572"/>
                <a:gd name="T56" fmla="*/ 313 w 406"/>
                <a:gd name="T57" fmla="*/ 163 h 572"/>
                <a:gd name="T58" fmla="*/ 199 w 406"/>
                <a:gd name="T59" fmla="*/ 120 h 572"/>
                <a:gd name="T60" fmla="*/ 99 w 406"/>
                <a:gd name="T61" fmla="*/ 189 h 572"/>
                <a:gd name="T62" fmla="*/ 67 w 406"/>
                <a:gd name="T63" fmla="*/ 156 h 572"/>
                <a:gd name="T64" fmla="*/ 18 w 406"/>
                <a:gd name="T65" fmla="*/ 247 h 572"/>
                <a:gd name="T66" fmla="*/ 17 w 406"/>
                <a:gd name="T67" fmla="*/ 216 h 572"/>
                <a:gd name="T68" fmla="*/ 18 w 406"/>
                <a:gd name="T69" fmla="*/ 212 h 572"/>
                <a:gd name="T70" fmla="*/ 18 w 406"/>
                <a:gd name="T71" fmla="*/ 213 h 572"/>
                <a:gd name="T72" fmla="*/ 20 w 406"/>
                <a:gd name="T73" fmla="*/ 216 h 572"/>
                <a:gd name="T74" fmla="*/ 36 w 406"/>
                <a:gd name="T75" fmla="*/ 256 h 572"/>
                <a:gd name="T76" fmla="*/ 80 w 406"/>
                <a:gd name="T77" fmla="*/ 293 h 572"/>
                <a:gd name="T78" fmla="*/ 143 w 406"/>
                <a:gd name="T79" fmla="*/ 304 h 572"/>
                <a:gd name="T80" fmla="*/ 162 w 406"/>
                <a:gd name="T81" fmla="*/ 375 h 572"/>
                <a:gd name="T82" fmla="*/ 177 w 406"/>
                <a:gd name="T83" fmla="*/ 504 h 572"/>
                <a:gd name="T84" fmla="*/ 192 w 406"/>
                <a:gd name="T85" fmla="*/ 530 h 572"/>
                <a:gd name="T86" fmla="*/ 191 w 406"/>
                <a:gd name="T87" fmla="*/ 504 h 572"/>
                <a:gd name="T88" fmla="*/ 192 w 406"/>
                <a:gd name="T89" fmla="*/ 486 h 572"/>
                <a:gd name="T90" fmla="*/ 194 w 406"/>
                <a:gd name="T91" fmla="*/ 451 h 572"/>
                <a:gd name="T92" fmla="*/ 220 w 406"/>
                <a:gd name="T93" fmla="*/ 447 h 572"/>
                <a:gd name="T94" fmla="*/ 240 w 406"/>
                <a:gd name="T95" fmla="*/ 469 h 572"/>
                <a:gd name="T96" fmla="*/ 247 w 406"/>
                <a:gd name="T97" fmla="*/ 543 h 572"/>
                <a:gd name="T98" fmla="*/ 146 w 406"/>
                <a:gd name="T99" fmla="*/ 545 h 572"/>
                <a:gd name="T100" fmla="*/ 137 w 406"/>
                <a:gd name="T101" fmla="*/ 524 h 572"/>
                <a:gd name="T102" fmla="*/ 130 w 406"/>
                <a:gd name="T103" fmla="*/ 553 h 572"/>
                <a:gd name="T104" fmla="*/ 193 w 406"/>
                <a:gd name="T105" fmla="*/ 309 h 572"/>
                <a:gd name="T106" fmla="*/ 196 w 406"/>
                <a:gd name="T107" fmla="*/ 303 h 572"/>
                <a:gd name="T108" fmla="*/ 209 w 406"/>
                <a:gd name="T109" fmla="*/ 295 h 572"/>
                <a:gd name="T110" fmla="*/ 218 w 406"/>
                <a:gd name="T111" fmla="*/ 301 h 572"/>
                <a:gd name="T112" fmla="*/ 221 w 406"/>
                <a:gd name="T113" fmla="*/ 307 h 572"/>
                <a:gd name="T114" fmla="*/ 211 w 406"/>
                <a:gd name="T115" fmla="*/ 310 h 572"/>
                <a:gd name="T116" fmla="*/ 222 w 406"/>
                <a:gd name="T117" fmla="*/ 307 h 572"/>
                <a:gd name="T118" fmla="*/ 191 w 406"/>
                <a:gd name="T119" fmla="*/ 185 h 572"/>
                <a:gd name="T120" fmla="*/ 63 w 406"/>
                <a:gd name="T121" fmla="*/ 186 h 572"/>
                <a:gd name="T122" fmla="*/ 22 w 406"/>
                <a:gd name="T123" fmla="*/ 214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572">
                  <a:moveTo>
                    <a:pt x="135" y="564"/>
                  </a:moveTo>
                  <a:cubicBezTo>
                    <a:pt x="136" y="564"/>
                    <a:pt x="137" y="565"/>
                    <a:pt x="137" y="564"/>
                  </a:cubicBezTo>
                  <a:cubicBezTo>
                    <a:pt x="137" y="565"/>
                    <a:pt x="137" y="565"/>
                    <a:pt x="137" y="565"/>
                  </a:cubicBezTo>
                  <a:cubicBezTo>
                    <a:pt x="138" y="565"/>
                    <a:pt x="140" y="563"/>
                    <a:pt x="139" y="566"/>
                  </a:cubicBezTo>
                  <a:cubicBezTo>
                    <a:pt x="140" y="563"/>
                    <a:pt x="139" y="565"/>
                    <a:pt x="138" y="564"/>
                  </a:cubicBezTo>
                  <a:cubicBezTo>
                    <a:pt x="139" y="562"/>
                    <a:pt x="140" y="563"/>
                    <a:pt x="141" y="562"/>
                  </a:cubicBezTo>
                  <a:cubicBezTo>
                    <a:pt x="139" y="565"/>
                    <a:pt x="142" y="563"/>
                    <a:pt x="142" y="564"/>
                  </a:cubicBezTo>
                  <a:cubicBezTo>
                    <a:pt x="142" y="565"/>
                    <a:pt x="142" y="565"/>
                    <a:pt x="142" y="566"/>
                  </a:cubicBezTo>
                  <a:cubicBezTo>
                    <a:pt x="143" y="564"/>
                    <a:pt x="143" y="564"/>
                    <a:pt x="143" y="564"/>
                  </a:cubicBezTo>
                  <a:cubicBezTo>
                    <a:pt x="142" y="568"/>
                    <a:pt x="145" y="564"/>
                    <a:pt x="145" y="566"/>
                  </a:cubicBezTo>
                  <a:cubicBezTo>
                    <a:pt x="144" y="566"/>
                    <a:pt x="144" y="568"/>
                    <a:pt x="144" y="569"/>
                  </a:cubicBezTo>
                  <a:cubicBezTo>
                    <a:pt x="144" y="566"/>
                    <a:pt x="146" y="566"/>
                    <a:pt x="147" y="564"/>
                  </a:cubicBezTo>
                  <a:cubicBezTo>
                    <a:pt x="148" y="565"/>
                    <a:pt x="145" y="567"/>
                    <a:pt x="145" y="569"/>
                  </a:cubicBezTo>
                  <a:cubicBezTo>
                    <a:pt x="146" y="567"/>
                    <a:pt x="146" y="571"/>
                    <a:pt x="147" y="568"/>
                  </a:cubicBezTo>
                  <a:cubicBezTo>
                    <a:pt x="147" y="567"/>
                    <a:pt x="148" y="567"/>
                    <a:pt x="149" y="566"/>
                  </a:cubicBezTo>
                  <a:cubicBezTo>
                    <a:pt x="150" y="566"/>
                    <a:pt x="148" y="567"/>
                    <a:pt x="148" y="568"/>
                  </a:cubicBezTo>
                  <a:cubicBezTo>
                    <a:pt x="149" y="568"/>
                    <a:pt x="150" y="566"/>
                    <a:pt x="150" y="565"/>
                  </a:cubicBezTo>
                  <a:cubicBezTo>
                    <a:pt x="150" y="566"/>
                    <a:pt x="152" y="564"/>
                    <a:pt x="152" y="565"/>
                  </a:cubicBezTo>
                  <a:cubicBezTo>
                    <a:pt x="152" y="567"/>
                    <a:pt x="150" y="566"/>
                    <a:pt x="150" y="567"/>
                  </a:cubicBezTo>
                  <a:cubicBezTo>
                    <a:pt x="152" y="568"/>
                    <a:pt x="152" y="563"/>
                    <a:pt x="154" y="563"/>
                  </a:cubicBezTo>
                  <a:cubicBezTo>
                    <a:pt x="153" y="562"/>
                    <a:pt x="155" y="559"/>
                    <a:pt x="155" y="558"/>
                  </a:cubicBezTo>
                  <a:cubicBezTo>
                    <a:pt x="157" y="560"/>
                    <a:pt x="155" y="559"/>
                    <a:pt x="155" y="561"/>
                  </a:cubicBezTo>
                  <a:cubicBezTo>
                    <a:pt x="155" y="561"/>
                    <a:pt x="155" y="561"/>
                    <a:pt x="155" y="561"/>
                  </a:cubicBezTo>
                  <a:cubicBezTo>
                    <a:pt x="155" y="564"/>
                    <a:pt x="152" y="566"/>
                    <a:pt x="153" y="568"/>
                  </a:cubicBezTo>
                  <a:cubicBezTo>
                    <a:pt x="154" y="567"/>
                    <a:pt x="154" y="567"/>
                    <a:pt x="154" y="567"/>
                  </a:cubicBezTo>
                  <a:cubicBezTo>
                    <a:pt x="153" y="568"/>
                    <a:pt x="153" y="569"/>
                    <a:pt x="153" y="570"/>
                  </a:cubicBezTo>
                  <a:cubicBezTo>
                    <a:pt x="153" y="568"/>
                    <a:pt x="154" y="570"/>
                    <a:pt x="155" y="570"/>
                  </a:cubicBezTo>
                  <a:cubicBezTo>
                    <a:pt x="155" y="568"/>
                    <a:pt x="154" y="570"/>
                    <a:pt x="154" y="569"/>
                  </a:cubicBezTo>
                  <a:cubicBezTo>
                    <a:pt x="155" y="568"/>
                    <a:pt x="156" y="566"/>
                    <a:pt x="157" y="567"/>
                  </a:cubicBezTo>
                  <a:cubicBezTo>
                    <a:pt x="156" y="568"/>
                    <a:pt x="157" y="569"/>
                    <a:pt x="156" y="570"/>
                  </a:cubicBezTo>
                  <a:cubicBezTo>
                    <a:pt x="157" y="571"/>
                    <a:pt x="157" y="568"/>
                    <a:pt x="157" y="569"/>
                  </a:cubicBezTo>
                  <a:cubicBezTo>
                    <a:pt x="157" y="570"/>
                    <a:pt x="157" y="570"/>
                    <a:pt x="157" y="570"/>
                  </a:cubicBezTo>
                  <a:cubicBezTo>
                    <a:pt x="160" y="571"/>
                    <a:pt x="164" y="571"/>
                    <a:pt x="166" y="567"/>
                  </a:cubicBezTo>
                  <a:cubicBezTo>
                    <a:pt x="166" y="569"/>
                    <a:pt x="167" y="569"/>
                    <a:pt x="169" y="570"/>
                  </a:cubicBezTo>
                  <a:cubicBezTo>
                    <a:pt x="168" y="570"/>
                    <a:pt x="169" y="569"/>
                    <a:pt x="169" y="568"/>
                  </a:cubicBezTo>
                  <a:cubicBezTo>
                    <a:pt x="170" y="570"/>
                    <a:pt x="170" y="570"/>
                    <a:pt x="170" y="570"/>
                  </a:cubicBezTo>
                  <a:cubicBezTo>
                    <a:pt x="170" y="572"/>
                    <a:pt x="172" y="570"/>
                    <a:pt x="172" y="569"/>
                  </a:cubicBezTo>
                  <a:cubicBezTo>
                    <a:pt x="172" y="570"/>
                    <a:pt x="172" y="570"/>
                    <a:pt x="172" y="570"/>
                  </a:cubicBezTo>
                  <a:cubicBezTo>
                    <a:pt x="173" y="571"/>
                    <a:pt x="173" y="569"/>
                    <a:pt x="173" y="568"/>
                  </a:cubicBezTo>
                  <a:cubicBezTo>
                    <a:pt x="174" y="570"/>
                    <a:pt x="174" y="570"/>
                    <a:pt x="174" y="570"/>
                  </a:cubicBezTo>
                  <a:cubicBezTo>
                    <a:pt x="174" y="569"/>
                    <a:pt x="174" y="569"/>
                    <a:pt x="174" y="569"/>
                  </a:cubicBezTo>
                  <a:cubicBezTo>
                    <a:pt x="174" y="568"/>
                    <a:pt x="175" y="568"/>
                    <a:pt x="175" y="570"/>
                  </a:cubicBezTo>
                  <a:cubicBezTo>
                    <a:pt x="175" y="570"/>
                    <a:pt x="176" y="569"/>
                    <a:pt x="175" y="569"/>
                  </a:cubicBezTo>
                  <a:cubicBezTo>
                    <a:pt x="176" y="570"/>
                    <a:pt x="178" y="570"/>
                    <a:pt x="179" y="569"/>
                  </a:cubicBezTo>
                  <a:cubicBezTo>
                    <a:pt x="178" y="569"/>
                    <a:pt x="178" y="568"/>
                    <a:pt x="178" y="567"/>
                  </a:cubicBezTo>
                  <a:cubicBezTo>
                    <a:pt x="178" y="564"/>
                    <a:pt x="179" y="567"/>
                    <a:pt x="179" y="566"/>
                  </a:cubicBezTo>
                  <a:cubicBezTo>
                    <a:pt x="179" y="567"/>
                    <a:pt x="180" y="567"/>
                    <a:pt x="179" y="568"/>
                  </a:cubicBezTo>
                  <a:cubicBezTo>
                    <a:pt x="181" y="571"/>
                    <a:pt x="183" y="569"/>
                    <a:pt x="184" y="569"/>
                  </a:cubicBezTo>
                  <a:cubicBezTo>
                    <a:pt x="185" y="568"/>
                    <a:pt x="185" y="568"/>
                    <a:pt x="185" y="568"/>
                  </a:cubicBezTo>
                  <a:cubicBezTo>
                    <a:pt x="186" y="570"/>
                    <a:pt x="188" y="568"/>
                    <a:pt x="189" y="569"/>
                  </a:cubicBezTo>
                  <a:cubicBezTo>
                    <a:pt x="189" y="568"/>
                    <a:pt x="189" y="565"/>
                    <a:pt x="190" y="565"/>
                  </a:cubicBezTo>
                  <a:cubicBezTo>
                    <a:pt x="190" y="563"/>
                    <a:pt x="190" y="567"/>
                    <a:pt x="191" y="569"/>
                  </a:cubicBezTo>
                  <a:cubicBezTo>
                    <a:pt x="191" y="568"/>
                    <a:pt x="192" y="567"/>
                    <a:pt x="192" y="567"/>
                  </a:cubicBezTo>
                  <a:cubicBezTo>
                    <a:pt x="192" y="568"/>
                    <a:pt x="192" y="568"/>
                    <a:pt x="192" y="568"/>
                  </a:cubicBezTo>
                  <a:cubicBezTo>
                    <a:pt x="192" y="567"/>
                    <a:pt x="193" y="566"/>
                    <a:pt x="194" y="567"/>
                  </a:cubicBezTo>
                  <a:cubicBezTo>
                    <a:pt x="194" y="567"/>
                    <a:pt x="194" y="567"/>
                    <a:pt x="194" y="567"/>
                  </a:cubicBezTo>
                  <a:cubicBezTo>
                    <a:pt x="194" y="567"/>
                    <a:pt x="195" y="569"/>
                    <a:pt x="195" y="568"/>
                  </a:cubicBezTo>
                  <a:cubicBezTo>
                    <a:pt x="195" y="567"/>
                    <a:pt x="196" y="568"/>
                    <a:pt x="196" y="566"/>
                  </a:cubicBezTo>
                  <a:cubicBezTo>
                    <a:pt x="197" y="567"/>
                    <a:pt x="197" y="567"/>
                    <a:pt x="197" y="567"/>
                  </a:cubicBezTo>
                  <a:cubicBezTo>
                    <a:pt x="197" y="565"/>
                    <a:pt x="197" y="565"/>
                    <a:pt x="197" y="565"/>
                  </a:cubicBezTo>
                  <a:cubicBezTo>
                    <a:pt x="197" y="566"/>
                    <a:pt x="197" y="566"/>
                    <a:pt x="197" y="566"/>
                  </a:cubicBezTo>
                  <a:cubicBezTo>
                    <a:pt x="197" y="568"/>
                    <a:pt x="197" y="568"/>
                    <a:pt x="197" y="568"/>
                  </a:cubicBezTo>
                  <a:cubicBezTo>
                    <a:pt x="198" y="569"/>
                    <a:pt x="197" y="566"/>
                    <a:pt x="198" y="565"/>
                  </a:cubicBezTo>
                  <a:cubicBezTo>
                    <a:pt x="198" y="564"/>
                    <a:pt x="198" y="566"/>
                    <a:pt x="199" y="566"/>
                  </a:cubicBezTo>
                  <a:cubicBezTo>
                    <a:pt x="198" y="567"/>
                    <a:pt x="198" y="566"/>
                    <a:pt x="198" y="566"/>
                  </a:cubicBezTo>
                  <a:cubicBezTo>
                    <a:pt x="198" y="568"/>
                    <a:pt x="198" y="567"/>
                    <a:pt x="199" y="568"/>
                  </a:cubicBezTo>
                  <a:cubicBezTo>
                    <a:pt x="199" y="568"/>
                    <a:pt x="199" y="566"/>
                    <a:pt x="199" y="566"/>
                  </a:cubicBezTo>
                  <a:cubicBezTo>
                    <a:pt x="200" y="566"/>
                    <a:pt x="201" y="566"/>
                    <a:pt x="200" y="568"/>
                  </a:cubicBezTo>
                  <a:cubicBezTo>
                    <a:pt x="201" y="567"/>
                    <a:pt x="201" y="567"/>
                    <a:pt x="201" y="566"/>
                  </a:cubicBezTo>
                  <a:cubicBezTo>
                    <a:pt x="201" y="566"/>
                    <a:pt x="200" y="565"/>
                    <a:pt x="200" y="564"/>
                  </a:cubicBezTo>
                  <a:cubicBezTo>
                    <a:pt x="201" y="564"/>
                    <a:pt x="201" y="564"/>
                    <a:pt x="201" y="564"/>
                  </a:cubicBezTo>
                  <a:cubicBezTo>
                    <a:pt x="201" y="565"/>
                    <a:pt x="201" y="565"/>
                    <a:pt x="201" y="565"/>
                  </a:cubicBezTo>
                  <a:cubicBezTo>
                    <a:pt x="201" y="564"/>
                    <a:pt x="202" y="565"/>
                    <a:pt x="202" y="563"/>
                  </a:cubicBezTo>
                  <a:cubicBezTo>
                    <a:pt x="202" y="565"/>
                    <a:pt x="202" y="565"/>
                    <a:pt x="202" y="565"/>
                  </a:cubicBezTo>
                  <a:cubicBezTo>
                    <a:pt x="203" y="564"/>
                    <a:pt x="203" y="564"/>
                    <a:pt x="204" y="564"/>
                  </a:cubicBezTo>
                  <a:cubicBezTo>
                    <a:pt x="204" y="566"/>
                    <a:pt x="204" y="568"/>
                    <a:pt x="205" y="568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206" y="566"/>
                    <a:pt x="206" y="566"/>
                    <a:pt x="206" y="567"/>
                  </a:cubicBezTo>
                  <a:cubicBezTo>
                    <a:pt x="207" y="568"/>
                    <a:pt x="207" y="562"/>
                    <a:pt x="209" y="564"/>
                  </a:cubicBezTo>
                  <a:cubicBezTo>
                    <a:pt x="208" y="566"/>
                    <a:pt x="209" y="566"/>
                    <a:pt x="209" y="567"/>
                  </a:cubicBezTo>
                  <a:cubicBezTo>
                    <a:pt x="209" y="566"/>
                    <a:pt x="209" y="566"/>
                    <a:pt x="209" y="566"/>
                  </a:cubicBezTo>
                  <a:cubicBezTo>
                    <a:pt x="209" y="565"/>
                    <a:pt x="209" y="567"/>
                    <a:pt x="209" y="566"/>
                  </a:cubicBezTo>
                  <a:cubicBezTo>
                    <a:pt x="208" y="564"/>
                    <a:pt x="209" y="565"/>
                    <a:pt x="209" y="564"/>
                  </a:cubicBezTo>
                  <a:cubicBezTo>
                    <a:pt x="211" y="569"/>
                    <a:pt x="213" y="565"/>
                    <a:pt x="215" y="567"/>
                  </a:cubicBezTo>
                  <a:cubicBezTo>
                    <a:pt x="215" y="565"/>
                    <a:pt x="216" y="567"/>
                    <a:pt x="216" y="566"/>
                  </a:cubicBezTo>
                  <a:cubicBezTo>
                    <a:pt x="216" y="568"/>
                    <a:pt x="217" y="565"/>
                    <a:pt x="217" y="567"/>
                  </a:cubicBezTo>
                  <a:cubicBezTo>
                    <a:pt x="217" y="564"/>
                    <a:pt x="217" y="564"/>
                    <a:pt x="217" y="564"/>
                  </a:cubicBezTo>
                  <a:cubicBezTo>
                    <a:pt x="218" y="566"/>
                    <a:pt x="218" y="560"/>
                    <a:pt x="219" y="563"/>
                  </a:cubicBezTo>
                  <a:cubicBezTo>
                    <a:pt x="220" y="564"/>
                    <a:pt x="219" y="565"/>
                    <a:pt x="219" y="565"/>
                  </a:cubicBezTo>
                  <a:cubicBezTo>
                    <a:pt x="220" y="568"/>
                    <a:pt x="221" y="563"/>
                    <a:pt x="222" y="566"/>
                  </a:cubicBezTo>
                  <a:cubicBezTo>
                    <a:pt x="222" y="565"/>
                    <a:pt x="221" y="563"/>
                    <a:pt x="222" y="562"/>
                  </a:cubicBezTo>
                  <a:cubicBezTo>
                    <a:pt x="223" y="563"/>
                    <a:pt x="224" y="565"/>
                    <a:pt x="224" y="565"/>
                  </a:cubicBezTo>
                  <a:cubicBezTo>
                    <a:pt x="224" y="565"/>
                    <a:pt x="224" y="564"/>
                    <a:pt x="225" y="565"/>
                  </a:cubicBezTo>
                  <a:cubicBezTo>
                    <a:pt x="225" y="565"/>
                    <a:pt x="225" y="565"/>
                    <a:pt x="225" y="566"/>
                  </a:cubicBezTo>
                  <a:cubicBezTo>
                    <a:pt x="226" y="566"/>
                    <a:pt x="226" y="565"/>
                    <a:pt x="227" y="564"/>
                  </a:cubicBezTo>
                  <a:cubicBezTo>
                    <a:pt x="227" y="566"/>
                    <a:pt x="229" y="565"/>
                    <a:pt x="230" y="566"/>
                  </a:cubicBezTo>
                  <a:cubicBezTo>
                    <a:pt x="230" y="563"/>
                    <a:pt x="231" y="567"/>
                    <a:pt x="231" y="564"/>
                  </a:cubicBezTo>
                  <a:cubicBezTo>
                    <a:pt x="231" y="564"/>
                    <a:pt x="231" y="564"/>
                    <a:pt x="231" y="564"/>
                  </a:cubicBezTo>
                  <a:cubicBezTo>
                    <a:pt x="232" y="564"/>
                    <a:pt x="232" y="562"/>
                    <a:pt x="232" y="561"/>
                  </a:cubicBezTo>
                  <a:cubicBezTo>
                    <a:pt x="232" y="563"/>
                    <a:pt x="232" y="563"/>
                    <a:pt x="232" y="563"/>
                  </a:cubicBezTo>
                  <a:cubicBezTo>
                    <a:pt x="232" y="566"/>
                    <a:pt x="234" y="564"/>
                    <a:pt x="234" y="565"/>
                  </a:cubicBezTo>
                  <a:cubicBezTo>
                    <a:pt x="233" y="563"/>
                    <a:pt x="234" y="565"/>
                    <a:pt x="234" y="563"/>
                  </a:cubicBezTo>
                  <a:cubicBezTo>
                    <a:pt x="235" y="563"/>
                    <a:pt x="235" y="563"/>
                    <a:pt x="235" y="563"/>
                  </a:cubicBezTo>
                  <a:cubicBezTo>
                    <a:pt x="235" y="562"/>
                    <a:pt x="235" y="562"/>
                    <a:pt x="236" y="561"/>
                  </a:cubicBezTo>
                  <a:cubicBezTo>
                    <a:pt x="236" y="561"/>
                    <a:pt x="236" y="564"/>
                    <a:pt x="236" y="563"/>
                  </a:cubicBezTo>
                  <a:cubicBezTo>
                    <a:pt x="237" y="564"/>
                    <a:pt x="237" y="564"/>
                    <a:pt x="237" y="563"/>
                  </a:cubicBezTo>
                  <a:cubicBezTo>
                    <a:pt x="237" y="563"/>
                    <a:pt x="237" y="563"/>
                    <a:pt x="237" y="563"/>
                  </a:cubicBezTo>
                  <a:cubicBezTo>
                    <a:pt x="237" y="563"/>
                    <a:pt x="237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4"/>
                    <a:pt x="238" y="563"/>
                    <a:pt x="238" y="563"/>
                  </a:cubicBezTo>
                  <a:cubicBezTo>
                    <a:pt x="238" y="563"/>
                    <a:pt x="239" y="563"/>
                    <a:pt x="239" y="564"/>
                  </a:cubicBezTo>
                  <a:cubicBezTo>
                    <a:pt x="239" y="565"/>
                    <a:pt x="239" y="565"/>
                    <a:pt x="239" y="565"/>
                  </a:cubicBezTo>
                  <a:cubicBezTo>
                    <a:pt x="239" y="565"/>
                    <a:pt x="240" y="563"/>
                    <a:pt x="240" y="563"/>
                  </a:cubicBezTo>
                  <a:cubicBezTo>
                    <a:pt x="242" y="564"/>
                    <a:pt x="244" y="562"/>
                    <a:pt x="245" y="561"/>
                  </a:cubicBezTo>
                  <a:cubicBezTo>
                    <a:pt x="244" y="561"/>
                    <a:pt x="244" y="562"/>
                    <a:pt x="244" y="562"/>
                  </a:cubicBezTo>
                  <a:cubicBezTo>
                    <a:pt x="245" y="561"/>
                    <a:pt x="245" y="560"/>
                    <a:pt x="245" y="561"/>
                  </a:cubicBezTo>
                  <a:cubicBezTo>
                    <a:pt x="246" y="560"/>
                    <a:pt x="246" y="562"/>
                    <a:pt x="247" y="562"/>
                  </a:cubicBezTo>
                  <a:cubicBezTo>
                    <a:pt x="247" y="562"/>
                    <a:pt x="247" y="560"/>
                    <a:pt x="247" y="561"/>
                  </a:cubicBezTo>
                  <a:cubicBezTo>
                    <a:pt x="248" y="563"/>
                    <a:pt x="249" y="559"/>
                    <a:pt x="251" y="560"/>
                  </a:cubicBezTo>
                  <a:cubicBezTo>
                    <a:pt x="251" y="560"/>
                    <a:pt x="251" y="561"/>
                    <a:pt x="251" y="561"/>
                  </a:cubicBezTo>
                  <a:cubicBezTo>
                    <a:pt x="252" y="560"/>
                    <a:pt x="253" y="560"/>
                    <a:pt x="253" y="558"/>
                  </a:cubicBezTo>
                  <a:cubicBezTo>
                    <a:pt x="253" y="559"/>
                    <a:pt x="253" y="559"/>
                    <a:pt x="253" y="559"/>
                  </a:cubicBezTo>
                  <a:cubicBezTo>
                    <a:pt x="254" y="559"/>
                    <a:pt x="255" y="559"/>
                    <a:pt x="255" y="557"/>
                  </a:cubicBezTo>
                  <a:cubicBezTo>
                    <a:pt x="254" y="557"/>
                    <a:pt x="255" y="558"/>
                    <a:pt x="255" y="558"/>
                  </a:cubicBezTo>
                  <a:cubicBezTo>
                    <a:pt x="254" y="557"/>
                    <a:pt x="255" y="555"/>
                    <a:pt x="255" y="555"/>
                  </a:cubicBezTo>
                  <a:cubicBezTo>
                    <a:pt x="255" y="556"/>
                    <a:pt x="255" y="556"/>
                    <a:pt x="255" y="556"/>
                  </a:cubicBezTo>
                  <a:cubicBezTo>
                    <a:pt x="256" y="555"/>
                    <a:pt x="256" y="555"/>
                    <a:pt x="257" y="554"/>
                  </a:cubicBezTo>
                  <a:cubicBezTo>
                    <a:pt x="257" y="555"/>
                    <a:pt x="256" y="555"/>
                    <a:pt x="257" y="556"/>
                  </a:cubicBezTo>
                  <a:cubicBezTo>
                    <a:pt x="257" y="558"/>
                    <a:pt x="259" y="557"/>
                    <a:pt x="259" y="557"/>
                  </a:cubicBezTo>
                  <a:cubicBezTo>
                    <a:pt x="259" y="555"/>
                    <a:pt x="259" y="555"/>
                    <a:pt x="259" y="555"/>
                  </a:cubicBezTo>
                  <a:cubicBezTo>
                    <a:pt x="260" y="555"/>
                    <a:pt x="260" y="557"/>
                    <a:pt x="260" y="557"/>
                  </a:cubicBezTo>
                  <a:cubicBezTo>
                    <a:pt x="261" y="551"/>
                    <a:pt x="261" y="551"/>
                    <a:pt x="261" y="551"/>
                  </a:cubicBezTo>
                  <a:cubicBezTo>
                    <a:pt x="260" y="552"/>
                    <a:pt x="262" y="553"/>
                    <a:pt x="261" y="555"/>
                  </a:cubicBezTo>
                  <a:cubicBezTo>
                    <a:pt x="263" y="554"/>
                    <a:pt x="263" y="551"/>
                    <a:pt x="263" y="549"/>
                  </a:cubicBezTo>
                  <a:cubicBezTo>
                    <a:pt x="263" y="550"/>
                    <a:pt x="264" y="548"/>
                    <a:pt x="265" y="548"/>
                  </a:cubicBezTo>
                  <a:cubicBezTo>
                    <a:pt x="265" y="549"/>
                    <a:pt x="264" y="548"/>
                    <a:pt x="264" y="549"/>
                  </a:cubicBezTo>
                  <a:cubicBezTo>
                    <a:pt x="266" y="550"/>
                    <a:pt x="266" y="550"/>
                    <a:pt x="266" y="550"/>
                  </a:cubicBezTo>
                  <a:cubicBezTo>
                    <a:pt x="265" y="551"/>
                    <a:pt x="266" y="553"/>
                    <a:pt x="266" y="554"/>
                  </a:cubicBezTo>
                  <a:cubicBezTo>
                    <a:pt x="266" y="553"/>
                    <a:pt x="268" y="553"/>
                    <a:pt x="269" y="553"/>
                  </a:cubicBezTo>
                  <a:cubicBezTo>
                    <a:pt x="268" y="551"/>
                    <a:pt x="270" y="552"/>
                    <a:pt x="270" y="549"/>
                  </a:cubicBezTo>
                  <a:cubicBezTo>
                    <a:pt x="271" y="549"/>
                    <a:pt x="271" y="551"/>
                    <a:pt x="271" y="552"/>
                  </a:cubicBezTo>
                  <a:cubicBezTo>
                    <a:pt x="272" y="550"/>
                    <a:pt x="274" y="550"/>
                    <a:pt x="275" y="550"/>
                  </a:cubicBezTo>
                  <a:cubicBezTo>
                    <a:pt x="275" y="550"/>
                    <a:pt x="275" y="550"/>
                    <a:pt x="275" y="550"/>
                  </a:cubicBezTo>
                  <a:cubicBezTo>
                    <a:pt x="275" y="549"/>
                    <a:pt x="277" y="549"/>
                    <a:pt x="277" y="547"/>
                  </a:cubicBezTo>
                  <a:cubicBezTo>
                    <a:pt x="278" y="548"/>
                    <a:pt x="278" y="548"/>
                    <a:pt x="278" y="548"/>
                  </a:cubicBezTo>
                  <a:cubicBezTo>
                    <a:pt x="279" y="549"/>
                    <a:pt x="277" y="545"/>
                    <a:pt x="278" y="546"/>
                  </a:cubicBezTo>
                  <a:cubicBezTo>
                    <a:pt x="279" y="547"/>
                    <a:pt x="279" y="547"/>
                    <a:pt x="279" y="547"/>
                  </a:cubicBezTo>
                  <a:cubicBezTo>
                    <a:pt x="279" y="546"/>
                    <a:pt x="281" y="548"/>
                    <a:pt x="281" y="546"/>
                  </a:cubicBezTo>
                  <a:cubicBezTo>
                    <a:pt x="281" y="547"/>
                    <a:pt x="281" y="547"/>
                    <a:pt x="281" y="547"/>
                  </a:cubicBezTo>
                  <a:cubicBezTo>
                    <a:pt x="281" y="546"/>
                    <a:pt x="282" y="546"/>
                    <a:pt x="282" y="544"/>
                  </a:cubicBezTo>
                  <a:cubicBezTo>
                    <a:pt x="283" y="546"/>
                    <a:pt x="283" y="546"/>
                    <a:pt x="283" y="546"/>
                  </a:cubicBezTo>
                  <a:cubicBezTo>
                    <a:pt x="284" y="547"/>
                    <a:pt x="283" y="544"/>
                    <a:pt x="284" y="544"/>
                  </a:cubicBezTo>
                  <a:cubicBezTo>
                    <a:pt x="284" y="544"/>
                    <a:pt x="285" y="545"/>
                    <a:pt x="285" y="545"/>
                  </a:cubicBezTo>
                  <a:cubicBezTo>
                    <a:pt x="285" y="544"/>
                    <a:pt x="286" y="544"/>
                    <a:pt x="286" y="543"/>
                  </a:cubicBezTo>
                  <a:cubicBezTo>
                    <a:pt x="288" y="545"/>
                    <a:pt x="288" y="545"/>
                    <a:pt x="288" y="545"/>
                  </a:cubicBezTo>
                  <a:cubicBezTo>
                    <a:pt x="291" y="543"/>
                    <a:pt x="295" y="541"/>
                    <a:pt x="298" y="537"/>
                  </a:cubicBezTo>
                  <a:cubicBezTo>
                    <a:pt x="300" y="539"/>
                    <a:pt x="298" y="539"/>
                    <a:pt x="299" y="540"/>
                  </a:cubicBezTo>
                  <a:cubicBezTo>
                    <a:pt x="298" y="538"/>
                    <a:pt x="299" y="539"/>
                    <a:pt x="300" y="538"/>
                  </a:cubicBezTo>
                  <a:cubicBezTo>
                    <a:pt x="300" y="538"/>
                    <a:pt x="300" y="538"/>
                    <a:pt x="300" y="538"/>
                  </a:cubicBezTo>
                  <a:cubicBezTo>
                    <a:pt x="300" y="538"/>
                    <a:pt x="301" y="539"/>
                    <a:pt x="302" y="538"/>
                  </a:cubicBezTo>
                  <a:cubicBezTo>
                    <a:pt x="301" y="537"/>
                    <a:pt x="301" y="537"/>
                    <a:pt x="301" y="537"/>
                  </a:cubicBezTo>
                  <a:cubicBezTo>
                    <a:pt x="301" y="536"/>
                    <a:pt x="304" y="539"/>
                    <a:pt x="303" y="536"/>
                  </a:cubicBezTo>
                  <a:cubicBezTo>
                    <a:pt x="304" y="537"/>
                    <a:pt x="304" y="537"/>
                    <a:pt x="304" y="537"/>
                  </a:cubicBezTo>
                  <a:cubicBezTo>
                    <a:pt x="303" y="535"/>
                    <a:pt x="305" y="538"/>
                    <a:pt x="305" y="535"/>
                  </a:cubicBezTo>
                  <a:cubicBezTo>
                    <a:pt x="305" y="536"/>
                    <a:pt x="305" y="536"/>
                    <a:pt x="305" y="536"/>
                  </a:cubicBezTo>
                  <a:cubicBezTo>
                    <a:pt x="306" y="536"/>
                    <a:pt x="305" y="532"/>
                    <a:pt x="306" y="534"/>
                  </a:cubicBezTo>
                  <a:cubicBezTo>
                    <a:pt x="307" y="533"/>
                    <a:pt x="307" y="532"/>
                    <a:pt x="306" y="530"/>
                  </a:cubicBezTo>
                  <a:cubicBezTo>
                    <a:pt x="308" y="533"/>
                    <a:pt x="308" y="533"/>
                    <a:pt x="308" y="533"/>
                  </a:cubicBezTo>
                  <a:cubicBezTo>
                    <a:pt x="310" y="530"/>
                    <a:pt x="313" y="528"/>
                    <a:pt x="314" y="524"/>
                  </a:cubicBezTo>
                  <a:cubicBezTo>
                    <a:pt x="314" y="525"/>
                    <a:pt x="314" y="525"/>
                    <a:pt x="314" y="525"/>
                  </a:cubicBezTo>
                  <a:cubicBezTo>
                    <a:pt x="314" y="522"/>
                    <a:pt x="319" y="525"/>
                    <a:pt x="317" y="521"/>
                  </a:cubicBezTo>
                  <a:cubicBezTo>
                    <a:pt x="316" y="519"/>
                    <a:pt x="316" y="519"/>
                    <a:pt x="316" y="519"/>
                  </a:cubicBezTo>
                  <a:cubicBezTo>
                    <a:pt x="318" y="520"/>
                    <a:pt x="318" y="520"/>
                    <a:pt x="318" y="520"/>
                  </a:cubicBezTo>
                  <a:cubicBezTo>
                    <a:pt x="317" y="519"/>
                    <a:pt x="319" y="519"/>
                    <a:pt x="318" y="518"/>
                  </a:cubicBezTo>
                  <a:cubicBezTo>
                    <a:pt x="318" y="518"/>
                    <a:pt x="318" y="519"/>
                    <a:pt x="319" y="519"/>
                  </a:cubicBezTo>
                  <a:cubicBezTo>
                    <a:pt x="320" y="519"/>
                    <a:pt x="318" y="516"/>
                    <a:pt x="319" y="516"/>
                  </a:cubicBezTo>
                  <a:cubicBezTo>
                    <a:pt x="320" y="517"/>
                    <a:pt x="320" y="517"/>
                    <a:pt x="320" y="517"/>
                  </a:cubicBezTo>
                  <a:cubicBezTo>
                    <a:pt x="324" y="517"/>
                    <a:pt x="329" y="511"/>
                    <a:pt x="325" y="508"/>
                  </a:cubicBezTo>
                  <a:cubicBezTo>
                    <a:pt x="324" y="507"/>
                    <a:pt x="327" y="507"/>
                    <a:pt x="327" y="507"/>
                  </a:cubicBezTo>
                  <a:cubicBezTo>
                    <a:pt x="323" y="505"/>
                    <a:pt x="324" y="499"/>
                    <a:pt x="317" y="501"/>
                  </a:cubicBezTo>
                  <a:cubicBezTo>
                    <a:pt x="315" y="501"/>
                    <a:pt x="312" y="506"/>
                    <a:pt x="312" y="506"/>
                  </a:cubicBezTo>
                  <a:cubicBezTo>
                    <a:pt x="318" y="506"/>
                    <a:pt x="315" y="512"/>
                    <a:pt x="315" y="509"/>
                  </a:cubicBezTo>
                  <a:cubicBezTo>
                    <a:pt x="313" y="508"/>
                    <a:pt x="315" y="509"/>
                    <a:pt x="313" y="509"/>
                  </a:cubicBezTo>
                  <a:cubicBezTo>
                    <a:pt x="312" y="512"/>
                    <a:pt x="303" y="513"/>
                    <a:pt x="299" y="519"/>
                  </a:cubicBezTo>
                  <a:cubicBezTo>
                    <a:pt x="300" y="519"/>
                    <a:pt x="300" y="520"/>
                    <a:pt x="300" y="521"/>
                  </a:cubicBezTo>
                  <a:cubicBezTo>
                    <a:pt x="299" y="520"/>
                    <a:pt x="299" y="520"/>
                    <a:pt x="299" y="520"/>
                  </a:cubicBezTo>
                  <a:cubicBezTo>
                    <a:pt x="300" y="522"/>
                    <a:pt x="300" y="522"/>
                    <a:pt x="300" y="522"/>
                  </a:cubicBezTo>
                  <a:cubicBezTo>
                    <a:pt x="299" y="522"/>
                    <a:pt x="298" y="521"/>
                    <a:pt x="299" y="520"/>
                  </a:cubicBezTo>
                  <a:cubicBezTo>
                    <a:pt x="296" y="522"/>
                    <a:pt x="294" y="524"/>
                    <a:pt x="292" y="525"/>
                  </a:cubicBezTo>
                  <a:cubicBezTo>
                    <a:pt x="293" y="527"/>
                    <a:pt x="291" y="526"/>
                    <a:pt x="292" y="528"/>
                  </a:cubicBezTo>
                  <a:cubicBezTo>
                    <a:pt x="291" y="527"/>
                    <a:pt x="291" y="527"/>
                    <a:pt x="291" y="527"/>
                  </a:cubicBezTo>
                  <a:cubicBezTo>
                    <a:pt x="290" y="529"/>
                    <a:pt x="290" y="529"/>
                    <a:pt x="287" y="527"/>
                  </a:cubicBezTo>
                  <a:cubicBezTo>
                    <a:pt x="280" y="529"/>
                    <a:pt x="275" y="533"/>
                    <a:pt x="268" y="535"/>
                  </a:cubicBezTo>
                  <a:cubicBezTo>
                    <a:pt x="263" y="536"/>
                    <a:pt x="259" y="538"/>
                    <a:pt x="255" y="540"/>
                  </a:cubicBezTo>
                  <a:cubicBezTo>
                    <a:pt x="255" y="537"/>
                    <a:pt x="256" y="534"/>
                    <a:pt x="257" y="531"/>
                  </a:cubicBezTo>
                  <a:cubicBezTo>
                    <a:pt x="257" y="529"/>
                    <a:pt x="255" y="527"/>
                    <a:pt x="256" y="525"/>
                  </a:cubicBezTo>
                  <a:cubicBezTo>
                    <a:pt x="255" y="519"/>
                    <a:pt x="260" y="512"/>
                    <a:pt x="257" y="505"/>
                  </a:cubicBezTo>
                  <a:cubicBezTo>
                    <a:pt x="257" y="505"/>
                    <a:pt x="256" y="505"/>
                    <a:pt x="255" y="504"/>
                  </a:cubicBezTo>
                  <a:cubicBezTo>
                    <a:pt x="256" y="504"/>
                    <a:pt x="256" y="504"/>
                    <a:pt x="256" y="504"/>
                  </a:cubicBezTo>
                  <a:cubicBezTo>
                    <a:pt x="254" y="504"/>
                    <a:pt x="254" y="504"/>
                    <a:pt x="254" y="504"/>
                  </a:cubicBezTo>
                  <a:cubicBezTo>
                    <a:pt x="254" y="503"/>
                    <a:pt x="256" y="504"/>
                    <a:pt x="256" y="504"/>
                  </a:cubicBezTo>
                  <a:cubicBezTo>
                    <a:pt x="256" y="501"/>
                    <a:pt x="256" y="499"/>
                    <a:pt x="256" y="496"/>
                  </a:cubicBezTo>
                  <a:cubicBezTo>
                    <a:pt x="254" y="496"/>
                    <a:pt x="256" y="494"/>
                    <a:pt x="254" y="494"/>
                  </a:cubicBezTo>
                  <a:cubicBezTo>
                    <a:pt x="255" y="494"/>
                    <a:pt x="255" y="494"/>
                    <a:pt x="255" y="494"/>
                  </a:cubicBezTo>
                  <a:cubicBezTo>
                    <a:pt x="254" y="492"/>
                    <a:pt x="254" y="492"/>
                    <a:pt x="257" y="491"/>
                  </a:cubicBezTo>
                  <a:cubicBezTo>
                    <a:pt x="259" y="481"/>
                    <a:pt x="257" y="475"/>
                    <a:pt x="256" y="465"/>
                  </a:cubicBezTo>
                  <a:cubicBezTo>
                    <a:pt x="254" y="457"/>
                    <a:pt x="250" y="447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1" y="439"/>
                    <a:pt x="241" y="439"/>
                    <a:pt x="240" y="438"/>
                  </a:cubicBezTo>
                  <a:cubicBezTo>
                    <a:pt x="237" y="440"/>
                    <a:pt x="236" y="437"/>
                    <a:pt x="233" y="438"/>
                  </a:cubicBezTo>
                  <a:cubicBezTo>
                    <a:pt x="234" y="437"/>
                    <a:pt x="234" y="437"/>
                    <a:pt x="234" y="437"/>
                  </a:cubicBezTo>
                  <a:cubicBezTo>
                    <a:pt x="232" y="438"/>
                    <a:pt x="232" y="436"/>
                    <a:pt x="232" y="434"/>
                  </a:cubicBezTo>
                  <a:cubicBezTo>
                    <a:pt x="231" y="435"/>
                    <a:pt x="231" y="434"/>
                    <a:pt x="230" y="436"/>
                  </a:cubicBezTo>
                  <a:cubicBezTo>
                    <a:pt x="228" y="437"/>
                    <a:pt x="230" y="433"/>
                    <a:pt x="229" y="433"/>
                  </a:cubicBezTo>
                  <a:cubicBezTo>
                    <a:pt x="229" y="432"/>
                    <a:pt x="228" y="434"/>
                    <a:pt x="228" y="433"/>
                  </a:cubicBezTo>
                  <a:cubicBezTo>
                    <a:pt x="225" y="435"/>
                    <a:pt x="229" y="433"/>
                    <a:pt x="227" y="429"/>
                  </a:cubicBezTo>
                  <a:cubicBezTo>
                    <a:pt x="223" y="428"/>
                    <a:pt x="219" y="429"/>
                    <a:pt x="215" y="428"/>
                  </a:cubicBezTo>
                  <a:cubicBezTo>
                    <a:pt x="214" y="427"/>
                    <a:pt x="214" y="425"/>
                    <a:pt x="214" y="424"/>
                  </a:cubicBezTo>
                  <a:cubicBezTo>
                    <a:pt x="212" y="424"/>
                    <a:pt x="214" y="423"/>
                    <a:pt x="212" y="424"/>
                  </a:cubicBezTo>
                  <a:cubicBezTo>
                    <a:pt x="213" y="424"/>
                    <a:pt x="213" y="424"/>
                    <a:pt x="213" y="424"/>
                  </a:cubicBezTo>
                  <a:cubicBezTo>
                    <a:pt x="212" y="423"/>
                    <a:pt x="211" y="423"/>
                    <a:pt x="214" y="421"/>
                  </a:cubicBezTo>
                  <a:cubicBezTo>
                    <a:pt x="216" y="417"/>
                    <a:pt x="214" y="413"/>
                    <a:pt x="214" y="409"/>
                  </a:cubicBezTo>
                  <a:cubicBezTo>
                    <a:pt x="213" y="405"/>
                    <a:pt x="211" y="401"/>
                    <a:pt x="210" y="397"/>
                  </a:cubicBezTo>
                  <a:cubicBezTo>
                    <a:pt x="206" y="397"/>
                    <a:pt x="207" y="396"/>
                    <a:pt x="204" y="395"/>
                  </a:cubicBezTo>
                  <a:cubicBezTo>
                    <a:pt x="206" y="395"/>
                    <a:pt x="206" y="395"/>
                    <a:pt x="206" y="395"/>
                  </a:cubicBezTo>
                  <a:cubicBezTo>
                    <a:pt x="204" y="395"/>
                    <a:pt x="206" y="394"/>
                    <a:pt x="207" y="394"/>
                  </a:cubicBezTo>
                  <a:cubicBezTo>
                    <a:pt x="206" y="394"/>
                    <a:pt x="207" y="393"/>
                    <a:pt x="205" y="394"/>
                  </a:cubicBezTo>
                  <a:cubicBezTo>
                    <a:pt x="203" y="393"/>
                    <a:pt x="207" y="393"/>
                    <a:pt x="206" y="393"/>
                  </a:cubicBezTo>
                  <a:cubicBezTo>
                    <a:pt x="207" y="392"/>
                    <a:pt x="205" y="393"/>
                    <a:pt x="206" y="393"/>
                  </a:cubicBezTo>
                  <a:cubicBezTo>
                    <a:pt x="203" y="392"/>
                    <a:pt x="207" y="393"/>
                    <a:pt x="209" y="391"/>
                  </a:cubicBezTo>
                  <a:cubicBezTo>
                    <a:pt x="208" y="390"/>
                    <a:pt x="206" y="388"/>
                    <a:pt x="207" y="387"/>
                  </a:cubicBezTo>
                  <a:cubicBezTo>
                    <a:pt x="207" y="387"/>
                    <a:pt x="206" y="387"/>
                    <a:pt x="206" y="387"/>
                  </a:cubicBezTo>
                  <a:cubicBezTo>
                    <a:pt x="209" y="386"/>
                    <a:pt x="205" y="386"/>
                    <a:pt x="206" y="386"/>
                  </a:cubicBezTo>
                  <a:cubicBezTo>
                    <a:pt x="207" y="386"/>
                    <a:pt x="207" y="386"/>
                    <a:pt x="207" y="386"/>
                  </a:cubicBezTo>
                  <a:cubicBezTo>
                    <a:pt x="209" y="385"/>
                    <a:pt x="207" y="385"/>
                    <a:pt x="208" y="384"/>
                  </a:cubicBezTo>
                  <a:cubicBezTo>
                    <a:pt x="207" y="383"/>
                    <a:pt x="210" y="382"/>
                    <a:pt x="208" y="382"/>
                  </a:cubicBezTo>
                  <a:cubicBezTo>
                    <a:pt x="209" y="382"/>
                    <a:pt x="209" y="382"/>
                    <a:pt x="210" y="382"/>
                  </a:cubicBezTo>
                  <a:cubicBezTo>
                    <a:pt x="206" y="381"/>
                    <a:pt x="211" y="380"/>
                    <a:pt x="209" y="379"/>
                  </a:cubicBezTo>
                  <a:cubicBezTo>
                    <a:pt x="209" y="380"/>
                    <a:pt x="209" y="380"/>
                    <a:pt x="209" y="380"/>
                  </a:cubicBezTo>
                  <a:cubicBezTo>
                    <a:pt x="209" y="378"/>
                    <a:pt x="210" y="376"/>
                    <a:pt x="208" y="374"/>
                  </a:cubicBezTo>
                  <a:cubicBezTo>
                    <a:pt x="208" y="372"/>
                    <a:pt x="212" y="371"/>
                    <a:pt x="210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9" y="369"/>
                    <a:pt x="210" y="370"/>
                    <a:pt x="210" y="370"/>
                  </a:cubicBezTo>
                  <a:cubicBezTo>
                    <a:pt x="209" y="369"/>
                    <a:pt x="211" y="368"/>
                    <a:pt x="211" y="367"/>
                  </a:cubicBezTo>
                  <a:cubicBezTo>
                    <a:pt x="210" y="367"/>
                    <a:pt x="210" y="367"/>
                    <a:pt x="209" y="367"/>
                  </a:cubicBezTo>
                  <a:cubicBezTo>
                    <a:pt x="212" y="366"/>
                    <a:pt x="208" y="365"/>
                    <a:pt x="210" y="364"/>
                  </a:cubicBezTo>
                  <a:cubicBezTo>
                    <a:pt x="207" y="364"/>
                    <a:pt x="209" y="363"/>
                    <a:pt x="208" y="363"/>
                  </a:cubicBezTo>
                  <a:cubicBezTo>
                    <a:pt x="208" y="363"/>
                    <a:pt x="209" y="363"/>
                    <a:pt x="209" y="363"/>
                  </a:cubicBezTo>
                  <a:cubicBezTo>
                    <a:pt x="209" y="362"/>
                    <a:pt x="209" y="362"/>
                    <a:pt x="210" y="361"/>
                  </a:cubicBezTo>
                  <a:cubicBezTo>
                    <a:pt x="210" y="361"/>
                    <a:pt x="208" y="360"/>
                    <a:pt x="209" y="360"/>
                  </a:cubicBezTo>
                  <a:cubicBezTo>
                    <a:pt x="211" y="360"/>
                    <a:pt x="209" y="359"/>
                    <a:pt x="210" y="359"/>
                  </a:cubicBezTo>
                  <a:cubicBezTo>
                    <a:pt x="208" y="359"/>
                    <a:pt x="206" y="358"/>
                    <a:pt x="207" y="358"/>
                  </a:cubicBezTo>
                  <a:cubicBezTo>
                    <a:pt x="210" y="358"/>
                    <a:pt x="210" y="358"/>
                    <a:pt x="210" y="358"/>
                  </a:cubicBezTo>
                  <a:cubicBezTo>
                    <a:pt x="208" y="357"/>
                    <a:pt x="212" y="355"/>
                    <a:pt x="208" y="353"/>
                  </a:cubicBezTo>
                  <a:cubicBezTo>
                    <a:pt x="210" y="353"/>
                    <a:pt x="210" y="353"/>
                    <a:pt x="210" y="353"/>
                  </a:cubicBezTo>
                  <a:cubicBezTo>
                    <a:pt x="208" y="351"/>
                    <a:pt x="210" y="349"/>
                    <a:pt x="207" y="347"/>
                  </a:cubicBezTo>
                  <a:cubicBezTo>
                    <a:pt x="208" y="347"/>
                    <a:pt x="209" y="346"/>
                    <a:pt x="209" y="346"/>
                  </a:cubicBezTo>
                  <a:cubicBezTo>
                    <a:pt x="207" y="345"/>
                    <a:pt x="207" y="345"/>
                    <a:pt x="205" y="344"/>
                  </a:cubicBezTo>
                  <a:cubicBezTo>
                    <a:pt x="205" y="344"/>
                    <a:pt x="206" y="344"/>
                    <a:pt x="207" y="344"/>
                  </a:cubicBezTo>
                  <a:cubicBezTo>
                    <a:pt x="207" y="343"/>
                    <a:pt x="210" y="342"/>
                    <a:pt x="207" y="342"/>
                  </a:cubicBezTo>
                  <a:cubicBezTo>
                    <a:pt x="209" y="342"/>
                    <a:pt x="209" y="342"/>
                    <a:pt x="209" y="342"/>
                  </a:cubicBezTo>
                  <a:cubicBezTo>
                    <a:pt x="207" y="341"/>
                    <a:pt x="205" y="340"/>
                    <a:pt x="207" y="339"/>
                  </a:cubicBezTo>
                  <a:cubicBezTo>
                    <a:pt x="206" y="339"/>
                    <a:pt x="205" y="339"/>
                    <a:pt x="204" y="339"/>
                  </a:cubicBezTo>
                  <a:cubicBezTo>
                    <a:pt x="203" y="339"/>
                    <a:pt x="206" y="339"/>
                    <a:pt x="205" y="338"/>
                  </a:cubicBezTo>
                  <a:cubicBezTo>
                    <a:pt x="207" y="339"/>
                    <a:pt x="207" y="339"/>
                    <a:pt x="207" y="339"/>
                  </a:cubicBezTo>
                  <a:cubicBezTo>
                    <a:pt x="207" y="337"/>
                    <a:pt x="206" y="336"/>
                    <a:pt x="205" y="334"/>
                  </a:cubicBezTo>
                  <a:cubicBezTo>
                    <a:pt x="207" y="334"/>
                    <a:pt x="204" y="333"/>
                    <a:pt x="206" y="332"/>
                  </a:cubicBezTo>
                  <a:cubicBezTo>
                    <a:pt x="204" y="331"/>
                    <a:pt x="206" y="330"/>
                    <a:pt x="203" y="330"/>
                  </a:cubicBezTo>
                  <a:cubicBezTo>
                    <a:pt x="204" y="330"/>
                    <a:pt x="204" y="330"/>
                    <a:pt x="204" y="330"/>
                  </a:cubicBezTo>
                  <a:cubicBezTo>
                    <a:pt x="205" y="329"/>
                    <a:pt x="205" y="329"/>
                    <a:pt x="205" y="328"/>
                  </a:cubicBezTo>
                  <a:cubicBezTo>
                    <a:pt x="205" y="327"/>
                    <a:pt x="203" y="327"/>
                    <a:pt x="203" y="327"/>
                  </a:cubicBezTo>
                  <a:cubicBezTo>
                    <a:pt x="204" y="327"/>
                    <a:pt x="204" y="327"/>
                    <a:pt x="204" y="327"/>
                  </a:cubicBezTo>
                  <a:cubicBezTo>
                    <a:pt x="203" y="326"/>
                    <a:pt x="201" y="327"/>
                    <a:pt x="200" y="327"/>
                  </a:cubicBezTo>
                  <a:cubicBezTo>
                    <a:pt x="200" y="326"/>
                    <a:pt x="199" y="326"/>
                    <a:pt x="200" y="326"/>
                  </a:cubicBezTo>
                  <a:cubicBezTo>
                    <a:pt x="201" y="326"/>
                    <a:pt x="203" y="326"/>
                    <a:pt x="205" y="326"/>
                  </a:cubicBezTo>
                  <a:cubicBezTo>
                    <a:pt x="205" y="325"/>
                    <a:pt x="202" y="325"/>
                    <a:pt x="203" y="325"/>
                  </a:cubicBezTo>
                  <a:cubicBezTo>
                    <a:pt x="206" y="325"/>
                    <a:pt x="208" y="326"/>
                    <a:pt x="209" y="326"/>
                  </a:cubicBezTo>
                  <a:cubicBezTo>
                    <a:pt x="214" y="327"/>
                    <a:pt x="220" y="328"/>
                    <a:pt x="231" y="322"/>
                  </a:cubicBezTo>
                  <a:cubicBezTo>
                    <a:pt x="231" y="319"/>
                    <a:pt x="234" y="318"/>
                    <a:pt x="233" y="315"/>
                  </a:cubicBezTo>
                  <a:cubicBezTo>
                    <a:pt x="233" y="316"/>
                    <a:pt x="233" y="316"/>
                    <a:pt x="233" y="316"/>
                  </a:cubicBezTo>
                  <a:cubicBezTo>
                    <a:pt x="233" y="314"/>
                    <a:pt x="234" y="314"/>
                    <a:pt x="236" y="313"/>
                  </a:cubicBezTo>
                  <a:cubicBezTo>
                    <a:pt x="235" y="313"/>
                    <a:pt x="236" y="312"/>
                    <a:pt x="234" y="312"/>
                  </a:cubicBezTo>
                  <a:cubicBezTo>
                    <a:pt x="233" y="311"/>
                    <a:pt x="238" y="312"/>
                    <a:pt x="237" y="310"/>
                  </a:cubicBezTo>
                  <a:cubicBezTo>
                    <a:pt x="238" y="311"/>
                    <a:pt x="236" y="310"/>
                    <a:pt x="236" y="310"/>
                  </a:cubicBezTo>
                  <a:cubicBezTo>
                    <a:pt x="235" y="308"/>
                    <a:pt x="238" y="311"/>
                    <a:pt x="240" y="308"/>
                  </a:cubicBezTo>
                  <a:cubicBezTo>
                    <a:pt x="239" y="305"/>
                    <a:pt x="237" y="302"/>
                    <a:pt x="238" y="299"/>
                  </a:cubicBezTo>
                  <a:cubicBezTo>
                    <a:pt x="238" y="299"/>
                    <a:pt x="236" y="300"/>
                    <a:pt x="236" y="299"/>
                  </a:cubicBezTo>
                  <a:cubicBezTo>
                    <a:pt x="239" y="298"/>
                    <a:pt x="235" y="299"/>
                    <a:pt x="236" y="298"/>
                  </a:cubicBezTo>
                  <a:cubicBezTo>
                    <a:pt x="237" y="298"/>
                    <a:pt x="237" y="298"/>
                    <a:pt x="237" y="298"/>
                  </a:cubicBezTo>
                  <a:cubicBezTo>
                    <a:pt x="238" y="296"/>
                    <a:pt x="236" y="296"/>
                    <a:pt x="236" y="294"/>
                  </a:cubicBezTo>
                  <a:cubicBezTo>
                    <a:pt x="235" y="293"/>
                    <a:pt x="236" y="291"/>
                    <a:pt x="234" y="291"/>
                  </a:cubicBezTo>
                  <a:cubicBezTo>
                    <a:pt x="236" y="290"/>
                    <a:pt x="235" y="290"/>
                    <a:pt x="235" y="289"/>
                  </a:cubicBezTo>
                  <a:cubicBezTo>
                    <a:pt x="232" y="291"/>
                    <a:pt x="235" y="286"/>
                    <a:pt x="232" y="287"/>
                  </a:cubicBezTo>
                  <a:cubicBezTo>
                    <a:pt x="233" y="286"/>
                    <a:pt x="233" y="286"/>
                    <a:pt x="233" y="286"/>
                  </a:cubicBezTo>
                  <a:cubicBezTo>
                    <a:pt x="230" y="284"/>
                    <a:pt x="227" y="281"/>
                    <a:pt x="223" y="281"/>
                  </a:cubicBezTo>
                  <a:cubicBezTo>
                    <a:pt x="221" y="281"/>
                    <a:pt x="220" y="277"/>
                    <a:pt x="218" y="278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8" y="279"/>
                    <a:pt x="218" y="278"/>
                  </a:cubicBezTo>
                  <a:cubicBezTo>
                    <a:pt x="216" y="280"/>
                    <a:pt x="216" y="277"/>
                    <a:pt x="214" y="277"/>
                  </a:cubicBezTo>
                  <a:cubicBezTo>
                    <a:pt x="214" y="278"/>
                    <a:pt x="214" y="278"/>
                    <a:pt x="214" y="279"/>
                  </a:cubicBezTo>
                  <a:cubicBezTo>
                    <a:pt x="213" y="276"/>
                    <a:pt x="211" y="280"/>
                    <a:pt x="210" y="277"/>
                  </a:cubicBezTo>
                  <a:cubicBezTo>
                    <a:pt x="210" y="281"/>
                    <a:pt x="209" y="279"/>
                    <a:pt x="209" y="280"/>
                  </a:cubicBezTo>
                  <a:cubicBezTo>
                    <a:pt x="208" y="280"/>
                    <a:pt x="208" y="279"/>
                    <a:pt x="208" y="278"/>
                  </a:cubicBezTo>
                  <a:cubicBezTo>
                    <a:pt x="208" y="279"/>
                    <a:pt x="207" y="279"/>
                    <a:pt x="206" y="278"/>
                  </a:cubicBezTo>
                  <a:cubicBezTo>
                    <a:pt x="206" y="278"/>
                    <a:pt x="206" y="280"/>
                    <a:pt x="205" y="280"/>
                  </a:cubicBezTo>
                  <a:cubicBezTo>
                    <a:pt x="205" y="277"/>
                    <a:pt x="204" y="280"/>
                    <a:pt x="203" y="279"/>
                  </a:cubicBezTo>
                  <a:cubicBezTo>
                    <a:pt x="204" y="281"/>
                    <a:pt x="203" y="283"/>
                    <a:pt x="202" y="282"/>
                  </a:cubicBezTo>
                  <a:cubicBezTo>
                    <a:pt x="202" y="279"/>
                    <a:pt x="202" y="279"/>
                    <a:pt x="202" y="279"/>
                  </a:cubicBezTo>
                  <a:cubicBezTo>
                    <a:pt x="201" y="281"/>
                    <a:pt x="198" y="278"/>
                    <a:pt x="197" y="282"/>
                  </a:cubicBezTo>
                  <a:cubicBezTo>
                    <a:pt x="196" y="280"/>
                    <a:pt x="196" y="280"/>
                    <a:pt x="196" y="280"/>
                  </a:cubicBezTo>
                  <a:cubicBezTo>
                    <a:pt x="195" y="283"/>
                    <a:pt x="192" y="281"/>
                    <a:pt x="191" y="285"/>
                  </a:cubicBezTo>
                  <a:cubicBezTo>
                    <a:pt x="191" y="284"/>
                    <a:pt x="190" y="284"/>
                    <a:pt x="189" y="284"/>
                  </a:cubicBezTo>
                  <a:cubicBezTo>
                    <a:pt x="189" y="286"/>
                    <a:pt x="189" y="285"/>
                    <a:pt x="189" y="288"/>
                  </a:cubicBezTo>
                  <a:cubicBezTo>
                    <a:pt x="189" y="288"/>
                    <a:pt x="188" y="287"/>
                    <a:pt x="188" y="286"/>
                  </a:cubicBezTo>
                  <a:cubicBezTo>
                    <a:pt x="187" y="286"/>
                    <a:pt x="185" y="284"/>
                    <a:pt x="186" y="287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7"/>
                    <a:pt x="185" y="289"/>
                    <a:pt x="183" y="288"/>
                  </a:cubicBezTo>
                  <a:cubicBezTo>
                    <a:pt x="184" y="289"/>
                    <a:pt x="183" y="290"/>
                    <a:pt x="184" y="291"/>
                  </a:cubicBezTo>
                  <a:cubicBezTo>
                    <a:pt x="184" y="292"/>
                    <a:pt x="183" y="289"/>
                    <a:pt x="183" y="291"/>
                  </a:cubicBezTo>
                  <a:cubicBezTo>
                    <a:pt x="183" y="289"/>
                    <a:pt x="183" y="289"/>
                    <a:pt x="183" y="289"/>
                  </a:cubicBezTo>
                  <a:cubicBezTo>
                    <a:pt x="181" y="289"/>
                    <a:pt x="180" y="291"/>
                    <a:pt x="179" y="293"/>
                  </a:cubicBezTo>
                  <a:cubicBezTo>
                    <a:pt x="178" y="291"/>
                    <a:pt x="178" y="294"/>
                    <a:pt x="176" y="293"/>
                  </a:cubicBezTo>
                  <a:cubicBezTo>
                    <a:pt x="177" y="295"/>
                    <a:pt x="175" y="294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4" y="297"/>
                    <a:pt x="172" y="297"/>
                  </a:cubicBezTo>
                  <a:cubicBezTo>
                    <a:pt x="172" y="298"/>
                    <a:pt x="173" y="299"/>
                    <a:pt x="174" y="300"/>
                  </a:cubicBezTo>
                  <a:cubicBezTo>
                    <a:pt x="172" y="299"/>
                    <a:pt x="172" y="299"/>
                    <a:pt x="172" y="299"/>
                  </a:cubicBezTo>
                  <a:cubicBezTo>
                    <a:pt x="173" y="300"/>
                    <a:pt x="175" y="301"/>
                    <a:pt x="176" y="302"/>
                  </a:cubicBezTo>
                  <a:cubicBezTo>
                    <a:pt x="175" y="302"/>
                    <a:pt x="176" y="302"/>
                    <a:pt x="175" y="302"/>
                  </a:cubicBezTo>
                  <a:cubicBezTo>
                    <a:pt x="175" y="302"/>
                    <a:pt x="173" y="301"/>
                    <a:pt x="172" y="300"/>
                  </a:cubicBezTo>
                  <a:cubicBezTo>
                    <a:pt x="171" y="301"/>
                    <a:pt x="174" y="303"/>
                    <a:pt x="172" y="303"/>
                  </a:cubicBezTo>
                  <a:cubicBezTo>
                    <a:pt x="172" y="304"/>
                    <a:pt x="172" y="305"/>
                    <a:pt x="174" y="305"/>
                  </a:cubicBezTo>
                  <a:cubicBezTo>
                    <a:pt x="173" y="305"/>
                    <a:pt x="173" y="305"/>
                    <a:pt x="172" y="305"/>
                  </a:cubicBezTo>
                  <a:cubicBezTo>
                    <a:pt x="172" y="306"/>
                    <a:pt x="173" y="306"/>
                    <a:pt x="173" y="306"/>
                  </a:cubicBezTo>
                  <a:cubicBezTo>
                    <a:pt x="173" y="306"/>
                    <a:pt x="174" y="306"/>
                    <a:pt x="174" y="306"/>
                  </a:cubicBezTo>
                  <a:cubicBezTo>
                    <a:pt x="175" y="305"/>
                    <a:pt x="175" y="306"/>
                    <a:pt x="176" y="305"/>
                  </a:cubicBezTo>
                  <a:cubicBezTo>
                    <a:pt x="177" y="305"/>
                    <a:pt x="178" y="306"/>
                    <a:pt x="179" y="306"/>
                  </a:cubicBezTo>
                  <a:cubicBezTo>
                    <a:pt x="178" y="306"/>
                    <a:pt x="177" y="305"/>
                    <a:pt x="177" y="304"/>
                  </a:cubicBezTo>
                  <a:cubicBezTo>
                    <a:pt x="178" y="304"/>
                    <a:pt x="177" y="304"/>
                    <a:pt x="176" y="304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6" y="304"/>
                    <a:pt x="175" y="304"/>
                    <a:pt x="174" y="303"/>
                  </a:cubicBezTo>
                  <a:cubicBezTo>
                    <a:pt x="175" y="304"/>
                    <a:pt x="175" y="304"/>
                    <a:pt x="175" y="304"/>
                  </a:cubicBezTo>
                  <a:cubicBezTo>
                    <a:pt x="174" y="303"/>
                    <a:pt x="174" y="303"/>
                    <a:pt x="174" y="303"/>
                  </a:cubicBezTo>
                  <a:cubicBezTo>
                    <a:pt x="175" y="303"/>
                    <a:pt x="176" y="303"/>
                    <a:pt x="176" y="303"/>
                  </a:cubicBezTo>
                  <a:cubicBezTo>
                    <a:pt x="176" y="303"/>
                    <a:pt x="175" y="303"/>
                    <a:pt x="177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8" y="303"/>
                    <a:pt x="178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9" y="302"/>
                    <a:pt x="179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80" y="303"/>
                    <a:pt x="181" y="304"/>
                    <a:pt x="181" y="304"/>
                  </a:cubicBezTo>
                  <a:cubicBezTo>
                    <a:pt x="181" y="304"/>
                    <a:pt x="180" y="302"/>
                    <a:pt x="182" y="303"/>
                  </a:cubicBezTo>
                  <a:cubicBezTo>
                    <a:pt x="182" y="303"/>
                    <a:pt x="182" y="302"/>
                    <a:pt x="181" y="301"/>
                  </a:cubicBezTo>
                  <a:cubicBezTo>
                    <a:pt x="181" y="300"/>
                    <a:pt x="183" y="303"/>
                    <a:pt x="182" y="302"/>
                  </a:cubicBezTo>
                  <a:cubicBezTo>
                    <a:pt x="183" y="303"/>
                    <a:pt x="185" y="304"/>
                    <a:pt x="186" y="305"/>
                  </a:cubicBezTo>
                  <a:cubicBezTo>
                    <a:pt x="186" y="305"/>
                    <a:pt x="187" y="306"/>
                    <a:pt x="186" y="306"/>
                  </a:cubicBezTo>
                  <a:cubicBezTo>
                    <a:pt x="187" y="306"/>
                    <a:pt x="187" y="307"/>
                    <a:pt x="187" y="307"/>
                  </a:cubicBezTo>
                  <a:cubicBezTo>
                    <a:pt x="187" y="306"/>
                    <a:pt x="185" y="305"/>
                    <a:pt x="185" y="304"/>
                  </a:cubicBezTo>
                  <a:cubicBezTo>
                    <a:pt x="183" y="303"/>
                    <a:pt x="185" y="304"/>
                    <a:pt x="183" y="302"/>
                  </a:cubicBezTo>
                  <a:cubicBezTo>
                    <a:pt x="184" y="302"/>
                    <a:pt x="184" y="302"/>
                    <a:pt x="184" y="301"/>
                  </a:cubicBezTo>
                  <a:cubicBezTo>
                    <a:pt x="184" y="301"/>
                    <a:pt x="185" y="303"/>
                    <a:pt x="186" y="303"/>
                  </a:cubicBezTo>
                  <a:cubicBezTo>
                    <a:pt x="185" y="302"/>
                    <a:pt x="185" y="301"/>
                    <a:pt x="185" y="301"/>
                  </a:cubicBezTo>
                  <a:cubicBezTo>
                    <a:pt x="185" y="300"/>
                    <a:pt x="184" y="300"/>
                    <a:pt x="184" y="298"/>
                  </a:cubicBezTo>
                  <a:cubicBezTo>
                    <a:pt x="183" y="298"/>
                    <a:pt x="183" y="297"/>
                    <a:pt x="183" y="297"/>
                  </a:cubicBezTo>
                  <a:cubicBezTo>
                    <a:pt x="184" y="299"/>
                    <a:pt x="186" y="301"/>
                    <a:pt x="186" y="301"/>
                  </a:cubicBezTo>
                  <a:cubicBezTo>
                    <a:pt x="188" y="304"/>
                    <a:pt x="185" y="301"/>
                    <a:pt x="187" y="303"/>
                  </a:cubicBezTo>
                  <a:cubicBezTo>
                    <a:pt x="188" y="305"/>
                    <a:pt x="187" y="306"/>
                    <a:pt x="187" y="305"/>
                  </a:cubicBezTo>
                  <a:cubicBezTo>
                    <a:pt x="188" y="307"/>
                    <a:pt x="187" y="305"/>
                    <a:pt x="188" y="307"/>
                  </a:cubicBezTo>
                  <a:cubicBezTo>
                    <a:pt x="188" y="307"/>
                    <a:pt x="188" y="305"/>
                    <a:pt x="188" y="305"/>
                  </a:cubicBezTo>
                  <a:cubicBezTo>
                    <a:pt x="187" y="304"/>
                    <a:pt x="187" y="304"/>
                    <a:pt x="187" y="303"/>
                  </a:cubicBezTo>
                  <a:cubicBezTo>
                    <a:pt x="186" y="300"/>
                    <a:pt x="188" y="304"/>
                    <a:pt x="188" y="304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6"/>
                    <a:pt x="188" y="304"/>
                    <a:pt x="189" y="304"/>
                  </a:cubicBezTo>
                  <a:cubicBezTo>
                    <a:pt x="190" y="307"/>
                    <a:pt x="189" y="305"/>
                    <a:pt x="189" y="306"/>
                  </a:cubicBezTo>
                  <a:cubicBezTo>
                    <a:pt x="190" y="308"/>
                    <a:pt x="190" y="308"/>
                    <a:pt x="190" y="308"/>
                  </a:cubicBezTo>
                  <a:cubicBezTo>
                    <a:pt x="190" y="308"/>
                    <a:pt x="189" y="309"/>
                    <a:pt x="188" y="310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7" y="311"/>
                    <a:pt x="186" y="306"/>
                    <a:pt x="186" y="311"/>
                  </a:cubicBezTo>
                  <a:cubicBezTo>
                    <a:pt x="186" y="312"/>
                    <a:pt x="186" y="312"/>
                    <a:pt x="186" y="312"/>
                  </a:cubicBezTo>
                  <a:cubicBezTo>
                    <a:pt x="185" y="310"/>
                    <a:pt x="185" y="310"/>
                    <a:pt x="185" y="310"/>
                  </a:cubicBezTo>
                  <a:cubicBezTo>
                    <a:pt x="185" y="311"/>
                    <a:pt x="184" y="310"/>
                    <a:pt x="184" y="312"/>
                  </a:cubicBezTo>
                  <a:cubicBezTo>
                    <a:pt x="184" y="310"/>
                    <a:pt x="184" y="310"/>
                    <a:pt x="184" y="310"/>
                  </a:cubicBezTo>
                  <a:cubicBezTo>
                    <a:pt x="184" y="310"/>
                    <a:pt x="184" y="313"/>
                    <a:pt x="183" y="312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2" y="311"/>
                    <a:pt x="182" y="312"/>
                    <a:pt x="181" y="312"/>
                  </a:cubicBezTo>
                  <a:cubicBezTo>
                    <a:pt x="182" y="311"/>
                    <a:pt x="182" y="311"/>
                    <a:pt x="183" y="310"/>
                  </a:cubicBezTo>
                  <a:cubicBezTo>
                    <a:pt x="181" y="308"/>
                    <a:pt x="177" y="307"/>
                    <a:pt x="178" y="311"/>
                  </a:cubicBezTo>
                  <a:cubicBezTo>
                    <a:pt x="178" y="312"/>
                    <a:pt x="176" y="309"/>
                    <a:pt x="176" y="309"/>
                  </a:cubicBezTo>
                  <a:cubicBezTo>
                    <a:pt x="177" y="312"/>
                    <a:pt x="172" y="313"/>
                    <a:pt x="178" y="313"/>
                  </a:cubicBezTo>
                  <a:cubicBezTo>
                    <a:pt x="178" y="313"/>
                    <a:pt x="179" y="313"/>
                    <a:pt x="179" y="313"/>
                  </a:cubicBezTo>
                  <a:cubicBezTo>
                    <a:pt x="179" y="314"/>
                    <a:pt x="180" y="316"/>
                    <a:pt x="183" y="321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5" y="320"/>
                    <a:pt x="189" y="325"/>
                    <a:pt x="192" y="323"/>
                  </a:cubicBezTo>
                  <a:cubicBezTo>
                    <a:pt x="192" y="322"/>
                    <a:pt x="192" y="321"/>
                    <a:pt x="192" y="321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3" y="320"/>
                    <a:pt x="193" y="322"/>
                    <a:pt x="192" y="322"/>
                  </a:cubicBezTo>
                  <a:cubicBezTo>
                    <a:pt x="194" y="322"/>
                    <a:pt x="195" y="322"/>
                    <a:pt x="196" y="322"/>
                  </a:cubicBezTo>
                  <a:cubicBezTo>
                    <a:pt x="197" y="320"/>
                    <a:pt x="197" y="322"/>
                    <a:pt x="197" y="320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8" y="320"/>
                    <a:pt x="198" y="320"/>
                    <a:pt x="199" y="322"/>
                  </a:cubicBezTo>
                  <a:cubicBezTo>
                    <a:pt x="199" y="323"/>
                    <a:pt x="199" y="323"/>
                    <a:pt x="199" y="323"/>
                  </a:cubicBezTo>
                  <a:cubicBezTo>
                    <a:pt x="198" y="323"/>
                    <a:pt x="198" y="323"/>
                    <a:pt x="197" y="323"/>
                  </a:cubicBezTo>
                  <a:cubicBezTo>
                    <a:pt x="198" y="323"/>
                    <a:pt x="198" y="323"/>
                    <a:pt x="198" y="323"/>
                  </a:cubicBezTo>
                  <a:cubicBezTo>
                    <a:pt x="197" y="324"/>
                    <a:pt x="197" y="324"/>
                    <a:pt x="197" y="324"/>
                  </a:cubicBezTo>
                  <a:cubicBezTo>
                    <a:pt x="197" y="324"/>
                    <a:pt x="196" y="325"/>
                    <a:pt x="197" y="325"/>
                  </a:cubicBezTo>
                  <a:cubicBezTo>
                    <a:pt x="199" y="325"/>
                    <a:pt x="199" y="325"/>
                    <a:pt x="199" y="325"/>
                  </a:cubicBezTo>
                  <a:cubicBezTo>
                    <a:pt x="199" y="325"/>
                    <a:pt x="201" y="325"/>
                    <a:pt x="199" y="326"/>
                  </a:cubicBezTo>
                  <a:cubicBezTo>
                    <a:pt x="197" y="326"/>
                    <a:pt x="197" y="326"/>
                    <a:pt x="197" y="326"/>
                  </a:cubicBezTo>
                  <a:cubicBezTo>
                    <a:pt x="197" y="326"/>
                    <a:pt x="198" y="326"/>
                    <a:pt x="198" y="326"/>
                  </a:cubicBezTo>
                  <a:cubicBezTo>
                    <a:pt x="195" y="326"/>
                    <a:pt x="195" y="326"/>
                    <a:pt x="195" y="326"/>
                  </a:cubicBezTo>
                  <a:cubicBezTo>
                    <a:pt x="199" y="326"/>
                    <a:pt x="196" y="327"/>
                    <a:pt x="197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5" y="328"/>
                    <a:pt x="198" y="327"/>
                    <a:pt x="198" y="327"/>
                  </a:cubicBezTo>
                  <a:cubicBezTo>
                    <a:pt x="198" y="328"/>
                    <a:pt x="195" y="328"/>
                    <a:pt x="194" y="328"/>
                  </a:cubicBezTo>
                  <a:cubicBezTo>
                    <a:pt x="194" y="329"/>
                    <a:pt x="196" y="329"/>
                    <a:pt x="194" y="330"/>
                  </a:cubicBezTo>
                  <a:cubicBezTo>
                    <a:pt x="195" y="330"/>
                    <a:pt x="196" y="331"/>
                    <a:pt x="197" y="331"/>
                  </a:cubicBezTo>
                  <a:cubicBezTo>
                    <a:pt x="197" y="332"/>
                    <a:pt x="194" y="331"/>
                    <a:pt x="195" y="332"/>
                  </a:cubicBezTo>
                  <a:cubicBezTo>
                    <a:pt x="195" y="332"/>
                    <a:pt x="194" y="332"/>
                    <a:pt x="193" y="332"/>
                  </a:cubicBezTo>
                  <a:cubicBezTo>
                    <a:pt x="194" y="332"/>
                    <a:pt x="193" y="333"/>
                    <a:pt x="195" y="332"/>
                  </a:cubicBezTo>
                  <a:cubicBezTo>
                    <a:pt x="194" y="333"/>
                    <a:pt x="194" y="334"/>
                    <a:pt x="195" y="334"/>
                  </a:cubicBezTo>
                  <a:cubicBezTo>
                    <a:pt x="195" y="334"/>
                    <a:pt x="193" y="334"/>
                    <a:pt x="192" y="334"/>
                  </a:cubicBezTo>
                  <a:cubicBezTo>
                    <a:pt x="194" y="334"/>
                    <a:pt x="195" y="335"/>
                    <a:pt x="194" y="335"/>
                  </a:cubicBezTo>
                  <a:cubicBezTo>
                    <a:pt x="196" y="335"/>
                    <a:pt x="196" y="335"/>
                    <a:pt x="198" y="335"/>
                  </a:cubicBezTo>
                  <a:cubicBezTo>
                    <a:pt x="198" y="335"/>
                    <a:pt x="199" y="335"/>
                    <a:pt x="199" y="335"/>
                  </a:cubicBezTo>
                  <a:cubicBezTo>
                    <a:pt x="197" y="336"/>
                    <a:pt x="194" y="336"/>
                    <a:pt x="194" y="336"/>
                  </a:cubicBezTo>
                  <a:cubicBezTo>
                    <a:pt x="191" y="336"/>
                    <a:pt x="194" y="335"/>
                    <a:pt x="192" y="336"/>
                  </a:cubicBezTo>
                  <a:cubicBezTo>
                    <a:pt x="189" y="335"/>
                    <a:pt x="189" y="335"/>
                    <a:pt x="191" y="334"/>
                  </a:cubicBezTo>
                  <a:cubicBezTo>
                    <a:pt x="188" y="334"/>
                    <a:pt x="190" y="335"/>
                    <a:pt x="188" y="335"/>
                  </a:cubicBezTo>
                  <a:cubicBezTo>
                    <a:pt x="188" y="335"/>
                    <a:pt x="189" y="335"/>
                    <a:pt x="190" y="336"/>
                  </a:cubicBezTo>
                  <a:cubicBezTo>
                    <a:pt x="191" y="336"/>
                    <a:pt x="191" y="336"/>
                    <a:pt x="192" y="336"/>
                  </a:cubicBezTo>
                  <a:cubicBezTo>
                    <a:pt x="195" y="336"/>
                    <a:pt x="190" y="336"/>
                    <a:pt x="190" y="337"/>
                  </a:cubicBezTo>
                  <a:cubicBezTo>
                    <a:pt x="190" y="336"/>
                    <a:pt x="190" y="336"/>
                    <a:pt x="190" y="336"/>
                  </a:cubicBezTo>
                  <a:cubicBezTo>
                    <a:pt x="189" y="337"/>
                    <a:pt x="191" y="337"/>
                    <a:pt x="190" y="337"/>
                  </a:cubicBezTo>
                  <a:cubicBezTo>
                    <a:pt x="187" y="337"/>
                    <a:pt x="190" y="337"/>
                    <a:pt x="188" y="336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5" y="337"/>
                    <a:pt x="188" y="337"/>
                    <a:pt x="188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7" y="338"/>
                    <a:pt x="187" y="338"/>
                    <a:pt x="187" y="338"/>
                  </a:cubicBezTo>
                  <a:cubicBezTo>
                    <a:pt x="188" y="338"/>
                    <a:pt x="190" y="338"/>
                    <a:pt x="190" y="337"/>
                  </a:cubicBezTo>
                  <a:cubicBezTo>
                    <a:pt x="193" y="337"/>
                    <a:pt x="190" y="338"/>
                    <a:pt x="191" y="338"/>
                  </a:cubicBezTo>
                  <a:cubicBezTo>
                    <a:pt x="193" y="338"/>
                    <a:pt x="191" y="338"/>
                    <a:pt x="193" y="338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9"/>
                    <a:pt x="193" y="339"/>
                    <a:pt x="191" y="339"/>
                  </a:cubicBezTo>
                  <a:cubicBezTo>
                    <a:pt x="191" y="339"/>
                    <a:pt x="191" y="338"/>
                    <a:pt x="192" y="338"/>
                  </a:cubicBezTo>
                  <a:cubicBezTo>
                    <a:pt x="190" y="338"/>
                    <a:pt x="188" y="339"/>
                    <a:pt x="187" y="338"/>
                  </a:cubicBezTo>
                  <a:cubicBezTo>
                    <a:pt x="186" y="339"/>
                    <a:pt x="188" y="339"/>
                    <a:pt x="189" y="339"/>
                  </a:cubicBezTo>
                  <a:cubicBezTo>
                    <a:pt x="189" y="339"/>
                    <a:pt x="190" y="339"/>
                    <a:pt x="191" y="339"/>
                  </a:cubicBezTo>
                  <a:cubicBezTo>
                    <a:pt x="196" y="340"/>
                    <a:pt x="187" y="339"/>
                    <a:pt x="188" y="340"/>
                  </a:cubicBezTo>
                  <a:cubicBezTo>
                    <a:pt x="191" y="340"/>
                    <a:pt x="193" y="341"/>
                    <a:pt x="196" y="340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5" y="341"/>
                    <a:pt x="195" y="341"/>
                    <a:pt x="193" y="341"/>
                  </a:cubicBezTo>
                  <a:cubicBezTo>
                    <a:pt x="193" y="341"/>
                    <a:pt x="193" y="341"/>
                    <a:pt x="193" y="34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189" y="341"/>
                    <a:pt x="188" y="341"/>
                    <a:pt x="187" y="341"/>
                  </a:cubicBezTo>
                  <a:cubicBezTo>
                    <a:pt x="188" y="342"/>
                    <a:pt x="189" y="341"/>
                    <a:pt x="189" y="342"/>
                  </a:cubicBezTo>
                  <a:cubicBezTo>
                    <a:pt x="188" y="342"/>
                    <a:pt x="187" y="342"/>
                    <a:pt x="187" y="342"/>
                  </a:cubicBezTo>
                  <a:cubicBezTo>
                    <a:pt x="188" y="342"/>
                    <a:pt x="190" y="342"/>
                    <a:pt x="191" y="342"/>
                  </a:cubicBezTo>
                  <a:cubicBezTo>
                    <a:pt x="191" y="343"/>
                    <a:pt x="189" y="343"/>
                    <a:pt x="188" y="343"/>
                  </a:cubicBezTo>
                  <a:cubicBezTo>
                    <a:pt x="187" y="342"/>
                    <a:pt x="187" y="342"/>
                    <a:pt x="187" y="342"/>
                  </a:cubicBezTo>
                  <a:cubicBezTo>
                    <a:pt x="188" y="343"/>
                    <a:pt x="186" y="342"/>
                    <a:pt x="186" y="343"/>
                  </a:cubicBezTo>
                  <a:cubicBezTo>
                    <a:pt x="188" y="343"/>
                    <a:pt x="189" y="343"/>
                    <a:pt x="191" y="343"/>
                  </a:cubicBezTo>
                  <a:cubicBezTo>
                    <a:pt x="191" y="343"/>
                    <a:pt x="190" y="344"/>
                    <a:pt x="190" y="344"/>
                  </a:cubicBezTo>
                  <a:cubicBezTo>
                    <a:pt x="189" y="343"/>
                    <a:pt x="189" y="343"/>
                    <a:pt x="189" y="343"/>
                  </a:cubicBezTo>
                  <a:cubicBezTo>
                    <a:pt x="189" y="344"/>
                    <a:pt x="186" y="343"/>
                    <a:pt x="186" y="344"/>
                  </a:cubicBezTo>
                  <a:cubicBezTo>
                    <a:pt x="188" y="344"/>
                    <a:pt x="188" y="344"/>
                    <a:pt x="188" y="344"/>
                  </a:cubicBezTo>
                  <a:cubicBezTo>
                    <a:pt x="186" y="344"/>
                    <a:pt x="186" y="344"/>
                    <a:pt x="186" y="344"/>
                  </a:cubicBezTo>
                  <a:cubicBezTo>
                    <a:pt x="188" y="344"/>
                    <a:pt x="187" y="344"/>
                    <a:pt x="188" y="344"/>
                  </a:cubicBezTo>
                  <a:cubicBezTo>
                    <a:pt x="187" y="344"/>
                    <a:pt x="187" y="344"/>
                    <a:pt x="187" y="344"/>
                  </a:cubicBezTo>
                  <a:cubicBezTo>
                    <a:pt x="187" y="345"/>
                    <a:pt x="190" y="345"/>
                    <a:pt x="188" y="345"/>
                  </a:cubicBezTo>
                  <a:cubicBezTo>
                    <a:pt x="190" y="345"/>
                    <a:pt x="188" y="345"/>
                    <a:pt x="189" y="345"/>
                  </a:cubicBezTo>
                  <a:cubicBezTo>
                    <a:pt x="191" y="344"/>
                    <a:pt x="191" y="345"/>
                    <a:pt x="191" y="345"/>
                  </a:cubicBezTo>
                  <a:cubicBezTo>
                    <a:pt x="188" y="345"/>
                    <a:pt x="191" y="346"/>
                    <a:pt x="191" y="346"/>
                  </a:cubicBezTo>
                  <a:cubicBezTo>
                    <a:pt x="190" y="346"/>
                    <a:pt x="189" y="346"/>
                    <a:pt x="188" y="346"/>
                  </a:cubicBezTo>
                  <a:cubicBezTo>
                    <a:pt x="190" y="346"/>
                    <a:pt x="190" y="346"/>
                    <a:pt x="190" y="346"/>
                  </a:cubicBezTo>
                  <a:cubicBezTo>
                    <a:pt x="187" y="346"/>
                    <a:pt x="191" y="347"/>
                    <a:pt x="190" y="347"/>
                  </a:cubicBezTo>
                  <a:cubicBezTo>
                    <a:pt x="189" y="347"/>
                    <a:pt x="187" y="347"/>
                    <a:pt x="187" y="347"/>
                  </a:cubicBezTo>
                  <a:cubicBezTo>
                    <a:pt x="190" y="347"/>
                    <a:pt x="190" y="347"/>
                    <a:pt x="192" y="347"/>
                  </a:cubicBezTo>
                  <a:cubicBezTo>
                    <a:pt x="191" y="348"/>
                    <a:pt x="189" y="347"/>
                    <a:pt x="187" y="347"/>
                  </a:cubicBezTo>
                  <a:cubicBezTo>
                    <a:pt x="189" y="348"/>
                    <a:pt x="185" y="348"/>
                    <a:pt x="188" y="348"/>
                  </a:cubicBezTo>
                  <a:cubicBezTo>
                    <a:pt x="189" y="348"/>
                    <a:pt x="190" y="348"/>
                    <a:pt x="191" y="348"/>
                  </a:cubicBezTo>
                  <a:cubicBezTo>
                    <a:pt x="191" y="349"/>
                    <a:pt x="190" y="348"/>
                    <a:pt x="189" y="348"/>
                  </a:cubicBezTo>
                  <a:cubicBezTo>
                    <a:pt x="189" y="349"/>
                    <a:pt x="191" y="349"/>
                    <a:pt x="192" y="349"/>
                  </a:cubicBezTo>
                  <a:cubicBezTo>
                    <a:pt x="191" y="349"/>
                    <a:pt x="194" y="349"/>
                    <a:pt x="192" y="350"/>
                  </a:cubicBezTo>
                  <a:cubicBezTo>
                    <a:pt x="191" y="350"/>
                    <a:pt x="191" y="349"/>
                    <a:pt x="190" y="349"/>
                  </a:cubicBezTo>
                  <a:cubicBezTo>
                    <a:pt x="190" y="350"/>
                    <a:pt x="194" y="350"/>
                    <a:pt x="195" y="350"/>
                  </a:cubicBezTo>
                  <a:cubicBezTo>
                    <a:pt x="196" y="350"/>
                    <a:pt x="199" y="351"/>
                    <a:pt x="200" y="351"/>
                  </a:cubicBezTo>
                  <a:cubicBezTo>
                    <a:pt x="199" y="352"/>
                    <a:pt x="199" y="351"/>
                    <a:pt x="197" y="351"/>
                  </a:cubicBezTo>
                  <a:cubicBezTo>
                    <a:pt x="197" y="351"/>
                    <a:pt x="197" y="351"/>
                    <a:pt x="197" y="351"/>
                  </a:cubicBezTo>
                  <a:cubicBezTo>
                    <a:pt x="194" y="351"/>
                    <a:pt x="192" y="350"/>
                    <a:pt x="190" y="350"/>
                  </a:cubicBezTo>
                  <a:cubicBezTo>
                    <a:pt x="191" y="350"/>
                    <a:pt x="191" y="350"/>
                    <a:pt x="191" y="350"/>
                  </a:cubicBezTo>
                  <a:cubicBezTo>
                    <a:pt x="188" y="350"/>
                    <a:pt x="188" y="350"/>
                    <a:pt x="188" y="350"/>
                  </a:cubicBezTo>
                  <a:cubicBezTo>
                    <a:pt x="190" y="350"/>
                    <a:pt x="188" y="351"/>
                    <a:pt x="189" y="351"/>
                  </a:cubicBezTo>
                  <a:cubicBezTo>
                    <a:pt x="190" y="351"/>
                    <a:pt x="188" y="351"/>
                    <a:pt x="189" y="351"/>
                  </a:cubicBezTo>
                  <a:cubicBezTo>
                    <a:pt x="190" y="351"/>
                    <a:pt x="193" y="351"/>
                    <a:pt x="192" y="352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88" y="352"/>
                    <a:pt x="190" y="352"/>
                    <a:pt x="189" y="352"/>
                  </a:cubicBezTo>
                  <a:cubicBezTo>
                    <a:pt x="188" y="352"/>
                    <a:pt x="188" y="352"/>
                    <a:pt x="188" y="352"/>
                  </a:cubicBezTo>
                  <a:cubicBezTo>
                    <a:pt x="188" y="353"/>
                    <a:pt x="188" y="354"/>
                    <a:pt x="192" y="356"/>
                  </a:cubicBezTo>
                  <a:cubicBezTo>
                    <a:pt x="190" y="356"/>
                    <a:pt x="190" y="356"/>
                    <a:pt x="189" y="357"/>
                  </a:cubicBezTo>
                  <a:cubicBezTo>
                    <a:pt x="189" y="357"/>
                    <a:pt x="191" y="357"/>
                    <a:pt x="191" y="357"/>
                  </a:cubicBezTo>
                  <a:cubicBezTo>
                    <a:pt x="189" y="357"/>
                    <a:pt x="189" y="357"/>
                    <a:pt x="189" y="357"/>
                  </a:cubicBezTo>
                  <a:cubicBezTo>
                    <a:pt x="188" y="357"/>
                    <a:pt x="189" y="358"/>
                    <a:pt x="191" y="359"/>
                  </a:cubicBezTo>
                  <a:cubicBezTo>
                    <a:pt x="189" y="358"/>
                    <a:pt x="189" y="358"/>
                    <a:pt x="189" y="358"/>
                  </a:cubicBezTo>
                  <a:cubicBezTo>
                    <a:pt x="188" y="359"/>
                    <a:pt x="190" y="359"/>
                    <a:pt x="191" y="359"/>
                  </a:cubicBezTo>
                  <a:cubicBezTo>
                    <a:pt x="189" y="359"/>
                    <a:pt x="189" y="359"/>
                    <a:pt x="189" y="359"/>
                  </a:cubicBezTo>
                  <a:cubicBezTo>
                    <a:pt x="191" y="359"/>
                    <a:pt x="191" y="359"/>
                    <a:pt x="191" y="359"/>
                  </a:cubicBezTo>
                  <a:cubicBezTo>
                    <a:pt x="191" y="360"/>
                    <a:pt x="191" y="360"/>
                    <a:pt x="189" y="360"/>
                  </a:cubicBezTo>
                  <a:cubicBezTo>
                    <a:pt x="190" y="360"/>
                    <a:pt x="190" y="360"/>
                    <a:pt x="190" y="360"/>
                  </a:cubicBezTo>
                  <a:cubicBezTo>
                    <a:pt x="189" y="360"/>
                    <a:pt x="189" y="361"/>
                    <a:pt x="189" y="362"/>
                  </a:cubicBezTo>
                  <a:cubicBezTo>
                    <a:pt x="190" y="362"/>
                    <a:pt x="191" y="362"/>
                    <a:pt x="192" y="362"/>
                  </a:cubicBezTo>
                  <a:cubicBezTo>
                    <a:pt x="194" y="362"/>
                    <a:pt x="192" y="362"/>
                    <a:pt x="193" y="362"/>
                  </a:cubicBezTo>
                  <a:cubicBezTo>
                    <a:pt x="191" y="362"/>
                    <a:pt x="191" y="362"/>
                    <a:pt x="191" y="362"/>
                  </a:cubicBezTo>
                  <a:cubicBezTo>
                    <a:pt x="187" y="362"/>
                    <a:pt x="190" y="364"/>
                    <a:pt x="189" y="365"/>
                  </a:cubicBezTo>
                  <a:cubicBezTo>
                    <a:pt x="190" y="365"/>
                    <a:pt x="190" y="365"/>
                    <a:pt x="190" y="365"/>
                  </a:cubicBezTo>
                  <a:cubicBezTo>
                    <a:pt x="188" y="365"/>
                    <a:pt x="190" y="366"/>
                    <a:pt x="189" y="367"/>
                  </a:cubicBezTo>
                  <a:cubicBezTo>
                    <a:pt x="190" y="367"/>
                    <a:pt x="193" y="367"/>
                    <a:pt x="193" y="368"/>
                  </a:cubicBezTo>
                  <a:cubicBezTo>
                    <a:pt x="195" y="368"/>
                    <a:pt x="190" y="368"/>
                    <a:pt x="189" y="368"/>
                  </a:cubicBezTo>
                  <a:cubicBezTo>
                    <a:pt x="190" y="368"/>
                    <a:pt x="190" y="368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1" y="369"/>
                    <a:pt x="191" y="369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0" y="370"/>
                    <a:pt x="189" y="370"/>
                    <a:pt x="189" y="370"/>
                  </a:cubicBezTo>
                  <a:cubicBezTo>
                    <a:pt x="191" y="370"/>
                    <a:pt x="190" y="371"/>
                    <a:pt x="191" y="371"/>
                  </a:cubicBezTo>
                  <a:cubicBezTo>
                    <a:pt x="190" y="371"/>
                    <a:pt x="190" y="371"/>
                    <a:pt x="190" y="371"/>
                  </a:cubicBezTo>
                  <a:cubicBezTo>
                    <a:pt x="192" y="371"/>
                    <a:pt x="192" y="371"/>
                    <a:pt x="192" y="371"/>
                  </a:cubicBezTo>
                  <a:cubicBezTo>
                    <a:pt x="191" y="371"/>
                    <a:pt x="191" y="371"/>
                    <a:pt x="191" y="371"/>
                  </a:cubicBezTo>
                  <a:cubicBezTo>
                    <a:pt x="189" y="371"/>
                    <a:pt x="189" y="371"/>
                    <a:pt x="189" y="371"/>
                  </a:cubicBezTo>
                  <a:cubicBezTo>
                    <a:pt x="188" y="371"/>
                    <a:pt x="191" y="371"/>
                    <a:pt x="192" y="372"/>
                  </a:cubicBezTo>
                  <a:cubicBezTo>
                    <a:pt x="193" y="372"/>
                    <a:pt x="191" y="372"/>
                    <a:pt x="191" y="372"/>
                  </a:cubicBezTo>
                  <a:cubicBezTo>
                    <a:pt x="190" y="372"/>
                    <a:pt x="191" y="372"/>
                    <a:pt x="191" y="372"/>
                  </a:cubicBezTo>
                  <a:cubicBezTo>
                    <a:pt x="189" y="371"/>
                    <a:pt x="190" y="372"/>
                    <a:pt x="189" y="372"/>
                  </a:cubicBezTo>
                  <a:cubicBezTo>
                    <a:pt x="189" y="372"/>
                    <a:pt x="191" y="372"/>
                    <a:pt x="191" y="372"/>
                  </a:cubicBezTo>
                  <a:cubicBezTo>
                    <a:pt x="190" y="373"/>
                    <a:pt x="191" y="373"/>
                    <a:pt x="189" y="373"/>
                  </a:cubicBezTo>
                  <a:cubicBezTo>
                    <a:pt x="190" y="373"/>
                    <a:pt x="190" y="373"/>
                    <a:pt x="191" y="374"/>
                  </a:cubicBezTo>
                  <a:cubicBezTo>
                    <a:pt x="191" y="373"/>
                    <a:pt x="191" y="373"/>
                    <a:pt x="193" y="373"/>
                  </a:cubicBezTo>
                  <a:cubicBezTo>
                    <a:pt x="193" y="373"/>
                    <a:pt x="193" y="374"/>
                    <a:pt x="192" y="374"/>
                  </a:cubicBezTo>
                  <a:cubicBezTo>
                    <a:pt x="192" y="374"/>
                    <a:pt x="192" y="374"/>
                    <a:pt x="192" y="374"/>
                  </a:cubicBezTo>
                  <a:cubicBezTo>
                    <a:pt x="192" y="374"/>
                    <a:pt x="192" y="374"/>
                    <a:pt x="193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3" y="374"/>
                    <a:pt x="192" y="375"/>
                    <a:pt x="193" y="375"/>
                  </a:cubicBezTo>
                  <a:cubicBezTo>
                    <a:pt x="191" y="375"/>
                    <a:pt x="189" y="375"/>
                    <a:pt x="189" y="375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1" y="376"/>
                    <a:pt x="190" y="376"/>
                    <a:pt x="189" y="376"/>
                  </a:cubicBezTo>
                  <a:cubicBezTo>
                    <a:pt x="188" y="376"/>
                    <a:pt x="194" y="377"/>
                    <a:pt x="192" y="377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90" y="378"/>
                    <a:pt x="191" y="378"/>
                    <a:pt x="191" y="378"/>
                  </a:cubicBezTo>
                  <a:cubicBezTo>
                    <a:pt x="192" y="378"/>
                    <a:pt x="189" y="377"/>
                    <a:pt x="191" y="377"/>
                  </a:cubicBezTo>
                  <a:cubicBezTo>
                    <a:pt x="192" y="377"/>
                    <a:pt x="191" y="378"/>
                    <a:pt x="192" y="378"/>
                  </a:cubicBezTo>
                  <a:cubicBezTo>
                    <a:pt x="187" y="378"/>
                    <a:pt x="191" y="380"/>
                    <a:pt x="188" y="380"/>
                  </a:cubicBezTo>
                  <a:cubicBezTo>
                    <a:pt x="191" y="380"/>
                    <a:pt x="189" y="381"/>
                    <a:pt x="190" y="381"/>
                  </a:cubicBezTo>
                  <a:cubicBezTo>
                    <a:pt x="187" y="381"/>
                    <a:pt x="190" y="382"/>
                    <a:pt x="189" y="382"/>
                  </a:cubicBezTo>
                  <a:cubicBezTo>
                    <a:pt x="191" y="382"/>
                    <a:pt x="191" y="382"/>
                    <a:pt x="191" y="382"/>
                  </a:cubicBezTo>
                  <a:cubicBezTo>
                    <a:pt x="190" y="382"/>
                    <a:pt x="195" y="383"/>
                    <a:pt x="192" y="383"/>
                  </a:cubicBezTo>
                  <a:cubicBezTo>
                    <a:pt x="191" y="383"/>
                    <a:pt x="190" y="383"/>
                    <a:pt x="190" y="383"/>
                  </a:cubicBezTo>
                  <a:cubicBezTo>
                    <a:pt x="187" y="383"/>
                    <a:pt x="192" y="384"/>
                    <a:pt x="189" y="384"/>
                  </a:cubicBezTo>
                  <a:cubicBezTo>
                    <a:pt x="190" y="384"/>
                    <a:pt x="192" y="384"/>
                    <a:pt x="193" y="385"/>
                  </a:cubicBezTo>
                  <a:cubicBezTo>
                    <a:pt x="192" y="385"/>
                    <a:pt x="190" y="385"/>
                    <a:pt x="190" y="385"/>
                  </a:cubicBezTo>
                  <a:cubicBezTo>
                    <a:pt x="190" y="386"/>
                    <a:pt x="191" y="386"/>
                    <a:pt x="190" y="386"/>
                  </a:cubicBezTo>
                  <a:cubicBezTo>
                    <a:pt x="189" y="386"/>
                    <a:pt x="189" y="386"/>
                    <a:pt x="189" y="386"/>
                  </a:cubicBezTo>
                  <a:cubicBezTo>
                    <a:pt x="188" y="386"/>
                    <a:pt x="189" y="386"/>
                    <a:pt x="190" y="387"/>
                  </a:cubicBezTo>
                  <a:cubicBezTo>
                    <a:pt x="188" y="387"/>
                    <a:pt x="189" y="388"/>
                    <a:pt x="188" y="388"/>
                  </a:cubicBezTo>
                  <a:cubicBezTo>
                    <a:pt x="191" y="389"/>
                    <a:pt x="187" y="389"/>
                    <a:pt x="190" y="389"/>
                  </a:cubicBezTo>
                  <a:cubicBezTo>
                    <a:pt x="189" y="389"/>
                    <a:pt x="189" y="389"/>
                    <a:pt x="189" y="389"/>
                  </a:cubicBezTo>
                  <a:cubicBezTo>
                    <a:pt x="190" y="389"/>
                    <a:pt x="192" y="390"/>
                    <a:pt x="192" y="390"/>
                  </a:cubicBezTo>
                  <a:cubicBezTo>
                    <a:pt x="190" y="390"/>
                    <a:pt x="190" y="390"/>
                    <a:pt x="190" y="390"/>
                  </a:cubicBezTo>
                  <a:cubicBezTo>
                    <a:pt x="188" y="390"/>
                    <a:pt x="190" y="390"/>
                    <a:pt x="189" y="391"/>
                  </a:cubicBezTo>
                  <a:cubicBezTo>
                    <a:pt x="190" y="390"/>
                    <a:pt x="189" y="391"/>
                    <a:pt x="190" y="391"/>
                  </a:cubicBezTo>
                  <a:cubicBezTo>
                    <a:pt x="191" y="391"/>
                    <a:pt x="191" y="391"/>
                    <a:pt x="191" y="391"/>
                  </a:cubicBezTo>
                  <a:cubicBezTo>
                    <a:pt x="192" y="392"/>
                    <a:pt x="192" y="391"/>
                    <a:pt x="192" y="392"/>
                  </a:cubicBezTo>
                  <a:cubicBezTo>
                    <a:pt x="192" y="392"/>
                    <a:pt x="190" y="392"/>
                    <a:pt x="190" y="392"/>
                  </a:cubicBezTo>
                  <a:cubicBezTo>
                    <a:pt x="189" y="392"/>
                    <a:pt x="190" y="392"/>
                    <a:pt x="190" y="393"/>
                  </a:cubicBezTo>
                  <a:cubicBezTo>
                    <a:pt x="190" y="393"/>
                    <a:pt x="190" y="392"/>
                    <a:pt x="191" y="393"/>
                  </a:cubicBezTo>
                  <a:cubicBezTo>
                    <a:pt x="191" y="393"/>
                    <a:pt x="190" y="393"/>
                    <a:pt x="190" y="393"/>
                  </a:cubicBezTo>
                  <a:cubicBezTo>
                    <a:pt x="190" y="393"/>
                    <a:pt x="191" y="393"/>
                    <a:pt x="191" y="393"/>
                  </a:cubicBezTo>
                  <a:cubicBezTo>
                    <a:pt x="191" y="393"/>
                    <a:pt x="191" y="393"/>
                    <a:pt x="191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88" y="393"/>
                    <a:pt x="188" y="393"/>
                    <a:pt x="188" y="393"/>
                  </a:cubicBezTo>
                  <a:cubicBezTo>
                    <a:pt x="188" y="394"/>
                    <a:pt x="190" y="394"/>
                    <a:pt x="191" y="394"/>
                  </a:cubicBezTo>
                  <a:cubicBezTo>
                    <a:pt x="189" y="395"/>
                    <a:pt x="191" y="396"/>
                    <a:pt x="192" y="396"/>
                  </a:cubicBezTo>
                  <a:cubicBezTo>
                    <a:pt x="192" y="396"/>
                    <a:pt x="190" y="396"/>
                    <a:pt x="191" y="396"/>
                  </a:cubicBezTo>
                  <a:cubicBezTo>
                    <a:pt x="191" y="397"/>
                    <a:pt x="193" y="397"/>
                    <a:pt x="192" y="397"/>
                  </a:cubicBezTo>
                  <a:cubicBezTo>
                    <a:pt x="192" y="397"/>
                    <a:pt x="191" y="397"/>
                    <a:pt x="191" y="398"/>
                  </a:cubicBezTo>
                  <a:cubicBezTo>
                    <a:pt x="190" y="398"/>
                    <a:pt x="192" y="397"/>
                    <a:pt x="192" y="397"/>
                  </a:cubicBezTo>
                  <a:cubicBezTo>
                    <a:pt x="190" y="398"/>
                    <a:pt x="194" y="399"/>
                    <a:pt x="192" y="400"/>
                  </a:cubicBezTo>
                  <a:cubicBezTo>
                    <a:pt x="192" y="399"/>
                    <a:pt x="191" y="399"/>
                    <a:pt x="191" y="399"/>
                  </a:cubicBezTo>
                  <a:cubicBezTo>
                    <a:pt x="191" y="400"/>
                    <a:pt x="192" y="400"/>
                    <a:pt x="194" y="401"/>
                  </a:cubicBezTo>
                  <a:cubicBezTo>
                    <a:pt x="192" y="401"/>
                    <a:pt x="192" y="401"/>
                    <a:pt x="192" y="401"/>
                  </a:cubicBezTo>
                  <a:cubicBezTo>
                    <a:pt x="192" y="401"/>
                    <a:pt x="193" y="401"/>
                    <a:pt x="194" y="401"/>
                  </a:cubicBezTo>
                  <a:cubicBezTo>
                    <a:pt x="195" y="401"/>
                    <a:pt x="196" y="401"/>
                    <a:pt x="196" y="402"/>
                  </a:cubicBezTo>
                  <a:cubicBezTo>
                    <a:pt x="196" y="402"/>
                    <a:pt x="196" y="402"/>
                    <a:pt x="196" y="402"/>
                  </a:cubicBezTo>
                  <a:cubicBezTo>
                    <a:pt x="196" y="402"/>
                    <a:pt x="197" y="402"/>
                    <a:pt x="197" y="402"/>
                  </a:cubicBezTo>
                  <a:cubicBezTo>
                    <a:pt x="196" y="403"/>
                    <a:pt x="196" y="402"/>
                    <a:pt x="195" y="402"/>
                  </a:cubicBezTo>
                  <a:cubicBezTo>
                    <a:pt x="193" y="403"/>
                    <a:pt x="194" y="404"/>
                    <a:pt x="194" y="404"/>
                  </a:cubicBezTo>
                  <a:cubicBezTo>
                    <a:pt x="195" y="404"/>
                    <a:pt x="195" y="404"/>
                    <a:pt x="195" y="404"/>
                  </a:cubicBezTo>
                  <a:cubicBezTo>
                    <a:pt x="196" y="404"/>
                    <a:pt x="194" y="404"/>
                    <a:pt x="194" y="404"/>
                  </a:cubicBezTo>
                  <a:cubicBezTo>
                    <a:pt x="199" y="405"/>
                    <a:pt x="199" y="405"/>
                    <a:pt x="199" y="405"/>
                  </a:cubicBezTo>
                  <a:cubicBezTo>
                    <a:pt x="198" y="404"/>
                    <a:pt x="197" y="405"/>
                    <a:pt x="196" y="405"/>
                  </a:cubicBezTo>
                  <a:cubicBezTo>
                    <a:pt x="196" y="405"/>
                    <a:pt x="199" y="406"/>
                    <a:pt x="201" y="406"/>
                  </a:cubicBezTo>
                  <a:cubicBezTo>
                    <a:pt x="200" y="406"/>
                    <a:pt x="201" y="406"/>
                    <a:pt x="201" y="407"/>
                  </a:cubicBezTo>
                  <a:cubicBezTo>
                    <a:pt x="200" y="407"/>
                    <a:pt x="202" y="407"/>
                    <a:pt x="200" y="40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199" y="407"/>
                    <a:pt x="197" y="407"/>
                    <a:pt x="196" y="407"/>
                  </a:cubicBezTo>
                  <a:cubicBezTo>
                    <a:pt x="196" y="407"/>
                    <a:pt x="196" y="408"/>
                    <a:pt x="195" y="409"/>
                  </a:cubicBezTo>
                  <a:cubicBezTo>
                    <a:pt x="198" y="408"/>
                    <a:pt x="197" y="410"/>
                    <a:pt x="199" y="409"/>
                  </a:cubicBezTo>
                  <a:cubicBezTo>
                    <a:pt x="200" y="410"/>
                    <a:pt x="197" y="410"/>
                    <a:pt x="197" y="410"/>
                  </a:cubicBezTo>
                  <a:cubicBezTo>
                    <a:pt x="198" y="411"/>
                    <a:pt x="197" y="411"/>
                    <a:pt x="197" y="412"/>
                  </a:cubicBezTo>
                  <a:cubicBezTo>
                    <a:pt x="197" y="412"/>
                    <a:pt x="197" y="412"/>
                    <a:pt x="197" y="412"/>
                  </a:cubicBezTo>
                  <a:cubicBezTo>
                    <a:pt x="198" y="412"/>
                    <a:pt x="197" y="413"/>
                    <a:pt x="199" y="413"/>
                  </a:cubicBezTo>
                  <a:cubicBezTo>
                    <a:pt x="198" y="413"/>
                    <a:pt x="198" y="413"/>
                    <a:pt x="198" y="413"/>
                  </a:cubicBezTo>
                  <a:cubicBezTo>
                    <a:pt x="197" y="414"/>
                    <a:pt x="201" y="413"/>
                    <a:pt x="200" y="414"/>
                  </a:cubicBezTo>
                  <a:cubicBezTo>
                    <a:pt x="199" y="414"/>
                    <a:pt x="199" y="414"/>
                    <a:pt x="199" y="414"/>
                  </a:cubicBezTo>
                  <a:cubicBezTo>
                    <a:pt x="200" y="414"/>
                    <a:pt x="198" y="415"/>
                    <a:pt x="200" y="415"/>
                  </a:cubicBezTo>
                  <a:cubicBezTo>
                    <a:pt x="199" y="415"/>
                    <a:pt x="199" y="415"/>
                    <a:pt x="198" y="415"/>
                  </a:cubicBezTo>
                  <a:cubicBezTo>
                    <a:pt x="199" y="415"/>
                    <a:pt x="199" y="416"/>
                    <a:pt x="200" y="416"/>
                  </a:cubicBezTo>
                  <a:cubicBezTo>
                    <a:pt x="198" y="416"/>
                    <a:pt x="198" y="416"/>
                    <a:pt x="198" y="416"/>
                  </a:cubicBezTo>
                  <a:cubicBezTo>
                    <a:pt x="197" y="417"/>
                    <a:pt x="201" y="416"/>
                    <a:pt x="200" y="417"/>
                  </a:cubicBezTo>
                  <a:cubicBezTo>
                    <a:pt x="200" y="417"/>
                    <a:pt x="199" y="417"/>
                    <a:pt x="199" y="417"/>
                  </a:cubicBezTo>
                  <a:cubicBezTo>
                    <a:pt x="200" y="417"/>
                    <a:pt x="200" y="418"/>
                    <a:pt x="200" y="418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21"/>
                    <a:pt x="198" y="423"/>
                    <a:pt x="201" y="425"/>
                  </a:cubicBezTo>
                  <a:cubicBezTo>
                    <a:pt x="198" y="425"/>
                    <a:pt x="199" y="424"/>
                    <a:pt x="197" y="425"/>
                  </a:cubicBezTo>
                  <a:cubicBezTo>
                    <a:pt x="200" y="425"/>
                    <a:pt x="198" y="425"/>
                    <a:pt x="199" y="426"/>
                  </a:cubicBezTo>
                  <a:cubicBezTo>
                    <a:pt x="198" y="426"/>
                    <a:pt x="198" y="426"/>
                    <a:pt x="198" y="426"/>
                  </a:cubicBezTo>
                  <a:cubicBezTo>
                    <a:pt x="199" y="426"/>
                    <a:pt x="198" y="426"/>
                    <a:pt x="198" y="426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8" y="427"/>
                    <a:pt x="197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7" y="428"/>
                    <a:pt x="197" y="428"/>
                    <a:pt x="197" y="428"/>
                  </a:cubicBezTo>
                  <a:cubicBezTo>
                    <a:pt x="200" y="428"/>
                    <a:pt x="198" y="428"/>
                    <a:pt x="198" y="428"/>
                  </a:cubicBezTo>
                  <a:cubicBezTo>
                    <a:pt x="197" y="429"/>
                    <a:pt x="194" y="427"/>
                    <a:pt x="194" y="429"/>
                  </a:cubicBezTo>
                  <a:cubicBezTo>
                    <a:pt x="194" y="429"/>
                    <a:pt x="194" y="429"/>
                    <a:pt x="194" y="429"/>
                  </a:cubicBezTo>
                  <a:cubicBezTo>
                    <a:pt x="189" y="432"/>
                    <a:pt x="183" y="435"/>
                    <a:pt x="180" y="441"/>
                  </a:cubicBezTo>
                  <a:cubicBezTo>
                    <a:pt x="180" y="442"/>
                    <a:pt x="179" y="443"/>
                    <a:pt x="178" y="444"/>
                  </a:cubicBezTo>
                  <a:cubicBezTo>
                    <a:pt x="178" y="441"/>
                    <a:pt x="178" y="437"/>
                    <a:pt x="180" y="434"/>
                  </a:cubicBezTo>
                  <a:cubicBezTo>
                    <a:pt x="179" y="431"/>
                    <a:pt x="178" y="427"/>
                    <a:pt x="179" y="425"/>
                  </a:cubicBezTo>
                  <a:cubicBezTo>
                    <a:pt x="178" y="412"/>
                    <a:pt x="182" y="402"/>
                    <a:pt x="179" y="389"/>
                  </a:cubicBezTo>
                  <a:cubicBezTo>
                    <a:pt x="179" y="390"/>
                    <a:pt x="178" y="389"/>
                    <a:pt x="177" y="389"/>
                  </a:cubicBezTo>
                  <a:cubicBezTo>
                    <a:pt x="178" y="389"/>
                    <a:pt x="178" y="389"/>
                    <a:pt x="178" y="389"/>
                  </a:cubicBezTo>
                  <a:cubicBezTo>
                    <a:pt x="176" y="388"/>
                    <a:pt x="176" y="388"/>
                    <a:pt x="176" y="388"/>
                  </a:cubicBezTo>
                  <a:cubicBezTo>
                    <a:pt x="176" y="387"/>
                    <a:pt x="178" y="387"/>
                    <a:pt x="178" y="388"/>
                  </a:cubicBezTo>
                  <a:cubicBezTo>
                    <a:pt x="178" y="383"/>
                    <a:pt x="177" y="379"/>
                    <a:pt x="178" y="374"/>
                  </a:cubicBezTo>
                  <a:cubicBezTo>
                    <a:pt x="175" y="374"/>
                    <a:pt x="177" y="371"/>
                    <a:pt x="175" y="371"/>
                  </a:cubicBezTo>
                  <a:cubicBezTo>
                    <a:pt x="176" y="371"/>
                    <a:pt x="176" y="371"/>
                    <a:pt x="176" y="371"/>
                  </a:cubicBezTo>
                  <a:cubicBezTo>
                    <a:pt x="175" y="368"/>
                    <a:pt x="175" y="368"/>
                    <a:pt x="177" y="365"/>
                  </a:cubicBezTo>
                  <a:cubicBezTo>
                    <a:pt x="178" y="353"/>
                    <a:pt x="176" y="340"/>
                    <a:pt x="174" y="326"/>
                  </a:cubicBezTo>
                  <a:cubicBezTo>
                    <a:pt x="170" y="313"/>
                    <a:pt x="162" y="297"/>
                    <a:pt x="148" y="288"/>
                  </a:cubicBezTo>
                  <a:cubicBezTo>
                    <a:pt x="143" y="290"/>
                    <a:pt x="142" y="286"/>
                    <a:pt x="138" y="288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6" y="288"/>
                    <a:pt x="136" y="286"/>
                    <a:pt x="133" y="284"/>
                  </a:cubicBezTo>
                  <a:cubicBezTo>
                    <a:pt x="133" y="285"/>
                    <a:pt x="132" y="284"/>
                    <a:pt x="132" y="286"/>
                  </a:cubicBezTo>
                  <a:cubicBezTo>
                    <a:pt x="131" y="287"/>
                    <a:pt x="131" y="282"/>
                    <a:pt x="129" y="283"/>
                  </a:cubicBezTo>
                  <a:cubicBezTo>
                    <a:pt x="129" y="282"/>
                    <a:pt x="129" y="284"/>
                    <a:pt x="129" y="283"/>
                  </a:cubicBezTo>
                  <a:cubicBezTo>
                    <a:pt x="125" y="285"/>
                    <a:pt x="129" y="282"/>
                    <a:pt x="127" y="279"/>
                  </a:cubicBezTo>
                  <a:cubicBezTo>
                    <a:pt x="120" y="278"/>
                    <a:pt x="113" y="280"/>
                    <a:pt x="107" y="278"/>
                  </a:cubicBezTo>
                  <a:cubicBezTo>
                    <a:pt x="108" y="278"/>
                    <a:pt x="108" y="280"/>
                    <a:pt x="107" y="280"/>
                  </a:cubicBezTo>
                  <a:cubicBezTo>
                    <a:pt x="107" y="276"/>
                    <a:pt x="105" y="280"/>
                    <a:pt x="104" y="279"/>
                  </a:cubicBezTo>
                  <a:cubicBezTo>
                    <a:pt x="104" y="278"/>
                    <a:pt x="105" y="278"/>
                    <a:pt x="105" y="278"/>
                  </a:cubicBezTo>
                  <a:cubicBezTo>
                    <a:pt x="103" y="276"/>
                    <a:pt x="101" y="278"/>
                    <a:pt x="98" y="277"/>
                  </a:cubicBezTo>
                  <a:cubicBezTo>
                    <a:pt x="96" y="278"/>
                    <a:pt x="94" y="275"/>
                    <a:pt x="92" y="277"/>
                  </a:cubicBezTo>
                  <a:cubicBezTo>
                    <a:pt x="93" y="275"/>
                    <a:pt x="91" y="276"/>
                    <a:pt x="91" y="275"/>
                  </a:cubicBezTo>
                  <a:cubicBezTo>
                    <a:pt x="89" y="279"/>
                    <a:pt x="88" y="273"/>
                    <a:pt x="85" y="275"/>
                  </a:cubicBezTo>
                  <a:cubicBezTo>
                    <a:pt x="86" y="275"/>
                    <a:pt x="86" y="275"/>
                    <a:pt x="86" y="275"/>
                  </a:cubicBezTo>
                  <a:cubicBezTo>
                    <a:pt x="80" y="274"/>
                    <a:pt x="77" y="272"/>
                    <a:pt x="72" y="271"/>
                  </a:cubicBezTo>
                  <a:cubicBezTo>
                    <a:pt x="69" y="270"/>
                    <a:pt x="69" y="264"/>
                    <a:pt x="66" y="264"/>
                  </a:cubicBezTo>
                  <a:cubicBezTo>
                    <a:pt x="65" y="265"/>
                    <a:pt x="65" y="265"/>
                    <a:pt x="64" y="265"/>
                  </a:cubicBezTo>
                  <a:cubicBezTo>
                    <a:pt x="64" y="264"/>
                    <a:pt x="65" y="264"/>
                    <a:pt x="65" y="264"/>
                  </a:cubicBezTo>
                  <a:cubicBezTo>
                    <a:pt x="63" y="263"/>
                    <a:pt x="63" y="260"/>
                    <a:pt x="62" y="259"/>
                  </a:cubicBezTo>
                  <a:cubicBezTo>
                    <a:pt x="62" y="259"/>
                    <a:pt x="61" y="258"/>
                    <a:pt x="60" y="259"/>
                  </a:cubicBezTo>
                  <a:cubicBezTo>
                    <a:pt x="61" y="256"/>
                    <a:pt x="56" y="255"/>
                    <a:pt x="57" y="252"/>
                  </a:cubicBezTo>
                  <a:cubicBezTo>
                    <a:pt x="54" y="254"/>
                    <a:pt x="54" y="252"/>
                    <a:pt x="53" y="251"/>
                  </a:cubicBezTo>
                  <a:cubicBezTo>
                    <a:pt x="53" y="251"/>
                    <a:pt x="54" y="250"/>
                    <a:pt x="54" y="250"/>
                  </a:cubicBezTo>
                  <a:cubicBezTo>
                    <a:pt x="53" y="249"/>
                    <a:pt x="53" y="248"/>
                    <a:pt x="53" y="245"/>
                  </a:cubicBezTo>
                  <a:cubicBezTo>
                    <a:pt x="52" y="245"/>
                    <a:pt x="50" y="245"/>
                    <a:pt x="50" y="244"/>
                  </a:cubicBezTo>
                  <a:cubicBezTo>
                    <a:pt x="52" y="242"/>
                    <a:pt x="50" y="241"/>
                    <a:pt x="50" y="240"/>
                  </a:cubicBezTo>
                  <a:cubicBezTo>
                    <a:pt x="48" y="241"/>
                    <a:pt x="46" y="240"/>
                    <a:pt x="47" y="239"/>
                  </a:cubicBezTo>
                  <a:cubicBezTo>
                    <a:pt x="49" y="238"/>
                    <a:pt x="49" y="238"/>
                    <a:pt x="49" y="238"/>
                  </a:cubicBezTo>
                  <a:cubicBezTo>
                    <a:pt x="46" y="235"/>
                    <a:pt x="48" y="230"/>
                    <a:pt x="44" y="225"/>
                  </a:cubicBezTo>
                  <a:cubicBezTo>
                    <a:pt x="45" y="224"/>
                    <a:pt x="45" y="224"/>
                    <a:pt x="45" y="224"/>
                  </a:cubicBezTo>
                  <a:cubicBezTo>
                    <a:pt x="42" y="219"/>
                    <a:pt x="42" y="213"/>
                    <a:pt x="37" y="209"/>
                  </a:cubicBezTo>
                  <a:cubicBezTo>
                    <a:pt x="37" y="208"/>
                    <a:pt x="37" y="207"/>
                    <a:pt x="36" y="205"/>
                  </a:cubicBezTo>
                  <a:cubicBezTo>
                    <a:pt x="37" y="205"/>
                    <a:pt x="39" y="204"/>
                    <a:pt x="40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41" y="201"/>
                    <a:pt x="44" y="197"/>
                    <a:pt x="48" y="196"/>
                  </a:cubicBezTo>
                  <a:cubicBezTo>
                    <a:pt x="47" y="198"/>
                    <a:pt x="49" y="198"/>
                    <a:pt x="49" y="199"/>
                  </a:cubicBezTo>
                  <a:cubicBezTo>
                    <a:pt x="50" y="198"/>
                    <a:pt x="50" y="196"/>
                    <a:pt x="52" y="196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2" y="197"/>
                    <a:pt x="56" y="193"/>
                    <a:pt x="59" y="190"/>
                  </a:cubicBezTo>
                  <a:cubicBezTo>
                    <a:pt x="59" y="197"/>
                    <a:pt x="61" y="192"/>
                    <a:pt x="62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2"/>
                    <a:pt x="61" y="203"/>
                    <a:pt x="62" y="206"/>
                  </a:cubicBezTo>
                  <a:cubicBezTo>
                    <a:pt x="64" y="206"/>
                    <a:pt x="65" y="204"/>
                    <a:pt x="64" y="199"/>
                  </a:cubicBezTo>
                  <a:cubicBezTo>
                    <a:pt x="68" y="202"/>
                    <a:pt x="65" y="203"/>
                    <a:pt x="68" y="212"/>
                  </a:cubicBezTo>
                  <a:cubicBezTo>
                    <a:pt x="71" y="214"/>
                    <a:pt x="66" y="208"/>
                    <a:pt x="69" y="207"/>
                  </a:cubicBezTo>
                  <a:cubicBezTo>
                    <a:pt x="70" y="206"/>
                    <a:pt x="71" y="211"/>
                    <a:pt x="75" y="215"/>
                  </a:cubicBezTo>
                  <a:cubicBezTo>
                    <a:pt x="82" y="221"/>
                    <a:pt x="78" y="220"/>
                    <a:pt x="81" y="223"/>
                  </a:cubicBezTo>
                  <a:cubicBezTo>
                    <a:pt x="79" y="223"/>
                    <a:pt x="71" y="217"/>
                    <a:pt x="73" y="217"/>
                  </a:cubicBezTo>
                  <a:cubicBezTo>
                    <a:pt x="65" y="209"/>
                    <a:pt x="73" y="224"/>
                    <a:pt x="68" y="218"/>
                  </a:cubicBezTo>
                  <a:cubicBezTo>
                    <a:pt x="75" y="226"/>
                    <a:pt x="76" y="226"/>
                    <a:pt x="82" y="226"/>
                  </a:cubicBezTo>
                  <a:cubicBezTo>
                    <a:pt x="79" y="225"/>
                    <a:pt x="85" y="224"/>
                    <a:pt x="82" y="223"/>
                  </a:cubicBezTo>
                  <a:cubicBezTo>
                    <a:pt x="98" y="219"/>
                    <a:pt x="96" y="225"/>
                    <a:pt x="106" y="216"/>
                  </a:cubicBezTo>
                  <a:cubicBezTo>
                    <a:pt x="103" y="216"/>
                    <a:pt x="111" y="202"/>
                    <a:pt x="104" y="206"/>
                  </a:cubicBezTo>
                  <a:cubicBezTo>
                    <a:pt x="104" y="204"/>
                    <a:pt x="105" y="201"/>
                    <a:pt x="107" y="200"/>
                  </a:cubicBezTo>
                  <a:cubicBezTo>
                    <a:pt x="107" y="203"/>
                    <a:pt x="110" y="197"/>
                    <a:pt x="110" y="201"/>
                  </a:cubicBezTo>
                  <a:cubicBezTo>
                    <a:pt x="111" y="198"/>
                    <a:pt x="111" y="198"/>
                    <a:pt x="111" y="198"/>
                  </a:cubicBezTo>
                  <a:cubicBezTo>
                    <a:pt x="111" y="204"/>
                    <a:pt x="111" y="204"/>
                    <a:pt x="111" y="204"/>
                  </a:cubicBezTo>
                  <a:cubicBezTo>
                    <a:pt x="114" y="201"/>
                    <a:pt x="118" y="196"/>
                    <a:pt x="120" y="194"/>
                  </a:cubicBezTo>
                  <a:cubicBezTo>
                    <a:pt x="121" y="189"/>
                    <a:pt x="117" y="195"/>
                    <a:pt x="119" y="190"/>
                  </a:cubicBezTo>
                  <a:cubicBezTo>
                    <a:pt x="119" y="192"/>
                    <a:pt x="121" y="189"/>
                    <a:pt x="122" y="186"/>
                  </a:cubicBezTo>
                  <a:cubicBezTo>
                    <a:pt x="120" y="191"/>
                    <a:pt x="119" y="186"/>
                    <a:pt x="120" y="182"/>
                  </a:cubicBezTo>
                  <a:cubicBezTo>
                    <a:pt x="120" y="181"/>
                    <a:pt x="121" y="180"/>
                    <a:pt x="121" y="179"/>
                  </a:cubicBezTo>
                  <a:cubicBezTo>
                    <a:pt x="122" y="180"/>
                    <a:pt x="122" y="180"/>
                    <a:pt x="122" y="181"/>
                  </a:cubicBezTo>
                  <a:cubicBezTo>
                    <a:pt x="122" y="182"/>
                    <a:pt x="122" y="182"/>
                    <a:pt x="122" y="183"/>
                  </a:cubicBezTo>
                  <a:cubicBezTo>
                    <a:pt x="123" y="183"/>
                    <a:pt x="123" y="183"/>
                    <a:pt x="123" y="183"/>
                  </a:cubicBezTo>
                  <a:cubicBezTo>
                    <a:pt x="123" y="183"/>
                    <a:pt x="122" y="183"/>
                    <a:pt x="122" y="183"/>
                  </a:cubicBezTo>
                  <a:cubicBezTo>
                    <a:pt x="122" y="188"/>
                    <a:pt x="125" y="188"/>
                    <a:pt x="126" y="189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30" y="197"/>
                    <a:pt x="134" y="202"/>
                    <a:pt x="132" y="203"/>
                  </a:cubicBezTo>
                  <a:cubicBezTo>
                    <a:pt x="134" y="205"/>
                    <a:pt x="136" y="206"/>
                    <a:pt x="135" y="203"/>
                  </a:cubicBezTo>
                  <a:cubicBezTo>
                    <a:pt x="136" y="205"/>
                    <a:pt x="140" y="212"/>
                    <a:pt x="151" y="211"/>
                  </a:cubicBezTo>
                  <a:cubicBezTo>
                    <a:pt x="161" y="208"/>
                    <a:pt x="165" y="201"/>
                    <a:pt x="167" y="197"/>
                  </a:cubicBezTo>
                  <a:cubicBezTo>
                    <a:pt x="164" y="201"/>
                    <a:pt x="163" y="200"/>
                    <a:pt x="162" y="200"/>
                  </a:cubicBezTo>
                  <a:cubicBezTo>
                    <a:pt x="161" y="197"/>
                    <a:pt x="164" y="198"/>
                    <a:pt x="164" y="194"/>
                  </a:cubicBezTo>
                  <a:cubicBezTo>
                    <a:pt x="165" y="195"/>
                    <a:pt x="167" y="192"/>
                    <a:pt x="166" y="196"/>
                  </a:cubicBezTo>
                  <a:cubicBezTo>
                    <a:pt x="170" y="191"/>
                    <a:pt x="171" y="185"/>
                    <a:pt x="173" y="179"/>
                  </a:cubicBezTo>
                  <a:cubicBezTo>
                    <a:pt x="173" y="180"/>
                    <a:pt x="173" y="180"/>
                    <a:pt x="174" y="181"/>
                  </a:cubicBezTo>
                  <a:cubicBezTo>
                    <a:pt x="174" y="181"/>
                    <a:pt x="174" y="181"/>
                    <a:pt x="174" y="182"/>
                  </a:cubicBezTo>
                  <a:cubicBezTo>
                    <a:pt x="174" y="182"/>
                    <a:pt x="174" y="182"/>
                    <a:pt x="174" y="183"/>
                  </a:cubicBezTo>
                  <a:cubicBezTo>
                    <a:pt x="175" y="184"/>
                    <a:pt x="175" y="185"/>
                    <a:pt x="176" y="186"/>
                  </a:cubicBezTo>
                  <a:cubicBezTo>
                    <a:pt x="175" y="185"/>
                    <a:pt x="175" y="185"/>
                    <a:pt x="175" y="184"/>
                  </a:cubicBezTo>
                  <a:cubicBezTo>
                    <a:pt x="175" y="185"/>
                    <a:pt x="175" y="186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9"/>
                    <a:pt x="177" y="190"/>
                    <a:pt x="178" y="191"/>
                  </a:cubicBezTo>
                  <a:cubicBezTo>
                    <a:pt x="176" y="191"/>
                    <a:pt x="176" y="191"/>
                    <a:pt x="176" y="191"/>
                  </a:cubicBezTo>
                  <a:cubicBezTo>
                    <a:pt x="176" y="194"/>
                    <a:pt x="188" y="201"/>
                    <a:pt x="189" y="198"/>
                  </a:cubicBezTo>
                  <a:cubicBezTo>
                    <a:pt x="205" y="196"/>
                    <a:pt x="210" y="186"/>
                    <a:pt x="213" y="179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7"/>
                    <a:pt x="214" y="177"/>
                  </a:cubicBezTo>
                  <a:cubicBezTo>
                    <a:pt x="214" y="177"/>
                    <a:pt x="215" y="177"/>
                    <a:pt x="215" y="177"/>
                  </a:cubicBezTo>
                  <a:cubicBezTo>
                    <a:pt x="219" y="183"/>
                    <a:pt x="215" y="181"/>
                    <a:pt x="216" y="184"/>
                  </a:cubicBezTo>
                  <a:cubicBezTo>
                    <a:pt x="224" y="191"/>
                    <a:pt x="234" y="187"/>
                    <a:pt x="239" y="182"/>
                  </a:cubicBezTo>
                  <a:cubicBezTo>
                    <a:pt x="239" y="182"/>
                    <a:pt x="240" y="183"/>
                    <a:pt x="239" y="183"/>
                  </a:cubicBezTo>
                  <a:cubicBezTo>
                    <a:pt x="244" y="179"/>
                    <a:pt x="250" y="173"/>
                    <a:pt x="253" y="167"/>
                  </a:cubicBezTo>
                  <a:cubicBezTo>
                    <a:pt x="255" y="173"/>
                    <a:pt x="258" y="178"/>
                    <a:pt x="262" y="183"/>
                  </a:cubicBezTo>
                  <a:cubicBezTo>
                    <a:pt x="272" y="194"/>
                    <a:pt x="282" y="179"/>
                    <a:pt x="282" y="172"/>
                  </a:cubicBezTo>
                  <a:cubicBezTo>
                    <a:pt x="282" y="171"/>
                    <a:pt x="283" y="172"/>
                    <a:pt x="283" y="173"/>
                  </a:cubicBezTo>
                  <a:cubicBezTo>
                    <a:pt x="283" y="162"/>
                    <a:pt x="288" y="150"/>
                    <a:pt x="283" y="141"/>
                  </a:cubicBezTo>
                  <a:cubicBezTo>
                    <a:pt x="281" y="138"/>
                    <a:pt x="281" y="138"/>
                    <a:pt x="281" y="138"/>
                  </a:cubicBezTo>
                  <a:cubicBezTo>
                    <a:pt x="282" y="136"/>
                    <a:pt x="283" y="136"/>
                    <a:pt x="284" y="134"/>
                  </a:cubicBezTo>
                  <a:cubicBezTo>
                    <a:pt x="283" y="132"/>
                    <a:pt x="283" y="124"/>
                    <a:pt x="282" y="122"/>
                  </a:cubicBezTo>
                  <a:cubicBezTo>
                    <a:pt x="283" y="121"/>
                    <a:pt x="283" y="123"/>
                    <a:pt x="283" y="123"/>
                  </a:cubicBezTo>
                  <a:cubicBezTo>
                    <a:pt x="284" y="122"/>
                    <a:pt x="284" y="121"/>
                    <a:pt x="284" y="120"/>
                  </a:cubicBezTo>
                  <a:cubicBezTo>
                    <a:pt x="285" y="120"/>
                    <a:pt x="286" y="120"/>
                    <a:pt x="287" y="120"/>
                  </a:cubicBezTo>
                  <a:cubicBezTo>
                    <a:pt x="293" y="141"/>
                    <a:pt x="294" y="171"/>
                    <a:pt x="312" y="180"/>
                  </a:cubicBezTo>
                  <a:cubicBezTo>
                    <a:pt x="316" y="182"/>
                    <a:pt x="313" y="183"/>
                    <a:pt x="315" y="184"/>
                  </a:cubicBezTo>
                  <a:cubicBezTo>
                    <a:pt x="325" y="187"/>
                    <a:pt x="336" y="188"/>
                    <a:pt x="347" y="188"/>
                  </a:cubicBezTo>
                  <a:cubicBezTo>
                    <a:pt x="346" y="189"/>
                    <a:pt x="345" y="190"/>
                    <a:pt x="344" y="191"/>
                  </a:cubicBezTo>
                  <a:cubicBezTo>
                    <a:pt x="346" y="193"/>
                    <a:pt x="342" y="195"/>
                    <a:pt x="343" y="196"/>
                  </a:cubicBezTo>
                  <a:cubicBezTo>
                    <a:pt x="343" y="196"/>
                    <a:pt x="343" y="196"/>
                    <a:pt x="343" y="195"/>
                  </a:cubicBezTo>
                  <a:cubicBezTo>
                    <a:pt x="340" y="201"/>
                    <a:pt x="343" y="196"/>
                    <a:pt x="338" y="200"/>
                  </a:cubicBezTo>
                  <a:cubicBezTo>
                    <a:pt x="327" y="213"/>
                    <a:pt x="329" y="230"/>
                    <a:pt x="329" y="240"/>
                  </a:cubicBezTo>
                  <a:cubicBezTo>
                    <a:pt x="330" y="251"/>
                    <a:pt x="331" y="257"/>
                    <a:pt x="326" y="263"/>
                  </a:cubicBezTo>
                  <a:cubicBezTo>
                    <a:pt x="327" y="267"/>
                    <a:pt x="324" y="267"/>
                    <a:pt x="325" y="270"/>
                  </a:cubicBezTo>
                  <a:cubicBezTo>
                    <a:pt x="324" y="269"/>
                    <a:pt x="324" y="269"/>
                    <a:pt x="324" y="269"/>
                  </a:cubicBezTo>
                  <a:cubicBezTo>
                    <a:pt x="324" y="271"/>
                    <a:pt x="323" y="270"/>
                    <a:pt x="321" y="270"/>
                  </a:cubicBezTo>
                  <a:cubicBezTo>
                    <a:pt x="321" y="271"/>
                    <a:pt x="320" y="271"/>
                    <a:pt x="321" y="272"/>
                  </a:cubicBezTo>
                  <a:cubicBezTo>
                    <a:pt x="322" y="274"/>
                    <a:pt x="319" y="270"/>
                    <a:pt x="318" y="271"/>
                  </a:cubicBezTo>
                  <a:cubicBezTo>
                    <a:pt x="318" y="271"/>
                    <a:pt x="319" y="272"/>
                    <a:pt x="318" y="272"/>
                  </a:cubicBezTo>
                  <a:cubicBezTo>
                    <a:pt x="317" y="275"/>
                    <a:pt x="318" y="271"/>
                    <a:pt x="315" y="270"/>
                  </a:cubicBezTo>
                  <a:cubicBezTo>
                    <a:pt x="311" y="273"/>
                    <a:pt x="306" y="276"/>
                    <a:pt x="302" y="277"/>
                  </a:cubicBezTo>
                  <a:cubicBezTo>
                    <a:pt x="302" y="277"/>
                    <a:pt x="303" y="278"/>
                    <a:pt x="302" y="278"/>
                  </a:cubicBezTo>
                  <a:cubicBezTo>
                    <a:pt x="301" y="275"/>
                    <a:pt x="301" y="280"/>
                    <a:pt x="299" y="279"/>
                  </a:cubicBezTo>
                  <a:cubicBezTo>
                    <a:pt x="300" y="277"/>
                    <a:pt x="300" y="277"/>
                    <a:pt x="300" y="277"/>
                  </a:cubicBezTo>
                  <a:cubicBezTo>
                    <a:pt x="297" y="277"/>
                    <a:pt x="296" y="279"/>
                    <a:pt x="293" y="279"/>
                  </a:cubicBezTo>
                  <a:cubicBezTo>
                    <a:pt x="292" y="280"/>
                    <a:pt x="288" y="279"/>
                    <a:pt x="287" y="281"/>
                  </a:cubicBezTo>
                  <a:cubicBezTo>
                    <a:pt x="287" y="280"/>
                    <a:pt x="286" y="280"/>
                    <a:pt x="285" y="280"/>
                  </a:cubicBezTo>
                  <a:cubicBezTo>
                    <a:pt x="285" y="284"/>
                    <a:pt x="281" y="280"/>
                    <a:pt x="280" y="284"/>
                  </a:cubicBezTo>
                  <a:cubicBezTo>
                    <a:pt x="280" y="283"/>
                    <a:pt x="280" y="283"/>
                    <a:pt x="280" y="283"/>
                  </a:cubicBezTo>
                  <a:cubicBezTo>
                    <a:pt x="274" y="287"/>
                    <a:pt x="267" y="290"/>
                    <a:pt x="263" y="297"/>
                  </a:cubicBezTo>
                  <a:cubicBezTo>
                    <a:pt x="260" y="300"/>
                    <a:pt x="256" y="300"/>
                    <a:pt x="254" y="305"/>
                  </a:cubicBezTo>
                  <a:cubicBezTo>
                    <a:pt x="254" y="306"/>
                    <a:pt x="255" y="306"/>
                    <a:pt x="255" y="307"/>
                  </a:cubicBezTo>
                  <a:cubicBezTo>
                    <a:pt x="255" y="308"/>
                    <a:pt x="254" y="306"/>
                    <a:pt x="254" y="306"/>
                  </a:cubicBezTo>
                  <a:cubicBezTo>
                    <a:pt x="254" y="309"/>
                    <a:pt x="251" y="310"/>
                    <a:pt x="250" y="312"/>
                  </a:cubicBezTo>
                  <a:cubicBezTo>
                    <a:pt x="250" y="313"/>
                    <a:pt x="250" y="314"/>
                    <a:pt x="251" y="314"/>
                  </a:cubicBezTo>
                  <a:cubicBezTo>
                    <a:pt x="247" y="315"/>
                    <a:pt x="248" y="320"/>
                    <a:pt x="245" y="322"/>
                  </a:cubicBezTo>
                  <a:cubicBezTo>
                    <a:pt x="248" y="322"/>
                    <a:pt x="246" y="324"/>
                    <a:pt x="247" y="325"/>
                  </a:cubicBezTo>
                  <a:cubicBezTo>
                    <a:pt x="246" y="326"/>
                    <a:pt x="245" y="326"/>
                    <a:pt x="245" y="325"/>
                  </a:cubicBezTo>
                  <a:cubicBezTo>
                    <a:pt x="245" y="327"/>
                    <a:pt x="244" y="328"/>
                    <a:pt x="243" y="330"/>
                  </a:cubicBezTo>
                  <a:cubicBezTo>
                    <a:pt x="243" y="332"/>
                    <a:pt x="244" y="333"/>
                    <a:pt x="243" y="334"/>
                  </a:cubicBezTo>
                  <a:cubicBezTo>
                    <a:pt x="241" y="334"/>
                    <a:pt x="242" y="336"/>
                    <a:pt x="241" y="338"/>
                  </a:cubicBezTo>
                  <a:cubicBezTo>
                    <a:pt x="243" y="338"/>
                    <a:pt x="244" y="340"/>
                    <a:pt x="243" y="341"/>
                  </a:cubicBezTo>
                  <a:cubicBezTo>
                    <a:pt x="240" y="340"/>
                    <a:pt x="240" y="340"/>
                    <a:pt x="240" y="340"/>
                  </a:cubicBezTo>
                  <a:cubicBezTo>
                    <a:pt x="241" y="344"/>
                    <a:pt x="237" y="350"/>
                    <a:pt x="240" y="355"/>
                  </a:cubicBezTo>
                  <a:cubicBezTo>
                    <a:pt x="238" y="355"/>
                    <a:pt x="238" y="355"/>
                    <a:pt x="238" y="355"/>
                  </a:cubicBezTo>
                  <a:cubicBezTo>
                    <a:pt x="239" y="360"/>
                    <a:pt x="236" y="365"/>
                    <a:pt x="239" y="370"/>
                  </a:cubicBezTo>
                  <a:cubicBezTo>
                    <a:pt x="238" y="371"/>
                    <a:pt x="237" y="373"/>
                    <a:pt x="237" y="374"/>
                  </a:cubicBezTo>
                  <a:cubicBezTo>
                    <a:pt x="239" y="376"/>
                    <a:pt x="238" y="376"/>
                    <a:pt x="241" y="378"/>
                  </a:cubicBezTo>
                  <a:cubicBezTo>
                    <a:pt x="241" y="378"/>
                    <a:pt x="239" y="379"/>
                    <a:pt x="239" y="379"/>
                  </a:cubicBezTo>
                  <a:cubicBezTo>
                    <a:pt x="238" y="381"/>
                    <a:pt x="236" y="383"/>
                    <a:pt x="238" y="38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8" y="387"/>
                    <a:pt x="240" y="389"/>
                    <a:pt x="238" y="391"/>
                  </a:cubicBezTo>
                  <a:cubicBezTo>
                    <a:pt x="239" y="391"/>
                    <a:pt x="239" y="393"/>
                    <a:pt x="241" y="393"/>
                  </a:cubicBezTo>
                  <a:cubicBezTo>
                    <a:pt x="241" y="393"/>
                    <a:pt x="239" y="393"/>
                    <a:pt x="240" y="394"/>
                  </a:cubicBezTo>
                  <a:cubicBezTo>
                    <a:pt x="238" y="393"/>
                    <a:pt x="238" y="393"/>
                    <a:pt x="238" y="393"/>
                  </a:cubicBezTo>
                  <a:cubicBezTo>
                    <a:pt x="237" y="397"/>
                    <a:pt x="238" y="401"/>
                    <a:pt x="239" y="405"/>
                  </a:cubicBezTo>
                  <a:cubicBezTo>
                    <a:pt x="236" y="406"/>
                    <a:pt x="239" y="409"/>
                    <a:pt x="237" y="411"/>
                  </a:cubicBezTo>
                  <a:cubicBezTo>
                    <a:pt x="239" y="412"/>
                    <a:pt x="237" y="415"/>
                    <a:pt x="240" y="416"/>
                  </a:cubicBezTo>
                  <a:cubicBezTo>
                    <a:pt x="238" y="416"/>
                    <a:pt x="238" y="416"/>
                    <a:pt x="238" y="416"/>
                  </a:cubicBezTo>
                  <a:cubicBezTo>
                    <a:pt x="238" y="418"/>
                    <a:pt x="238" y="420"/>
                    <a:pt x="237" y="423"/>
                  </a:cubicBezTo>
                  <a:cubicBezTo>
                    <a:pt x="237" y="424"/>
                    <a:pt x="239" y="424"/>
                    <a:pt x="240" y="425"/>
                  </a:cubicBezTo>
                  <a:cubicBezTo>
                    <a:pt x="238" y="425"/>
                    <a:pt x="238" y="425"/>
                    <a:pt x="238" y="425"/>
                  </a:cubicBezTo>
                  <a:cubicBezTo>
                    <a:pt x="239" y="426"/>
                    <a:pt x="241" y="427"/>
                    <a:pt x="243" y="427"/>
                  </a:cubicBezTo>
                  <a:cubicBezTo>
                    <a:pt x="242" y="428"/>
                    <a:pt x="243" y="428"/>
                    <a:pt x="242" y="429"/>
                  </a:cubicBezTo>
                  <a:cubicBezTo>
                    <a:pt x="241" y="428"/>
                    <a:pt x="239" y="428"/>
                    <a:pt x="237" y="427"/>
                  </a:cubicBezTo>
                  <a:cubicBezTo>
                    <a:pt x="237" y="428"/>
                    <a:pt x="240" y="430"/>
                    <a:pt x="238" y="431"/>
                  </a:cubicBezTo>
                  <a:cubicBezTo>
                    <a:pt x="238" y="432"/>
                    <a:pt x="239" y="433"/>
                    <a:pt x="241" y="433"/>
                  </a:cubicBezTo>
                  <a:cubicBezTo>
                    <a:pt x="240" y="433"/>
                    <a:pt x="239" y="434"/>
                    <a:pt x="239" y="433"/>
                  </a:cubicBezTo>
                  <a:cubicBezTo>
                    <a:pt x="239" y="434"/>
                    <a:pt x="239" y="435"/>
                    <a:pt x="240" y="435"/>
                  </a:cubicBezTo>
                  <a:cubicBezTo>
                    <a:pt x="240" y="435"/>
                    <a:pt x="240" y="435"/>
                    <a:pt x="240" y="435"/>
                  </a:cubicBezTo>
                  <a:cubicBezTo>
                    <a:pt x="241" y="435"/>
                    <a:pt x="241" y="436"/>
                    <a:pt x="243" y="436"/>
                  </a:cubicBezTo>
                  <a:cubicBezTo>
                    <a:pt x="243" y="435"/>
                    <a:pt x="243" y="435"/>
                    <a:pt x="243" y="435"/>
                  </a:cubicBezTo>
                  <a:cubicBezTo>
                    <a:pt x="244" y="435"/>
                    <a:pt x="245" y="436"/>
                    <a:pt x="243" y="437"/>
                  </a:cubicBezTo>
                  <a:cubicBezTo>
                    <a:pt x="242" y="437"/>
                    <a:pt x="241" y="436"/>
                    <a:pt x="240" y="437"/>
                  </a:cubicBezTo>
                  <a:cubicBezTo>
                    <a:pt x="244" y="439"/>
                    <a:pt x="244" y="439"/>
                    <a:pt x="244" y="439"/>
                  </a:cubicBezTo>
                  <a:cubicBezTo>
                    <a:pt x="243" y="439"/>
                    <a:pt x="244" y="438"/>
                    <a:pt x="245" y="438"/>
                  </a:cubicBezTo>
                  <a:cubicBezTo>
                    <a:pt x="244" y="437"/>
                    <a:pt x="244" y="437"/>
                    <a:pt x="244" y="437"/>
                  </a:cubicBezTo>
                  <a:cubicBezTo>
                    <a:pt x="246" y="437"/>
                    <a:pt x="246" y="437"/>
                    <a:pt x="246" y="437"/>
                  </a:cubicBezTo>
                  <a:cubicBezTo>
                    <a:pt x="245" y="435"/>
                    <a:pt x="246" y="434"/>
                    <a:pt x="245" y="432"/>
                  </a:cubicBezTo>
                  <a:cubicBezTo>
                    <a:pt x="244" y="433"/>
                    <a:pt x="244" y="433"/>
                    <a:pt x="244" y="433"/>
                  </a:cubicBezTo>
                  <a:cubicBezTo>
                    <a:pt x="243" y="432"/>
                    <a:pt x="241" y="431"/>
                    <a:pt x="243" y="430"/>
                  </a:cubicBezTo>
                  <a:cubicBezTo>
                    <a:pt x="244" y="430"/>
                    <a:pt x="244" y="430"/>
                    <a:pt x="245" y="430"/>
                  </a:cubicBezTo>
                  <a:cubicBezTo>
                    <a:pt x="245" y="430"/>
                    <a:pt x="244" y="430"/>
                    <a:pt x="244" y="429"/>
                  </a:cubicBezTo>
                  <a:cubicBezTo>
                    <a:pt x="247" y="430"/>
                    <a:pt x="247" y="430"/>
                    <a:pt x="247" y="430"/>
                  </a:cubicBezTo>
                  <a:cubicBezTo>
                    <a:pt x="243" y="429"/>
                    <a:pt x="246" y="427"/>
                    <a:pt x="245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7" y="425"/>
                    <a:pt x="244" y="427"/>
                    <a:pt x="244" y="426"/>
                  </a:cubicBezTo>
                  <a:cubicBezTo>
                    <a:pt x="245" y="425"/>
                    <a:pt x="247" y="426"/>
                    <a:pt x="248" y="425"/>
                  </a:cubicBezTo>
                  <a:cubicBezTo>
                    <a:pt x="248" y="423"/>
                    <a:pt x="246" y="421"/>
                    <a:pt x="248" y="419"/>
                  </a:cubicBezTo>
                  <a:cubicBezTo>
                    <a:pt x="248" y="418"/>
                    <a:pt x="247" y="416"/>
                    <a:pt x="246" y="415"/>
                  </a:cubicBezTo>
                  <a:cubicBezTo>
                    <a:pt x="246" y="414"/>
                    <a:pt x="248" y="415"/>
                    <a:pt x="247" y="414"/>
                  </a:cubicBezTo>
                  <a:cubicBezTo>
                    <a:pt x="248" y="414"/>
                    <a:pt x="249" y="414"/>
                    <a:pt x="250" y="414"/>
                  </a:cubicBezTo>
                  <a:cubicBezTo>
                    <a:pt x="249" y="414"/>
                    <a:pt x="250" y="412"/>
                    <a:pt x="248" y="413"/>
                  </a:cubicBezTo>
                  <a:cubicBezTo>
                    <a:pt x="249" y="411"/>
                    <a:pt x="249" y="409"/>
                    <a:pt x="249" y="407"/>
                  </a:cubicBezTo>
                  <a:cubicBezTo>
                    <a:pt x="249" y="408"/>
                    <a:pt x="250" y="408"/>
                    <a:pt x="251" y="407"/>
                  </a:cubicBezTo>
                  <a:cubicBezTo>
                    <a:pt x="250" y="406"/>
                    <a:pt x="249" y="405"/>
                    <a:pt x="249" y="403"/>
                  </a:cubicBezTo>
                  <a:cubicBezTo>
                    <a:pt x="248" y="403"/>
                    <a:pt x="248" y="404"/>
                    <a:pt x="246" y="403"/>
                  </a:cubicBezTo>
                  <a:cubicBezTo>
                    <a:pt x="246" y="403"/>
                    <a:pt x="245" y="403"/>
                    <a:pt x="245" y="402"/>
                  </a:cubicBezTo>
                  <a:cubicBezTo>
                    <a:pt x="247" y="402"/>
                    <a:pt x="250" y="403"/>
                    <a:pt x="250" y="401"/>
                  </a:cubicBezTo>
                  <a:cubicBezTo>
                    <a:pt x="253" y="402"/>
                    <a:pt x="249" y="404"/>
                    <a:pt x="252" y="403"/>
                  </a:cubicBezTo>
                  <a:cubicBezTo>
                    <a:pt x="254" y="404"/>
                    <a:pt x="254" y="406"/>
                    <a:pt x="253" y="407"/>
                  </a:cubicBezTo>
                  <a:cubicBezTo>
                    <a:pt x="255" y="408"/>
                    <a:pt x="253" y="406"/>
                    <a:pt x="256" y="406"/>
                  </a:cubicBezTo>
                  <a:cubicBezTo>
                    <a:pt x="256" y="405"/>
                    <a:pt x="254" y="405"/>
                    <a:pt x="254" y="403"/>
                  </a:cubicBezTo>
                  <a:cubicBezTo>
                    <a:pt x="253" y="403"/>
                    <a:pt x="253" y="403"/>
                    <a:pt x="252" y="402"/>
                  </a:cubicBezTo>
                  <a:cubicBezTo>
                    <a:pt x="249" y="401"/>
                    <a:pt x="254" y="401"/>
                    <a:pt x="254" y="400"/>
                  </a:cubicBezTo>
                  <a:cubicBezTo>
                    <a:pt x="254" y="401"/>
                    <a:pt x="254" y="401"/>
                    <a:pt x="254" y="401"/>
                  </a:cubicBezTo>
                  <a:cubicBezTo>
                    <a:pt x="255" y="400"/>
                    <a:pt x="254" y="400"/>
                    <a:pt x="254" y="399"/>
                  </a:cubicBezTo>
                  <a:cubicBezTo>
                    <a:pt x="257" y="398"/>
                    <a:pt x="254" y="400"/>
                    <a:pt x="256" y="401"/>
                  </a:cubicBezTo>
                  <a:cubicBezTo>
                    <a:pt x="258" y="400"/>
                    <a:pt x="258" y="400"/>
                    <a:pt x="258" y="400"/>
                  </a:cubicBezTo>
                  <a:cubicBezTo>
                    <a:pt x="259" y="399"/>
                    <a:pt x="256" y="400"/>
                    <a:pt x="257" y="398"/>
                  </a:cubicBezTo>
                  <a:cubicBezTo>
                    <a:pt x="258" y="398"/>
                    <a:pt x="258" y="398"/>
                    <a:pt x="258" y="398"/>
                  </a:cubicBezTo>
                  <a:cubicBezTo>
                    <a:pt x="257" y="397"/>
                    <a:pt x="257" y="397"/>
                    <a:pt x="257" y="397"/>
                  </a:cubicBezTo>
                  <a:cubicBezTo>
                    <a:pt x="256" y="397"/>
                    <a:pt x="254" y="397"/>
                    <a:pt x="254" y="398"/>
                  </a:cubicBezTo>
                  <a:cubicBezTo>
                    <a:pt x="251" y="397"/>
                    <a:pt x="254" y="397"/>
                    <a:pt x="254" y="396"/>
                  </a:cubicBezTo>
                  <a:cubicBezTo>
                    <a:pt x="252" y="395"/>
                    <a:pt x="254" y="396"/>
                    <a:pt x="252" y="396"/>
                  </a:cubicBezTo>
                  <a:cubicBezTo>
                    <a:pt x="250" y="396"/>
                    <a:pt x="250" y="395"/>
                    <a:pt x="250" y="394"/>
                  </a:cubicBezTo>
                  <a:cubicBezTo>
                    <a:pt x="250" y="393"/>
                    <a:pt x="252" y="394"/>
                    <a:pt x="253" y="393"/>
                  </a:cubicBezTo>
                  <a:cubicBezTo>
                    <a:pt x="254" y="394"/>
                    <a:pt x="254" y="395"/>
                    <a:pt x="253" y="394"/>
                  </a:cubicBezTo>
                  <a:cubicBezTo>
                    <a:pt x="254" y="396"/>
                    <a:pt x="256" y="394"/>
                    <a:pt x="258" y="395"/>
                  </a:cubicBezTo>
                  <a:cubicBezTo>
                    <a:pt x="259" y="394"/>
                    <a:pt x="257" y="394"/>
                    <a:pt x="256" y="393"/>
                  </a:cubicBezTo>
                  <a:cubicBezTo>
                    <a:pt x="256" y="394"/>
                    <a:pt x="254" y="393"/>
                    <a:pt x="254" y="393"/>
                  </a:cubicBezTo>
                  <a:cubicBezTo>
                    <a:pt x="249" y="391"/>
                    <a:pt x="257" y="392"/>
                    <a:pt x="257" y="390"/>
                  </a:cubicBezTo>
                  <a:cubicBezTo>
                    <a:pt x="253" y="390"/>
                    <a:pt x="252" y="387"/>
                    <a:pt x="249" y="389"/>
                  </a:cubicBezTo>
                  <a:cubicBezTo>
                    <a:pt x="248" y="388"/>
                    <a:pt x="248" y="387"/>
                    <a:pt x="248" y="387"/>
                  </a:cubicBezTo>
                  <a:cubicBezTo>
                    <a:pt x="250" y="388"/>
                    <a:pt x="250" y="386"/>
                    <a:pt x="252" y="387"/>
                  </a:cubicBezTo>
                  <a:cubicBezTo>
                    <a:pt x="252" y="386"/>
                    <a:pt x="252" y="386"/>
                    <a:pt x="252" y="386"/>
                  </a:cubicBezTo>
                  <a:cubicBezTo>
                    <a:pt x="254" y="388"/>
                    <a:pt x="254" y="388"/>
                    <a:pt x="254" y="388"/>
                  </a:cubicBezTo>
                  <a:cubicBezTo>
                    <a:pt x="256" y="387"/>
                    <a:pt x="257" y="385"/>
                    <a:pt x="258" y="386"/>
                  </a:cubicBezTo>
                  <a:cubicBezTo>
                    <a:pt x="257" y="385"/>
                    <a:pt x="256" y="386"/>
                    <a:pt x="256" y="385"/>
                  </a:cubicBezTo>
                  <a:cubicBezTo>
                    <a:pt x="257" y="385"/>
                    <a:pt x="258" y="385"/>
                    <a:pt x="258" y="384"/>
                  </a:cubicBezTo>
                  <a:cubicBezTo>
                    <a:pt x="257" y="385"/>
                    <a:pt x="255" y="384"/>
                    <a:pt x="254" y="383"/>
                  </a:cubicBezTo>
                  <a:cubicBezTo>
                    <a:pt x="255" y="382"/>
                    <a:pt x="257" y="382"/>
                    <a:pt x="257" y="382"/>
                  </a:cubicBezTo>
                  <a:cubicBezTo>
                    <a:pt x="259" y="383"/>
                    <a:pt x="259" y="383"/>
                    <a:pt x="259" y="383"/>
                  </a:cubicBezTo>
                  <a:cubicBezTo>
                    <a:pt x="257" y="382"/>
                    <a:pt x="260" y="383"/>
                    <a:pt x="259" y="382"/>
                  </a:cubicBezTo>
                  <a:cubicBezTo>
                    <a:pt x="258" y="381"/>
                    <a:pt x="256" y="381"/>
                    <a:pt x="255" y="380"/>
                  </a:cubicBezTo>
                  <a:cubicBezTo>
                    <a:pt x="254" y="380"/>
                    <a:pt x="256" y="379"/>
                    <a:pt x="256" y="379"/>
                  </a:cubicBezTo>
                  <a:cubicBezTo>
                    <a:pt x="257" y="380"/>
                    <a:pt x="257" y="380"/>
                    <a:pt x="257" y="380"/>
                  </a:cubicBezTo>
                  <a:cubicBezTo>
                    <a:pt x="256" y="379"/>
                    <a:pt x="260" y="380"/>
                    <a:pt x="259" y="379"/>
                  </a:cubicBezTo>
                  <a:cubicBezTo>
                    <a:pt x="258" y="378"/>
                    <a:pt x="258" y="378"/>
                    <a:pt x="258" y="378"/>
                  </a:cubicBezTo>
                  <a:cubicBezTo>
                    <a:pt x="258" y="378"/>
                    <a:pt x="259" y="378"/>
                    <a:pt x="259" y="378"/>
                  </a:cubicBezTo>
                  <a:cubicBezTo>
                    <a:pt x="258" y="378"/>
                    <a:pt x="258" y="377"/>
                    <a:pt x="258" y="377"/>
                  </a:cubicBezTo>
                  <a:cubicBezTo>
                    <a:pt x="259" y="377"/>
                    <a:pt x="259" y="377"/>
                    <a:pt x="259" y="377"/>
                  </a:cubicBezTo>
                  <a:cubicBezTo>
                    <a:pt x="258" y="376"/>
                    <a:pt x="256" y="375"/>
                    <a:pt x="258" y="375"/>
                  </a:cubicBezTo>
                  <a:cubicBezTo>
                    <a:pt x="256" y="375"/>
                    <a:pt x="258" y="376"/>
                    <a:pt x="257" y="376"/>
                  </a:cubicBezTo>
                  <a:cubicBezTo>
                    <a:pt x="255" y="377"/>
                    <a:pt x="255" y="375"/>
                    <a:pt x="255" y="375"/>
                  </a:cubicBezTo>
                  <a:cubicBezTo>
                    <a:pt x="258" y="375"/>
                    <a:pt x="255" y="374"/>
                    <a:pt x="255" y="373"/>
                  </a:cubicBezTo>
                  <a:cubicBezTo>
                    <a:pt x="256" y="373"/>
                    <a:pt x="257" y="372"/>
                    <a:pt x="258" y="372"/>
                  </a:cubicBezTo>
                  <a:cubicBezTo>
                    <a:pt x="256" y="372"/>
                    <a:pt x="256" y="372"/>
                    <a:pt x="256" y="372"/>
                  </a:cubicBezTo>
                  <a:cubicBezTo>
                    <a:pt x="259" y="372"/>
                    <a:pt x="255" y="370"/>
                    <a:pt x="256" y="370"/>
                  </a:cubicBezTo>
                  <a:cubicBezTo>
                    <a:pt x="257" y="370"/>
                    <a:pt x="259" y="370"/>
                    <a:pt x="259" y="370"/>
                  </a:cubicBezTo>
                  <a:cubicBezTo>
                    <a:pt x="257" y="370"/>
                    <a:pt x="256" y="368"/>
                    <a:pt x="254" y="368"/>
                  </a:cubicBezTo>
                  <a:cubicBezTo>
                    <a:pt x="255" y="367"/>
                    <a:pt x="258" y="369"/>
                    <a:pt x="260" y="369"/>
                  </a:cubicBezTo>
                  <a:cubicBezTo>
                    <a:pt x="258" y="368"/>
                    <a:pt x="261" y="367"/>
                    <a:pt x="258" y="366"/>
                  </a:cubicBezTo>
                  <a:cubicBezTo>
                    <a:pt x="257" y="367"/>
                    <a:pt x="257" y="366"/>
                    <a:pt x="256" y="366"/>
                  </a:cubicBezTo>
                  <a:cubicBezTo>
                    <a:pt x="256" y="365"/>
                    <a:pt x="257" y="366"/>
                    <a:pt x="258" y="365"/>
                  </a:cubicBezTo>
                  <a:cubicBezTo>
                    <a:pt x="258" y="365"/>
                    <a:pt x="256" y="364"/>
                    <a:pt x="255" y="365"/>
                  </a:cubicBezTo>
                  <a:cubicBezTo>
                    <a:pt x="255" y="364"/>
                    <a:pt x="253" y="363"/>
                    <a:pt x="255" y="362"/>
                  </a:cubicBezTo>
                  <a:cubicBezTo>
                    <a:pt x="256" y="362"/>
                    <a:pt x="255" y="364"/>
                    <a:pt x="257" y="363"/>
                  </a:cubicBezTo>
                  <a:cubicBezTo>
                    <a:pt x="257" y="362"/>
                    <a:pt x="253" y="362"/>
                    <a:pt x="252" y="360"/>
                  </a:cubicBezTo>
                  <a:cubicBezTo>
                    <a:pt x="251" y="361"/>
                    <a:pt x="248" y="360"/>
                    <a:pt x="248" y="359"/>
                  </a:cubicBezTo>
                  <a:cubicBezTo>
                    <a:pt x="249" y="357"/>
                    <a:pt x="248" y="360"/>
                    <a:pt x="251" y="360"/>
                  </a:cubicBezTo>
                  <a:cubicBezTo>
                    <a:pt x="250" y="359"/>
                    <a:pt x="250" y="359"/>
                    <a:pt x="250" y="359"/>
                  </a:cubicBezTo>
                  <a:cubicBezTo>
                    <a:pt x="254" y="358"/>
                    <a:pt x="255" y="362"/>
                    <a:pt x="257" y="361"/>
                  </a:cubicBezTo>
                  <a:cubicBezTo>
                    <a:pt x="257" y="360"/>
                    <a:pt x="257" y="360"/>
                    <a:pt x="257" y="360"/>
                  </a:cubicBezTo>
                  <a:cubicBezTo>
                    <a:pt x="257" y="360"/>
                    <a:pt x="259" y="361"/>
                    <a:pt x="260" y="361"/>
                  </a:cubicBezTo>
                  <a:cubicBezTo>
                    <a:pt x="258" y="360"/>
                    <a:pt x="259" y="359"/>
                    <a:pt x="259" y="359"/>
                  </a:cubicBezTo>
                  <a:cubicBezTo>
                    <a:pt x="257" y="358"/>
                    <a:pt x="259" y="359"/>
                    <a:pt x="258" y="359"/>
                  </a:cubicBezTo>
                  <a:cubicBezTo>
                    <a:pt x="258" y="358"/>
                    <a:pt x="255" y="357"/>
                    <a:pt x="256" y="356"/>
                  </a:cubicBezTo>
                  <a:cubicBezTo>
                    <a:pt x="257" y="357"/>
                    <a:pt x="259" y="356"/>
                    <a:pt x="259" y="357"/>
                  </a:cubicBezTo>
                  <a:cubicBezTo>
                    <a:pt x="260" y="356"/>
                    <a:pt x="257" y="356"/>
                    <a:pt x="259" y="356"/>
                  </a:cubicBezTo>
                  <a:cubicBezTo>
                    <a:pt x="260" y="356"/>
                    <a:pt x="260" y="356"/>
                    <a:pt x="260" y="356"/>
                  </a:cubicBezTo>
                  <a:cubicBezTo>
                    <a:pt x="260" y="353"/>
                    <a:pt x="261" y="349"/>
                    <a:pt x="257" y="345"/>
                  </a:cubicBezTo>
                  <a:cubicBezTo>
                    <a:pt x="259" y="345"/>
                    <a:pt x="260" y="344"/>
                    <a:pt x="261" y="343"/>
                  </a:cubicBezTo>
                  <a:cubicBezTo>
                    <a:pt x="261" y="343"/>
                    <a:pt x="260" y="343"/>
                    <a:pt x="260" y="342"/>
                  </a:cubicBezTo>
                  <a:cubicBezTo>
                    <a:pt x="262" y="342"/>
                    <a:pt x="262" y="342"/>
                    <a:pt x="262" y="342"/>
                  </a:cubicBezTo>
                  <a:cubicBezTo>
                    <a:pt x="263" y="341"/>
                    <a:pt x="262" y="340"/>
                    <a:pt x="261" y="339"/>
                  </a:cubicBezTo>
                  <a:cubicBezTo>
                    <a:pt x="262" y="339"/>
                    <a:pt x="262" y="339"/>
                    <a:pt x="262" y="339"/>
                  </a:cubicBezTo>
                  <a:cubicBezTo>
                    <a:pt x="264" y="338"/>
                    <a:pt x="261" y="338"/>
                    <a:pt x="261" y="337"/>
                  </a:cubicBezTo>
                  <a:cubicBezTo>
                    <a:pt x="263" y="337"/>
                    <a:pt x="263" y="337"/>
                    <a:pt x="263" y="337"/>
                  </a:cubicBezTo>
                  <a:cubicBezTo>
                    <a:pt x="261" y="337"/>
                    <a:pt x="261" y="337"/>
                    <a:pt x="261" y="337"/>
                  </a:cubicBezTo>
                  <a:cubicBezTo>
                    <a:pt x="261" y="336"/>
                    <a:pt x="262" y="335"/>
                    <a:pt x="264" y="336"/>
                  </a:cubicBezTo>
                  <a:cubicBezTo>
                    <a:pt x="263" y="335"/>
                    <a:pt x="263" y="335"/>
                    <a:pt x="262" y="335"/>
                  </a:cubicBezTo>
                  <a:cubicBezTo>
                    <a:pt x="264" y="335"/>
                    <a:pt x="264" y="332"/>
                    <a:pt x="264" y="331"/>
                  </a:cubicBezTo>
                  <a:cubicBezTo>
                    <a:pt x="263" y="331"/>
                    <a:pt x="263" y="331"/>
                    <a:pt x="261" y="330"/>
                  </a:cubicBezTo>
                  <a:cubicBezTo>
                    <a:pt x="259" y="329"/>
                    <a:pt x="262" y="330"/>
                    <a:pt x="261" y="329"/>
                  </a:cubicBezTo>
                  <a:cubicBezTo>
                    <a:pt x="262" y="329"/>
                    <a:pt x="263" y="329"/>
                    <a:pt x="263" y="330"/>
                  </a:cubicBezTo>
                  <a:cubicBezTo>
                    <a:pt x="266" y="329"/>
                    <a:pt x="266" y="326"/>
                    <a:pt x="268" y="325"/>
                  </a:cubicBezTo>
                  <a:cubicBezTo>
                    <a:pt x="267" y="324"/>
                    <a:pt x="267" y="324"/>
                    <a:pt x="267" y="324"/>
                  </a:cubicBezTo>
                  <a:cubicBezTo>
                    <a:pt x="270" y="323"/>
                    <a:pt x="268" y="321"/>
                    <a:pt x="270" y="320"/>
                  </a:cubicBezTo>
                  <a:cubicBezTo>
                    <a:pt x="269" y="320"/>
                    <a:pt x="267" y="318"/>
                    <a:pt x="268" y="317"/>
                  </a:cubicBezTo>
                  <a:cubicBezTo>
                    <a:pt x="266" y="315"/>
                    <a:pt x="270" y="318"/>
                    <a:pt x="271" y="318"/>
                  </a:cubicBezTo>
                  <a:cubicBezTo>
                    <a:pt x="271" y="317"/>
                    <a:pt x="271" y="316"/>
                    <a:pt x="271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1" y="315"/>
                    <a:pt x="271" y="314"/>
                    <a:pt x="272" y="314"/>
                  </a:cubicBezTo>
                  <a:cubicBezTo>
                    <a:pt x="272" y="314"/>
                    <a:pt x="272" y="314"/>
                    <a:pt x="272" y="314"/>
                  </a:cubicBezTo>
                  <a:cubicBezTo>
                    <a:pt x="273" y="314"/>
                    <a:pt x="274" y="314"/>
                    <a:pt x="274" y="313"/>
                  </a:cubicBezTo>
                  <a:cubicBezTo>
                    <a:pt x="274" y="311"/>
                    <a:pt x="275" y="312"/>
                    <a:pt x="274" y="310"/>
                  </a:cubicBezTo>
                  <a:cubicBezTo>
                    <a:pt x="275" y="311"/>
                    <a:pt x="275" y="311"/>
                    <a:pt x="275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5" y="309"/>
                    <a:pt x="275" y="309"/>
                    <a:pt x="275" y="309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7" y="311"/>
                    <a:pt x="275" y="310"/>
                    <a:pt x="275" y="309"/>
                  </a:cubicBezTo>
                  <a:cubicBezTo>
                    <a:pt x="274" y="308"/>
                    <a:pt x="275" y="309"/>
                    <a:pt x="276" y="309"/>
                  </a:cubicBezTo>
                  <a:cubicBezTo>
                    <a:pt x="277" y="310"/>
                    <a:pt x="276" y="309"/>
                    <a:pt x="276" y="309"/>
                  </a:cubicBezTo>
                  <a:cubicBezTo>
                    <a:pt x="276" y="310"/>
                    <a:pt x="276" y="309"/>
                    <a:pt x="277" y="310"/>
                  </a:cubicBezTo>
                  <a:cubicBezTo>
                    <a:pt x="277" y="310"/>
                    <a:pt x="276" y="308"/>
                    <a:pt x="276" y="308"/>
                  </a:cubicBezTo>
                  <a:cubicBezTo>
                    <a:pt x="277" y="308"/>
                    <a:pt x="277" y="307"/>
                    <a:pt x="278" y="308"/>
                  </a:cubicBezTo>
                  <a:cubicBezTo>
                    <a:pt x="278" y="307"/>
                    <a:pt x="279" y="307"/>
                    <a:pt x="278" y="306"/>
                  </a:cubicBezTo>
                  <a:cubicBezTo>
                    <a:pt x="278" y="306"/>
                    <a:pt x="277" y="307"/>
                    <a:pt x="276" y="306"/>
                  </a:cubicBezTo>
                  <a:cubicBezTo>
                    <a:pt x="276" y="305"/>
                    <a:pt x="277" y="305"/>
                    <a:pt x="277" y="305"/>
                  </a:cubicBezTo>
                  <a:cubicBezTo>
                    <a:pt x="277" y="306"/>
                    <a:pt x="277" y="306"/>
                    <a:pt x="277" y="306"/>
                  </a:cubicBezTo>
                  <a:cubicBezTo>
                    <a:pt x="277" y="305"/>
                    <a:pt x="278" y="305"/>
                    <a:pt x="277" y="304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8" y="304"/>
                    <a:pt x="279" y="303"/>
                    <a:pt x="279" y="303"/>
                  </a:cubicBezTo>
                  <a:cubicBezTo>
                    <a:pt x="280" y="304"/>
                    <a:pt x="281" y="306"/>
                    <a:pt x="282" y="306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3" y="304"/>
                    <a:pt x="283" y="304"/>
                  </a:cubicBezTo>
                  <a:cubicBezTo>
                    <a:pt x="285" y="304"/>
                    <a:pt x="282" y="299"/>
                    <a:pt x="284" y="300"/>
                  </a:cubicBezTo>
                  <a:cubicBezTo>
                    <a:pt x="285" y="302"/>
                    <a:pt x="285" y="302"/>
                    <a:pt x="286" y="302"/>
                  </a:cubicBezTo>
                  <a:cubicBezTo>
                    <a:pt x="286" y="301"/>
                    <a:pt x="286" y="301"/>
                    <a:pt x="286" y="301"/>
                  </a:cubicBezTo>
                  <a:cubicBezTo>
                    <a:pt x="285" y="300"/>
                    <a:pt x="286" y="302"/>
                    <a:pt x="285" y="301"/>
                  </a:cubicBezTo>
                  <a:cubicBezTo>
                    <a:pt x="285" y="300"/>
                    <a:pt x="285" y="300"/>
                    <a:pt x="285" y="300"/>
                  </a:cubicBezTo>
                  <a:cubicBezTo>
                    <a:pt x="288" y="303"/>
                    <a:pt x="290" y="299"/>
                    <a:pt x="293" y="300"/>
                  </a:cubicBezTo>
                  <a:cubicBezTo>
                    <a:pt x="292" y="298"/>
                    <a:pt x="294" y="299"/>
                    <a:pt x="294" y="298"/>
                  </a:cubicBezTo>
                  <a:cubicBezTo>
                    <a:pt x="294" y="300"/>
                    <a:pt x="295" y="297"/>
                    <a:pt x="296" y="298"/>
                  </a:cubicBezTo>
                  <a:cubicBezTo>
                    <a:pt x="295" y="296"/>
                    <a:pt x="295" y="296"/>
                    <a:pt x="295" y="296"/>
                  </a:cubicBezTo>
                  <a:cubicBezTo>
                    <a:pt x="296" y="297"/>
                    <a:pt x="295" y="291"/>
                    <a:pt x="297" y="294"/>
                  </a:cubicBezTo>
                  <a:cubicBezTo>
                    <a:pt x="298" y="295"/>
                    <a:pt x="298" y="296"/>
                    <a:pt x="297" y="296"/>
                  </a:cubicBezTo>
                  <a:cubicBezTo>
                    <a:pt x="299" y="299"/>
                    <a:pt x="300" y="293"/>
                    <a:pt x="301" y="296"/>
                  </a:cubicBezTo>
                  <a:cubicBezTo>
                    <a:pt x="301" y="295"/>
                    <a:pt x="300" y="294"/>
                    <a:pt x="301" y="292"/>
                  </a:cubicBezTo>
                  <a:cubicBezTo>
                    <a:pt x="302" y="293"/>
                    <a:pt x="304" y="294"/>
                    <a:pt x="304" y="294"/>
                  </a:cubicBezTo>
                  <a:cubicBezTo>
                    <a:pt x="304" y="294"/>
                    <a:pt x="304" y="293"/>
                    <a:pt x="305" y="294"/>
                  </a:cubicBezTo>
                  <a:cubicBezTo>
                    <a:pt x="305" y="294"/>
                    <a:pt x="305" y="294"/>
                    <a:pt x="305" y="295"/>
                  </a:cubicBezTo>
                  <a:cubicBezTo>
                    <a:pt x="306" y="295"/>
                    <a:pt x="307" y="294"/>
                    <a:pt x="308" y="293"/>
                  </a:cubicBezTo>
                  <a:cubicBezTo>
                    <a:pt x="309" y="294"/>
                    <a:pt x="310" y="293"/>
                    <a:pt x="312" y="293"/>
                  </a:cubicBezTo>
                  <a:cubicBezTo>
                    <a:pt x="312" y="291"/>
                    <a:pt x="315" y="293"/>
                    <a:pt x="314" y="290"/>
                  </a:cubicBezTo>
                  <a:cubicBezTo>
                    <a:pt x="314" y="291"/>
                    <a:pt x="314" y="291"/>
                    <a:pt x="314" y="291"/>
                  </a:cubicBezTo>
                  <a:cubicBezTo>
                    <a:pt x="314" y="290"/>
                    <a:pt x="314" y="288"/>
                    <a:pt x="315" y="288"/>
                  </a:cubicBezTo>
                  <a:cubicBezTo>
                    <a:pt x="315" y="290"/>
                    <a:pt x="315" y="290"/>
                    <a:pt x="315" y="290"/>
                  </a:cubicBezTo>
                  <a:cubicBezTo>
                    <a:pt x="316" y="292"/>
                    <a:pt x="317" y="290"/>
                    <a:pt x="318" y="291"/>
                  </a:cubicBezTo>
                  <a:cubicBezTo>
                    <a:pt x="316" y="289"/>
                    <a:pt x="318" y="291"/>
                    <a:pt x="318" y="289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9" y="287"/>
                    <a:pt x="318" y="287"/>
                    <a:pt x="319" y="286"/>
                  </a:cubicBezTo>
                  <a:cubicBezTo>
                    <a:pt x="320" y="286"/>
                    <a:pt x="321" y="288"/>
                    <a:pt x="320" y="288"/>
                  </a:cubicBezTo>
                  <a:cubicBezTo>
                    <a:pt x="321" y="289"/>
                    <a:pt x="322" y="288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5" y="289"/>
                    <a:pt x="325" y="289"/>
                    <a:pt x="325" y="289"/>
                  </a:cubicBezTo>
                  <a:cubicBezTo>
                    <a:pt x="325" y="289"/>
                    <a:pt x="326" y="286"/>
                    <a:pt x="326" y="286"/>
                  </a:cubicBezTo>
                  <a:cubicBezTo>
                    <a:pt x="328" y="286"/>
                    <a:pt x="331" y="283"/>
                    <a:pt x="332" y="281"/>
                  </a:cubicBezTo>
                  <a:cubicBezTo>
                    <a:pt x="332" y="282"/>
                    <a:pt x="332" y="282"/>
                    <a:pt x="332" y="282"/>
                  </a:cubicBezTo>
                  <a:cubicBezTo>
                    <a:pt x="332" y="281"/>
                    <a:pt x="332" y="279"/>
                    <a:pt x="333" y="280"/>
                  </a:cubicBezTo>
                  <a:cubicBezTo>
                    <a:pt x="333" y="279"/>
                    <a:pt x="334" y="280"/>
                    <a:pt x="335" y="280"/>
                  </a:cubicBezTo>
                  <a:cubicBezTo>
                    <a:pt x="335" y="280"/>
                    <a:pt x="334" y="279"/>
                    <a:pt x="334" y="279"/>
                  </a:cubicBezTo>
                  <a:cubicBezTo>
                    <a:pt x="337" y="279"/>
                    <a:pt x="337" y="275"/>
                    <a:pt x="339" y="274"/>
                  </a:cubicBezTo>
                  <a:cubicBezTo>
                    <a:pt x="339" y="274"/>
                    <a:pt x="340" y="275"/>
                    <a:pt x="340" y="276"/>
                  </a:cubicBezTo>
                  <a:cubicBezTo>
                    <a:pt x="341" y="274"/>
                    <a:pt x="341" y="272"/>
                    <a:pt x="341" y="270"/>
                  </a:cubicBezTo>
                  <a:cubicBezTo>
                    <a:pt x="341" y="270"/>
                    <a:pt x="342" y="270"/>
                    <a:pt x="342" y="271"/>
                  </a:cubicBezTo>
                  <a:cubicBezTo>
                    <a:pt x="342" y="270"/>
                    <a:pt x="343" y="269"/>
                    <a:pt x="342" y="267"/>
                  </a:cubicBezTo>
                  <a:cubicBezTo>
                    <a:pt x="341" y="268"/>
                    <a:pt x="343" y="268"/>
                    <a:pt x="342" y="268"/>
                  </a:cubicBezTo>
                  <a:cubicBezTo>
                    <a:pt x="341" y="268"/>
                    <a:pt x="340" y="266"/>
                    <a:pt x="341" y="266"/>
                  </a:cubicBezTo>
                  <a:cubicBezTo>
                    <a:pt x="341" y="266"/>
                    <a:pt x="341" y="266"/>
                    <a:pt x="341" y="266"/>
                  </a:cubicBezTo>
                  <a:cubicBezTo>
                    <a:pt x="342" y="265"/>
                    <a:pt x="341" y="265"/>
                    <a:pt x="342" y="263"/>
                  </a:cubicBezTo>
                  <a:cubicBezTo>
                    <a:pt x="343" y="263"/>
                    <a:pt x="342" y="264"/>
                    <a:pt x="343" y="264"/>
                  </a:cubicBezTo>
                  <a:cubicBezTo>
                    <a:pt x="345" y="265"/>
                    <a:pt x="345" y="262"/>
                    <a:pt x="346" y="262"/>
                  </a:cubicBezTo>
                  <a:cubicBezTo>
                    <a:pt x="344" y="261"/>
                    <a:pt x="344" y="261"/>
                    <a:pt x="344" y="261"/>
                  </a:cubicBezTo>
                  <a:cubicBezTo>
                    <a:pt x="344" y="260"/>
                    <a:pt x="346" y="261"/>
                    <a:pt x="346" y="260"/>
                  </a:cubicBezTo>
                  <a:cubicBezTo>
                    <a:pt x="342" y="256"/>
                    <a:pt x="342" y="256"/>
                    <a:pt x="342" y="256"/>
                  </a:cubicBezTo>
                  <a:cubicBezTo>
                    <a:pt x="342" y="257"/>
                    <a:pt x="344" y="256"/>
                    <a:pt x="345" y="257"/>
                  </a:cubicBezTo>
                  <a:cubicBezTo>
                    <a:pt x="346" y="255"/>
                    <a:pt x="342" y="254"/>
                    <a:pt x="341" y="253"/>
                  </a:cubicBezTo>
                  <a:cubicBezTo>
                    <a:pt x="342" y="252"/>
                    <a:pt x="341" y="250"/>
                    <a:pt x="341" y="250"/>
                  </a:cubicBezTo>
                  <a:cubicBezTo>
                    <a:pt x="342" y="250"/>
                    <a:pt x="341" y="250"/>
                    <a:pt x="342" y="250"/>
                  </a:cubicBezTo>
                  <a:cubicBezTo>
                    <a:pt x="343" y="250"/>
                    <a:pt x="343" y="250"/>
                    <a:pt x="343" y="250"/>
                  </a:cubicBezTo>
                  <a:cubicBezTo>
                    <a:pt x="343" y="251"/>
                    <a:pt x="346" y="250"/>
                    <a:pt x="347" y="251"/>
                  </a:cubicBezTo>
                  <a:cubicBezTo>
                    <a:pt x="346" y="249"/>
                    <a:pt x="347" y="247"/>
                    <a:pt x="347" y="246"/>
                  </a:cubicBezTo>
                  <a:cubicBezTo>
                    <a:pt x="345" y="247"/>
                    <a:pt x="346" y="244"/>
                    <a:pt x="343" y="244"/>
                  </a:cubicBezTo>
                  <a:cubicBezTo>
                    <a:pt x="343" y="242"/>
                    <a:pt x="346" y="243"/>
                    <a:pt x="346" y="242"/>
                  </a:cubicBezTo>
                  <a:cubicBezTo>
                    <a:pt x="345" y="240"/>
                    <a:pt x="346" y="239"/>
                    <a:pt x="345" y="237"/>
                  </a:cubicBezTo>
                  <a:cubicBezTo>
                    <a:pt x="346" y="237"/>
                    <a:pt x="346" y="237"/>
                    <a:pt x="346" y="237"/>
                  </a:cubicBezTo>
                  <a:cubicBezTo>
                    <a:pt x="345" y="236"/>
                    <a:pt x="346" y="233"/>
                    <a:pt x="344" y="232"/>
                  </a:cubicBezTo>
                  <a:cubicBezTo>
                    <a:pt x="345" y="232"/>
                    <a:pt x="345" y="232"/>
                    <a:pt x="345" y="232"/>
                  </a:cubicBezTo>
                  <a:cubicBezTo>
                    <a:pt x="346" y="231"/>
                    <a:pt x="342" y="232"/>
                    <a:pt x="343" y="230"/>
                  </a:cubicBezTo>
                  <a:cubicBezTo>
                    <a:pt x="345" y="231"/>
                    <a:pt x="345" y="231"/>
                    <a:pt x="345" y="231"/>
                  </a:cubicBezTo>
                  <a:cubicBezTo>
                    <a:pt x="343" y="230"/>
                    <a:pt x="346" y="229"/>
                    <a:pt x="344" y="227"/>
                  </a:cubicBezTo>
                  <a:cubicBezTo>
                    <a:pt x="344" y="227"/>
                    <a:pt x="345" y="227"/>
                    <a:pt x="345" y="228"/>
                  </a:cubicBezTo>
                  <a:cubicBezTo>
                    <a:pt x="344" y="226"/>
                    <a:pt x="345" y="225"/>
                    <a:pt x="343" y="224"/>
                  </a:cubicBezTo>
                  <a:cubicBezTo>
                    <a:pt x="344" y="224"/>
                    <a:pt x="345" y="224"/>
                    <a:pt x="345" y="225"/>
                  </a:cubicBezTo>
                  <a:cubicBezTo>
                    <a:pt x="346" y="224"/>
                    <a:pt x="343" y="223"/>
                    <a:pt x="344" y="222"/>
                  </a:cubicBezTo>
                  <a:cubicBezTo>
                    <a:pt x="344" y="222"/>
                    <a:pt x="345" y="222"/>
                    <a:pt x="346" y="222"/>
                  </a:cubicBezTo>
                  <a:cubicBezTo>
                    <a:pt x="344" y="221"/>
                    <a:pt x="345" y="219"/>
                    <a:pt x="344" y="219"/>
                  </a:cubicBezTo>
                  <a:cubicBezTo>
                    <a:pt x="345" y="219"/>
                    <a:pt x="346" y="218"/>
                    <a:pt x="347" y="218"/>
                  </a:cubicBezTo>
                  <a:cubicBezTo>
                    <a:pt x="348" y="213"/>
                    <a:pt x="351" y="208"/>
                    <a:pt x="353" y="202"/>
                  </a:cubicBezTo>
                  <a:cubicBezTo>
                    <a:pt x="355" y="203"/>
                    <a:pt x="353" y="204"/>
                    <a:pt x="355" y="204"/>
                  </a:cubicBezTo>
                  <a:cubicBezTo>
                    <a:pt x="353" y="203"/>
                    <a:pt x="355" y="203"/>
                    <a:pt x="355" y="202"/>
                  </a:cubicBezTo>
                  <a:cubicBezTo>
                    <a:pt x="356" y="202"/>
                    <a:pt x="356" y="202"/>
                    <a:pt x="356" y="202"/>
                  </a:cubicBezTo>
                  <a:cubicBezTo>
                    <a:pt x="356" y="201"/>
                    <a:pt x="357" y="202"/>
                    <a:pt x="357" y="201"/>
                  </a:cubicBezTo>
                  <a:cubicBezTo>
                    <a:pt x="357" y="200"/>
                    <a:pt x="357" y="200"/>
                    <a:pt x="357" y="200"/>
                  </a:cubicBezTo>
                  <a:cubicBezTo>
                    <a:pt x="356" y="199"/>
                    <a:pt x="360" y="201"/>
                    <a:pt x="358" y="199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59" y="197"/>
                    <a:pt x="361" y="199"/>
                    <a:pt x="361" y="197"/>
                  </a:cubicBezTo>
                  <a:cubicBezTo>
                    <a:pt x="361" y="197"/>
                    <a:pt x="361" y="197"/>
                    <a:pt x="361" y="197"/>
                  </a:cubicBezTo>
                  <a:cubicBezTo>
                    <a:pt x="363" y="198"/>
                    <a:pt x="362" y="194"/>
                    <a:pt x="363" y="195"/>
                  </a:cubicBezTo>
                  <a:cubicBezTo>
                    <a:pt x="364" y="194"/>
                    <a:pt x="365" y="193"/>
                    <a:pt x="364" y="191"/>
                  </a:cubicBezTo>
                  <a:cubicBezTo>
                    <a:pt x="365" y="193"/>
                    <a:pt x="365" y="193"/>
                    <a:pt x="365" y="193"/>
                  </a:cubicBezTo>
                  <a:cubicBezTo>
                    <a:pt x="366" y="192"/>
                    <a:pt x="368" y="191"/>
                    <a:pt x="369" y="190"/>
                  </a:cubicBezTo>
                  <a:cubicBezTo>
                    <a:pt x="374" y="190"/>
                    <a:pt x="379" y="190"/>
                    <a:pt x="383" y="191"/>
                  </a:cubicBezTo>
                  <a:cubicBezTo>
                    <a:pt x="386" y="192"/>
                    <a:pt x="388" y="193"/>
                    <a:pt x="390" y="194"/>
                  </a:cubicBezTo>
                  <a:cubicBezTo>
                    <a:pt x="389" y="196"/>
                    <a:pt x="388" y="198"/>
                    <a:pt x="388" y="200"/>
                  </a:cubicBezTo>
                  <a:cubicBezTo>
                    <a:pt x="387" y="201"/>
                    <a:pt x="386" y="199"/>
                    <a:pt x="386" y="199"/>
                  </a:cubicBezTo>
                  <a:cubicBezTo>
                    <a:pt x="384" y="205"/>
                    <a:pt x="377" y="203"/>
                    <a:pt x="373" y="209"/>
                  </a:cubicBezTo>
                  <a:cubicBezTo>
                    <a:pt x="369" y="210"/>
                    <a:pt x="365" y="215"/>
                    <a:pt x="365" y="215"/>
                  </a:cubicBezTo>
                  <a:cubicBezTo>
                    <a:pt x="382" y="216"/>
                    <a:pt x="389" y="211"/>
                    <a:pt x="399" y="205"/>
                  </a:cubicBezTo>
                  <a:cubicBezTo>
                    <a:pt x="401" y="203"/>
                    <a:pt x="402" y="201"/>
                    <a:pt x="403" y="198"/>
                  </a:cubicBezTo>
                  <a:cubicBezTo>
                    <a:pt x="405" y="199"/>
                    <a:pt x="406" y="199"/>
                    <a:pt x="406" y="198"/>
                  </a:cubicBezTo>
                  <a:cubicBezTo>
                    <a:pt x="405" y="197"/>
                    <a:pt x="404" y="197"/>
                    <a:pt x="404" y="196"/>
                  </a:cubicBezTo>
                  <a:cubicBezTo>
                    <a:pt x="404" y="194"/>
                    <a:pt x="405" y="191"/>
                    <a:pt x="406" y="188"/>
                  </a:cubicBezTo>
                  <a:cubicBezTo>
                    <a:pt x="398" y="164"/>
                    <a:pt x="382" y="170"/>
                    <a:pt x="375" y="170"/>
                  </a:cubicBezTo>
                  <a:cubicBezTo>
                    <a:pt x="367" y="172"/>
                    <a:pt x="361" y="175"/>
                    <a:pt x="356" y="179"/>
                  </a:cubicBezTo>
                  <a:cubicBezTo>
                    <a:pt x="356" y="179"/>
                    <a:pt x="356" y="179"/>
                    <a:pt x="357" y="180"/>
                  </a:cubicBezTo>
                  <a:cubicBezTo>
                    <a:pt x="354" y="179"/>
                    <a:pt x="351" y="179"/>
                    <a:pt x="349" y="179"/>
                  </a:cubicBezTo>
                  <a:cubicBezTo>
                    <a:pt x="332" y="177"/>
                    <a:pt x="315" y="175"/>
                    <a:pt x="313" y="163"/>
                  </a:cubicBezTo>
                  <a:cubicBezTo>
                    <a:pt x="308" y="154"/>
                    <a:pt x="303" y="139"/>
                    <a:pt x="301" y="128"/>
                  </a:cubicBezTo>
                  <a:cubicBezTo>
                    <a:pt x="300" y="124"/>
                    <a:pt x="300" y="121"/>
                    <a:pt x="299" y="117"/>
                  </a:cubicBezTo>
                  <a:cubicBezTo>
                    <a:pt x="323" y="112"/>
                    <a:pt x="296" y="118"/>
                    <a:pt x="307" y="115"/>
                  </a:cubicBezTo>
                  <a:cubicBezTo>
                    <a:pt x="307" y="115"/>
                    <a:pt x="307" y="115"/>
                    <a:pt x="307" y="115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6" y="113"/>
                    <a:pt x="306" y="113"/>
                    <a:pt x="306" y="113"/>
                  </a:cubicBezTo>
                  <a:cubicBezTo>
                    <a:pt x="306" y="110"/>
                    <a:pt x="306" y="110"/>
                    <a:pt x="306" y="110"/>
                  </a:cubicBezTo>
                  <a:cubicBezTo>
                    <a:pt x="303" y="103"/>
                    <a:pt x="304" y="96"/>
                    <a:pt x="292" y="85"/>
                  </a:cubicBezTo>
                  <a:cubicBezTo>
                    <a:pt x="277" y="75"/>
                    <a:pt x="266" y="83"/>
                    <a:pt x="261" y="92"/>
                  </a:cubicBezTo>
                  <a:cubicBezTo>
                    <a:pt x="260" y="93"/>
                    <a:pt x="259" y="94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5" y="97"/>
                    <a:pt x="253" y="98"/>
                    <a:pt x="251" y="102"/>
                  </a:cubicBezTo>
                  <a:cubicBezTo>
                    <a:pt x="251" y="102"/>
                    <a:pt x="251" y="102"/>
                    <a:pt x="251" y="102"/>
                  </a:cubicBezTo>
                  <a:cubicBezTo>
                    <a:pt x="251" y="106"/>
                    <a:pt x="245" y="110"/>
                    <a:pt x="247" y="113"/>
                  </a:cubicBezTo>
                  <a:cubicBezTo>
                    <a:pt x="245" y="115"/>
                    <a:pt x="245" y="115"/>
                    <a:pt x="245" y="115"/>
                  </a:cubicBezTo>
                  <a:cubicBezTo>
                    <a:pt x="246" y="120"/>
                    <a:pt x="243" y="122"/>
                    <a:pt x="245" y="127"/>
                  </a:cubicBezTo>
                  <a:cubicBezTo>
                    <a:pt x="244" y="126"/>
                    <a:pt x="244" y="126"/>
                    <a:pt x="244" y="126"/>
                  </a:cubicBezTo>
                  <a:cubicBezTo>
                    <a:pt x="243" y="133"/>
                    <a:pt x="248" y="140"/>
                    <a:pt x="246" y="142"/>
                  </a:cubicBezTo>
                  <a:cubicBezTo>
                    <a:pt x="246" y="144"/>
                    <a:pt x="246" y="145"/>
                    <a:pt x="247" y="147"/>
                  </a:cubicBezTo>
                  <a:cubicBezTo>
                    <a:pt x="241" y="158"/>
                    <a:pt x="234" y="167"/>
                    <a:pt x="228" y="171"/>
                  </a:cubicBezTo>
                  <a:cubicBezTo>
                    <a:pt x="228" y="169"/>
                    <a:pt x="226" y="166"/>
                    <a:pt x="223" y="162"/>
                  </a:cubicBezTo>
                  <a:cubicBezTo>
                    <a:pt x="223" y="162"/>
                    <a:pt x="223" y="162"/>
                    <a:pt x="224" y="162"/>
                  </a:cubicBezTo>
                  <a:cubicBezTo>
                    <a:pt x="224" y="162"/>
                    <a:pt x="223" y="161"/>
                    <a:pt x="223" y="161"/>
                  </a:cubicBezTo>
                  <a:cubicBezTo>
                    <a:pt x="223" y="161"/>
                    <a:pt x="223" y="161"/>
                    <a:pt x="223" y="160"/>
                  </a:cubicBezTo>
                  <a:cubicBezTo>
                    <a:pt x="228" y="153"/>
                    <a:pt x="228" y="143"/>
                    <a:pt x="231" y="134"/>
                  </a:cubicBezTo>
                  <a:cubicBezTo>
                    <a:pt x="231" y="134"/>
                    <a:pt x="232" y="136"/>
                    <a:pt x="232" y="137"/>
                  </a:cubicBezTo>
                  <a:cubicBezTo>
                    <a:pt x="233" y="129"/>
                    <a:pt x="233" y="121"/>
                    <a:pt x="230" y="115"/>
                  </a:cubicBezTo>
                  <a:cubicBezTo>
                    <a:pt x="231" y="115"/>
                    <a:pt x="231" y="115"/>
                    <a:pt x="232" y="117"/>
                  </a:cubicBezTo>
                  <a:cubicBezTo>
                    <a:pt x="231" y="111"/>
                    <a:pt x="229" y="105"/>
                    <a:pt x="227" y="103"/>
                  </a:cubicBezTo>
                  <a:cubicBezTo>
                    <a:pt x="227" y="107"/>
                    <a:pt x="228" y="103"/>
                    <a:pt x="228" y="106"/>
                  </a:cubicBezTo>
                  <a:cubicBezTo>
                    <a:pt x="228" y="110"/>
                    <a:pt x="225" y="104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0" y="96"/>
                    <a:pt x="218" y="95"/>
                    <a:pt x="213" y="96"/>
                  </a:cubicBezTo>
                  <a:cubicBezTo>
                    <a:pt x="209" y="95"/>
                    <a:pt x="216" y="95"/>
                    <a:pt x="214" y="94"/>
                  </a:cubicBezTo>
                  <a:cubicBezTo>
                    <a:pt x="211" y="90"/>
                    <a:pt x="201" y="99"/>
                    <a:pt x="201" y="100"/>
                  </a:cubicBezTo>
                  <a:cubicBezTo>
                    <a:pt x="200" y="102"/>
                    <a:pt x="199" y="104"/>
                    <a:pt x="200" y="104"/>
                  </a:cubicBezTo>
                  <a:cubicBezTo>
                    <a:pt x="198" y="108"/>
                    <a:pt x="198" y="105"/>
                    <a:pt x="197" y="108"/>
                  </a:cubicBezTo>
                  <a:cubicBezTo>
                    <a:pt x="196" y="112"/>
                    <a:pt x="197" y="116"/>
                    <a:pt x="199" y="120"/>
                  </a:cubicBezTo>
                  <a:cubicBezTo>
                    <a:pt x="198" y="119"/>
                    <a:pt x="196" y="123"/>
                    <a:pt x="195" y="120"/>
                  </a:cubicBezTo>
                  <a:cubicBezTo>
                    <a:pt x="196" y="129"/>
                    <a:pt x="200" y="133"/>
                    <a:pt x="202" y="137"/>
                  </a:cubicBezTo>
                  <a:cubicBezTo>
                    <a:pt x="202" y="140"/>
                    <a:pt x="205" y="147"/>
                    <a:pt x="207" y="149"/>
                  </a:cubicBezTo>
                  <a:cubicBezTo>
                    <a:pt x="206" y="151"/>
                    <a:pt x="206" y="147"/>
                    <a:pt x="205" y="147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2" y="146"/>
                    <a:pt x="203" y="153"/>
                    <a:pt x="201" y="150"/>
                  </a:cubicBezTo>
                  <a:cubicBezTo>
                    <a:pt x="202" y="153"/>
                    <a:pt x="204" y="158"/>
                    <a:pt x="206" y="163"/>
                  </a:cubicBezTo>
                  <a:cubicBezTo>
                    <a:pt x="203" y="170"/>
                    <a:pt x="201" y="172"/>
                    <a:pt x="194" y="178"/>
                  </a:cubicBezTo>
                  <a:cubicBezTo>
                    <a:pt x="195" y="178"/>
                    <a:pt x="192" y="180"/>
                    <a:pt x="194" y="181"/>
                  </a:cubicBezTo>
                  <a:cubicBezTo>
                    <a:pt x="194" y="183"/>
                    <a:pt x="192" y="183"/>
                    <a:pt x="191" y="183"/>
                  </a:cubicBezTo>
                  <a:cubicBezTo>
                    <a:pt x="192" y="182"/>
                    <a:pt x="193" y="182"/>
                    <a:pt x="192" y="176"/>
                  </a:cubicBezTo>
                  <a:cubicBezTo>
                    <a:pt x="186" y="156"/>
                    <a:pt x="180" y="130"/>
                    <a:pt x="179" y="108"/>
                  </a:cubicBezTo>
                  <a:cubicBezTo>
                    <a:pt x="179" y="110"/>
                    <a:pt x="178" y="110"/>
                    <a:pt x="178" y="108"/>
                  </a:cubicBezTo>
                  <a:cubicBezTo>
                    <a:pt x="181" y="106"/>
                    <a:pt x="176" y="101"/>
                    <a:pt x="177" y="97"/>
                  </a:cubicBezTo>
                  <a:cubicBezTo>
                    <a:pt x="178" y="97"/>
                    <a:pt x="178" y="99"/>
                    <a:pt x="178" y="100"/>
                  </a:cubicBezTo>
                  <a:cubicBezTo>
                    <a:pt x="179" y="89"/>
                    <a:pt x="176" y="81"/>
                    <a:pt x="177" y="71"/>
                  </a:cubicBezTo>
                  <a:cubicBezTo>
                    <a:pt x="175" y="62"/>
                    <a:pt x="178" y="51"/>
                    <a:pt x="176" y="45"/>
                  </a:cubicBezTo>
                  <a:cubicBezTo>
                    <a:pt x="177" y="46"/>
                    <a:pt x="176" y="41"/>
                    <a:pt x="177" y="39"/>
                  </a:cubicBezTo>
                  <a:cubicBezTo>
                    <a:pt x="176" y="36"/>
                    <a:pt x="176" y="34"/>
                    <a:pt x="176" y="31"/>
                  </a:cubicBezTo>
                  <a:cubicBezTo>
                    <a:pt x="176" y="30"/>
                    <a:pt x="176" y="29"/>
                    <a:pt x="176" y="28"/>
                  </a:cubicBezTo>
                  <a:cubicBezTo>
                    <a:pt x="176" y="27"/>
                    <a:pt x="176" y="27"/>
                    <a:pt x="176" y="27"/>
                  </a:cubicBezTo>
                  <a:cubicBezTo>
                    <a:pt x="176" y="23"/>
                    <a:pt x="177" y="18"/>
                    <a:pt x="176" y="14"/>
                  </a:cubicBezTo>
                  <a:cubicBezTo>
                    <a:pt x="176" y="13"/>
                    <a:pt x="175" y="2"/>
                    <a:pt x="174" y="1"/>
                  </a:cubicBezTo>
                  <a:cubicBezTo>
                    <a:pt x="173" y="0"/>
                    <a:pt x="172" y="6"/>
                    <a:pt x="170" y="6"/>
                  </a:cubicBezTo>
                  <a:cubicBezTo>
                    <a:pt x="162" y="5"/>
                    <a:pt x="168" y="10"/>
                    <a:pt x="161" y="11"/>
                  </a:cubicBezTo>
                  <a:cubicBezTo>
                    <a:pt x="157" y="12"/>
                    <a:pt x="156" y="13"/>
                    <a:pt x="154" y="16"/>
                  </a:cubicBezTo>
                  <a:cubicBezTo>
                    <a:pt x="155" y="20"/>
                    <a:pt x="155" y="24"/>
                    <a:pt x="155" y="28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56" y="75"/>
                    <a:pt x="154" y="84"/>
                    <a:pt x="153" y="92"/>
                  </a:cubicBezTo>
                  <a:cubicBezTo>
                    <a:pt x="148" y="91"/>
                    <a:pt x="142" y="91"/>
                    <a:pt x="139" y="94"/>
                  </a:cubicBezTo>
                  <a:cubicBezTo>
                    <a:pt x="137" y="95"/>
                    <a:pt x="135" y="96"/>
                    <a:pt x="134" y="98"/>
                  </a:cubicBezTo>
                  <a:cubicBezTo>
                    <a:pt x="125" y="103"/>
                    <a:pt x="119" y="113"/>
                    <a:pt x="119" y="118"/>
                  </a:cubicBezTo>
                  <a:cubicBezTo>
                    <a:pt x="118" y="121"/>
                    <a:pt x="118" y="124"/>
                    <a:pt x="118" y="127"/>
                  </a:cubicBezTo>
                  <a:cubicBezTo>
                    <a:pt x="115" y="132"/>
                    <a:pt x="113" y="140"/>
                    <a:pt x="112" y="144"/>
                  </a:cubicBezTo>
                  <a:cubicBezTo>
                    <a:pt x="111" y="152"/>
                    <a:pt x="111" y="155"/>
                    <a:pt x="111" y="160"/>
                  </a:cubicBezTo>
                  <a:cubicBezTo>
                    <a:pt x="111" y="163"/>
                    <a:pt x="109" y="164"/>
                    <a:pt x="108" y="165"/>
                  </a:cubicBezTo>
                  <a:cubicBezTo>
                    <a:pt x="105" y="174"/>
                    <a:pt x="100" y="181"/>
                    <a:pt x="100" y="189"/>
                  </a:cubicBezTo>
                  <a:cubicBezTo>
                    <a:pt x="99" y="189"/>
                    <a:pt x="99" y="189"/>
                    <a:pt x="99" y="189"/>
                  </a:cubicBezTo>
                  <a:cubicBezTo>
                    <a:pt x="98" y="195"/>
                    <a:pt x="93" y="208"/>
                    <a:pt x="88" y="208"/>
                  </a:cubicBezTo>
                  <a:cubicBezTo>
                    <a:pt x="88" y="210"/>
                    <a:pt x="83" y="208"/>
                    <a:pt x="85" y="211"/>
                  </a:cubicBezTo>
                  <a:cubicBezTo>
                    <a:pt x="82" y="210"/>
                    <a:pt x="85" y="209"/>
                    <a:pt x="82" y="208"/>
                  </a:cubicBezTo>
                  <a:cubicBezTo>
                    <a:pt x="83" y="209"/>
                    <a:pt x="84" y="208"/>
                    <a:pt x="85" y="208"/>
                  </a:cubicBezTo>
                  <a:cubicBezTo>
                    <a:pt x="78" y="200"/>
                    <a:pt x="79" y="178"/>
                    <a:pt x="79" y="161"/>
                  </a:cubicBezTo>
                  <a:cubicBezTo>
                    <a:pt x="81" y="156"/>
                    <a:pt x="80" y="144"/>
                    <a:pt x="81" y="133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2" y="131"/>
                    <a:pt x="82" y="131"/>
                    <a:pt x="83" y="131"/>
                  </a:cubicBezTo>
                  <a:cubicBezTo>
                    <a:pt x="83" y="131"/>
                    <a:pt x="83" y="130"/>
                    <a:pt x="83" y="130"/>
                  </a:cubicBezTo>
                  <a:cubicBezTo>
                    <a:pt x="83" y="129"/>
                    <a:pt x="83" y="129"/>
                    <a:pt x="83" y="129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2" y="128"/>
                    <a:pt x="82" y="128"/>
                    <a:pt x="81" y="12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82" y="128"/>
                    <a:pt x="82" y="128"/>
                    <a:pt x="83" y="128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2" y="127"/>
                    <a:pt x="81" y="127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62" y="125"/>
                    <a:pt x="75" y="126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66" y="126"/>
                    <a:pt x="63" y="126"/>
                    <a:pt x="69" y="126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7"/>
                    <a:pt x="70" y="127"/>
                    <a:pt x="69" y="127"/>
                  </a:cubicBezTo>
                  <a:cubicBezTo>
                    <a:pt x="69" y="129"/>
                    <a:pt x="69" y="131"/>
                    <a:pt x="71" y="129"/>
                  </a:cubicBezTo>
                  <a:cubicBezTo>
                    <a:pt x="71" y="129"/>
                    <a:pt x="71" y="129"/>
                    <a:pt x="71" y="130"/>
                  </a:cubicBezTo>
                  <a:cubicBezTo>
                    <a:pt x="71" y="130"/>
                    <a:pt x="71" y="130"/>
                    <a:pt x="71" y="130"/>
                  </a:cubicBezTo>
                  <a:cubicBezTo>
                    <a:pt x="70" y="132"/>
                    <a:pt x="70" y="134"/>
                    <a:pt x="70" y="136"/>
                  </a:cubicBezTo>
                  <a:cubicBezTo>
                    <a:pt x="70" y="138"/>
                    <a:pt x="70" y="139"/>
                    <a:pt x="70" y="140"/>
                  </a:cubicBezTo>
                  <a:cubicBezTo>
                    <a:pt x="70" y="140"/>
                    <a:pt x="70" y="140"/>
                    <a:pt x="70" y="140"/>
                  </a:cubicBezTo>
                  <a:cubicBezTo>
                    <a:pt x="69" y="144"/>
                    <a:pt x="69" y="147"/>
                    <a:pt x="68" y="151"/>
                  </a:cubicBezTo>
                  <a:cubicBezTo>
                    <a:pt x="68" y="151"/>
                    <a:pt x="67" y="151"/>
                    <a:pt x="67" y="152"/>
                  </a:cubicBezTo>
                  <a:cubicBezTo>
                    <a:pt x="67" y="153"/>
                    <a:pt x="67" y="155"/>
                    <a:pt x="67" y="156"/>
                  </a:cubicBezTo>
                  <a:cubicBezTo>
                    <a:pt x="67" y="160"/>
                    <a:pt x="66" y="164"/>
                    <a:pt x="64" y="168"/>
                  </a:cubicBezTo>
                  <a:cubicBezTo>
                    <a:pt x="64" y="168"/>
                    <a:pt x="64" y="169"/>
                    <a:pt x="64" y="169"/>
                  </a:cubicBezTo>
                  <a:cubicBezTo>
                    <a:pt x="63" y="164"/>
                    <a:pt x="64" y="157"/>
                    <a:pt x="65" y="155"/>
                  </a:cubicBezTo>
                  <a:cubicBezTo>
                    <a:pt x="63" y="149"/>
                    <a:pt x="64" y="160"/>
                    <a:pt x="62" y="159"/>
                  </a:cubicBezTo>
                  <a:cubicBezTo>
                    <a:pt x="62" y="163"/>
                    <a:pt x="62" y="166"/>
                    <a:pt x="63" y="171"/>
                  </a:cubicBezTo>
                  <a:cubicBezTo>
                    <a:pt x="62" y="174"/>
                    <a:pt x="63" y="175"/>
                    <a:pt x="61" y="179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58" y="183"/>
                    <a:pt x="58" y="185"/>
                    <a:pt x="58" y="188"/>
                  </a:cubicBezTo>
                  <a:cubicBezTo>
                    <a:pt x="54" y="190"/>
                    <a:pt x="55" y="191"/>
                    <a:pt x="51" y="193"/>
                  </a:cubicBezTo>
                  <a:cubicBezTo>
                    <a:pt x="54" y="190"/>
                    <a:pt x="55" y="186"/>
                    <a:pt x="55" y="183"/>
                  </a:cubicBezTo>
                  <a:cubicBezTo>
                    <a:pt x="51" y="187"/>
                    <a:pt x="48" y="194"/>
                    <a:pt x="43" y="194"/>
                  </a:cubicBezTo>
                  <a:cubicBezTo>
                    <a:pt x="38" y="196"/>
                    <a:pt x="35" y="199"/>
                    <a:pt x="35" y="201"/>
                  </a:cubicBezTo>
                  <a:cubicBezTo>
                    <a:pt x="36" y="200"/>
                    <a:pt x="31" y="201"/>
                    <a:pt x="34" y="199"/>
                  </a:cubicBezTo>
                  <a:cubicBezTo>
                    <a:pt x="32" y="200"/>
                    <a:pt x="30" y="201"/>
                    <a:pt x="29" y="201"/>
                  </a:cubicBezTo>
                  <a:cubicBezTo>
                    <a:pt x="29" y="201"/>
                    <a:pt x="29" y="201"/>
                    <a:pt x="29" y="201"/>
                  </a:cubicBezTo>
                  <a:cubicBezTo>
                    <a:pt x="28" y="201"/>
                    <a:pt x="28" y="200"/>
                    <a:pt x="28" y="199"/>
                  </a:cubicBezTo>
                  <a:cubicBezTo>
                    <a:pt x="26" y="197"/>
                    <a:pt x="23" y="193"/>
                    <a:pt x="19" y="196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6" y="196"/>
                    <a:pt x="12" y="198"/>
                    <a:pt x="9" y="198"/>
                  </a:cubicBezTo>
                  <a:cubicBezTo>
                    <a:pt x="9" y="200"/>
                    <a:pt x="8" y="202"/>
                    <a:pt x="10" y="203"/>
                  </a:cubicBezTo>
                  <a:cubicBezTo>
                    <a:pt x="9" y="204"/>
                    <a:pt x="7" y="201"/>
                    <a:pt x="8" y="203"/>
                  </a:cubicBezTo>
                  <a:cubicBezTo>
                    <a:pt x="7" y="201"/>
                    <a:pt x="7" y="201"/>
                    <a:pt x="7" y="201"/>
                  </a:cubicBezTo>
                  <a:cubicBezTo>
                    <a:pt x="1" y="206"/>
                    <a:pt x="3" y="212"/>
                    <a:pt x="3" y="217"/>
                  </a:cubicBezTo>
                  <a:cubicBezTo>
                    <a:pt x="0" y="218"/>
                    <a:pt x="3" y="221"/>
                    <a:pt x="2" y="224"/>
                  </a:cubicBezTo>
                  <a:cubicBezTo>
                    <a:pt x="3" y="226"/>
                    <a:pt x="2" y="229"/>
                    <a:pt x="5" y="229"/>
                  </a:cubicBezTo>
                  <a:cubicBezTo>
                    <a:pt x="4" y="230"/>
                    <a:pt x="4" y="230"/>
                    <a:pt x="4" y="230"/>
                  </a:cubicBezTo>
                  <a:cubicBezTo>
                    <a:pt x="4" y="232"/>
                    <a:pt x="4" y="235"/>
                    <a:pt x="5" y="237"/>
                  </a:cubicBezTo>
                  <a:cubicBezTo>
                    <a:pt x="5" y="239"/>
                    <a:pt x="7" y="238"/>
                    <a:pt x="8" y="239"/>
                  </a:cubicBezTo>
                  <a:cubicBezTo>
                    <a:pt x="7" y="240"/>
                    <a:pt x="7" y="240"/>
                    <a:pt x="7" y="240"/>
                  </a:cubicBezTo>
                  <a:cubicBezTo>
                    <a:pt x="8" y="241"/>
                    <a:pt x="10" y="240"/>
                    <a:pt x="12" y="240"/>
                  </a:cubicBezTo>
                  <a:cubicBezTo>
                    <a:pt x="12" y="241"/>
                    <a:pt x="12" y="241"/>
                    <a:pt x="12" y="242"/>
                  </a:cubicBezTo>
                  <a:cubicBezTo>
                    <a:pt x="11" y="242"/>
                    <a:pt x="9" y="242"/>
                    <a:pt x="7" y="242"/>
                  </a:cubicBezTo>
                  <a:cubicBezTo>
                    <a:pt x="8" y="244"/>
                    <a:pt x="11" y="244"/>
                    <a:pt x="10" y="246"/>
                  </a:cubicBezTo>
                  <a:cubicBezTo>
                    <a:pt x="11" y="247"/>
                    <a:pt x="12" y="248"/>
                    <a:pt x="14" y="247"/>
                  </a:cubicBezTo>
                  <a:cubicBezTo>
                    <a:pt x="13" y="247"/>
                    <a:pt x="14" y="248"/>
                    <a:pt x="13" y="248"/>
                  </a:cubicBezTo>
                  <a:cubicBezTo>
                    <a:pt x="13" y="249"/>
                    <a:pt x="14" y="249"/>
                    <a:pt x="15" y="249"/>
                  </a:cubicBezTo>
                  <a:cubicBezTo>
                    <a:pt x="15" y="249"/>
                    <a:pt x="15" y="249"/>
                    <a:pt x="15" y="249"/>
                  </a:cubicBezTo>
                  <a:cubicBezTo>
                    <a:pt x="16" y="248"/>
                    <a:pt x="17" y="249"/>
                    <a:pt x="18" y="247"/>
                  </a:cubicBezTo>
                  <a:cubicBezTo>
                    <a:pt x="17" y="247"/>
                    <a:pt x="17" y="247"/>
                    <a:pt x="17" y="246"/>
                  </a:cubicBezTo>
                  <a:cubicBezTo>
                    <a:pt x="18" y="246"/>
                    <a:pt x="19" y="246"/>
                    <a:pt x="19" y="248"/>
                  </a:cubicBezTo>
                  <a:cubicBezTo>
                    <a:pt x="18" y="249"/>
                    <a:pt x="16" y="249"/>
                    <a:pt x="17" y="250"/>
                  </a:cubicBezTo>
                  <a:cubicBezTo>
                    <a:pt x="18" y="250"/>
                    <a:pt x="20" y="249"/>
                    <a:pt x="21" y="248"/>
                  </a:cubicBezTo>
                  <a:cubicBezTo>
                    <a:pt x="20" y="249"/>
                    <a:pt x="19" y="248"/>
                    <a:pt x="20" y="246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20" y="246"/>
                    <a:pt x="20" y="246"/>
                    <a:pt x="20" y="246"/>
                  </a:cubicBezTo>
                  <a:cubicBezTo>
                    <a:pt x="18" y="245"/>
                    <a:pt x="19" y="243"/>
                    <a:pt x="17" y="243"/>
                  </a:cubicBezTo>
                  <a:cubicBezTo>
                    <a:pt x="16" y="245"/>
                    <a:pt x="16" y="245"/>
                    <a:pt x="16" y="245"/>
                  </a:cubicBezTo>
                  <a:cubicBezTo>
                    <a:pt x="15" y="244"/>
                    <a:pt x="13" y="244"/>
                    <a:pt x="13" y="243"/>
                  </a:cubicBezTo>
                  <a:cubicBezTo>
                    <a:pt x="14" y="243"/>
                    <a:pt x="15" y="242"/>
                    <a:pt x="15" y="241"/>
                  </a:cubicBezTo>
                  <a:cubicBezTo>
                    <a:pt x="15" y="241"/>
                    <a:pt x="14" y="241"/>
                    <a:pt x="15" y="241"/>
                  </a:cubicBezTo>
                  <a:cubicBezTo>
                    <a:pt x="17" y="240"/>
                    <a:pt x="17" y="240"/>
                    <a:pt x="17" y="240"/>
                  </a:cubicBezTo>
                  <a:cubicBezTo>
                    <a:pt x="14" y="242"/>
                    <a:pt x="15" y="238"/>
                    <a:pt x="14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15" y="236"/>
                    <a:pt x="13" y="239"/>
                    <a:pt x="13" y="238"/>
                  </a:cubicBezTo>
                  <a:cubicBezTo>
                    <a:pt x="13" y="237"/>
                    <a:pt x="15" y="237"/>
                    <a:pt x="16" y="235"/>
                  </a:cubicBezTo>
                  <a:cubicBezTo>
                    <a:pt x="15" y="234"/>
                    <a:pt x="12" y="233"/>
                    <a:pt x="14" y="230"/>
                  </a:cubicBezTo>
                  <a:cubicBezTo>
                    <a:pt x="13" y="229"/>
                    <a:pt x="12" y="228"/>
                    <a:pt x="11" y="227"/>
                  </a:cubicBezTo>
                  <a:cubicBezTo>
                    <a:pt x="10" y="226"/>
                    <a:pt x="13" y="227"/>
                    <a:pt x="12" y="226"/>
                  </a:cubicBezTo>
                  <a:cubicBezTo>
                    <a:pt x="13" y="226"/>
                    <a:pt x="14" y="225"/>
                    <a:pt x="15" y="225"/>
                  </a:cubicBezTo>
                  <a:cubicBezTo>
                    <a:pt x="14" y="225"/>
                    <a:pt x="15" y="223"/>
                    <a:pt x="12" y="224"/>
                  </a:cubicBezTo>
                  <a:cubicBezTo>
                    <a:pt x="13" y="222"/>
                    <a:pt x="13" y="221"/>
                    <a:pt x="13" y="219"/>
                  </a:cubicBezTo>
                  <a:cubicBezTo>
                    <a:pt x="13" y="219"/>
                    <a:pt x="14" y="219"/>
                    <a:pt x="15" y="219"/>
                  </a:cubicBezTo>
                  <a:cubicBezTo>
                    <a:pt x="14" y="218"/>
                    <a:pt x="12" y="217"/>
                    <a:pt x="13" y="216"/>
                  </a:cubicBezTo>
                  <a:cubicBezTo>
                    <a:pt x="12" y="215"/>
                    <a:pt x="12" y="216"/>
                    <a:pt x="10" y="215"/>
                  </a:cubicBezTo>
                  <a:cubicBezTo>
                    <a:pt x="10" y="215"/>
                    <a:pt x="9" y="215"/>
                    <a:pt x="9" y="214"/>
                  </a:cubicBezTo>
                  <a:cubicBezTo>
                    <a:pt x="11" y="214"/>
                    <a:pt x="14" y="215"/>
                    <a:pt x="14" y="214"/>
                  </a:cubicBezTo>
                  <a:cubicBezTo>
                    <a:pt x="17" y="215"/>
                    <a:pt x="13" y="216"/>
                    <a:pt x="16" y="216"/>
                  </a:cubicBezTo>
                  <a:cubicBezTo>
                    <a:pt x="18" y="216"/>
                    <a:pt x="18" y="218"/>
                    <a:pt x="17" y="219"/>
                  </a:cubicBezTo>
                  <a:cubicBezTo>
                    <a:pt x="19" y="220"/>
                    <a:pt x="17" y="218"/>
                    <a:pt x="19" y="218"/>
                  </a:cubicBezTo>
                  <a:cubicBezTo>
                    <a:pt x="19" y="217"/>
                    <a:pt x="18" y="217"/>
                    <a:pt x="18" y="216"/>
                  </a:cubicBezTo>
                  <a:cubicBezTo>
                    <a:pt x="18" y="216"/>
                    <a:pt x="17" y="216"/>
                    <a:pt x="17" y="216"/>
                  </a:cubicBezTo>
                  <a:cubicBezTo>
                    <a:pt x="17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5"/>
                    <a:pt x="17" y="215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6" y="216"/>
                    <a:pt x="16" y="215"/>
                    <a:pt x="16" y="215"/>
                  </a:cubicBezTo>
                  <a:cubicBezTo>
                    <a:pt x="14" y="214"/>
                    <a:pt x="17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4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8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20" y="212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8" y="213"/>
                  </a:cubicBezTo>
                  <a:cubicBezTo>
                    <a:pt x="19" y="213"/>
                    <a:pt x="19" y="213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9" y="213"/>
                    <a:pt x="19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3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9" y="216"/>
                    <a:pt x="18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6"/>
                    <a:pt x="19" y="216"/>
                  </a:cubicBezTo>
                  <a:cubicBezTo>
                    <a:pt x="19" y="216"/>
                    <a:pt x="19" y="216"/>
                    <a:pt x="19" y="215"/>
                  </a:cubicBezTo>
                  <a:cubicBezTo>
                    <a:pt x="19" y="216"/>
                    <a:pt x="19" y="216"/>
                    <a:pt x="19" y="216"/>
                  </a:cubicBezTo>
                  <a:cubicBezTo>
                    <a:pt x="19" y="215"/>
                    <a:pt x="20" y="217"/>
                    <a:pt x="20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20" y="215"/>
                    <a:pt x="18" y="215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3"/>
                  </a:cubicBezTo>
                  <a:cubicBezTo>
                    <a:pt x="19" y="213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20" y="214"/>
                    <a:pt x="20" y="214"/>
                  </a:cubicBezTo>
                  <a:cubicBezTo>
                    <a:pt x="20" y="214"/>
                    <a:pt x="19" y="214"/>
                    <a:pt x="20" y="215"/>
                  </a:cubicBezTo>
                  <a:cubicBezTo>
                    <a:pt x="22" y="215"/>
                    <a:pt x="22" y="215"/>
                    <a:pt x="22" y="215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7"/>
                    <a:pt x="20" y="217"/>
                    <a:pt x="20" y="217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20" y="218"/>
                    <a:pt x="23" y="217"/>
                    <a:pt x="22" y="218"/>
                  </a:cubicBezTo>
                  <a:cubicBezTo>
                    <a:pt x="21" y="218"/>
                    <a:pt x="20" y="219"/>
                    <a:pt x="20" y="219"/>
                  </a:cubicBezTo>
                  <a:cubicBezTo>
                    <a:pt x="22" y="218"/>
                    <a:pt x="23" y="219"/>
                    <a:pt x="25" y="218"/>
                  </a:cubicBezTo>
                  <a:cubicBezTo>
                    <a:pt x="24" y="219"/>
                    <a:pt x="21" y="219"/>
                    <a:pt x="20" y="220"/>
                  </a:cubicBezTo>
                  <a:cubicBezTo>
                    <a:pt x="22" y="220"/>
                    <a:pt x="19" y="222"/>
                    <a:pt x="22" y="221"/>
                  </a:cubicBezTo>
                  <a:cubicBezTo>
                    <a:pt x="22" y="220"/>
                    <a:pt x="23" y="221"/>
                    <a:pt x="25" y="220"/>
                  </a:cubicBezTo>
                  <a:cubicBezTo>
                    <a:pt x="25" y="222"/>
                    <a:pt x="23" y="221"/>
                    <a:pt x="23" y="222"/>
                  </a:cubicBezTo>
                  <a:cubicBezTo>
                    <a:pt x="23" y="222"/>
                    <a:pt x="25" y="222"/>
                    <a:pt x="26" y="221"/>
                  </a:cubicBezTo>
                  <a:cubicBezTo>
                    <a:pt x="26" y="222"/>
                    <a:pt x="28" y="222"/>
                    <a:pt x="27" y="223"/>
                  </a:cubicBezTo>
                  <a:cubicBezTo>
                    <a:pt x="25" y="224"/>
                    <a:pt x="26" y="222"/>
                    <a:pt x="25" y="223"/>
                  </a:cubicBezTo>
                  <a:cubicBezTo>
                    <a:pt x="25" y="224"/>
                    <a:pt x="29" y="222"/>
                    <a:pt x="30" y="224"/>
                  </a:cubicBezTo>
                  <a:cubicBezTo>
                    <a:pt x="31" y="223"/>
                    <a:pt x="34" y="223"/>
                    <a:pt x="35" y="224"/>
                  </a:cubicBezTo>
                  <a:cubicBezTo>
                    <a:pt x="35" y="226"/>
                    <a:pt x="34" y="223"/>
                    <a:pt x="32" y="224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30" y="227"/>
                    <a:pt x="27" y="224"/>
                    <a:pt x="25" y="225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3" y="227"/>
                  </a:cubicBezTo>
                  <a:cubicBezTo>
                    <a:pt x="25" y="226"/>
                    <a:pt x="24" y="228"/>
                    <a:pt x="25" y="228"/>
                  </a:cubicBezTo>
                  <a:cubicBezTo>
                    <a:pt x="26" y="228"/>
                    <a:pt x="24" y="228"/>
                    <a:pt x="25" y="228"/>
                  </a:cubicBezTo>
                  <a:cubicBezTo>
                    <a:pt x="26" y="228"/>
                    <a:pt x="29" y="228"/>
                    <a:pt x="28" y="230"/>
                  </a:cubicBezTo>
                  <a:cubicBezTo>
                    <a:pt x="27" y="229"/>
                    <a:pt x="26" y="230"/>
                    <a:pt x="25" y="230"/>
                  </a:cubicBezTo>
                  <a:cubicBezTo>
                    <a:pt x="24" y="231"/>
                    <a:pt x="27" y="230"/>
                    <a:pt x="26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3"/>
                    <a:pt x="26" y="241"/>
                    <a:pt x="32" y="242"/>
                  </a:cubicBezTo>
                  <a:cubicBezTo>
                    <a:pt x="31" y="243"/>
                    <a:pt x="31" y="245"/>
                    <a:pt x="30" y="247"/>
                  </a:cubicBezTo>
                  <a:cubicBezTo>
                    <a:pt x="31" y="246"/>
                    <a:pt x="32" y="246"/>
                    <a:pt x="33" y="247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0" y="250"/>
                    <a:pt x="33" y="251"/>
                    <a:pt x="34" y="251"/>
                  </a:cubicBezTo>
                  <a:cubicBezTo>
                    <a:pt x="33" y="252"/>
                    <a:pt x="33" y="252"/>
                    <a:pt x="33" y="252"/>
                  </a:cubicBezTo>
                  <a:cubicBezTo>
                    <a:pt x="32" y="254"/>
                    <a:pt x="34" y="253"/>
                    <a:pt x="35" y="253"/>
                  </a:cubicBezTo>
                  <a:cubicBezTo>
                    <a:pt x="34" y="254"/>
                    <a:pt x="34" y="254"/>
                    <a:pt x="34" y="254"/>
                  </a:cubicBezTo>
                  <a:cubicBezTo>
                    <a:pt x="35" y="254"/>
                    <a:pt x="35" y="254"/>
                    <a:pt x="35" y="254"/>
                  </a:cubicBezTo>
                  <a:cubicBezTo>
                    <a:pt x="36" y="255"/>
                    <a:pt x="36" y="256"/>
                    <a:pt x="34" y="257"/>
                  </a:cubicBezTo>
                  <a:cubicBezTo>
                    <a:pt x="35" y="257"/>
                    <a:pt x="35" y="257"/>
                    <a:pt x="36" y="256"/>
                  </a:cubicBezTo>
                  <a:cubicBezTo>
                    <a:pt x="35" y="258"/>
                    <a:pt x="36" y="261"/>
                    <a:pt x="38" y="262"/>
                  </a:cubicBezTo>
                  <a:cubicBezTo>
                    <a:pt x="38" y="261"/>
                    <a:pt x="39" y="261"/>
                    <a:pt x="40" y="260"/>
                  </a:cubicBezTo>
                  <a:cubicBezTo>
                    <a:pt x="42" y="259"/>
                    <a:pt x="40" y="260"/>
                    <a:pt x="41" y="260"/>
                  </a:cubicBezTo>
                  <a:cubicBezTo>
                    <a:pt x="41" y="261"/>
                    <a:pt x="40" y="262"/>
                    <a:pt x="39" y="262"/>
                  </a:cubicBezTo>
                  <a:cubicBezTo>
                    <a:pt x="38" y="265"/>
                    <a:pt x="42" y="267"/>
                    <a:pt x="44" y="270"/>
                  </a:cubicBezTo>
                  <a:cubicBezTo>
                    <a:pt x="44" y="270"/>
                    <a:pt x="44" y="270"/>
                    <a:pt x="45" y="270"/>
                  </a:cubicBezTo>
                  <a:cubicBezTo>
                    <a:pt x="44" y="273"/>
                    <a:pt x="48" y="273"/>
                    <a:pt x="48" y="276"/>
                  </a:cubicBezTo>
                  <a:cubicBezTo>
                    <a:pt x="49" y="275"/>
                    <a:pt x="51" y="273"/>
                    <a:pt x="52" y="274"/>
                  </a:cubicBezTo>
                  <a:cubicBezTo>
                    <a:pt x="54" y="274"/>
                    <a:pt x="50" y="276"/>
                    <a:pt x="50" y="279"/>
                  </a:cubicBezTo>
                  <a:cubicBezTo>
                    <a:pt x="51" y="278"/>
                    <a:pt x="52" y="279"/>
                    <a:pt x="53" y="279"/>
                  </a:cubicBezTo>
                  <a:cubicBezTo>
                    <a:pt x="52" y="280"/>
                    <a:pt x="52" y="280"/>
                    <a:pt x="52" y="280"/>
                  </a:cubicBezTo>
                  <a:cubicBezTo>
                    <a:pt x="54" y="279"/>
                    <a:pt x="55" y="280"/>
                    <a:pt x="55" y="281"/>
                  </a:cubicBezTo>
                  <a:cubicBezTo>
                    <a:pt x="55" y="281"/>
                    <a:pt x="55" y="281"/>
                    <a:pt x="55" y="281"/>
                  </a:cubicBezTo>
                  <a:cubicBezTo>
                    <a:pt x="55" y="282"/>
                    <a:pt x="55" y="283"/>
                    <a:pt x="56" y="284"/>
                  </a:cubicBezTo>
                  <a:cubicBezTo>
                    <a:pt x="57" y="282"/>
                    <a:pt x="58" y="284"/>
                    <a:pt x="59" y="28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0" y="283"/>
                    <a:pt x="60" y="283"/>
                    <a:pt x="60" y="283"/>
                  </a:cubicBezTo>
                  <a:cubicBezTo>
                    <a:pt x="61" y="285"/>
                    <a:pt x="61" y="285"/>
                    <a:pt x="61" y="285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60" y="287"/>
                    <a:pt x="60" y="285"/>
                    <a:pt x="62" y="284"/>
                  </a:cubicBezTo>
                  <a:cubicBezTo>
                    <a:pt x="63" y="284"/>
                    <a:pt x="62" y="285"/>
                    <a:pt x="62" y="286"/>
                  </a:cubicBezTo>
                  <a:cubicBezTo>
                    <a:pt x="62" y="287"/>
                    <a:pt x="62" y="285"/>
                    <a:pt x="61" y="285"/>
                  </a:cubicBezTo>
                  <a:cubicBezTo>
                    <a:pt x="60" y="286"/>
                    <a:pt x="62" y="286"/>
                    <a:pt x="61" y="287"/>
                  </a:cubicBezTo>
                  <a:cubicBezTo>
                    <a:pt x="62" y="287"/>
                    <a:pt x="63" y="286"/>
                    <a:pt x="63" y="286"/>
                  </a:cubicBezTo>
                  <a:cubicBezTo>
                    <a:pt x="64" y="287"/>
                    <a:pt x="65" y="287"/>
                    <a:pt x="65" y="289"/>
                  </a:cubicBezTo>
                  <a:cubicBezTo>
                    <a:pt x="65" y="288"/>
                    <a:pt x="66" y="289"/>
                    <a:pt x="67" y="288"/>
                  </a:cubicBezTo>
                  <a:cubicBezTo>
                    <a:pt x="66" y="288"/>
                    <a:pt x="66" y="287"/>
                    <a:pt x="66" y="286"/>
                  </a:cubicBezTo>
                  <a:cubicBezTo>
                    <a:pt x="67" y="286"/>
                    <a:pt x="68" y="286"/>
                    <a:pt x="68" y="287"/>
                  </a:cubicBezTo>
                  <a:cubicBezTo>
                    <a:pt x="67" y="287"/>
                    <a:pt x="67" y="287"/>
                    <a:pt x="67" y="287"/>
                  </a:cubicBezTo>
                  <a:cubicBezTo>
                    <a:pt x="68" y="287"/>
                    <a:pt x="69" y="288"/>
                    <a:pt x="69" y="286"/>
                  </a:cubicBezTo>
                  <a:cubicBezTo>
                    <a:pt x="69" y="289"/>
                    <a:pt x="69" y="289"/>
                    <a:pt x="69" y="289"/>
                  </a:cubicBezTo>
                  <a:cubicBezTo>
                    <a:pt x="70" y="288"/>
                    <a:pt x="71" y="288"/>
                    <a:pt x="72" y="288"/>
                  </a:cubicBezTo>
                  <a:cubicBezTo>
                    <a:pt x="71" y="290"/>
                    <a:pt x="69" y="291"/>
                    <a:pt x="71" y="292"/>
                  </a:cubicBezTo>
                  <a:cubicBezTo>
                    <a:pt x="73" y="291"/>
                    <a:pt x="73" y="291"/>
                    <a:pt x="73" y="291"/>
                  </a:cubicBezTo>
                  <a:cubicBezTo>
                    <a:pt x="74" y="291"/>
                    <a:pt x="74" y="292"/>
                    <a:pt x="74" y="293"/>
                  </a:cubicBezTo>
                  <a:cubicBezTo>
                    <a:pt x="76" y="294"/>
                    <a:pt x="77" y="289"/>
                    <a:pt x="79" y="291"/>
                  </a:cubicBezTo>
                  <a:cubicBezTo>
                    <a:pt x="78" y="293"/>
                    <a:pt x="78" y="293"/>
                    <a:pt x="79" y="294"/>
                  </a:cubicBezTo>
                  <a:cubicBezTo>
                    <a:pt x="79" y="293"/>
                    <a:pt x="79" y="293"/>
                    <a:pt x="80" y="293"/>
                  </a:cubicBezTo>
                  <a:cubicBezTo>
                    <a:pt x="80" y="292"/>
                    <a:pt x="79" y="294"/>
                    <a:pt x="79" y="293"/>
                  </a:cubicBezTo>
                  <a:cubicBezTo>
                    <a:pt x="79" y="291"/>
                    <a:pt x="80" y="292"/>
                    <a:pt x="80" y="292"/>
                  </a:cubicBezTo>
                  <a:cubicBezTo>
                    <a:pt x="81" y="296"/>
                    <a:pt x="86" y="294"/>
                    <a:pt x="88" y="296"/>
                  </a:cubicBezTo>
                  <a:cubicBezTo>
                    <a:pt x="88" y="294"/>
                    <a:pt x="90" y="295"/>
                    <a:pt x="90" y="295"/>
                  </a:cubicBezTo>
                  <a:cubicBezTo>
                    <a:pt x="90" y="297"/>
                    <a:pt x="92" y="294"/>
                    <a:pt x="93" y="296"/>
                  </a:cubicBezTo>
                  <a:cubicBezTo>
                    <a:pt x="92" y="293"/>
                    <a:pt x="92" y="293"/>
                    <a:pt x="92" y="293"/>
                  </a:cubicBezTo>
                  <a:cubicBezTo>
                    <a:pt x="94" y="295"/>
                    <a:pt x="95" y="290"/>
                    <a:pt x="96" y="293"/>
                  </a:cubicBezTo>
                  <a:cubicBezTo>
                    <a:pt x="97" y="293"/>
                    <a:pt x="96" y="294"/>
                    <a:pt x="95" y="295"/>
                  </a:cubicBezTo>
                  <a:cubicBezTo>
                    <a:pt x="96" y="298"/>
                    <a:pt x="99" y="293"/>
                    <a:pt x="100" y="296"/>
                  </a:cubicBezTo>
                  <a:cubicBezTo>
                    <a:pt x="100" y="295"/>
                    <a:pt x="99" y="293"/>
                    <a:pt x="101" y="292"/>
                  </a:cubicBezTo>
                  <a:cubicBezTo>
                    <a:pt x="101" y="294"/>
                    <a:pt x="103" y="295"/>
                    <a:pt x="103" y="295"/>
                  </a:cubicBezTo>
                  <a:cubicBezTo>
                    <a:pt x="104" y="295"/>
                    <a:pt x="104" y="294"/>
                    <a:pt x="105" y="295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5" y="297"/>
                    <a:pt x="106" y="296"/>
                    <a:pt x="107" y="295"/>
                  </a:cubicBezTo>
                  <a:cubicBezTo>
                    <a:pt x="108" y="297"/>
                    <a:pt x="110" y="296"/>
                    <a:pt x="111" y="297"/>
                  </a:cubicBezTo>
                  <a:cubicBezTo>
                    <a:pt x="112" y="295"/>
                    <a:pt x="113" y="299"/>
                    <a:pt x="113" y="295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14" y="296"/>
                    <a:pt x="115" y="294"/>
                    <a:pt x="115" y="294"/>
                  </a:cubicBezTo>
                  <a:cubicBezTo>
                    <a:pt x="115" y="296"/>
                    <a:pt x="115" y="296"/>
                    <a:pt x="115" y="296"/>
                  </a:cubicBezTo>
                  <a:cubicBezTo>
                    <a:pt x="114" y="298"/>
                    <a:pt x="117" y="296"/>
                    <a:pt x="117" y="298"/>
                  </a:cubicBezTo>
                  <a:cubicBezTo>
                    <a:pt x="116" y="296"/>
                    <a:pt x="117" y="298"/>
                    <a:pt x="11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20" y="296"/>
                    <a:pt x="119" y="295"/>
                    <a:pt x="120" y="295"/>
                  </a:cubicBezTo>
                  <a:cubicBezTo>
                    <a:pt x="121" y="295"/>
                    <a:pt x="120" y="297"/>
                    <a:pt x="120" y="297"/>
                  </a:cubicBezTo>
                  <a:cubicBezTo>
                    <a:pt x="120" y="298"/>
                    <a:pt x="121" y="298"/>
                    <a:pt x="122" y="297"/>
                  </a:cubicBezTo>
                  <a:cubicBezTo>
                    <a:pt x="122" y="298"/>
                    <a:pt x="122" y="298"/>
                    <a:pt x="123" y="298"/>
                  </a:cubicBezTo>
                  <a:cubicBezTo>
                    <a:pt x="123" y="298"/>
                    <a:pt x="123" y="298"/>
                    <a:pt x="123" y="298"/>
                  </a:cubicBezTo>
                  <a:cubicBezTo>
                    <a:pt x="123" y="298"/>
                    <a:pt x="124" y="298"/>
                    <a:pt x="124" y="299"/>
                  </a:cubicBezTo>
                  <a:cubicBezTo>
                    <a:pt x="123" y="300"/>
                    <a:pt x="123" y="300"/>
                    <a:pt x="123" y="300"/>
                  </a:cubicBezTo>
                  <a:cubicBezTo>
                    <a:pt x="124" y="300"/>
                    <a:pt x="125" y="299"/>
                    <a:pt x="125" y="298"/>
                  </a:cubicBezTo>
                  <a:cubicBezTo>
                    <a:pt x="127" y="300"/>
                    <a:pt x="131" y="300"/>
                    <a:pt x="132" y="300"/>
                  </a:cubicBezTo>
                  <a:cubicBezTo>
                    <a:pt x="131" y="299"/>
                    <a:pt x="131" y="301"/>
                    <a:pt x="131" y="300"/>
                  </a:cubicBezTo>
                  <a:cubicBezTo>
                    <a:pt x="132" y="300"/>
                    <a:pt x="133" y="299"/>
                    <a:pt x="133" y="300"/>
                  </a:cubicBezTo>
                  <a:cubicBezTo>
                    <a:pt x="134" y="300"/>
                    <a:pt x="133" y="301"/>
                    <a:pt x="134" y="302"/>
                  </a:cubicBezTo>
                  <a:cubicBezTo>
                    <a:pt x="133" y="302"/>
                    <a:pt x="135" y="300"/>
                    <a:pt x="134" y="300"/>
                  </a:cubicBezTo>
                  <a:cubicBezTo>
                    <a:pt x="134" y="303"/>
                    <a:pt x="138" y="301"/>
                    <a:pt x="139" y="304"/>
                  </a:cubicBezTo>
                  <a:cubicBezTo>
                    <a:pt x="139" y="303"/>
                    <a:pt x="138" y="304"/>
                    <a:pt x="137" y="305"/>
                  </a:cubicBezTo>
                  <a:cubicBezTo>
                    <a:pt x="139" y="305"/>
                    <a:pt x="141" y="305"/>
                    <a:pt x="143" y="304"/>
                  </a:cubicBezTo>
                  <a:cubicBezTo>
                    <a:pt x="142" y="305"/>
                    <a:pt x="142" y="305"/>
                    <a:pt x="141" y="305"/>
                  </a:cubicBezTo>
                  <a:cubicBezTo>
                    <a:pt x="142" y="306"/>
                    <a:pt x="143" y="307"/>
                    <a:pt x="144" y="306"/>
                  </a:cubicBezTo>
                  <a:cubicBezTo>
                    <a:pt x="145" y="305"/>
                    <a:pt x="144" y="307"/>
                    <a:pt x="144" y="306"/>
                  </a:cubicBezTo>
                  <a:cubicBezTo>
                    <a:pt x="144" y="305"/>
                    <a:pt x="146" y="305"/>
                    <a:pt x="146" y="306"/>
                  </a:cubicBezTo>
                  <a:cubicBezTo>
                    <a:pt x="146" y="306"/>
                    <a:pt x="146" y="306"/>
                    <a:pt x="146" y="306"/>
                  </a:cubicBezTo>
                  <a:cubicBezTo>
                    <a:pt x="147" y="307"/>
                    <a:pt x="147" y="306"/>
                    <a:pt x="148" y="307"/>
                  </a:cubicBezTo>
                  <a:cubicBezTo>
                    <a:pt x="148" y="308"/>
                    <a:pt x="147" y="307"/>
                    <a:pt x="147" y="308"/>
                  </a:cubicBezTo>
                  <a:cubicBezTo>
                    <a:pt x="145" y="310"/>
                    <a:pt x="147" y="311"/>
                    <a:pt x="147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48" y="312"/>
                    <a:pt x="148" y="312"/>
                  </a:cubicBezTo>
                  <a:cubicBezTo>
                    <a:pt x="154" y="312"/>
                    <a:pt x="154" y="312"/>
                    <a:pt x="154" y="312"/>
                  </a:cubicBezTo>
                  <a:cubicBezTo>
                    <a:pt x="153" y="312"/>
                    <a:pt x="152" y="314"/>
                    <a:pt x="151" y="314"/>
                  </a:cubicBezTo>
                  <a:cubicBezTo>
                    <a:pt x="152" y="315"/>
                    <a:pt x="155" y="315"/>
                    <a:pt x="157" y="315"/>
                  </a:cubicBezTo>
                  <a:cubicBezTo>
                    <a:pt x="157" y="316"/>
                    <a:pt x="158" y="317"/>
                    <a:pt x="159" y="318"/>
                  </a:cubicBezTo>
                  <a:cubicBezTo>
                    <a:pt x="158" y="319"/>
                    <a:pt x="159" y="317"/>
                    <a:pt x="158" y="318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6" y="318"/>
                    <a:pt x="154" y="320"/>
                    <a:pt x="153" y="320"/>
                  </a:cubicBezTo>
                  <a:cubicBezTo>
                    <a:pt x="155" y="320"/>
                    <a:pt x="154" y="323"/>
                    <a:pt x="154" y="325"/>
                  </a:cubicBezTo>
                  <a:cubicBezTo>
                    <a:pt x="157" y="323"/>
                    <a:pt x="156" y="326"/>
                    <a:pt x="159" y="325"/>
                  </a:cubicBezTo>
                  <a:cubicBezTo>
                    <a:pt x="160" y="327"/>
                    <a:pt x="157" y="327"/>
                    <a:pt x="156" y="328"/>
                  </a:cubicBezTo>
                  <a:cubicBezTo>
                    <a:pt x="158" y="329"/>
                    <a:pt x="158" y="331"/>
                    <a:pt x="158" y="333"/>
                  </a:cubicBezTo>
                  <a:cubicBezTo>
                    <a:pt x="158" y="333"/>
                    <a:pt x="158" y="333"/>
                    <a:pt x="158" y="333"/>
                  </a:cubicBezTo>
                  <a:cubicBezTo>
                    <a:pt x="159" y="334"/>
                    <a:pt x="158" y="337"/>
                    <a:pt x="161" y="338"/>
                  </a:cubicBezTo>
                  <a:cubicBezTo>
                    <a:pt x="160" y="338"/>
                    <a:pt x="160" y="338"/>
                    <a:pt x="159" y="338"/>
                  </a:cubicBezTo>
                  <a:cubicBezTo>
                    <a:pt x="159" y="340"/>
                    <a:pt x="163" y="338"/>
                    <a:pt x="162" y="340"/>
                  </a:cubicBezTo>
                  <a:cubicBezTo>
                    <a:pt x="160" y="339"/>
                    <a:pt x="160" y="339"/>
                    <a:pt x="160" y="339"/>
                  </a:cubicBezTo>
                  <a:cubicBezTo>
                    <a:pt x="162" y="340"/>
                    <a:pt x="160" y="342"/>
                    <a:pt x="162" y="343"/>
                  </a:cubicBezTo>
                  <a:cubicBezTo>
                    <a:pt x="161" y="343"/>
                    <a:pt x="161" y="343"/>
                    <a:pt x="160" y="343"/>
                  </a:cubicBezTo>
                  <a:cubicBezTo>
                    <a:pt x="161" y="344"/>
                    <a:pt x="161" y="345"/>
                    <a:pt x="163" y="346"/>
                  </a:cubicBezTo>
                  <a:cubicBezTo>
                    <a:pt x="162" y="347"/>
                    <a:pt x="161" y="346"/>
                    <a:pt x="160" y="346"/>
                  </a:cubicBezTo>
                  <a:cubicBezTo>
                    <a:pt x="160" y="347"/>
                    <a:pt x="163" y="347"/>
                    <a:pt x="162" y="348"/>
                  </a:cubicBezTo>
                  <a:cubicBezTo>
                    <a:pt x="162" y="349"/>
                    <a:pt x="161" y="349"/>
                    <a:pt x="161" y="349"/>
                  </a:cubicBezTo>
                  <a:cubicBezTo>
                    <a:pt x="162" y="350"/>
                    <a:pt x="162" y="351"/>
                    <a:pt x="163" y="352"/>
                  </a:cubicBezTo>
                  <a:cubicBezTo>
                    <a:pt x="162" y="352"/>
                    <a:pt x="162" y="353"/>
                    <a:pt x="161" y="353"/>
                  </a:cubicBezTo>
                  <a:cubicBezTo>
                    <a:pt x="161" y="360"/>
                    <a:pt x="162" y="366"/>
                    <a:pt x="164" y="372"/>
                  </a:cubicBezTo>
                  <a:cubicBezTo>
                    <a:pt x="161" y="374"/>
                    <a:pt x="162" y="371"/>
                    <a:pt x="161" y="372"/>
                  </a:cubicBezTo>
                  <a:cubicBezTo>
                    <a:pt x="163" y="372"/>
                    <a:pt x="161" y="373"/>
                    <a:pt x="162" y="375"/>
                  </a:cubicBezTo>
                  <a:cubicBezTo>
                    <a:pt x="162" y="375"/>
                    <a:pt x="162" y="375"/>
                    <a:pt x="162" y="375"/>
                  </a:cubicBezTo>
                  <a:cubicBezTo>
                    <a:pt x="162" y="376"/>
                    <a:pt x="161" y="376"/>
                    <a:pt x="162" y="377"/>
                  </a:cubicBezTo>
                  <a:cubicBezTo>
                    <a:pt x="162" y="377"/>
                    <a:pt x="162" y="377"/>
                    <a:pt x="162" y="377"/>
                  </a:cubicBezTo>
                  <a:cubicBezTo>
                    <a:pt x="164" y="378"/>
                    <a:pt x="159" y="379"/>
                    <a:pt x="162" y="379"/>
                  </a:cubicBezTo>
                  <a:cubicBezTo>
                    <a:pt x="161" y="380"/>
                    <a:pt x="161" y="380"/>
                    <a:pt x="161" y="380"/>
                  </a:cubicBezTo>
                  <a:cubicBezTo>
                    <a:pt x="163" y="381"/>
                    <a:pt x="160" y="382"/>
                    <a:pt x="162" y="383"/>
                  </a:cubicBezTo>
                  <a:cubicBezTo>
                    <a:pt x="162" y="383"/>
                    <a:pt x="162" y="383"/>
                    <a:pt x="162" y="383"/>
                  </a:cubicBezTo>
                  <a:cubicBezTo>
                    <a:pt x="161" y="384"/>
                    <a:pt x="165" y="386"/>
                    <a:pt x="163" y="386"/>
                  </a:cubicBezTo>
                  <a:cubicBezTo>
                    <a:pt x="163" y="388"/>
                    <a:pt x="164" y="389"/>
                    <a:pt x="166" y="389"/>
                  </a:cubicBezTo>
                  <a:cubicBezTo>
                    <a:pt x="165" y="390"/>
                    <a:pt x="164" y="389"/>
                    <a:pt x="163" y="389"/>
                  </a:cubicBezTo>
                  <a:cubicBezTo>
                    <a:pt x="164" y="394"/>
                    <a:pt x="164" y="400"/>
                    <a:pt x="167" y="404"/>
                  </a:cubicBezTo>
                  <a:cubicBezTo>
                    <a:pt x="166" y="404"/>
                    <a:pt x="166" y="404"/>
                    <a:pt x="165" y="404"/>
                  </a:cubicBezTo>
                  <a:cubicBezTo>
                    <a:pt x="168" y="406"/>
                    <a:pt x="163" y="409"/>
                    <a:pt x="168" y="411"/>
                  </a:cubicBezTo>
                  <a:cubicBezTo>
                    <a:pt x="170" y="412"/>
                    <a:pt x="170" y="412"/>
                    <a:pt x="170" y="412"/>
                  </a:cubicBezTo>
                  <a:cubicBezTo>
                    <a:pt x="169" y="412"/>
                    <a:pt x="168" y="412"/>
                    <a:pt x="167" y="413"/>
                  </a:cubicBezTo>
                  <a:cubicBezTo>
                    <a:pt x="168" y="413"/>
                    <a:pt x="167" y="415"/>
                    <a:pt x="169" y="416"/>
                  </a:cubicBezTo>
                  <a:cubicBezTo>
                    <a:pt x="168" y="416"/>
                    <a:pt x="168" y="416"/>
                    <a:pt x="168" y="416"/>
                  </a:cubicBezTo>
                  <a:cubicBezTo>
                    <a:pt x="167" y="417"/>
                    <a:pt x="170" y="418"/>
                    <a:pt x="169" y="419"/>
                  </a:cubicBezTo>
                  <a:cubicBezTo>
                    <a:pt x="169" y="419"/>
                    <a:pt x="169" y="419"/>
                    <a:pt x="169" y="419"/>
                  </a:cubicBezTo>
                  <a:cubicBezTo>
                    <a:pt x="166" y="425"/>
                    <a:pt x="163" y="434"/>
                    <a:pt x="168" y="438"/>
                  </a:cubicBezTo>
                  <a:cubicBezTo>
                    <a:pt x="169" y="440"/>
                    <a:pt x="166" y="439"/>
                    <a:pt x="166" y="440"/>
                  </a:cubicBezTo>
                  <a:cubicBezTo>
                    <a:pt x="170" y="444"/>
                    <a:pt x="167" y="452"/>
                    <a:pt x="173" y="453"/>
                  </a:cubicBezTo>
                  <a:cubicBezTo>
                    <a:pt x="173" y="454"/>
                    <a:pt x="173" y="454"/>
                    <a:pt x="173" y="455"/>
                  </a:cubicBezTo>
                  <a:cubicBezTo>
                    <a:pt x="173" y="455"/>
                    <a:pt x="173" y="456"/>
                    <a:pt x="174" y="456"/>
                  </a:cubicBezTo>
                  <a:cubicBezTo>
                    <a:pt x="171" y="457"/>
                    <a:pt x="174" y="460"/>
                    <a:pt x="172" y="462"/>
                  </a:cubicBezTo>
                  <a:cubicBezTo>
                    <a:pt x="175" y="462"/>
                    <a:pt x="174" y="463"/>
                    <a:pt x="174" y="464"/>
                  </a:cubicBezTo>
                  <a:cubicBezTo>
                    <a:pt x="174" y="464"/>
                    <a:pt x="173" y="464"/>
                    <a:pt x="173" y="464"/>
                  </a:cubicBezTo>
                  <a:cubicBezTo>
                    <a:pt x="173" y="466"/>
                    <a:pt x="173" y="466"/>
                    <a:pt x="172" y="468"/>
                  </a:cubicBezTo>
                  <a:cubicBezTo>
                    <a:pt x="172" y="469"/>
                    <a:pt x="174" y="469"/>
                    <a:pt x="173" y="470"/>
                  </a:cubicBezTo>
                  <a:cubicBezTo>
                    <a:pt x="171" y="471"/>
                    <a:pt x="173" y="472"/>
                    <a:pt x="172" y="473"/>
                  </a:cubicBezTo>
                  <a:cubicBezTo>
                    <a:pt x="174" y="473"/>
                    <a:pt x="175" y="474"/>
                    <a:pt x="175" y="475"/>
                  </a:cubicBezTo>
                  <a:cubicBezTo>
                    <a:pt x="172" y="475"/>
                    <a:pt x="172" y="475"/>
                    <a:pt x="172" y="475"/>
                  </a:cubicBezTo>
                  <a:cubicBezTo>
                    <a:pt x="174" y="477"/>
                    <a:pt x="170" y="481"/>
                    <a:pt x="174" y="485"/>
                  </a:cubicBezTo>
                  <a:cubicBezTo>
                    <a:pt x="172" y="485"/>
                    <a:pt x="172" y="485"/>
                    <a:pt x="172" y="485"/>
                  </a:cubicBezTo>
                  <a:cubicBezTo>
                    <a:pt x="174" y="488"/>
                    <a:pt x="173" y="491"/>
                    <a:pt x="176" y="494"/>
                  </a:cubicBezTo>
                  <a:cubicBezTo>
                    <a:pt x="175" y="495"/>
                    <a:pt x="175" y="496"/>
                    <a:pt x="175" y="497"/>
                  </a:cubicBezTo>
                  <a:cubicBezTo>
                    <a:pt x="176" y="498"/>
                    <a:pt x="176" y="499"/>
                    <a:pt x="178" y="499"/>
                  </a:cubicBezTo>
                  <a:cubicBezTo>
                    <a:pt x="178" y="500"/>
                    <a:pt x="177" y="500"/>
                    <a:pt x="177" y="500"/>
                  </a:cubicBezTo>
                  <a:cubicBezTo>
                    <a:pt x="176" y="501"/>
                    <a:pt x="174" y="504"/>
                    <a:pt x="177" y="504"/>
                  </a:cubicBezTo>
                  <a:cubicBezTo>
                    <a:pt x="175" y="505"/>
                    <a:pt x="175" y="505"/>
                    <a:pt x="175" y="505"/>
                  </a:cubicBezTo>
                  <a:cubicBezTo>
                    <a:pt x="177" y="506"/>
                    <a:pt x="179" y="507"/>
                    <a:pt x="177" y="508"/>
                  </a:cubicBezTo>
                  <a:cubicBezTo>
                    <a:pt x="178" y="509"/>
                    <a:pt x="179" y="510"/>
                    <a:pt x="181" y="509"/>
                  </a:cubicBezTo>
                  <a:cubicBezTo>
                    <a:pt x="181" y="510"/>
                    <a:pt x="178" y="510"/>
                    <a:pt x="180" y="510"/>
                  </a:cubicBezTo>
                  <a:cubicBezTo>
                    <a:pt x="178" y="510"/>
                    <a:pt x="178" y="510"/>
                    <a:pt x="178" y="510"/>
                  </a:cubicBezTo>
                  <a:cubicBezTo>
                    <a:pt x="177" y="513"/>
                    <a:pt x="179" y="515"/>
                    <a:pt x="180" y="518"/>
                  </a:cubicBezTo>
                  <a:cubicBezTo>
                    <a:pt x="178" y="519"/>
                    <a:pt x="181" y="520"/>
                    <a:pt x="179" y="522"/>
                  </a:cubicBezTo>
                  <a:cubicBezTo>
                    <a:pt x="181" y="523"/>
                    <a:pt x="179" y="525"/>
                    <a:pt x="182" y="525"/>
                  </a:cubicBezTo>
                  <a:cubicBezTo>
                    <a:pt x="181" y="525"/>
                    <a:pt x="181" y="525"/>
                    <a:pt x="181" y="525"/>
                  </a:cubicBezTo>
                  <a:cubicBezTo>
                    <a:pt x="181" y="526"/>
                    <a:pt x="181" y="528"/>
                    <a:pt x="180" y="530"/>
                  </a:cubicBezTo>
                  <a:cubicBezTo>
                    <a:pt x="180" y="531"/>
                    <a:pt x="182" y="530"/>
                    <a:pt x="183" y="531"/>
                  </a:cubicBezTo>
                  <a:cubicBezTo>
                    <a:pt x="182" y="531"/>
                    <a:pt x="182" y="531"/>
                    <a:pt x="182" y="531"/>
                  </a:cubicBezTo>
                  <a:cubicBezTo>
                    <a:pt x="183" y="532"/>
                    <a:pt x="185" y="532"/>
                    <a:pt x="186" y="532"/>
                  </a:cubicBezTo>
                  <a:cubicBezTo>
                    <a:pt x="185" y="533"/>
                    <a:pt x="186" y="533"/>
                    <a:pt x="185" y="533"/>
                  </a:cubicBezTo>
                  <a:cubicBezTo>
                    <a:pt x="185" y="533"/>
                    <a:pt x="183" y="533"/>
                    <a:pt x="181" y="532"/>
                  </a:cubicBezTo>
                  <a:cubicBezTo>
                    <a:pt x="181" y="534"/>
                    <a:pt x="184" y="534"/>
                    <a:pt x="182" y="535"/>
                  </a:cubicBezTo>
                  <a:cubicBezTo>
                    <a:pt x="182" y="536"/>
                    <a:pt x="182" y="536"/>
                    <a:pt x="184" y="536"/>
                  </a:cubicBezTo>
                  <a:cubicBezTo>
                    <a:pt x="184" y="536"/>
                    <a:pt x="183" y="537"/>
                    <a:pt x="182" y="537"/>
                  </a:cubicBezTo>
                  <a:cubicBezTo>
                    <a:pt x="183" y="537"/>
                    <a:pt x="183" y="538"/>
                    <a:pt x="184" y="538"/>
                  </a:cubicBezTo>
                  <a:cubicBezTo>
                    <a:pt x="184" y="538"/>
                    <a:pt x="184" y="537"/>
                    <a:pt x="184" y="537"/>
                  </a:cubicBezTo>
                  <a:cubicBezTo>
                    <a:pt x="185" y="537"/>
                    <a:pt x="185" y="538"/>
                    <a:pt x="187" y="538"/>
                  </a:cubicBezTo>
                  <a:cubicBezTo>
                    <a:pt x="187" y="537"/>
                    <a:pt x="186" y="537"/>
                    <a:pt x="186" y="537"/>
                  </a:cubicBezTo>
                  <a:cubicBezTo>
                    <a:pt x="188" y="537"/>
                    <a:pt x="188" y="538"/>
                    <a:pt x="187" y="538"/>
                  </a:cubicBezTo>
                  <a:cubicBezTo>
                    <a:pt x="186" y="539"/>
                    <a:pt x="185" y="538"/>
                    <a:pt x="184" y="539"/>
                  </a:cubicBezTo>
                  <a:cubicBezTo>
                    <a:pt x="188" y="540"/>
                    <a:pt x="188" y="540"/>
                    <a:pt x="188" y="540"/>
                  </a:cubicBezTo>
                  <a:cubicBezTo>
                    <a:pt x="186" y="540"/>
                    <a:pt x="187" y="539"/>
                    <a:pt x="189" y="539"/>
                  </a:cubicBezTo>
                  <a:cubicBezTo>
                    <a:pt x="188" y="538"/>
                    <a:pt x="188" y="538"/>
                    <a:pt x="188" y="538"/>
                  </a:cubicBezTo>
                  <a:cubicBezTo>
                    <a:pt x="189" y="538"/>
                    <a:pt x="189" y="538"/>
                    <a:pt x="189" y="538"/>
                  </a:cubicBezTo>
                  <a:cubicBezTo>
                    <a:pt x="189" y="537"/>
                    <a:pt x="190" y="536"/>
                    <a:pt x="189" y="535"/>
                  </a:cubicBezTo>
                  <a:cubicBezTo>
                    <a:pt x="187" y="536"/>
                    <a:pt x="187" y="536"/>
                    <a:pt x="187" y="536"/>
                  </a:cubicBezTo>
                  <a:cubicBezTo>
                    <a:pt x="187" y="535"/>
                    <a:pt x="185" y="535"/>
                    <a:pt x="187" y="534"/>
                  </a:cubicBezTo>
                  <a:cubicBezTo>
                    <a:pt x="187" y="534"/>
                    <a:pt x="188" y="534"/>
                    <a:pt x="189" y="534"/>
                  </a:cubicBezTo>
                  <a:cubicBezTo>
                    <a:pt x="189" y="534"/>
                    <a:pt x="188" y="533"/>
                    <a:pt x="188" y="533"/>
                  </a:cubicBezTo>
                  <a:cubicBezTo>
                    <a:pt x="191" y="533"/>
                    <a:pt x="191" y="533"/>
                    <a:pt x="191" y="533"/>
                  </a:cubicBezTo>
                  <a:cubicBezTo>
                    <a:pt x="187" y="533"/>
                    <a:pt x="189" y="532"/>
                    <a:pt x="189" y="531"/>
                  </a:cubicBezTo>
                  <a:cubicBezTo>
                    <a:pt x="189" y="531"/>
                    <a:pt x="189" y="531"/>
                    <a:pt x="189" y="531"/>
                  </a:cubicBezTo>
                  <a:cubicBezTo>
                    <a:pt x="190" y="530"/>
                    <a:pt x="188" y="532"/>
                    <a:pt x="188" y="531"/>
                  </a:cubicBezTo>
                  <a:cubicBezTo>
                    <a:pt x="188" y="530"/>
                    <a:pt x="191" y="530"/>
                    <a:pt x="192" y="530"/>
                  </a:cubicBezTo>
                  <a:cubicBezTo>
                    <a:pt x="191" y="529"/>
                    <a:pt x="189" y="527"/>
                    <a:pt x="191" y="526"/>
                  </a:cubicBezTo>
                  <a:cubicBezTo>
                    <a:pt x="190" y="525"/>
                    <a:pt x="189" y="524"/>
                    <a:pt x="188" y="524"/>
                  </a:cubicBezTo>
                  <a:cubicBezTo>
                    <a:pt x="188" y="523"/>
                    <a:pt x="191" y="523"/>
                    <a:pt x="190" y="523"/>
                  </a:cubicBezTo>
                  <a:cubicBezTo>
                    <a:pt x="190" y="523"/>
                    <a:pt x="191" y="522"/>
                    <a:pt x="192" y="522"/>
                  </a:cubicBezTo>
                  <a:cubicBezTo>
                    <a:pt x="191" y="522"/>
                    <a:pt x="192" y="521"/>
                    <a:pt x="190" y="522"/>
                  </a:cubicBezTo>
                  <a:cubicBezTo>
                    <a:pt x="190" y="520"/>
                    <a:pt x="191" y="519"/>
                    <a:pt x="190" y="518"/>
                  </a:cubicBezTo>
                  <a:cubicBezTo>
                    <a:pt x="190" y="518"/>
                    <a:pt x="192" y="518"/>
                    <a:pt x="193" y="518"/>
                  </a:cubicBezTo>
                  <a:cubicBezTo>
                    <a:pt x="191" y="517"/>
                    <a:pt x="190" y="516"/>
                    <a:pt x="190" y="515"/>
                  </a:cubicBezTo>
                  <a:cubicBezTo>
                    <a:pt x="189" y="515"/>
                    <a:pt x="189" y="516"/>
                    <a:pt x="187" y="516"/>
                  </a:cubicBezTo>
                  <a:cubicBezTo>
                    <a:pt x="187" y="516"/>
                    <a:pt x="186" y="516"/>
                    <a:pt x="186" y="515"/>
                  </a:cubicBezTo>
                  <a:cubicBezTo>
                    <a:pt x="188" y="515"/>
                    <a:pt x="191" y="515"/>
                    <a:pt x="191" y="514"/>
                  </a:cubicBezTo>
                  <a:cubicBezTo>
                    <a:pt x="193" y="514"/>
                    <a:pt x="190" y="515"/>
                    <a:pt x="193" y="515"/>
                  </a:cubicBezTo>
                  <a:cubicBezTo>
                    <a:pt x="195" y="515"/>
                    <a:pt x="196" y="517"/>
                    <a:pt x="194" y="517"/>
                  </a:cubicBezTo>
                  <a:cubicBezTo>
                    <a:pt x="197" y="518"/>
                    <a:pt x="195" y="516"/>
                    <a:pt x="197" y="516"/>
                  </a:cubicBezTo>
                  <a:cubicBezTo>
                    <a:pt x="197" y="516"/>
                    <a:pt x="195" y="515"/>
                    <a:pt x="195" y="514"/>
                  </a:cubicBezTo>
                  <a:cubicBezTo>
                    <a:pt x="194" y="514"/>
                    <a:pt x="194" y="515"/>
                    <a:pt x="193" y="514"/>
                  </a:cubicBezTo>
                  <a:cubicBezTo>
                    <a:pt x="190" y="514"/>
                    <a:pt x="194" y="513"/>
                    <a:pt x="194" y="513"/>
                  </a:cubicBezTo>
                  <a:cubicBezTo>
                    <a:pt x="195" y="513"/>
                    <a:pt x="195" y="513"/>
                    <a:pt x="195" y="513"/>
                  </a:cubicBezTo>
                  <a:cubicBezTo>
                    <a:pt x="196" y="512"/>
                    <a:pt x="194" y="512"/>
                    <a:pt x="194" y="511"/>
                  </a:cubicBezTo>
                  <a:cubicBezTo>
                    <a:pt x="197" y="511"/>
                    <a:pt x="195" y="513"/>
                    <a:pt x="197" y="513"/>
                  </a:cubicBezTo>
                  <a:cubicBezTo>
                    <a:pt x="199" y="512"/>
                    <a:pt x="199" y="512"/>
                    <a:pt x="199" y="512"/>
                  </a:cubicBezTo>
                  <a:cubicBezTo>
                    <a:pt x="199" y="511"/>
                    <a:pt x="196" y="512"/>
                    <a:pt x="197" y="511"/>
                  </a:cubicBezTo>
                  <a:cubicBezTo>
                    <a:pt x="198" y="511"/>
                    <a:pt x="198" y="511"/>
                    <a:pt x="198" y="511"/>
                  </a:cubicBezTo>
                  <a:cubicBezTo>
                    <a:pt x="197" y="510"/>
                    <a:pt x="197" y="510"/>
                    <a:pt x="197" y="510"/>
                  </a:cubicBezTo>
                  <a:cubicBezTo>
                    <a:pt x="196" y="510"/>
                    <a:pt x="194" y="510"/>
                    <a:pt x="195" y="511"/>
                  </a:cubicBezTo>
                  <a:cubicBezTo>
                    <a:pt x="191" y="511"/>
                    <a:pt x="194" y="511"/>
                    <a:pt x="193" y="510"/>
                  </a:cubicBezTo>
                  <a:cubicBezTo>
                    <a:pt x="192" y="509"/>
                    <a:pt x="194" y="510"/>
                    <a:pt x="192" y="510"/>
                  </a:cubicBezTo>
                  <a:cubicBezTo>
                    <a:pt x="190" y="510"/>
                    <a:pt x="190" y="510"/>
                    <a:pt x="190" y="509"/>
                  </a:cubicBezTo>
                  <a:cubicBezTo>
                    <a:pt x="190" y="508"/>
                    <a:pt x="192" y="509"/>
                    <a:pt x="193" y="508"/>
                  </a:cubicBezTo>
                  <a:cubicBezTo>
                    <a:pt x="193" y="508"/>
                    <a:pt x="193" y="509"/>
                    <a:pt x="192" y="509"/>
                  </a:cubicBezTo>
                  <a:cubicBezTo>
                    <a:pt x="194" y="510"/>
                    <a:pt x="196" y="508"/>
                    <a:pt x="197" y="509"/>
                  </a:cubicBezTo>
                  <a:cubicBezTo>
                    <a:pt x="198" y="508"/>
                    <a:pt x="196" y="508"/>
                    <a:pt x="196" y="508"/>
                  </a:cubicBezTo>
                  <a:cubicBezTo>
                    <a:pt x="195" y="508"/>
                    <a:pt x="194" y="508"/>
                    <a:pt x="193" y="508"/>
                  </a:cubicBezTo>
                  <a:cubicBezTo>
                    <a:pt x="188" y="507"/>
                    <a:pt x="197" y="507"/>
                    <a:pt x="196" y="506"/>
                  </a:cubicBezTo>
                  <a:cubicBezTo>
                    <a:pt x="193" y="506"/>
                    <a:pt x="191" y="504"/>
                    <a:pt x="188" y="506"/>
                  </a:cubicBezTo>
                  <a:cubicBezTo>
                    <a:pt x="187" y="505"/>
                    <a:pt x="187" y="505"/>
                    <a:pt x="187" y="505"/>
                  </a:cubicBezTo>
                  <a:cubicBezTo>
                    <a:pt x="189" y="505"/>
                    <a:pt x="189" y="504"/>
                    <a:pt x="191" y="504"/>
                  </a:cubicBezTo>
                  <a:cubicBezTo>
                    <a:pt x="191" y="504"/>
                    <a:pt x="191" y="504"/>
                    <a:pt x="191" y="504"/>
                  </a:cubicBezTo>
                  <a:cubicBezTo>
                    <a:pt x="193" y="504"/>
                    <a:pt x="193" y="504"/>
                    <a:pt x="193" y="504"/>
                  </a:cubicBezTo>
                  <a:cubicBezTo>
                    <a:pt x="195" y="504"/>
                    <a:pt x="196" y="503"/>
                    <a:pt x="197" y="503"/>
                  </a:cubicBezTo>
                  <a:cubicBezTo>
                    <a:pt x="196" y="502"/>
                    <a:pt x="195" y="503"/>
                    <a:pt x="194" y="502"/>
                  </a:cubicBezTo>
                  <a:cubicBezTo>
                    <a:pt x="195" y="502"/>
                    <a:pt x="195" y="502"/>
                    <a:pt x="196" y="502"/>
                  </a:cubicBezTo>
                  <a:cubicBezTo>
                    <a:pt x="195" y="502"/>
                    <a:pt x="193" y="503"/>
                    <a:pt x="193" y="502"/>
                  </a:cubicBezTo>
                  <a:cubicBezTo>
                    <a:pt x="193" y="501"/>
                    <a:pt x="195" y="500"/>
                    <a:pt x="195" y="501"/>
                  </a:cubicBezTo>
                  <a:cubicBezTo>
                    <a:pt x="197" y="501"/>
                    <a:pt x="197" y="501"/>
                    <a:pt x="197" y="501"/>
                  </a:cubicBezTo>
                  <a:cubicBezTo>
                    <a:pt x="195" y="501"/>
                    <a:pt x="198" y="501"/>
                    <a:pt x="197" y="500"/>
                  </a:cubicBezTo>
                  <a:cubicBezTo>
                    <a:pt x="196" y="500"/>
                    <a:pt x="194" y="500"/>
                    <a:pt x="193" y="500"/>
                  </a:cubicBezTo>
                  <a:cubicBezTo>
                    <a:pt x="192" y="499"/>
                    <a:pt x="194" y="499"/>
                    <a:pt x="193" y="499"/>
                  </a:cubicBezTo>
                  <a:cubicBezTo>
                    <a:pt x="195" y="500"/>
                    <a:pt x="195" y="500"/>
                    <a:pt x="195" y="500"/>
                  </a:cubicBezTo>
                  <a:cubicBezTo>
                    <a:pt x="194" y="499"/>
                    <a:pt x="198" y="499"/>
                    <a:pt x="197" y="498"/>
                  </a:cubicBezTo>
                  <a:cubicBezTo>
                    <a:pt x="195" y="498"/>
                    <a:pt x="195" y="498"/>
                    <a:pt x="195" y="498"/>
                  </a:cubicBezTo>
                  <a:cubicBezTo>
                    <a:pt x="196" y="498"/>
                    <a:pt x="196" y="498"/>
                    <a:pt x="197" y="498"/>
                  </a:cubicBezTo>
                  <a:cubicBezTo>
                    <a:pt x="196" y="498"/>
                    <a:pt x="196" y="497"/>
                    <a:pt x="196" y="497"/>
                  </a:cubicBezTo>
                  <a:cubicBezTo>
                    <a:pt x="197" y="497"/>
                    <a:pt x="197" y="497"/>
                    <a:pt x="197" y="497"/>
                  </a:cubicBezTo>
                  <a:cubicBezTo>
                    <a:pt x="196" y="497"/>
                    <a:pt x="193" y="496"/>
                    <a:pt x="196" y="496"/>
                  </a:cubicBezTo>
                  <a:cubicBezTo>
                    <a:pt x="193" y="496"/>
                    <a:pt x="196" y="496"/>
                    <a:pt x="194" y="497"/>
                  </a:cubicBezTo>
                  <a:cubicBezTo>
                    <a:pt x="192" y="497"/>
                    <a:pt x="193" y="496"/>
                    <a:pt x="192" y="496"/>
                  </a:cubicBezTo>
                  <a:cubicBezTo>
                    <a:pt x="195" y="496"/>
                    <a:pt x="192" y="495"/>
                    <a:pt x="192" y="495"/>
                  </a:cubicBezTo>
                  <a:cubicBezTo>
                    <a:pt x="193" y="494"/>
                    <a:pt x="194" y="494"/>
                    <a:pt x="194" y="494"/>
                  </a:cubicBezTo>
                  <a:cubicBezTo>
                    <a:pt x="193" y="494"/>
                    <a:pt x="193" y="494"/>
                    <a:pt x="193" y="494"/>
                  </a:cubicBezTo>
                  <a:cubicBezTo>
                    <a:pt x="196" y="493"/>
                    <a:pt x="192" y="493"/>
                    <a:pt x="193" y="492"/>
                  </a:cubicBezTo>
                  <a:cubicBezTo>
                    <a:pt x="194" y="492"/>
                    <a:pt x="195" y="492"/>
                    <a:pt x="196" y="492"/>
                  </a:cubicBezTo>
                  <a:cubicBezTo>
                    <a:pt x="193" y="493"/>
                    <a:pt x="193" y="491"/>
                    <a:pt x="191" y="491"/>
                  </a:cubicBezTo>
                  <a:cubicBezTo>
                    <a:pt x="192" y="490"/>
                    <a:pt x="194" y="492"/>
                    <a:pt x="196" y="491"/>
                  </a:cubicBezTo>
                  <a:cubicBezTo>
                    <a:pt x="194" y="491"/>
                    <a:pt x="197" y="490"/>
                    <a:pt x="195" y="490"/>
                  </a:cubicBezTo>
                  <a:cubicBezTo>
                    <a:pt x="194" y="491"/>
                    <a:pt x="193" y="490"/>
                    <a:pt x="192" y="490"/>
                  </a:cubicBezTo>
                  <a:cubicBezTo>
                    <a:pt x="192" y="489"/>
                    <a:pt x="193" y="490"/>
                    <a:pt x="194" y="489"/>
                  </a:cubicBezTo>
                  <a:cubicBezTo>
                    <a:pt x="193" y="489"/>
                    <a:pt x="191" y="488"/>
                    <a:pt x="191" y="489"/>
                  </a:cubicBezTo>
                  <a:cubicBezTo>
                    <a:pt x="191" y="488"/>
                    <a:pt x="189" y="488"/>
                    <a:pt x="190" y="487"/>
                  </a:cubicBezTo>
                  <a:cubicBezTo>
                    <a:pt x="192" y="487"/>
                    <a:pt x="191" y="488"/>
                    <a:pt x="192" y="488"/>
                  </a:cubicBezTo>
                  <a:cubicBezTo>
                    <a:pt x="192" y="487"/>
                    <a:pt x="188" y="488"/>
                    <a:pt x="187" y="487"/>
                  </a:cubicBezTo>
                  <a:cubicBezTo>
                    <a:pt x="187" y="487"/>
                    <a:pt x="184" y="487"/>
                    <a:pt x="183" y="486"/>
                  </a:cubicBezTo>
                  <a:cubicBezTo>
                    <a:pt x="183" y="485"/>
                    <a:pt x="184" y="487"/>
                    <a:pt x="186" y="486"/>
                  </a:cubicBezTo>
                  <a:cubicBezTo>
                    <a:pt x="185" y="486"/>
                    <a:pt x="185" y="486"/>
                    <a:pt x="185" y="486"/>
                  </a:cubicBezTo>
                  <a:cubicBezTo>
                    <a:pt x="188" y="485"/>
                    <a:pt x="190" y="487"/>
                    <a:pt x="193" y="486"/>
                  </a:cubicBezTo>
                  <a:cubicBezTo>
                    <a:pt x="192" y="486"/>
                    <a:pt x="192" y="486"/>
                    <a:pt x="192" y="486"/>
                  </a:cubicBezTo>
                  <a:cubicBezTo>
                    <a:pt x="195" y="486"/>
                    <a:pt x="195" y="486"/>
                    <a:pt x="195" y="486"/>
                  </a:cubicBezTo>
                  <a:cubicBezTo>
                    <a:pt x="193" y="486"/>
                    <a:pt x="194" y="485"/>
                    <a:pt x="194" y="484"/>
                  </a:cubicBezTo>
                  <a:cubicBezTo>
                    <a:pt x="192" y="484"/>
                    <a:pt x="194" y="485"/>
                    <a:pt x="193" y="485"/>
                  </a:cubicBezTo>
                  <a:cubicBezTo>
                    <a:pt x="192" y="484"/>
                    <a:pt x="190" y="484"/>
                    <a:pt x="191" y="483"/>
                  </a:cubicBezTo>
                  <a:cubicBezTo>
                    <a:pt x="192" y="484"/>
                    <a:pt x="193" y="483"/>
                    <a:pt x="194" y="483"/>
                  </a:cubicBezTo>
                  <a:cubicBezTo>
                    <a:pt x="195" y="483"/>
                    <a:pt x="192" y="483"/>
                    <a:pt x="193" y="482"/>
                  </a:cubicBezTo>
                  <a:cubicBezTo>
                    <a:pt x="194" y="483"/>
                    <a:pt x="194" y="483"/>
                    <a:pt x="194" y="483"/>
                  </a:cubicBezTo>
                  <a:cubicBezTo>
                    <a:pt x="194" y="480"/>
                    <a:pt x="194" y="478"/>
                    <a:pt x="190" y="476"/>
                  </a:cubicBezTo>
                  <a:cubicBezTo>
                    <a:pt x="191" y="475"/>
                    <a:pt x="191" y="475"/>
                    <a:pt x="193" y="474"/>
                  </a:cubicBezTo>
                  <a:cubicBezTo>
                    <a:pt x="192" y="474"/>
                    <a:pt x="191" y="474"/>
                    <a:pt x="191" y="473"/>
                  </a:cubicBezTo>
                  <a:cubicBezTo>
                    <a:pt x="193" y="473"/>
                    <a:pt x="193" y="473"/>
                    <a:pt x="193" y="473"/>
                  </a:cubicBezTo>
                  <a:cubicBezTo>
                    <a:pt x="194" y="472"/>
                    <a:pt x="192" y="472"/>
                    <a:pt x="191" y="471"/>
                  </a:cubicBezTo>
                  <a:cubicBezTo>
                    <a:pt x="193" y="471"/>
                    <a:pt x="193" y="471"/>
                    <a:pt x="193" y="471"/>
                  </a:cubicBezTo>
                  <a:cubicBezTo>
                    <a:pt x="194" y="471"/>
                    <a:pt x="192" y="470"/>
                    <a:pt x="191" y="470"/>
                  </a:cubicBezTo>
                  <a:cubicBezTo>
                    <a:pt x="193" y="470"/>
                    <a:pt x="193" y="470"/>
                    <a:pt x="193" y="470"/>
                  </a:cubicBezTo>
                  <a:cubicBezTo>
                    <a:pt x="191" y="470"/>
                    <a:pt x="191" y="470"/>
                    <a:pt x="191" y="470"/>
                  </a:cubicBezTo>
                  <a:cubicBezTo>
                    <a:pt x="191" y="469"/>
                    <a:pt x="191" y="468"/>
                    <a:pt x="193" y="469"/>
                  </a:cubicBezTo>
                  <a:cubicBezTo>
                    <a:pt x="193" y="469"/>
                    <a:pt x="192" y="468"/>
                    <a:pt x="192" y="468"/>
                  </a:cubicBezTo>
                  <a:cubicBezTo>
                    <a:pt x="193" y="468"/>
                    <a:pt x="193" y="467"/>
                    <a:pt x="193" y="466"/>
                  </a:cubicBezTo>
                  <a:cubicBezTo>
                    <a:pt x="192" y="466"/>
                    <a:pt x="191" y="466"/>
                    <a:pt x="190" y="466"/>
                  </a:cubicBezTo>
                  <a:cubicBezTo>
                    <a:pt x="188" y="465"/>
                    <a:pt x="190" y="466"/>
                    <a:pt x="189" y="465"/>
                  </a:cubicBezTo>
                  <a:cubicBezTo>
                    <a:pt x="190" y="465"/>
                    <a:pt x="191" y="465"/>
                    <a:pt x="192" y="465"/>
                  </a:cubicBezTo>
                  <a:cubicBezTo>
                    <a:pt x="195" y="465"/>
                    <a:pt x="192" y="462"/>
                    <a:pt x="193" y="461"/>
                  </a:cubicBezTo>
                  <a:cubicBezTo>
                    <a:pt x="192" y="460"/>
                    <a:pt x="192" y="460"/>
                    <a:pt x="192" y="460"/>
                  </a:cubicBezTo>
                  <a:cubicBezTo>
                    <a:pt x="195" y="460"/>
                    <a:pt x="193" y="459"/>
                    <a:pt x="194" y="458"/>
                  </a:cubicBezTo>
                  <a:cubicBezTo>
                    <a:pt x="193" y="458"/>
                    <a:pt x="191" y="457"/>
                    <a:pt x="191" y="456"/>
                  </a:cubicBezTo>
                  <a:cubicBezTo>
                    <a:pt x="189" y="455"/>
                    <a:pt x="193" y="457"/>
                    <a:pt x="195" y="457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5"/>
                    <a:pt x="193" y="454"/>
                    <a:pt x="194" y="454"/>
                  </a:cubicBezTo>
                  <a:cubicBezTo>
                    <a:pt x="194" y="454"/>
                    <a:pt x="194" y="454"/>
                    <a:pt x="194" y="454"/>
                  </a:cubicBezTo>
                  <a:cubicBezTo>
                    <a:pt x="195" y="454"/>
                    <a:pt x="196" y="455"/>
                    <a:pt x="196" y="454"/>
                  </a:cubicBezTo>
                  <a:cubicBezTo>
                    <a:pt x="194" y="453"/>
                    <a:pt x="196" y="453"/>
                    <a:pt x="194" y="452"/>
                  </a:cubicBezTo>
                  <a:cubicBezTo>
                    <a:pt x="195" y="452"/>
                    <a:pt x="195" y="452"/>
                    <a:pt x="195" y="452"/>
                  </a:cubicBezTo>
                  <a:cubicBezTo>
                    <a:pt x="194" y="451"/>
                    <a:pt x="194" y="451"/>
                    <a:pt x="194" y="451"/>
                  </a:cubicBezTo>
                  <a:cubicBezTo>
                    <a:pt x="195" y="451"/>
                    <a:pt x="195" y="451"/>
                    <a:pt x="195" y="451"/>
                  </a:cubicBezTo>
                  <a:cubicBezTo>
                    <a:pt x="196" y="453"/>
                    <a:pt x="196" y="453"/>
                    <a:pt x="196" y="453"/>
                  </a:cubicBezTo>
                  <a:cubicBezTo>
                    <a:pt x="197" y="452"/>
                    <a:pt x="195" y="452"/>
                    <a:pt x="194" y="451"/>
                  </a:cubicBezTo>
                  <a:cubicBezTo>
                    <a:pt x="193" y="450"/>
                    <a:pt x="195" y="450"/>
                    <a:pt x="195" y="451"/>
                  </a:cubicBezTo>
                  <a:cubicBezTo>
                    <a:pt x="196" y="451"/>
                    <a:pt x="195" y="451"/>
                    <a:pt x="195" y="451"/>
                  </a:cubicBezTo>
                  <a:cubicBezTo>
                    <a:pt x="196" y="452"/>
                    <a:pt x="196" y="451"/>
                    <a:pt x="196" y="452"/>
                  </a:cubicBezTo>
                  <a:cubicBezTo>
                    <a:pt x="196" y="451"/>
                    <a:pt x="195" y="450"/>
                    <a:pt x="195" y="450"/>
                  </a:cubicBezTo>
                  <a:cubicBezTo>
                    <a:pt x="195" y="451"/>
                    <a:pt x="196" y="450"/>
                    <a:pt x="197" y="451"/>
                  </a:cubicBezTo>
                  <a:cubicBezTo>
                    <a:pt x="196" y="450"/>
                    <a:pt x="197" y="450"/>
                    <a:pt x="196" y="450"/>
                  </a:cubicBezTo>
                  <a:cubicBezTo>
                    <a:pt x="196" y="450"/>
                    <a:pt x="195" y="449"/>
                    <a:pt x="194" y="449"/>
                  </a:cubicBezTo>
                  <a:cubicBezTo>
                    <a:pt x="194" y="448"/>
                    <a:pt x="194" y="448"/>
                    <a:pt x="195" y="448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48"/>
                    <a:pt x="196" y="448"/>
                    <a:pt x="194" y="447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48"/>
                    <a:pt x="196" y="448"/>
                    <a:pt x="196" y="447"/>
                  </a:cubicBezTo>
                  <a:cubicBezTo>
                    <a:pt x="197" y="448"/>
                    <a:pt x="198" y="450"/>
                    <a:pt x="199" y="450"/>
                  </a:cubicBezTo>
                  <a:cubicBezTo>
                    <a:pt x="198" y="448"/>
                    <a:pt x="198" y="448"/>
                    <a:pt x="198" y="448"/>
                  </a:cubicBezTo>
                  <a:cubicBezTo>
                    <a:pt x="199" y="448"/>
                    <a:pt x="199" y="448"/>
                    <a:pt x="199" y="449"/>
                  </a:cubicBezTo>
                  <a:cubicBezTo>
                    <a:pt x="200" y="449"/>
                    <a:pt x="198" y="444"/>
                    <a:pt x="199" y="445"/>
                  </a:cubicBezTo>
                  <a:cubicBezTo>
                    <a:pt x="200" y="447"/>
                    <a:pt x="200" y="447"/>
                    <a:pt x="201" y="447"/>
                  </a:cubicBezTo>
                  <a:cubicBezTo>
                    <a:pt x="200" y="446"/>
                    <a:pt x="200" y="446"/>
                    <a:pt x="200" y="446"/>
                  </a:cubicBezTo>
                  <a:cubicBezTo>
                    <a:pt x="200" y="446"/>
                    <a:pt x="201" y="448"/>
                    <a:pt x="200" y="447"/>
                  </a:cubicBezTo>
                  <a:cubicBezTo>
                    <a:pt x="199" y="446"/>
                    <a:pt x="200" y="446"/>
                    <a:pt x="200" y="445"/>
                  </a:cubicBezTo>
                  <a:cubicBezTo>
                    <a:pt x="200" y="446"/>
                    <a:pt x="201" y="447"/>
                    <a:pt x="202" y="447"/>
                  </a:cubicBezTo>
                  <a:cubicBezTo>
                    <a:pt x="202" y="447"/>
                    <a:pt x="202" y="447"/>
                    <a:pt x="202" y="447"/>
                  </a:cubicBezTo>
                  <a:cubicBezTo>
                    <a:pt x="205" y="449"/>
                    <a:pt x="200" y="450"/>
                    <a:pt x="204" y="454"/>
                  </a:cubicBezTo>
                  <a:cubicBezTo>
                    <a:pt x="205" y="456"/>
                    <a:pt x="206" y="463"/>
                    <a:pt x="206" y="463"/>
                  </a:cubicBezTo>
                  <a:cubicBezTo>
                    <a:pt x="214" y="451"/>
                    <a:pt x="212" y="449"/>
                    <a:pt x="214" y="446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6"/>
                    <a:pt x="214" y="446"/>
                  </a:cubicBezTo>
                  <a:cubicBezTo>
                    <a:pt x="214" y="446"/>
                    <a:pt x="215" y="446"/>
                    <a:pt x="215" y="446"/>
                  </a:cubicBezTo>
                  <a:cubicBezTo>
                    <a:pt x="215" y="446"/>
                    <a:pt x="215" y="447"/>
                    <a:pt x="216" y="445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5"/>
                    <a:pt x="217" y="443"/>
                    <a:pt x="217" y="443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7"/>
                    <a:pt x="217" y="446"/>
                    <a:pt x="217" y="447"/>
                  </a:cubicBezTo>
                  <a:cubicBezTo>
                    <a:pt x="217" y="445"/>
                    <a:pt x="217" y="447"/>
                    <a:pt x="218" y="445"/>
                  </a:cubicBezTo>
                  <a:cubicBezTo>
                    <a:pt x="218" y="445"/>
                    <a:pt x="218" y="445"/>
                    <a:pt x="218" y="445"/>
                  </a:cubicBezTo>
                  <a:cubicBezTo>
                    <a:pt x="219" y="445"/>
                    <a:pt x="219" y="444"/>
                    <a:pt x="220" y="444"/>
                  </a:cubicBezTo>
                  <a:cubicBezTo>
                    <a:pt x="220" y="444"/>
                    <a:pt x="219" y="446"/>
                    <a:pt x="219" y="446"/>
                  </a:cubicBezTo>
                  <a:cubicBezTo>
                    <a:pt x="219" y="447"/>
                    <a:pt x="219" y="447"/>
                    <a:pt x="220" y="447"/>
                  </a:cubicBezTo>
                  <a:cubicBezTo>
                    <a:pt x="220" y="447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6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8"/>
                  </a:cubicBezTo>
                  <a:cubicBezTo>
                    <a:pt x="220" y="449"/>
                    <a:pt x="220" y="449"/>
                    <a:pt x="220" y="449"/>
                  </a:cubicBezTo>
                  <a:cubicBezTo>
                    <a:pt x="220" y="449"/>
                    <a:pt x="221" y="448"/>
                    <a:pt x="221" y="447"/>
                  </a:cubicBezTo>
                  <a:cubicBezTo>
                    <a:pt x="222" y="449"/>
                    <a:pt x="224" y="448"/>
                    <a:pt x="225" y="448"/>
                  </a:cubicBezTo>
                  <a:cubicBezTo>
                    <a:pt x="225" y="448"/>
                    <a:pt x="224" y="449"/>
                    <a:pt x="225" y="449"/>
                  </a:cubicBezTo>
                  <a:cubicBezTo>
                    <a:pt x="225" y="449"/>
                    <a:pt x="226" y="448"/>
                    <a:pt x="226" y="449"/>
                  </a:cubicBezTo>
                  <a:cubicBezTo>
                    <a:pt x="226" y="448"/>
                    <a:pt x="225" y="450"/>
                    <a:pt x="225" y="450"/>
                  </a:cubicBezTo>
                  <a:cubicBezTo>
                    <a:pt x="225" y="451"/>
                    <a:pt x="226" y="449"/>
                    <a:pt x="226" y="449"/>
                  </a:cubicBezTo>
                  <a:cubicBezTo>
                    <a:pt x="225" y="452"/>
                    <a:pt x="229" y="450"/>
                    <a:pt x="229" y="452"/>
                  </a:cubicBezTo>
                  <a:cubicBezTo>
                    <a:pt x="229" y="451"/>
                    <a:pt x="228" y="452"/>
                    <a:pt x="227" y="452"/>
                  </a:cubicBezTo>
                  <a:cubicBezTo>
                    <a:pt x="228" y="452"/>
                    <a:pt x="229" y="452"/>
                    <a:pt x="232" y="452"/>
                  </a:cubicBezTo>
                  <a:cubicBezTo>
                    <a:pt x="230" y="453"/>
                    <a:pt x="230" y="453"/>
                    <a:pt x="230" y="453"/>
                  </a:cubicBezTo>
                  <a:cubicBezTo>
                    <a:pt x="230" y="453"/>
                    <a:pt x="231" y="453"/>
                    <a:pt x="232" y="453"/>
                  </a:cubicBezTo>
                  <a:cubicBezTo>
                    <a:pt x="233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3"/>
                    <a:pt x="235" y="452"/>
                    <a:pt x="236" y="453"/>
                  </a:cubicBezTo>
                  <a:cubicBezTo>
                    <a:pt x="235" y="454"/>
                    <a:pt x="235" y="453"/>
                    <a:pt x="234" y="454"/>
                  </a:cubicBezTo>
                  <a:cubicBezTo>
                    <a:pt x="232" y="455"/>
                    <a:pt x="233" y="456"/>
                    <a:pt x="233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6" y="456"/>
                    <a:pt x="234" y="457"/>
                    <a:pt x="234" y="457"/>
                  </a:cubicBezTo>
                  <a:cubicBezTo>
                    <a:pt x="239" y="456"/>
                    <a:pt x="239" y="456"/>
                    <a:pt x="239" y="456"/>
                  </a:cubicBezTo>
                  <a:cubicBezTo>
                    <a:pt x="238" y="456"/>
                    <a:pt x="237" y="458"/>
                    <a:pt x="236" y="457"/>
                  </a:cubicBezTo>
                  <a:cubicBezTo>
                    <a:pt x="237" y="458"/>
                    <a:pt x="240" y="458"/>
                    <a:pt x="241" y="458"/>
                  </a:cubicBezTo>
                  <a:cubicBezTo>
                    <a:pt x="241" y="459"/>
                    <a:pt x="243" y="459"/>
                    <a:pt x="243" y="460"/>
                  </a:cubicBezTo>
                  <a:cubicBezTo>
                    <a:pt x="242" y="460"/>
                    <a:pt x="243" y="459"/>
                    <a:pt x="242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38" y="461"/>
                    <a:pt x="237" y="461"/>
                  </a:cubicBezTo>
                  <a:cubicBezTo>
                    <a:pt x="238" y="462"/>
                    <a:pt x="238" y="463"/>
                    <a:pt x="237" y="464"/>
                  </a:cubicBezTo>
                  <a:cubicBezTo>
                    <a:pt x="240" y="463"/>
                    <a:pt x="239" y="465"/>
                    <a:pt x="242" y="465"/>
                  </a:cubicBezTo>
                  <a:cubicBezTo>
                    <a:pt x="242" y="466"/>
                    <a:pt x="240" y="466"/>
                    <a:pt x="239" y="466"/>
                  </a:cubicBezTo>
                  <a:cubicBezTo>
                    <a:pt x="240" y="467"/>
                    <a:pt x="240" y="468"/>
                    <a:pt x="240" y="469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40" y="470"/>
                    <a:pt x="240" y="472"/>
                    <a:pt x="242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3"/>
                    <a:pt x="244" y="472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3" y="474"/>
                    <a:pt x="241" y="475"/>
                    <a:pt x="243" y="476"/>
                  </a:cubicBezTo>
                  <a:cubicBezTo>
                    <a:pt x="242" y="476"/>
                    <a:pt x="242" y="476"/>
                    <a:pt x="241" y="475"/>
                  </a:cubicBezTo>
                  <a:cubicBezTo>
                    <a:pt x="242" y="476"/>
                    <a:pt x="242" y="477"/>
                    <a:pt x="243" y="478"/>
                  </a:cubicBezTo>
                  <a:cubicBezTo>
                    <a:pt x="241" y="478"/>
                    <a:pt x="241" y="478"/>
                    <a:pt x="241" y="478"/>
                  </a:cubicBezTo>
                  <a:cubicBezTo>
                    <a:pt x="240" y="478"/>
                    <a:pt x="244" y="478"/>
                    <a:pt x="243" y="479"/>
                  </a:cubicBezTo>
                  <a:cubicBezTo>
                    <a:pt x="243" y="479"/>
                    <a:pt x="242" y="480"/>
                    <a:pt x="242" y="480"/>
                  </a:cubicBezTo>
                  <a:cubicBezTo>
                    <a:pt x="243" y="480"/>
                    <a:pt x="243" y="481"/>
                    <a:pt x="243" y="481"/>
                  </a:cubicBezTo>
                  <a:cubicBezTo>
                    <a:pt x="241" y="482"/>
                    <a:pt x="241" y="482"/>
                    <a:pt x="241" y="482"/>
                  </a:cubicBezTo>
                  <a:cubicBezTo>
                    <a:pt x="241" y="486"/>
                    <a:pt x="241" y="490"/>
                    <a:pt x="243" y="494"/>
                  </a:cubicBezTo>
                  <a:cubicBezTo>
                    <a:pt x="240" y="494"/>
                    <a:pt x="241" y="493"/>
                    <a:pt x="240" y="493"/>
                  </a:cubicBezTo>
                  <a:cubicBezTo>
                    <a:pt x="242" y="493"/>
                    <a:pt x="240" y="494"/>
                    <a:pt x="241" y="495"/>
                  </a:cubicBezTo>
                  <a:cubicBezTo>
                    <a:pt x="241" y="495"/>
                    <a:pt x="241" y="495"/>
                    <a:pt x="241" y="495"/>
                  </a:cubicBezTo>
                  <a:cubicBezTo>
                    <a:pt x="241" y="496"/>
                    <a:pt x="240" y="496"/>
                    <a:pt x="240" y="497"/>
                  </a:cubicBezTo>
                  <a:cubicBezTo>
                    <a:pt x="241" y="497"/>
                    <a:pt x="241" y="497"/>
                    <a:pt x="241" y="497"/>
                  </a:cubicBezTo>
                  <a:cubicBezTo>
                    <a:pt x="242" y="497"/>
                    <a:pt x="238" y="498"/>
                    <a:pt x="241" y="498"/>
                  </a:cubicBezTo>
                  <a:cubicBezTo>
                    <a:pt x="239" y="499"/>
                    <a:pt x="239" y="499"/>
                    <a:pt x="239" y="499"/>
                  </a:cubicBezTo>
                  <a:cubicBezTo>
                    <a:pt x="242" y="499"/>
                    <a:pt x="238" y="499"/>
                    <a:pt x="240" y="500"/>
                  </a:cubicBezTo>
                  <a:cubicBezTo>
                    <a:pt x="240" y="500"/>
                    <a:pt x="240" y="500"/>
                    <a:pt x="240" y="500"/>
                  </a:cubicBezTo>
                  <a:cubicBezTo>
                    <a:pt x="239" y="501"/>
                    <a:pt x="243" y="502"/>
                    <a:pt x="241" y="502"/>
                  </a:cubicBezTo>
                  <a:cubicBezTo>
                    <a:pt x="241" y="503"/>
                    <a:pt x="242" y="504"/>
                    <a:pt x="244" y="504"/>
                  </a:cubicBezTo>
                  <a:cubicBezTo>
                    <a:pt x="241" y="504"/>
                    <a:pt x="241" y="504"/>
                    <a:pt x="241" y="504"/>
                  </a:cubicBezTo>
                  <a:cubicBezTo>
                    <a:pt x="242" y="507"/>
                    <a:pt x="241" y="511"/>
                    <a:pt x="244" y="513"/>
                  </a:cubicBezTo>
                  <a:cubicBezTo>
                    <a:pt x="243" y="513"/>
                    <a:pt x="243" y="513"/>
                    <a:pt x="243" y="513"/>
                  </a:cubicBezTo>
                  <a:cubicBezTo>
                    <a:pt x="245" y="515"/>
                    <a:pt x="241" y="517"/>
                    <a:pt x="245" y="518"/>
                  </a:cubicBezTo>
                  <a:cubicBezTo>
                    <a:pt x="247" y="518"/>
                    <a:pt x="247" y="518"/>
                    <a:pt x="247" y="518"/>
                  </a:cubicBezTo>
                  <a:cubicBezTo>
                    <a:pt x="244" y="519"/>
                    <a:pt x="244" y="519"/>
                    <a:pt x="244" y="519"/>
                  </a:cubicBezTo>
                  <a:cubicBezTo>
                    <a:pt x="246" y="519"/>
                    <a:pt x="245" y="520"/>
                    <a:pt x="247" y="521"/>
                  </a:cubicBezTo>
                  <a:cubicBezTo>
                    <a:pt x="245" y="521"/>
                    <a:pt x="245" y="521"/>
                    <a:pt x="245" y="521"/>
                  </a:cubicBezTo>
                  <a:cubicBezTo>
                    <a:pt x="245" y="521"/>
                    <a:pt x="247" y="522"/>
                    <a:pt x="247" y="523"/>
                  </a:cubicBezTo>
                  <a:cubicBezTo>
                    <a:pt x="246" y="523"/>
                    <a:pt x="246" y="523"/>
                    <a:pt x="246" y="523"/>
                  </a:cubicBezTo>
                  <a:cubicBezTo>
                    <a:pt x="243" y="527"/>
                    <a:pt x="241" y="532"/>
                    <a:pt x="246" y="534"/>
                  </a:cubicBezTo>
                  <a:cubicBezTo>
                    <a:pt x="247" y="535"/>
                    <a:pt x="243" y="535"/>
                    <a:pt x="244" y="536"/>
                  </a:cubicBezTo>
                  <a:cubicBezTo>
                    <a:pt x="247" y="538"/>
                    <a:pt x="245" y="541"/>
                    <a:pt x="247" y="543"/>
                  </a:cubicBezTo>
                  <a:cubicBezTo>
                    <a:pt x="246" y="546"/>
                    <a:pt x="244" y="545"/>
                    <a:pt x="243" y="548"/>
                  </a:cubicBezTo>
                  <a:cubicBezTo>
                    <a:pt x="243" y="547"/>
                    <a:pt x="243" y="547"/>
                    <a:pt x="243" y="547"/>
                  </a:cubicBezTo>
                  <a:cubicBezTo>
                    <a:pt x="242" y="549"/>
                    <a:pt x="241" y="547"/>
                    <a:pt x="240" y="546"/>
                  </a:cubicBezTo>
                  <a:cubicBezTo>
                    <a:pt x="240" y="547"/>
                    <a:pt x="239" y="547"/>
                    <a:pt x="240" y="549"/>
                  </a:cubicBezTo>
                  <a:cubicBezTo>
                    <a:pt x="239" y="550"/>
                    <a:pt x="238" y="546"/>
                    <a:pt x="238" y="547"/>
                  </a:cubicBezTo>
                  <a:cubicBezTo>
                    <a:pt x="238" y="546"/>
                    <a:pt x="238" y="548"/>
                    <a:pt x="238" y="548"/>
                  </a:cubicBezTo>
                  <a:cubicBezTo>
                    <a:pt x="236" y="550"/>
                    <a:pt x="238" y="546"/>
                    <a:pt x="235" y="545"/>
                  </a:cubicBezTo>
                  <a:cubicBezTo>
                    <a:pt x="232" y="546"/>
                    <a:pt x="228" y="548"/>
                    <a:pt x="225" y="547"/>
                  </a:cubicBezTo>
                  <a:cubicBezTo>
                    <a:pt x="225" y="547"/>
                    <a:pt x="225" y="549"/>
                    <a:pt x="225" y="549"/>
                  </a:cubicBezTo>
                  <a:cubicBezTo>
                    <a:pt x="224" y="546"/>
                    <a:pt x="224" y="550"/>
                    <a:pt x="223" y="549"/>
                  </a:cubicBezTo>
                  <a:cubicBezTo>
                    <a:pt x="223" y="548"/>
                    <a:pt x="223" y="548"/>
                    <a:pt x="223" y="547"/>
                  </a:cubicBezTo>
                  <a:cubicBezTo>
                    <a:pt x="222" y="546"/>
                    <a:pt x="220" y="548"/>
                    <a:pt x="219" y="547"/>
                  </a:cubicBezTo>
                  <a:cubicBezTo>
                    <a:pt x="218" y="549"/>
                    <a:pt x="216" y="546"/>
                    <a:pt x="215" y="548"/>
                  </a:cubicBezTo>
                  <a:cubicBezTo>
                    <a:pt x="215" y="546"/>
                    <a:pt x="214" y="547"/>
                    <a:pt x="214" y="546"/>
                  </a:cubicBezTo>
                  <a:cubicBezTo>
                    <a:pt x="213" y="550"/>
                    <a:pt x="211" y="545"/>
                    <a:pt x="210" y="547"/>
                  </a:cubicBezTo>
                  <a:cubicBezTo>
                    <a:pt x="210" y="547"/>
                    <a:pt x="210" y="547"/>
                    <a:pt x="210" y="547"/>
                  </a:cubicBezTo>
                  <a:cubicBezTo>
                    <a:pt x="206" y="547"/>
                    <a:pt x="202" y="547"/>
                    <a:pt x="198" y="549"/>
                  </a:cubicBezTo>
                  <a:cubicBezTo>
                    <a:pt x="195" y="549"/>
                    <a:pt x="193" y="546"/>
                    <a:pt x="190" y="547"/>
                  </a:cubicBezTo>
                  <a:cubicBezTo>
                    <a:pt x="190" y="548"/>
                    <a:pt x="190" y="549"/>
                    <a:pt x="190" y="549"/>
                  </a:cubicBezTo>
                  <a:cubicBezTo>
                    <a:pt x="189" y="549"/>
                    <a:pt x="190" y="548"/>
                    <a:pt x="190" y="547"/>
                  </a:cubicBezTo>
                  <a:cubicBezTo>
                    <a:pt x="188" y="549"/>
                    <a:pt x="187" y="547"/>
                    <a:pt x="185" y="547"/>
                  </a:cubicBezTo>
                  <a:cubicBezTo>
                    <a:pt x="185" y="548"/>
                    <a:pt x="184" y="548"/>
                    <a:pt x="185" y="549"/>
                  </a:cubicBezTo>
                  <a:cubicBezTo>
                    <a:pt x="183" y="546"/>
                    <a:pt x="181" y="550"/>
                    <a:pt x="179" y="548"/>
                  </a:cubicBezTo>
                  <a:cubicBezTo>
                    <a:pt x="179" y="552"/>
                    <a:pt x="178" y="550"/>
                    <a:pt x="177" y="551"/>
                  </a:cubicBezTo>
                  <a:cubicBezTo>
                    <a:pt x="177" y="551"/>
                    <a:pt x="177" y="550"/>
                    <a:pt x="177" y="549"/>
                  </a:cubicBezTo>
                  <a:cubicBezTo>
                    <a:pt x="175" y="550"/>
                    <a:pt x="175" y="550"/>
                    <a:pt x="173" y="549"/>
                  </a:cubicBezTo>
                  <a:cubicBezTo>
                    <a:pt x="172" y="549"/>
                    <a:pt x="172" y="551"/>
                    <a:pt x="171" y="551"/>
                  </a:cubicBezTo>
                  <a:cubicBezTo>
                    <a:pt x="171" y="548"/>
                    <a:pt x="170" y="550"/>
                    <a:pt x="169" y="550"/>
                  </a:cubicBezTo>
                  <a:cubicBezTo>
                    <a:pt x="169" y="552"/>
                    <a:pt x="168" y="553"/>
                    <a:pt x="167" y="552"/>
                  </a:cubicBezTo>
                  <a:cubicBezTo>
                    <a:pt x="168" y="549"/>
                    <a:pt x="168" y="549"/>
                    <a:pt x="168" y="549"/>
                  </a:cubicBezTo>
                  <a:cubicBezTo>
                    <a:pt x="165" y="551"/>
                    <a:pt x="162" y="548"/>
                    <a:pt x="159" y="551"/>
                  </a:cubicBezTo>
                  <a:cubicBezTo>
                    <a:pt x="159" y="549"/>
                    <a:pt x="159" y="549"/>
                    <a:pt x="159" y="549"/>
                  </a:cubicBezTo>
                  <a:cubicBezTo>
                    <a:pt x="156" y="550"/>
                    <a:pt x="154" y="548"/>
                    <a:pt x="151" y="549"/>
                  </a:cubicBezTo>
                  <a:cubicBezTo>
                    <a:pt x="150" y="548"/>
                    <a:pt x="150" y="547"/>
                    <a:pt x="149" y="547"/>
                  </a:cubicBezTo>
                  <a:cubicBezTo>
                    <a:pt x="148" y="548"/>
                    <a:pt x="148" y="548"/>
                    <a:pt x="146" y="549"/>
                  </a:cubicBezTo>
                  <a:cubicBezTo>
                    <a:pt x="146" y="549"/>
                    <a:pt x="146" y="548"/>
                    <a:pt x="147" y="547"/>
                  </a:cubicBezTo>
                  <a:cubicBezTo>
                    <a:pt x="146" y="546"/>
                    <a:pt x="147" y="544"/>
                    <a:pt x="145" y="545"/>
                  </a:cubicBezTo>
                  <a:cubicBezTo>
                    <a:pt x="146" y="545"/>
                    <a:pt x="146" y="545"/>
                    <a:pt x="146" y="545"/>
                  </a:cubicBezTo>
                  <a:cubicBezTo>
                    <a:pt x="145" y="545"/>
                    <a:pt x="143" y="545"/>
                    <a:pt x="144" y="544"/>
                  </a:cubicBezTo>
                  <a:cubicBezTo>
                    <a:pt x="143" y="544"/>
                    <a:pt x="142" y="543"/>
                    <a:pt x="140" y="544"/>
                  </a:cubicBezTo>
                  <a:cubicBezTo>
                    <a:pt x="140" y="543"/>
                    <a:pt x="143" y="543"/>
                    <a:pt x="141" y="543"/>
                  </a:cubicBezTo>
                  <a:cubicBezTo>
                    <a:pt x="143" y="543"/>
                    <a:pt x="143" y="543"/>
                    <a:pt x="143" y="543"/>
                  </a:cubicBezTo>
                  <a:cubicBezTo>
                    <a:pt x="143" y="541"/>
                    <a:pt x="142" y="539"/>
                    <a:pt x="142" y="537"/>
                  </a:cubicBezTo>
                  <a:cubicBezTo>
                    <a:pt x="145" y="537"/>
                    <a:pt x="142" y="534"/>
                    <a:pt x="144" y="534"/>
                  </a:cubicBezTo>
                  <a:cubicBezTo>
                    <a:pt x="143" y="533"/>
                    <a:pt x="146" y="532"/>
                    <a:pt x="143" y="530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5" y="530"/>
                    <a:pt x="146" y="528"/>
                    <a:pt x="147" y="527"/>
                  </a:cubicBezTo>
                  <a:cubicBezTo>
                    <a:pt x="148" y="527"/>
                    <a:pt x="146" y="526"/>
                    <a:pt x="146" y="525"/>
                  </a:cubicBezTo>
                  <a:cubicBezTo>
                    <a:pt x="147" y="525"/>
                    <a:pt x="147" y="525"/>
                    <a:pt x="147" y="525"/>
                  </a:cubicBezTo>
                  <a:cubicBezTo>
                    <a:pt x="147" y="524"/>
                    <a:pt x="145" y="523"/>
                    <a:pt x="145" y="522"/>
                  </a:cubicBezTo>
                  <a:cubicBezTo>
                    <a:pt x="146" y="522"/>
                    <a:pt x="145" y="521"/>
                    <a:pt x="146" y="521"/>
                  </a:cubicBezTo>
                  <a:cubicBezTo>
                    <a:pt x="146" y="522"/>
                    <a:pt x="147" y="523"/>
                    <a:pt x="149" y="525"/>
                  </a:cubicBezTo>
                  <a:cubicBezTo>
                    <a:pt x="150" y="525"/>
                    <a:pt x="147" y="522"/>
                    <a:pt x="149" y="523"/>
                  </a:cubicBezTo>
                  <a:cubicBezTo>
                    <a:pt x="150" y="522"/>
                    <a:pt x="150" y="521"/>
                    <a:pt x="149" y="520"/>
                  </a:cubicBezTo>
                  <a:cubicBezTo>
                    <a:pt x="149" y="521"/>
                    <a:pt x="150" y="520"/>
                    <a:pt x="150" y="521"/>
                  </a:cubicBezTo>
                  <a:cubicBezTo>
                    <a:pt x="151" y="521"/>
                    <a:pt x="151" y="520"/>
                    <a:pt x="151" y="520"/>
                  </a:cubicBezTo>
                  <a:cubicBezTo>
                    <a:pt x="150" y="520"/>
                    <a:pt x="150" y="520"/>
                    <a:pt x="150" y="520"/>
                  </a:cubicBezTo>
                  <a:cubicBezTo>
                    <a:pt x="149" y="519"/>
                    <a:pt x="150" y="518"/>
                    <a:pt x="148" y="517"/>
                  </a:cubicBezTo>
                  <a:cubicBezTo>
                    <a:pt x="148" y="517"/>
                    <a:pt x="149" y="518"/>
                    <a:pt x="148" y="518"/>
                  </a:cubicBezTo>
                  <a:cubicBezTo>
                    <a:pt x="147" y="517"/>
                    <a:pt x="148" y="516"/>
                    <a:pt x="149" y="516"/>
                  </a:cubicBezTo>
                  <a:cubicBezTo>
                    <a:pt x="150" y="517"/>
                    <a:pt x="150" y="519"/>
                    <a:pt x="151" y="519"/>
                  </a:cubicBezTo>
                  <a:cubicBezTo>
                    <a:pt x="150" y="515"/>
                    <a:pt x="150" y="515"/>
                    <a:pt x="150" y="515"/>
                  </a:cubicBezTo>
                  <a:cubicBezTo>
                    <a:pt x="150" y="516"/>
                    <a:pt x="149" y="516"/>
                    <a:pt x="148" y="515"/>
                  </a:cubicBezTo>
                  <a:cubicBezTo>
                    <a:pt x="148" y="516"/>
                    <a:pt x="148" y="516"/>
                    <a:pt x="148" y="516"/>
                  </a:cubicBezTo>
                  <a:cubicBezTo>
                    <a:pt x="147" y="515"/>
                    <a:pt x="147" y="515"/>
                    <a:pt x="147" y="515"/>
                  </a:cubicBezTo>
                  <a:cubicBezTo>
                    <a:pt x="147" y="516"/>
                    <a:pt x="145" y="516"/>
                    <a:pt x="145" y="517"/>
                  </a:cubicBezTo>
                  <a:cubicBezTo>
                    <a:pt x="147" y="518"/>
                    <a:pt x="147" y="518"/>
                    <a:pt x="147" y="518"/>
                  </a:cubicBezTo>
                  <a:cubicBezTo>
                    <a:pt x="146" y="519"/>
                    <a:pt x="147" y="521"/>
                    <a:pt x="146" y="520"/>
                  </a:cubicBezTo>
                  <a:cubicBezTo>
                    <a:pt x="145" y="519"/>
                    <a:pt x="145" y="519"/>
                    <a:pt x="144" y="519"/>
                  </a:cubicBezTo>
                  <a:cubicBezTo>
                    <a:pt x="144" y="519"/>
                    <a:pt x="144" y="519"/>
                    <a:pt x="144" y="519"/>
                  </a:cubicBezTo>
                  <a:cubicBezTo>
                    <a:pt x="142" y="518"/>
                    <a:pt x="142" y="518"/>
                    <a:pt x="142" y="518"/>
                  </a:cubicBezTo>
                  <a:cubicBezTo>
                    <a:pt x="145" y="520"/>
                    <a:pt x="142" y="520"/>
                    <a:pt x="142" y="521"/>
                  </a:cubicBezTo>
                  <a:cubicBezTo>
                    <a:pt x="142" y="520"/>
                    <a:pt x="142" y="520"/>
                    <a:pt x="142" y="520"/>
                  </a:cubicBezTo>
                  <a:cubicBezTo>
                    <a:pt x="140" y="521"/>
                    <a:pt x="143" y="521"/>
                    <a:pt x="143" y="522"/>
                  </a:cubicBezTo>
                  <a:cubicBezTo>
                    <a:pt x="142" y="522"/>
                    <a:pt x="140" y="520"/>
                    <a:pt x="139" y="520"/>
                  </a:cubicBezTo>
                  <a:cubicBezTo>
                    <a:pt x="138" y="521"/>
                    <a:pt x="139" y="524"/>
                    <a:pt x="137" y="524"/>
                  </a:cubicBezTo>
                  <a:cubicBezTo>
                    <a:pt x="136" y="525"/>
                    <a:pt x="137" y="526"/>
                    <a:pt x="137" y="528"/>
                  </a:cubicBezTo>
                  <a:cubicBezTo>
                    <a:pt x="137" y="529"/>
                    <a:pt x="135" y="527"/>
                    <a:pt x="136" y="528"/>
                  </a:cubicBezTo>
                  <a:cubicBezTo>
                    <a:pt x="135" y="527"/>
                    <a:pt x="134" y="527"/>
                    <a:pt x="133" y="527"/>
                  </a:cubicBezTo>
                  <a:cubicBezTo>
                    <a:pt x="134" y="527"/>
                    <a:pt x="132" y="528"/>
                    <a:pt x="135" y="529"/>
                  </a:cubicBezTo>
                  <a:cubicBezTo>
                    <a:pt x="133" y="529"/>
                    <a:pt x="132" y="532"/>
                    <a:pt x="133" y="533"/>
                  </a:cubicBezTo>
                  <a:cubicBezTo>
                    <a:pt x="133" y="533"/>
                    <a:pt x="131" y="532"/>
                    <a:pt x="130" y="532"/>
                  </a:cubicBezTo>
                  <a:cubicBezTo>
                    <a:pt x="131" y="534"/>
                    <a:pt x="132" y="535"/>
                    <a:pt x="131" y="536"/>
                  </a:cubicBezTo>
                  <a:cubicBezTo>
                    <a:pt x="133" y="537"/>
                    <a:pt x="133" y="536"/>
                    <a:pt x="135" y="537"/>
                  </a:cubicBezTo>
                  <a:cubicBezTo>
                    <a:pt x="135" y="537"/>
                    <a:pt x="136" y="537"/>
                    <a:pt x="136" y="537"/>
                  </a:cubicBezTo>
                  <a:cubicBezTo>
                    <a:pt x="134" y="537"/>
                    <a:pt x="131" y="537"/>
                    <a:pt x="131" y="538"/>
                  </a:cubicBezTo>
                  <a:cubicBezTo>
                    <a:pt x="128" y="538"/>
                    <a:pt x="132" y="536"/>
                    <a:pt x="129" y="536"/>
                  </a:cubicBezTo>
                  <a:cubicBezTo>
                    <a:pt x="126" y="535"/>
                    <a:pt x="127" y="533"/>
                    <a:pt x="128" y="533"/>
                  </a:cubicBezTo>
                  <a:cubicBezTo>
                    <a:pt x="126" y="531"/>
                    <a:pt x="128" y="533"/>
                    <a:pt x="126" y="533"/>
                  </a:cubicBezTo>
                  <a:cubicBezTo>
                    <a:pt x="126" y="534"/>
                    <a:pt x="127" y="535"/>
                    <a:pt x="127" y="536"/>
                  </a:cubicBezTo>
                  <a:cubicBezTo>
                    <a:pt x="128" y="537"/>
                    <a:pt x="128" y="536"/>
                    <a:pt x="129" y="537"/>
                  </a:cubicBezTo>
                  <a:cubicBezTo>
                    <a:pt x="131" y="539"/>
                    <a:pt x="127" y="539"/>
                    <a:pt x="127" y="539"/>
                  </a:cubicBezTo>
                  <a:cubicBezTo>
                    <a:pt x="126" y="538"/>
                    <a:pt x="126" y="538"/>
                    <a:pt x="126" y="538"/>
                  </a:cubicBezTo>
                  <a:cubicBezTo>
                    <a:pt x="125" y="539"/>
                    <a:pt x="127" y="540"/>
                    <a:pt x="127" y="541"/>
                  </a:cubicBezTo>
                  <a:cubicBezTo>
                    <a:pt x="124" y="541"/>
                    <a:pt x="126" y="539"/>
                    <a:pt x="124" y="538"/>
                  </a:cubicBezTo>
                  <a:cubicBezTo>
                    <a:pt x="122" y="539"/>
                    <a:pt x="122" y="539"/>
                    <a:pt x="122" y="539"/>
                  </a:cubicBezTo>
                  <a:cubicBezTo>
                    <a:pt x="122" y="542"/>
                    <a:pt x="125" y="540"/>
                    <a:pt x="124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3"/>
                    <a:pt x="124" y="543"/>
                    <a:pt x="124" y="543"/>
                  </a:cubicBezTo>
                  <a:cubicBezTo>
                    <a:pt x="125" y="543"/>
                    <a:pt x="127" y="543"/>
                    <a:pt x="126" y="542"/>
                  </a:cubicBezTo>
                  <a:cubicBezTo>
                    <a:pt x="130" y="542"/>
                    <a:pt x="127" y="543"/>
                    <a:pt x="128" y="544"/>
                  </a:cubicBezTo>
                  <a:cubicBezTo>
                    <a:pt x="130" y="545"/>
                    <a:pt x="127" y="544"/>
                    <a:pt x="129" y="543"/>
                  </a:cubicBezTo>
                  <a:cubicBezTo>
                    <a:pt x="131" y="543"/>
                    <a:pt x="131" y="544"/>
                    <a:pt x="131" y="545"/>
                  </a:cubicBezTo>
                  <a:cubicBezTo>
                    <a:pt x="132" y="546"/>
                    <a:pt x="130" y="546"/>
                    <a:pt x="129" y="547"/>
                  </a:cubicBezTo>
                  <a:cubicBezTo>
                    <a:pt x="128" y="546"/>
                    <a:pt x="128" y="545"/>
                    <a:pt x="129" y="545"/>
                  </a:cubicBezTo>
                  <a:cubicBezTo>
                    <a:pt x="127" y="544"/>
                    <a:pt x="125" y="547"/>
                    <a:pt x="124" y="546"/>
                  </a:cubicBezTo>
                  <a:cubicBezTo>
                    <a:pt x="123" y="548"/>
                    <a:pt x="125" y="547"/>
                    <a:pt x="126" y="548"/>
                  </a:cubicBezTo>
                  <a:cubicBezTo>
                    <a:pt x="126" y="547"/>
                    <a:pt x="128" y="547"/>
                    <a:pt x="128" y="547"/>
                  </a:cubicBezTo>
                  <a:cubicBezTo>
                    <a:pt x="133" y="548"/>
                    <a:pt x="125" y="549"/>
                    <a:pt x="127" y="551"/>
                  </a:cubicBezTo>
                  <a:cubicBezTo>
                    <a:pt x="130" y="550"/>
                    <a:pt x="132" y="552"/>
                    <a:pt x="134" y="549"/>
                  </a:cubicBezTo>
                  <a:cubicBezTo>
                    <a:pt x="135" y="549"/>
                    <a:pt x="136" y="550"/>
                    <a:pt x="136" y="550"/>
                  </a:cubicBezTo>
                  <a:cubicBezTo>
                    <a:pt x="134" y="551"/>
                    <a:pt x="135" y="552"/>
                    <a:pt x="133" y="552"/>
                  </a:cubicBezTo>
                  <a:cubicBezTo>
                    <a:pt x="133" y="553"/>
                    <a:pt x="133" y="553"/>
                    <a:pt x="133" y="553"/>
                  </a:cubicBezTo>
                  <a:cubicBezTo>
                    <a:pt x="130" y="553"/>
                    <a:pt x="130" y="553"/>
                    <a:pt x="130" y="553"/>
                  </a:cubicBezTo>
                  <a:cubicBezTo>
                    <a:pt x="130" y="554"/>
                    <a:pt x="129" y="557"/>
                    <a:pt x="129" y="558"/>
                  </a:cubicBezTo>
                  <a:cubicBezTo>
                    <a:pt x="130" y="558"/>
                    <a:pt x="130" y="556"/>
                    <a:pt x="131" y="557"/>
                  </a:cubicBezTo>
                  <a:cubicBezTo>
                    <a:pt x="130" y="557"/>
                    <a:pt x="130" y="559"/>
                    <a:pt x="131" y="559"/>
                  </a:cubicBezTo>
                  <a:cubicBezTo>
                    <a:pt x="130" y="558"/>
                    <a:pt x="133" y="557"/>
                    <a:pt x="134" y="557"/>
                  </a:cubicBezTo>
                  <a:cubicBezTo>
                    <a:pt x="134" y="558"/>
                    <a:pt x="134" y="560"/>
                    <a:pt x="133" y="560"/>
                  </a:cubicBezTo>
                  <a:cubicBezTo>
                    <a:pt x="131" y="561"/>
                    <a:pt x="131" y="561"/>
                    <a:pt x="131" y="561"/>
                  </a:cubicBezTo>
                  <a:cubicBezTo>
                    <a:pt x="133" y="560"/>
                    <a:pt x="131" y="562"/>
                    <a:pt x="132" y="562"/>
                  </a:cubicBezTo>
                  <a:cubicBezTo>
                    <a:pt x="133" y="561"/>
                    <a:pt x="135" y="560"/>
                    <a:pt x="136" y="559"/>
                  </a:cubicBezTo>
                  <a:cubicBezTo>
                    <a:pt x="137" y="559"/>
                    <a:pt x="136" y="561"/>
                    <a:pt x="137" y="561"/>
                  </a:cubicBezTo>
                  <a:cubicBezTo>
                    <a:pt x="135" y="561"/>
                    <a:pt x="135" y="561"/>
                    <a:pt x="135" y="561"/>
                  </a:cubicBezTo>
                  <a:cubicBezTo>
                    <a:pt x="136" y="562"/>
                    <a:pt x="133" y="564"/>
                    <a:pt x="135" y="564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36" y="564"/>
                    <a:pt x="136" y="564"/>
                    <a:pt x="135" y="564"/>
                  </a:cubicBezTo>
                  <a:close/>
                  <a:moveTo>
                    <a:pt x="181" y="303"/>
                  </a:move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lose/>
                  <a:moveTo>
                    <a:pt x="191" y="308"/>
                  </a:moveTo>
                  <a:cubicBezTo>
                    <a:pt x="190" y="307"/>
                    <a:pt x="190" y="306"/>
                    <a:pt x="190" y="306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91" y="308"/>
                    <a:pt x="191" y="308"/>
                    <a:pt x="191" y="308"/>
                  </a:cubicBezTo>
                  <a:close/>
                  <a:moveTo>
                    <a:pt x="199" y="323"/>
                  </a:moveTo>
                  <a:cubicBezTo>
                    <a:pt x="199" y="323"/>
                    <a:pt x="199" y="323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200" y="324"/>
                    <a:pt x="200" y="324"/>
                  </a:cubicBezTo>
                  <a:cubicBezTo>
                    <a:pt x="200" y="324"/>
                    <a:pt x="200" y="324"/>
                    <a:pt x="200" y="324"/>
                  </a:cubicBezTo>
                  <a:cubicBezTo>
                    <a:pt x="198" y="324"/>
                    <a:pt x="198" y="324"/>
                    <a:pt x="199" y="323"/>
                  </a:cubicBezTo>
                  <a:close/>
                  <a:moveTo>
                    <a:pt x="198" y="307"/>
                  </a:move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6"/>
                    <a:pt x="198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8"/>
                    <a:pt x="197" y="304"/>
                    <a:pt x="197" y="307"/>
                  </a:cubicBezTo>
                  <a:cubicBezTo>
                    <a:pt x="197" y="305"/>
                    <a:pt x="197" y="305"/>
                    <a:pt x="197" y="305"/>
                  </a:cubicBezTo>
                  <a:cubicBezTo>
                    <a:pt x="196" y="308"/>
                    <a:pt x="196" y="304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5" y="305"/>
                    <a:pt x="194" y="309"/>
                    <a:pt x="194" y="307"/>
                  </a:cubicBezTo>
                  <a:cubicBezTo>
                    <a:pt x="194" y="307"/>
                    <a:pt x="193" y="307"/>
                    <a:pt x="193" y="309"/>
                  </a:cubicBezTo>
                  <a:cubicBezTo>
                    <a:pt x="193" y="307"/>
                    <a:pt x="193" y="307"/>
                    <a:pt x="193" y="307"/>
                  </a:cubicBezTo>
                  <a:cubicBezTo>
                    <a:pt x="192" y="307"/>
                    <a:pt x="192" y="307"/>
                    <a:pt x="191" y="308"/>
                  </a:cubicBezTo>
                  <a:cubicBezTo>
                    <a:pt x="191" y="307"/>
                    <a:pt x="191" y="307"/>
                    <a:pt x="191" y="307"/>
                  </a:cubicBezTo>
                  <a:cubicBezTo>
                    <a:pt x="190" y="306"/>
                    <a:pt x="189" y="304"/>
                    <a:pt x="189" y="304"/>
                  </a:cubicBezTo>
                  <a:cubicBezTo>
                    <a:pt x="188" y="302"/>
                    <a:pt x="189" y="304"/>
                    <a:pt x="189" y="303"/>
                  </a:cubicBezTo>
                  <a:cubicBezTo>
                    <a:pt x="189" y="302"/>
                    <a:pt x="189" y="303"/>
                    <a:pt x="188" y="302"/>
                  </a:cubicBezTo>
                  <a:cubicBezTo>
                    <a:pt x="188" y="300"/>
                    <a:pt x="188" y="300"/>
                    <a:pt x="188" y="300"/>
                  </a:cubicBezTo>
                  <a:cubicBezTo>
                    <a:pt x="188" y="300"/>
                    <a:pt x="189" y="302"/>
                    <a:pt x="190" y="303"/>
                  </a:cubicBezTo>
                  <a:cubicBezTo>
                    <a:pt x="190" y="303"/>
                    <a:pt x="190" y="303"/>
                    <a:pt x="189" y="302"/>
                  </a:cubicBezTo>
                  <a:cubicBezTo>
                    <a:pt x="190" y="304"/>
                    <a:pt x="191" y="305"/>
                    <a:pt x="191" y="307"/>
                  </a:cubicBezTo>
                  <a:cubicBezTo>
                    <a:pt x="192" y="308"/>
                    <a:pt x="190" y="305"/>
                    <a:pt x="191" y="305"/>
                  </a:cubicBezTo>
                  <a:cubicBezTo>
                    <a:pt x="191" y="306"/>
                    <a:pt x="190" y="304"/>
                    <a:pt x="190" y="303"/>
                  </a:cubicBezTo>
                  <a:cubicBezTo>
                    <a:pt x="188" y="298"/>
                    <a:pt x="192" y="306"/>
                    <a:pt x="192" y="305"/>
                  </a:cubicBezTo>
                  <a:cubicBezTo>
                    <a:pt x="190" y="302"/>
                    <a:pt x="191" y="301"/>
                    <a:pt x="189" y="298"/>
                  </a:cubicBezTo>
                  <a:cubicBezTo>
                    <a:pt x="189" y="297"/>
                    <a:pt x="189" y="296"/>
                    <a:pt x="189" y="297"/>
                  </a:cubicBezTo>
                  <a:cubicBezTo>
                    <a:pt x="190" y="299"/>
                    <a:pt x="190" y="298"/>
                    <a:pt x="190" y="300"/>
                  </a:cubicBezTo>
                  <a:cubicBezTo>
                    <a:pt x="191" y="300"/>
                    <a:pt x="191" y="300"/>
                    <a:pt x="191" y="300"/>
                  </a:cubicBezTo>
                  <a:cubicBezTo>
                    <a:pt x="191" y="302"/>
                    <a:pt x="191" y="302"/>
                    <a:pt x="191" y="302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2" y="304"/>
                    <a:pt x="193" y="303"/>
                  </a:cubicBezTo>
                  <a:cubicBezTo>
                    <a:pt x="193" y="304"/>
                    <a:pt x="193" y="305"/>
                    <a:pt x="193" y="305"/>
                  </a:cubicBezTo>
                  <a:cubicBezTo>
                    <a:pt x="193" y="304"/>
                    <a:pt x="192" y="302"/>
                    <a:pt x="192" y="302"/>
                  </a:cubicBezTo>
                  <a:cubicBezTo>
                    <a:pt x="193" y="301"/>
                    <a:pt x="194" y="303"/>
                    <a:pt x="194" y="304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4"/>
                    <a:pt x="194" y="306"/>
                    <a:pt x="194" y="306"/>
                  </a:cubicBezTo>
                  <a:cubicBezTo>
                    <a:pt x="194" y="304"/>
                    <a:pt x="194" y="303"/>
                    <a:pt x="193" y="301"/>
                  </a:cubicBezTo>
                  <a:cubicBezTo>
                    <a:pt x="193" y="301"/>
                    <a:pt x="194" y="302"/>
                    <a:pt x="194" y="302"/>
                  </a:cubicBezTo>
                  <a:cubicBezTo>
                    <a:pt x="194" y="303"/>
                    <a:pt x="194" y="303"/>
                    <a:pt x="194" y="303"/>
                  </a:cubicBezTo>
                  <a:cubicBezTo>
                    <a:pt x="194" y="303"/>
                    <a:pt x="195" y="306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5" y="304"/>
                    <a:pt x="195" y="305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6" y="305"/>
                    <a:pt x="196" y="305"/>
                    <a:pt x="196" y="305"/>
                  </a:cubicBezTo>
                  <a:cubicBezTo>
                    <a:pt x="196" y="304"/>
                    <a:pt x="195" y="302"/>
                    <a:pt x="196" y="304"/>
                  </a:cubicBezTo>
                  <a:cubicBezTo>
                    <a:pt x="195" y="301"/>
                    <a:pt x="196" y="304"/>
                    <a:pt x="195" y="303"/>
                  </a:cubicBezTo>
                  <a:cubicBezTo>
                    <a:pt x="194" y="301"/>
                    <a:pt x="195" y="301"/>
                    <a:pt x="195" y="301"/>
                  </a:cubicBezTo>
                  <a:cubicBezTo>
                    <a:pt x="196" y="303"/>
                    <a:pt x="195" y="301"/>
                    <a:pt x="196" y="301"/>
                  </a:cubicBezTo>
                  <a:cubicBezTo>
                    <a:pt x="196" y="302"/>
                    <a:pt x="196" y="302"/>
                    <a:pt x="196" y="303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7" y="304"/>
                    <a:pt x="196" y="300"/>
                    <a:pt x="197" y="301"/>
                  </a:cubicBezTo>
                  <a:cubicBezTo>
                    <a:pt x="197" y="302"/>
                    <a:pt x="197" y="303"/>
                    <a:pt x="198" y="304"/>
                  </a:cubicBezTo>
                  <a:cubicBezTo>
                    <a:pt x="197" y="301"/>
                    <a:pt x="197" y="301"/>
                    <a:pt x="196" y="299"/>
                  </a:cubicBezTo>
                  <a:cubicBezTo>
                    <a:pt x="197" y="300"/>
                    <a:pt x="197" y="302"/>
                    <a:pt x="198" y="304"/>
                  </a:cubicBezTo>
                  <a:cubicBezTo>
                    <a:pt x="198" y="302"/>
                    <a:pt x="199" y="305"/>
                    <a:pt x="198" y="302"/>
                  </a:cubicBezTo>
                  <a:cubicBezTo>
                    <a:pt x="198" y="302"/>
                    <a:pt x="198" y="301"/>
                    <a:pt x="197" y="300"/>
                  </a:cubicBezTo>
                  <a:cubicBezTo>
                    <a:pt x="198" y="300"/>
                    <a:pt x="198" y="301"/>
                    <a:pt x="198" y="302"/>
                  </a:cubicBezTo>
                  <a:cubicBezTo>
                    <a:pt x="198" y="301"/>
                    <a:pt x="198" y="299"/>
                    <a:pt x="198" y="299"/>
                  </a:cubicBezTo>
                  <a:cubicBezTo>
                    <a:pt x="198" y="299"/>
                    <a:pt x="198" y="296"/>
                    <a:pt x="198" y="298"/>
                  </a:cubicBezTo>
                  <a:cubicBezTo>
                    <a:pt x="199" y="300"/>
                    <a:pt x="198" y="299"/>
                    <a:pt x="198" y="300"/>
                  </a:cubicBezTo>
                  <a:cubicBezTo>
                    <a:pt x="199" y="300"/>
                    <a:pt x="198" y="296"/>
                    <a:pt x="198" y="295"/>
                  </a:cubicBezTo>
                  <a:cubicBezTo>
                    <a:pt x="198" y="294"/>
                    <a:pt x="197" y="291"/>
                    <a:pt x="197" y="290"/>
                  </a:cubicBezTo>
                  <a:cubicBezTo>
                    <a:pt x="198" y="291"/>
                    <a:pt x="197" y="291"/>
                    <a:pt x="198" y="293"/>
                  </a:cubicBezTo>
                  <a:cubicBezTo>
                    <a:pt x="198" y="293"/>
                    <a:pt x="198" y="293"/>
                    <a:pt x="198" y="293"/>
                  </a:cubicBezTo>
                  <a:cubicBezTo>
                    <a:pt x="199" y="296"/>
                    <a:pt x="198" y="298"/>
                    <a:pt x="199" y="300"/>
                  </a:cubicBezTo>
                  <a:cubicBezTo>
                    <a:pt x="199" y="299"/>
                    <a:pt x="199" y="299"/>
                    <a:pt x="199" y="299"/>
                  </a:cubicBezTo>
                  <a:cubicBezTo>
                    <a:pt x="200" y="302"/>
                    <a:pt x="200" y="302"/>
                    <a:pt x="200" y="302"/>
                  </a:cubicBezTo>
                  <a:cubicBezTo>
                    <a:pt x="200" y="300"/>
                    <a:pt x="200" y="301"/>
                    <a:pt x="200" y="301"/>
                  </a:cubicBezTo>
                  <a:cubicBezTo>
                    <a:pt x="200" y="299"/>
                    <a:pt x="200" y="302"/>
                    <a:pt x="200" y="300"/>
                  </a:cubicBezTo>
                  <a:cubicBezTo>
                    <a:pt x="200" y="300"/>
                    <a:pt x="200" y="297"/>
                    <a:pt x="200" y="298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1" y="302"/>
                    <a:pt x="201" y="299"/>
                    <a:pt x="201" y="300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2" y="301"/>
                    <a:pt x="203" y="301"/>
                    <a:pt x="204" y="297"/>
                  </a:cubicBezTo>
                  <a:cubicBezTo>
                    <a:pt x="204" y="298"/>
                    <a:pt x="204" y="299"/>
                    <a:pt x="205" y="300"/>
                  </a:cubicBezTo>
                  <a:cubicBezTo>
                    <a:pt x="205" y="299"/>
                    <a:pt x="205" y="298"/>
                    <a:pt x="205" y="298"/>
                  </a:cubicBezTo>
                  <a:cubicBezTo>
                    <a:pt x="205" y="300"/>
                    <a:pt x="205" y="300"/>
                    <a:pt x="205" y="300"/>
                  </a:cubicBezTo>
                  <a:cubicBezTo>
                    <a:pt x="206" y="301"/>
                    <a:pt x="206" y="299"/>
                    <a:pt x="206" y="298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7" y="300"/>
                    <a:pt x="207" y="298"/>
                    <a:pt x="207" y="298"/>
                  </a:cubicBezTo>
                  <a:cubicBezTo>
                    <a:pt x="207" y="299"/>
                    <a:pt x="207" y="299"/>
                    <a:pt x="207" y="299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7" y="297"/>
                    <a:pt x="207" y="297"/>
                    <a:pt x="207" y="299"/>
                  </a:cubicBezTo>
                  <a:cubicBezTo>
                    <a:pt x="208" y="298"/>
                    <a:pt x="208" y="298"/>
                    <a:pt x="208" y="298"/>
                  </a:cubicBezTo>
                  <a:cubicBezTo>
                    <a:pt x="208" y="299"/>
                    <a:pt x="208" y="299"/>
                    <a:pt x="209" y="298"/>
                  </a:cubicBezTo>
                  <a:cubicBezTo>
                    <a:pt x="209" y="298"/>
                    <a:pt x="209" y="297"/>
                    <a:pt x="209" y="296"/>
                  </a:cubicBezTo>
                  <a:cubicBezTo>
                    <a:pt x="209" y="293"/>
                    <a:pt x="209" y="296"/>
                    <a:pt x="209" y="295"/>
                  </a:cubicBezTo>
                  <a:cubicBezTo>
                    <a:pt x="209" y="297"/>
                    <a:pt x="209" y="297"/>
                    <a:pt x="209" y="297"/>
                  </a:cubicBezTo>
                  <a:cubicBezTo>
                    <a:pt x="209" y="300"/>
                    <a:pt x="210" y="298"/>
                    <a:pt x="211" y="299"/>
                  </a:cubicBezTo>
                  <a:cubicBezTo>
                    <a:pt x="211" y="297"/>
                    <a:pt x="211" y="297"/>
                    <a:pt x="211" y="297"/>
                  </a:cubicBezTo>
                  <a:cubicBezTo>
                    <a:pt x="211" y="300"/>
                    <a:pt x="212" y="297"/>
                    <a:pt x="212" y="299"/>
                  </a:cubicBezTo>
                  <a:cubicBezTo>
                    <a:pt x="213" y="298"/>
                    <a:pt x="213" y="295"/>
                    <a:pt x="214" y="295"/>
                  </a:cubicBezTo>
                  <a:cubicBezTo>
                    <a:pt x="214" y="293"/>
                    <a:pt x="213" y="298"/>
                    <a:pt x="213" y="299"/>
                  </a:cubicBezTo>
                  <a:cubicBezTo>
                    <a:pt x="213" y="298"/>
                    <a:pt x="214" y="298"/>
                    <a:pt x="214" y="298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4" y="297"/>
                    <a:pt x="215" y="296"/>
                    <a:pt x="215" y="297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5" y="298"/>
                    <a:pt x="214" y="299"/>
                    <a:pt x="215" y="299"/>
                  </a:cubicBezTo>
                  <a:cubicBezTo>
                    <a:pt x="215" y="297"/>
                    <a:pt x="215" y="298"/>
                    <a:pt x="216" y="297"/>
                  </a:cubicBezTo>
                  <a:cubicBezTo>
                    <a:pt x="215" y="298"/>
                    <a:pt x="215" y="298"/>
                    <a:pt x="215" y="298"/>
                  </a:cubicBezTo>
                  <a:cubicBezTo>
                    <a:pt x="216" y="296"/>
                    <a:pt x="216" y="296"/>
                    <a:pt x="216" y="296"/>
                  </a:cubicBezTo>
                  <a:cubicBezTo>
                    <a:pt x="216" y="297"/>
                    <a:pt x="216" y="297"/>
                    <a:pt x="216" y="297"/>
                  </a:cubicBezTo>
                  <a:cubicBezTo>
                    <a:pt x="215" y="299"/>
                    <a:pt x="215" y="299"/>
                    <a:pt x="215" y="299"/>
                  </a:cubicBezTo>
                  <a:cubicBezTo>
                    <a:pt x="215" y="300"/>
                    <a:pt x="216" y="297"/>
                    <a:pt x="216" y="297"/>
                  </a:cubicBezTo>
                  <a:cubicBezTo>
                    <a:pt x="217" y="296"/>
                    <a:pt x="216" y="297"/>
                    <a:pt x="216" y="298"/>
                  </a:cubicBezTo>
                  <a:cubicBezTo>
                    <a:pt x="216" y="298"/>
                    <a:pt x="216" y="297"/>
                    <a:pt x="216" y="298"/>
                  </a:cubicBezTo>
                  <a:cubicBezTo>
                    <a:pt x="215" y="299"/>
                    <a:pt x="216" y="298"/>
                    <a:pt x="215" y="299"/>
                  </a:cubicBezTo>
                  <a:cubicBezTo>
                    <a:pt x="215" y="299"/>
                    <a:pt x="216" y="297"/>
                    <a:pt x="216" y="298"/>
                  </a:cubicBezTo>
                  <a:cubicBezTo>
                    <a:pt x="216" y="298"/>
                    <a:pt x="217" y="298"/>
                    <a:pt x="216" y="299"/>
                  </a:cubicBezTo>
                  <a:cubicBezTo>
                    <a:pt x="216" y="298"/>
                    <a:pt x="216" y="299"/>
                    <a:pt x="217" y="298"/>
                  </a:cubicBezTo>
                  <a:cubicBezTo>
                    <a:pt x="217" y="298"/>
                    <a:pt x="217" y="297"/>
                    <a:pt x="217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7" y="297"/>
                    <a:pt x="217" y="297"/>
                    <a:pt x="217" y="297"/>
                  </a:cubicBezTo>
                  <a:cubicBezTo>
                    <a:pt x="218" y="296"/>
                    <a:pt x="218" y="297"/>
                    <a:pt x="218" y="296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18" y="297"/>
                    <a:pt x="218" y="297"/>
                    <a:pt x="219" y="297"/>
                  </a:cubicBezTo>
                  <a:cubicBezTo>
                    <a:pt x="218" y="298"/>
                    <a:pt x="216" y="300"/>
                    <a:pt x="216" y="300"/>
                  </a:cubicBezTo>
                  <a:cubicBezTo>
                    <a:pt x="218" y="299"/>
                    <a:pt x="218" y="299"/>
                    <a:pt x="218" y="299"/>
                  </a:cubicBezTo>
                  <a:cubicBezTo>
                    <a:pt x="218" y="299"/>
                    <a:pt x="218" y="299"/>
                    <a:pt x="217" y="300"/>
                  </a:cubicBezTo>
                  <a:cubicBezTo>
                    <a:pt x="217" y="301"/>
                    <a:pt x="220" y="296"/>
                    <a:pt x="220" y="298"/>
                  </a:cubicBezTo>
                  <a:cubicBezTo>
                    <a:pt x="218" y="299"/>
                    <a:pt x="218" y="299"/>
                    <a:pt x="218" y="300"/>
                  </a:cubicBezTo>
                  <a:cubicBezTo>
                    <a:pt x="219" y="299"/>
                    <a:pt x="219" y="299"/>
                    <a:pt x="219" y="299"/>
                  </a:cubicBezTo>
                  <a:cubicBezTo>
                    <a:pt x="219" y="298"/>
                    <a:pt x="218" y="300"/>
                    <a:pt x="219" y="299"/>
                  </a:cubicBezTo>
                  <a:cubicBezTo>
                    <a:pt x="219" y="298"/>
                    <a:pt x="219" y="298"/>
                    <a:pt x="220" y="298"/>
                  </a:cubicBezTo>
                  <a:cubicBezTo>
                    <a:pt x="217" y="301"/>
                    <a:pt x="219" y="300"/>
                    <a:pt x="218" y="301"/>
                  </a:cubicBezTo>
                  <a:cubicBezTo>
                    <a:pt x="220" y="300"/>
                    <a:pt x="219" y="301"/>
                    <a:pt x="219" y="301"/>
                  </a:cubicBezTo>
                  <a:cubicBezTo>
                    <a:pt x="217" y="302"/>
                    <a:pt x="220" y="301"/>
                    <a:pt x="218" y="302"/>
                  </a:cubicBezTo>
                  <a:cubicBezTo>
                    <a:pt x="221" y="300"/>
                    <a:pt x="221" y="300"/>
                    <a:pt x="221" y="300"/>
                  </a:cubicBezTo>
                  <a:cubicBezTo>
                    <a:pt x="219" y="301"/>
                    <a:pt x="224" y="299"/>
                    <a:pt x="222" y="300"/>
                  </a:cubicBezTo>
                  <a:cubicBezTo>
                    <a:pt x="221" y="301"/>
                    <a:pt x="220" y="301"/>
                    <a:pt x="220" y="301"/>
                  </a:cubicBezTo>
                  <a:cubicBezTo>
                    <a:pt x="217" y="303"/>
                    <a:pt x="222" y="301"/>
                    <a:pt x="219" y="302"/>
                  </a:cubicBezTo>
                  <a:cubicBezTo>
                    <a:pt x="223" y="301"/>
                    <a:pt x="223" y="301"/>
                    <a:pt x="223" y="301"/>
                  </a:cubicBezTo>
                  <a:cubicBezTo>
                    <a:pt x="222" y="302"/>
                    <a:pt x="221" y="302"/>
                    <a:pt x="220" y="303"/>
                  </a:cubicBezTo>
                  <a:cubicBezTo>
                    <a:pt x="221" y="302"/>
                    <a:pt x="221" y="302"/>
                    <a:pt x="221" y="303"/>
                  </a:cubicBezTo>
                  <a:cubicBezTo>
                    <a:pt x="220" y="303"/>
                    <a:pt x="220" y="303"/>
                    <a:pt x="220" y="303"/>
                  </a:cubicBezTo>
                  <a:cubicBezTo>
                    <a:pt x="219" y="303"/>
                    <a:pt x="220" y="303"/>
                    <a:pt x="221" y="303"/>
                  </a:cubicBezTo>
                  <a:cubicBezTo>
                    <a:pt x="219" y="303"/>
                    <a:pt x="221" y="304"/>
                    <a:pt x="219" y="304"/>
                  </a:cubicBezTo>
                  <a:cubicBezTo>
                    <a:pt x="222" y="304"/>
                    <a:pt x="218" y="304"/>
                    <a:pt x="222" y="304"/>
                  </a:cubicBezTo>
                  <a:cubicBezTo>
                    <a:pt x="221" y="304"/>
                    <a:pt x="221" y="304"/>
                    <a:pt x="221" y="304"/>
                  </a:cubicBezTo>
                  <a:cubicBezTo>
                    <a:pt x="222" y="304"/>
                    <a:pt x="223" y="304"/>
                    <a:pt x="224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5"/>
                    <a:pt x="221" y="304"/>
                    <a:pt x="221" y="304"/>
                  </a:cubicBezTo>
                  <a:cubicBezTo>
                    <a:pt x="221" y="304"/>
                    <a:pt x="221" y="305"/>
                    <a:pt x="221" y="305"/>
                  </a:cubicBezTo>
                  <a:cubicBezTo>
                    <a:pt x="219" y="305"/>
                    <a:pt x="221" y="305"/>
                    <a:pt x="220" y="305"/>
                  </a:cubicBezTo>
                  <a:cubicBezTo>
                    <a:pt x="222" y="305"/>
                    <a:pt x="220" y="305"/>
                    <a:pt x="221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1" y="305"/>
                    <a:pt x="221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3" y="306"/>
                    <a:pt x="223" y="306"/>
                    <a:pt x="223" y="306"/>
                  </a:cubicBezTo>
                  <a:cubicBezTo>
                    <a:pt x="223" y="306"/>
                    <a:pt x="222" y="306"/>
                    <a:pt x="222" y="306"/>
                  </a:cubicBezTo>
                  <a:cubicBezTo>
                    <a:pt x="222" y="306"/>
                    <a:pt x="221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0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7"/>
                    <a:pt x="221" y="307"/>
                    <a:pt x="222" y="307"/>
                  </a:cubicBezTo>
                  <a:cubicBezTo>
                    <a:pt x="222" y="307"/>
                    <a:pt x="221" y="307"/>
                    <a:pt x="221" y="307"/>
                  </a:cubicBezTo>
                  <a:cubicBezTo>
                    <a:pt x="221" y="307"/>
                    <a:pt x="221" y="307"/>
                    <a:pt x="221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10"/>
                    <a:pt x="222" y="309"/>
                    <a:pt x="222" y="309"/>
                  </a:cubicBezTo>
                  <a:cubicBezTo>
                    <a:pt x="222" y="310"/>
                    <a:pt x="222" y="312"/>
                    <a:pt x="222" y="311"/>
                  </a:cubicBezTo>
                  <a:cubicBezTo>
                    <a:pt x="222" y="311"/>
                    <a:pt x="222" y="311"/>
                    <a:pt x="222" y="311"/>
                  </a:cubicBezTo>
                  <a:cubicBezTo>
                    <a:pt x="222" y="311"/>
                    <a:pt x="222" y="312"/>
                    <a:pt x="221" y="312"/>
                  </a:cubicBezTo>
                  <a:cubicBezTo>
                    <a:pt x="221" y="311"/>
                    <a:pt x="221" y="311"/>
                    <a:pt x="221" y="310"/>
                  </a:cubicBezTo>
                  <a:cubicBezTo>
                    <a:pt x="221" y="308"/>
                    <a:pt x="221" y="309"/>
                    <a:pt x="220" y="309"/>
                  </a:cubicBezTo>
                  <a:cubicBezTo>
                    <a:pt x="220" y="310"/>
                    <a:pt x="220" y="310"/>
                    <a:pt x="220" y="310"/>
                  </a:cubicBezTo>
                  <a:cubicBezTo>
                    <a:pt x="220" y="311"/>
                    <a:pt x="220" y="309"/>
                    <a:pt x="220" y="309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9" y="313"/>
                    <a:pt x="219" y="311"/>
                    <a:pt x="219" y="310"/>
                  </a:cubicBezTo>
                  <a:cubicBezTo>
                    <a:pt x="219" y="311"/>
                    <a:pt x="218" y="314"/>
                    <a:pt x="217" y="315"/>
                  </a:cubicBezTo>
                  <a:cubicBezTo>
                    <a:pt x="217" y="315"/>
                    <a:pt x="216" y="316"/>
                    <a:pt x="216" y="316"/>
                  </a:cubicBezTo>
                  <a:cubicBezTo>
                    <a:pt x="216" y="314"/>
                    <a:pt x="216" y="316"/>
                    <a:pt x="216" y="315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7" y="313"/>
                    <a:pt x="217" y="311"/>
                    <a:pt x="217" y="310"/>
                  </a:cubicBezTo>
                  <a:cubicBezTo>
                    <a:pt x="217" y="311"/>
                    <a:pt x="216" y="309"/>
                    <a:pt x="216" y="309"/>
                  </a:cubicBezTo>
                  <a:cubicBezTo>
                    <a:pt x="215" y="312"/>
                    <a:pt x="215" y="310"/>
                    <a:pt x="214" y="313"/>
                  </a:cubicBezTo>
                  <a:cubicBezTo>
                    <a:pt x="214" y="313"/>
                    <a:pt x="214" y="311"/>
                    <a:pt x="214" y="310"/>
                  </a:cubicBezTo>
                  <a:cubicBezTo>
                    <a:pt x="213" y="311"/>
                    <a:pt x="213" y="310"/>
                    <a:pt x="212" y="310"/>
                  </a:cubicBezTo>
                  <a:cubicBezTo>
                    <a:pt x="213" y="310"/>
                    <a:pt x="213" y="310"/>
                    <a:pt x="213" y="310"/>
                  </a:cubicBezTo>
                  <a:cubicBezTo>
                    <a:pt x="212" y="310"/>
                    <a:pt x="211" y="309"/>
                    <a:pt x="210" y="312"/>
                  </a:cubicBezTo>
                  <a:cubicBezTo>
                    <a:pt x="211" y="310"/>
                    <a:pt x="211" y="310"/>
                    <a:pt x="211" y="310"/>
                  </a:cubicBezTo>
                  <a:cubicBezTo>
                    <a:pt x="210" y="309"/>
                    <a:pt x="210" y="313"/>
                    <a:pt x="209" y="312"/>
                  </a:cubicBezTo>
                  <a:cubicBezTo>
                    <a:pt x="210" y="310"/>
                    <a:pt x="210" y="310"/>
                    <a:pt x="210" y="310"/>
                  </a:cubicBezTo>
                  <a:cubicBezTo>
                    <a:pt x="209" y="312"/>
                    <a:pt x="209" y="309"/>
                    <a:pt x="208" y="311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8" y="310"/>
                    <a:pt x="208" y="310"/>
                    <a:pt x="207" y="311"/>
                  </a:cubicBezTo>
                  <a:cubicBezTo>
                    <a:pt x="208" y="309"/>
                    <a:pt x="208" y="309"/>
                    <a:pt x="208" y="309"/>
                  </a:cubicBezTo>
                  <a:cubicBezTo>
                    <a:pt x="208" y="308"/>
                    <a:pt x="207" y="311"/>
                    <a:pt x="207" y="311"/>
                  </a:cubicBezTo>
                  <a:cubicBezTo>
                    <a:pt x="207" y="310"/>
                    <a:pt x="207" y="309"/>
                    <a:pt x="207" y="309"/>
                  </a:cubicBezTo>
                  <a:cubicBezTo>
                    <a:pt x="206" y="310"/>
                    <a:pt x="206" y="310"/>
                    <a:pt x="205" y="311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3" y="308"/>
                    <a:pt x="201" y="307"/>
                    <a:pt x="199" y="309"/>
                  </a:cubicBezTo>
                  <a:cubicBezTo>
                    <a:pt x="199" y="306"/>
                    <a:pt x="199" y="308"/>
                    <a:pt x="199" y="306"/>
                  </a:cubicBezTo>
                  <a:cubicBezTo>
                    <a:pt x="199" y="308"/>
                    <a:pt x="199" y="306"/>
                    <a:pt x="198" y="307"/>
                  </a:cubicBezTo>
                  <a:close/>
                  <a:moveTo>
                    <a:pt x="221" y="306"/>
                  </a:move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6"/>
                    <a:pt x="222" y="306"/>
                  </a:cubicBezTo>
                  <a:cubicBezTo>
                    <a:pt x="222" y="306"/>
                    <a:pt x="221" y="306"/>
                    <a:pt x="221" y="306"/>
                  </a:cubicBezTo>
                  <a:close/>
                  <a:moveTo>
                    <a:pt x="222" y="306"/>
                  </a:moveTo>
                  <a:cubicBezTo>
                    <a:pt x="222" y="306"/>
                    <a:pt x="222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2" y="306"/>
                    <a:pt x="222" y="306"/>
                    <a:pt x="222" y="306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6"/>
                    <a:pt x="222" y="307"/>
                    <a:pt x="222" y="307"/>
                  </a:cubicBezTo>
                  <a:close/>
                  <a:moveTo>
                    <a:pt x="382" y="181"/>
                  </a:moveTo>
                  <a:cubicBezTo>
                    <a:pt x="383" y="179"/>
                    <a:pt x="383" y="179"/>
                    <a:pt x="383" y="179"/>
                  </a:cubicBezTo>
                  <a:cubicBezTo>
                    <a:pt x="384" y="180"/>
                    <a:pt x="384" y="181"/>
                    <a:pt x="384" y="182"/>
                  </a:cubicBezTo>
                  <a:cubicBezTo>
                    <a:pt x="385" y="180"/>
                    <a:pt x="387" y="181"/>
                    <a:pt x="387" y="180"/>
                  </a:cubicBezTo>
                  <a:cubicBezTo>
                    <a:pt x="388" y="180"/>
                    <a:pt x="387" y="181"/>
                    <a:pt x="387" y="181"/>
                  </a:cubicBezTo>
                  <a:cubicBezTo>
                    <a:pt x="388" y="181"/>
                    <a:pt x="391" y="180"/>
                    <a:pt x="392" y="181"/>
                  </a:cubicBezTo>
                  <a:cubicBezTo>
                    <a:pt x="391" y="182"/>
                    <a:pt x="391" y="182"/>
                    <a:pt x="391" y="182"/>
                  </a:cubicBezTo>
                  <a:cubicBezTo>
                    <a:pt x="393" y="184"/>
                    <a:pt x="393" y="186"/>
                    <a:pt x="393" y="188"/>
                  </a:cubicBezTo>
                  <a:cubicBezTo>
                    <a:pt x="389" y="186"/>
                    <a:pt x="384" y="185"/>
                    <a:pt x="380" y="183"/>
                  </a:cubicBezTo>
                  <a:cubicBezTo>
                    <a:pt x="381" y="183"/>
                    <a:pt x="382" y="183"/>
                    <a:pt x="382" y="181"/>
                  </a:cubicBezTo>
                  <a:close/>
                  <a:moveTo>
                    <a:pt x="262" y="151"/>
                  </a:move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3" y="148"/>
                    <a:pt x="264" y="146"/>
                    <a:pt x="264" y="144"/>
                  </a:cubicBezTo>
                  <a:cubicBezTo>
                    <a:pt x="265" y="144"/>
                    <a:pt x="265" y="145"/>
                    <a:pt x="265" y="146"/>
                  </a:cubicBezTo>
                  <a:cubicBezTo>
                    <a:pt x="267" y="141"/>
                    <a:pt x="267" y="135"/>
                    <a:pt x="267" y="130"/>
                  </a:cubicBezTo>
                  <a:cubicBezTo>
                    <a:pt x="268" y="130"/>
                    <a:pt x="268" y="131"/>
                    <a:pt x="269" y="133"/>
                  </a:cubicBezTo>
                  <a:cubicBezTo>
                    <a:pt x="271" y="128"/>
                    <a:pt x="267" y="127"/>
                    <a:pt x="269" y="122"/>
                  </a:cubicBezTo>
                  <a:cubicBezTo>
                    <a:pt x="270" y="121"/>
                    <a:pt x="271" y="118"/>
                    <a:pt x="271" y="119"/>
                  </a:cubicBezTo>
                  <a:cubicBezTo>
                    <a:pt x="271" y="117"/>
                    <a:pt x="272" y="109"/>
                    <a:pt x="271" y="107"/>
                  </a:cubicBezTo>
                  <a:cubicBezTo>
                    <a:pt x="272" y="106"/>
                    <a:pt x="272" y="105"/>
                    <a:pt x="273" y="103"/>
                  </a:cubicBezTo>
                  <a:cubicBezTo>
                    <a:pt x="274" y="104"/>
                    <a:pt x="274" y="105"/>
                    <a:pt x="275" y="107"/>
                  </a:cubicBezTo>
                  <a:cubicBezTo>
                    <a:pt x="274" y="107"/>
                    <a:pt x="273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8"/>
                    <a:pt x="272" y="108"/>
                    <a:pt x="272" y="108"/>
                  </a:cubicBezTo>
                  <a:cubicBezTo>
                    <a:pt x="272" y="111"/>
                    <a:pt x="272" y="111"/>
                    <a:pt x="272" y="111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2" y="133"/>
                    <a:pt x="272" y="145"/>
                    <a:pt x="271" y="156"/>
                  </a:cubicBezTo>
                  <a:cubicBezTo>
                    <a:pt x="271" y="160"/>
                    <a:pt x="271" y="162"/>
                    <a:pt x="270" y="164"/>
                  </a:cubicBezTo>
                  <a:cubicBezTo>
                    <a:pt x="268" y="161"/>
                    <a:pt x="265" y="157"/>
                    <a:pt x="265" y="152"/>
                  </a:cubicBezTo>
                  <a:cubicBezTo>
                    <a:pt x="265" y="155"/>
                    <a:pt x="263" y="153"/>
                    <a:pt x="262" y="151"/>
                  </a:cubicBezTo>
                  <a:cubicBezTo>
                    <a:pt x="262" y="151"/>
                    <a:pt x="262" y="151"/>
                    <a:pt x="262" y="151"/>
                  </a:cubicBezTo>
                  <a:close/>
                  <a:moveTo>
                    <a:pt x="212" y="121"/>
                  </a:moveTo>
                  <a:cubicBezTo>
                    <a:pt x="212" y="118"/>
                    <a:pt x="212" y="116"/>
                    <a:pt x="213" y="114"/>
                  </a:cubicBezTo>
                  <a:cubicBezTo>
                    <a:pt x="215" y="119"/>
                    <a:pt x="215" y="127"/>
                    <a:pt x="213" y="134"/>
                  </a:cubicBezTo>
                  <a:cubicBezTo>
                    <a:pt x="212" y="129"/>
                    <a:pt x="211" y="125"/>
                    <a:pt x="212" y="121"/>
                  </a:cubicBezTo>
                  <a:close/>
                  <a:moveTo>
                    <a:pt x="191" y="185"/>
                  </a:moveTo>
                  <a:cubicBezTo>
                    <a:pt x="191" y="185"/>
                    <a:pt x="191" y="184"/>
                    <a:pt x="191" y="185"/>
                  </a:cubicBezTo>
                  <a:cubicBezTo>
                    <a:pt x="190" y="185"/>
                    <a:pt x="190" y="184"/>
                    <a:pt x="190" y="184"/>
                  </a:cubicBezTo>
                  <a:cubicBezTo>
                    <a:pt x="190" y="184"/>
                    <a:pt x="191" y="184"/>
                    <a:pt x="191" y="185"/>
                  </a:cubicBezTo>
                  <a:close/>
                  <a:moveTo>
                    <a:pt x="148" y="192"/>
                  </a:moveTo>
                  <a:cubicBezTo>
                    <a:pt x="148" y="191"/>
                    <a:pt x="148" y="192"/>
                    <a:pt x="148" y="192"/>
                  </a:cubicBezTo>
                  <a:cubicBezTo>
                    <a:pt x="148" y="192"/>
                    <a:pt x="148" y="192"/>
                    <a:pt x="148" y="191"/>
                  </a:cubicBezTo>
                  <a:cubicBezTo>
                    <a:pt x="148" y="191"/>
                    <a:pt x="148" y="192"/>
                    <a:pt x="148" y="192"/>
                  </a:cubicBezTo>
                  <a:close/>
                  <a:moveTo>
                    <a:pt x="134" y="148"/>
                  </a:moveTo>
                  <a:cubicBezTo>
                    <a:pt x="136" y="149"/>
                    <a:pt x="136" y="149"/>
                    <a:pt x="136" y="149"/>
                  </a:cubicBezTo>
                  <a:cubicBezTo>
                    <a:pt x="135" y="142"/>
                    <a:pt x="136" y="133"/>
                    <a:pt x="139" y="125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24"/>
                    <a:pt x="140" y="124"/>
                    <a:pt x="139" y="124"/>
                  </a:cubicBezTo>
                  <a:cubicBezTo>
                    <a:pt x="140" y="123"/>
                    <a:pt x="140" y="123"/>
                    <a:pt x="140" y="122"/>
                  </a:cubicBezTo>
                  <a:cubicBezTo>
                    <a:pt x="140" y="121"/>
                    <a:pt x="141" y="120"/>
                    <a:pt x="141" y="120"/>
                  </a:cubicBezTo>
                  <a:cubicBezTo>
                    <a:pt x="142" y="120"/>
                    <a:pt x="142" y="121"/>
                    <a:pt x="142" y="120"/>
                  </a:cubicBezTo>
                  <a:cubicBezTo>
                    <a:pt x="142" y="119"/>
                    <a:pt x="144" y="118"/>
                    <a:pt x="145" y="117"/>
                  </a:cubicBezTo>
                  <a:cubicBezTo>
                    <a:pt x="146" y="117"/>
                    <a:pt x="147" y="118"/>
                    <a:pt x="149" y="118"/>
                  </a:cubicBezTo>
                  <a:cubicBezTo>
                    <a:pt x="142" y="122"/>
                    <a:pt x="144" y="121"/>
                    <a:pt x="149" y="118"/>
                  </a:cubicBezTo>
                  <a:cubicBezTo>
                    <a:pt x="149" y="118"/>
                    <a:pt x="150" y="119"/>
                    <a:pt x="151" y="119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2" y="121"/>
                    <a:pt x="154" y="120"/>
                    <a:pt x="155" y="120"/>
                  </a:cubicBezTo>
                  <a:cubicBezTo>
                    <a:pt x="155" y="123"/>
                    <a:pt x="154" y="119"/>
                    <a:pt x="153" y="121"/>
                  </a:cubicBezTo>
                  <a:cubicBezTo>
                    <a:pt x="155" y="129"/>
                    <a:pt x="153" y="139"/>
                    <a:pt x="153" y="149"/>
                  </a:cubicBezTo>
                  <a:cubicBezTo>
                    <a:pt x="154" y="151"/>
                    <a:pt x="154" y="153"/>
                    <a:pt x="155" y="153"/>
                  </a:cubicBezTo>
                  <a:cubicBezTo>
                    <a:pt x="152" y="164"/>
                    <a:pt x="154" y="178"/>
                    <a:pt x="149" y="185"/>
                  </a:cubicBezTo>
                  <a:cubicBezTo>
                    <a:pt x="153" y="184"/>
                    <a:pt x="150" y="189"/>
                    <a:pt x="149" y="191"/>
                  </a:cubicBezTo>
                  <a:cubicBezTo>
                    <a:pt x="148" y="189"/>
                    <a:pt x="146" y="186"/>
                    <a:pt x="144" y="183"/>
                  </a:cubicBezTo>
                  <a:cubicBezTo>
                    <a:pt x="143" y="180"/>
                    <a:pt x="140" y="179"/>
                    <a:pt x="140" y="174"/>
                  </a:cubicBezTo>
                  <a:cubicBezTo>
                    <a:pt x="141" y="170"/>
                    <a:pt x="137" y="163"/>
                    <a:pt x="137" y="158"/>
                  </a:cubicBezTo>
                  <a:cubicBezTo>
                    <a:pt x="136" y="160"/>
                    <a:pt x="133" y="153"/>
                    <a:pt x="134" y="148"/>
                  </a:cubicBezTo>
                  <a:close/>
                  <a:moveTo>
                    <a:pt x="65" y="183"/>
                  </a:moveTo>
                  <a:cubicBezTo>
                    <a:pt x="65" y="185"/>
                    <a:pt x="63" y="186"/>
                    <a:pt x="63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64" y="186"/>
                    <a:pt x="64" y="186"/>
                    <a:pt x="63" y="186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4" y="183"/>
                    <a:pt x="65" y="183"/>
                    <a:pt x="65" y="183"/>
                  </a:cubicBezTo>
                  <a:close/>
                  <a:moveTo>
                    <a:pt x="63" y="185"/>
                  </a:moveTo>
                  <a:cubicBezTo>
                    <a:pt x="63" y="185"/>
                    <a:pt x="63" y="186"/>
                    <a:pt x="63" y="186"/>
                  </a:cubicBezTo>
                  <a:cubicBezTo>
                    <a:pt x="62" y="186"/>
                    <a:pt x="62" y="186"/>
                    <a:pt x="63" y="185"/>
                  </a:cubicBezTo>
                  <a:close/>
                  <a:moveTo>
                    <a:pt x="62" y="188"/>
                  </a:moveTo>
                  <a:cubicBezTo>
                    <a:pt x="62" y="188"/>
                    <a:pt x="62" y="188"/>
                    <a:pt x="63" y="187"/>
                  </a:cubicBezTo>
                  <a:cubicBezTo>
                    <a:pt x="63" y="190"/>
                    <a:pt x="64" y="192"/>
                    <a:pt x="64" y="196"/>
                  </a:cubicBezTo>
                  <a:cubicBezTo>
                    <a:pt x="62" y="197"/>
                    <a:pt x="62" y="192"/>
                    <a:pt x="62" y="188"/>
                  </a:cubicBezTo>
                  <a:close/>
                  <a:moveTo>
                    <a:pt x="16" y="210"/>
                  </a:move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lose/>
                  <a:moveTo>
                    <a:pt x="17" y="208"/>
                  </a:moveTo>
                  <a:cubicBezTo>
                    <a:pt x="17" y="208"/>
                    <a:pt x="17" y="208"/>
                    <a:pt x="17" y="207"/>
                  </a:cubicBezTo>
                  <a:cubicBezTo>
                    <a:pt x="17" y="207"/>
                    <a:pt x="17" y="206"/>
                    <a:pt x="18" y="206"/>
                  </a:cubicBezTo>
                  <a:cubicBezTo>
                    <a:pt x="18" y="207"/>
                    <a:pt x="18" y="207"/>
                    <a:pt x="18" y="208"/>
                  </a:cubicBezTo>
                  <a:cubicBezTo>
                    <a:pt x="18" y="208"/>
                    <a:pt x="18" y="208"/>
                    <a:pt x="17" y="208"/>
                  </a:cubicBezTo>
                  <a:close/>
                  <a:moveTo>
                    <a:pt x="18" y="212"/>
                  </a:move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lose/>
                  <a:moveTo>
                    <a:pt x="19" y="213"/>
                  </a:move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lose/>
                  <a:moveTo>
                    <a:pt x="20" y="214"/>
                  </a:move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lose/>
                  <a:moveTo>
                    <a:pt x="21" y="217"/>
                  </a:moveTo>
                  <a:cubicBezTo>
                    <a:pt x="21" y="216"/>
                    <a:pt x="21" y="216"/>
                    <a:pt x="21" y="216"/>
                  </a:cubicBezTo>
                  <a:cubicBezTo>
                    <a:pt x="22" y="216"/>
                    <a:pt x="22" y="216"/>
                    <a:pt x="22" y="216"/>
                  </a:cubicBezTo>
                  <a:cubicBezTo>
                    <a:pt x="22" y="216"/>
                    <a:pt x="21" y="216"/>
                    <a:pt x="21" y="217"/>
                  </a:cubicBezTo>
                  <a:close/>
                  <a:moveTo>
                    <a:pt x="21" y="214"/>
                  </a:move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2" y="214"/>
                    <a:pt x="22" y="214"/>
                    <a:pt x="22" y="214"/>
                  </a:cubicBezTo>
                  <a:lnTo>
                    <a:pt x="21" y="214"/>
                  </a:lnTo>
                  <a:close/>
                  <a:moveTo>
                    <a:pt x="122" y="297"/>
                  </a:moveTo>
                  <a:cubicBezTo>
                    <a:pt x="122" y="297"/>
                    <a:pt x="122" y="297"/>
                    <a:pt x="122" y="297"/>
                  </a:cubicBezTo>
                  <a:cubicBezTo>
                    <a:pt x="122" y="297"/>
                    <a:pt x="122" y="297"/>
                    <a:pt x="122" y="297"/>
                  </a:cubicBezTo>
                  <a:close/>
                  <a:moveTo>
                    <a:pt x="123" y="297"/>
                  </a:moveTo>
                  <a:cubicBezTo>
                    <a:pt x="122" y="298"/>
                    <a:pt x="122" y="297"/>
                    <a:pt x="122" y="297"/>
                  </a:cubicBezTo>
                  <a:cubicBezTo>
                    <a:pt x="122" y="297"/>
                    <a:pt x="122" y="297"/>
                    <a:pt x="123" y="297"/>
                  </a:cubicBezTo>
                  <a:cubicBezTo>
                    <a:pt x="123" y="297"/>
                    <a:pt x="123" y="297"/>
                    <a:pt x="123" y="297"/>
                  </a:cubicBezTo>
                  <a:close/>
                  <a:moveTo>
                    <a:pt x="213" y="429"/>
                  </a:move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2" name="Freeform 437"/>
            <p:cNvSpPr/>
            <p:nvPr>
              <p:custDataLst>
                <p:tags r:id="rId35"/>
              </p:custDataLst>
            </p:nvPr>
          </p:nvSpPr>
          <p:spPr bwMode="auto">
            <a:xfrm>
              <a:off x="3695" y="2760"/>
              <a:ext cx="4" cy="2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0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0"/>
                    <a:pt x="1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3" name="Freeform 438"/>
            <p:cNvSpPr/>
            <p:nvPr>
              <p:custDataLst>
                <p:tags r:id="rId36"/>
              </p:custDataLst>
            </p:nvPr>
          </p:nvSpPr>
          <p:spPr bwMode="auto">
            <a:xfrm>
              <a:off x="3699" y="2760"/>
              <a:ext cx="5" cy="4"/>
            </a:xfrm>
            <a:custGeom>
              <a:avLst/>
              <a:gdLst>
                <a:gd name="T0" fmla="*/ 1 w 2"/>
                <a:gd name="T1" fmla="*/ 2 h 2"/>
                <a:gd name="T2" fmla="*/ 2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0" y="0"/>
                    <a:pt x="2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4" name="Freeform 439"/>
            <p:cNvSpPr/>
            <p:nvPr>
              <p:custDataLst>
                <p:tags r:id="rId37"/>
              </p:custDataLst>
            </p:nvPr>
          </p:nvSpPr>
          <p:spPr bwMode="auto">
            <a:xfrm>
              <a:off x="3916" y="2586"/>
              <a:ext cx="4" cy="2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5" name="Freeform 440"/>
            <p:cNvSpPr/>
            <p:nvPr>
              <p:custDataLst>
                <p:tags r:id="rId38"/>
              </p:custDataLst>
            </p:nvPr>
          </p:nvSpPr>
          <p:spPr bwMode="auto">
            <a:xfrm>
              <a:off x="3941" y="2610"/>
              <a:ext cx="5" cy="0"/>
            </a:xfrm>
            <a:custGeom>
              <a:avLst/>
              <a:gdLst>
                <a:gd name="T0" fmla="*/ 0 w 5"/>
                <a:gd name="T1" fmla="*/ 0 w 5"/>
                <a:gd name="T2" fmla="*/ 5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6" name="Freeform 441"/>
            <p:cNvSpPr/>
            <p:nvPr>
              <p:custDataLst>
                <p:tags r:id="rId39"/>
              </p:custDataLst>
            </p:nvPr>
          </p:nvSpPr>
          <p:spPr bwMode="auto">
            <a:xfrm>
              <a:off x="3729" y="2272"/>
              <a:ext cx="2" cy="5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1" y="0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7" name="Freeform 442"/>
            <p:cNvSpPr/>
            <p:nvPr>
              <p:custDataLst>
                <p:tags r:id="rId40"/>
              </p:custDataLst>
            </p:nvPr>
          </p:nvSpPr>
          <p:spPr bwMode="auto">
            <a:xfrm>
              <a:off x="3852" y="2714"/>
              <a:ext cx="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8" name="Freeform 443"/>
            <p:cNvSpPr/>
            <p:nvPr>
              <p:custDataLst>
                <p:tags r:id="rId41"/>
              </p:custDataLst>
            </p:nvPr>
          </p:nvSpPr>
          <p:spPr bwMode="auto">
            <a:xfrm>
              <a:off x="3850" y="2692"/>
              <a:ext cx="4" cy="2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0" y="1"/>
                    <a:pt x="1" y="0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9" name="Freeform 444"/>
            <p:cNvSpPr/>
            <p:nvPr>
              <p:custDataLst>
                <p:tags r:id="rId42"/>
              </p:custDataLst>
            </p:nvPr>
          </p:nvSpPr>
          <p:spPr bwMode="auto">
            <a:xfrm>
              <a:off x="3848" y="2686"/>
              <a:ext cx="2" cy="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0" name="Freeform 445"/>
            <p:cNvSpPr/>
            <p:nvPr>
              <p:custDataLst>
                <p:tags r:id="rId43"/>
              </p:custDataLst>
            </p:nvPr>
          </p:nvSpPr>
          <p:spPr bwMode="auto">
            <a:xfrm>
              <a:off x="3846" y="2711"/>
              <a:ext cx="4" cy="3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1" name="Freeform 446"/>
            <p:cNvSpPr/>
            <p:nvPr>
              <p:custDataLst>
                <p:tags r:id="rId44"/>
              </p:custDataLst>
            </p:nvPr>
          </p:nvSpPr>
          <p:spPr bwMode="auto">
            <a:xfrm>
              <a:off x="3822" y="2773"/>
              <a:ext cx="5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0"/>
                    <a:pt x="1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2" name="Freeform 447"/>
            <p:cNvSpPr/>
            <p:nvPr>
              <p:custDataLst>
                <p:tags r:id="rId45"/>
              </p:custDataLst>
            </p:nvPr>
          </p:nvSpPr>
          <p:spPr bwMode="auto">
            <a:xfrm>
              <a:off x="3765" y="2315"/>
              <a:ext cx="4" cy="0"/>
            </a:xfrm>
            <a:custGeom>
              <a:avLst/>
              <a:gdLst>
                <a:gd name="T0" fmla="*/ 0 w 4"/>
                <a:gd name="T1" fmla="*/ 0 w 4"/>
                <a:gd name="T2" fmla="*/ 4 w 4"/>
                <a:gd name="T3" fmla="*/ 0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3" name="Freeform 448"/>
            <p:cNvSpPr/>
            <p:nvPr>
              <p:custDataLst>
                <p:tags r:id="rId46"/>
              </p:custDataLst>
            </p:nvPr>
          </p:nvSpPr>
          <p:spPr bwMode="auto">
            <a:xfrm>
              <a:off x="3842" y="2733"/>
              <a:ext cx="4" cy="0"/>
            </a:xfrm>
            <a:custGeom>
              <a:avLst/>
              <a:gdLst>
                <a:gd name="T0" fmla="*/ 1 w 2"/>
                <a:gd name="T1" fmla="*/ 2 w 2"/>
                <a:gd name="T2" fmla="*/ 1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4" name="Freeform 449"/>
            <p:cNvSpPr/>
            <p:nvPr>
              <p:custDataLst>
                <p:tags r:id="rId47"/>
              </p:custDataLst>
            </p:nvPr>
          </p:nvSpPr>
          <p:spPr bwMode="auto">
            <a:xfrm>
              <a:off x="3822" y="2769"/>
              <a:ext cx="7" cy="2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0 w 3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5" name="Freeform 450"/>
            <p:cNvSpPr/>
            <p:nvPr>
              <p:custDataLst>
                <p:tags r:id="rId48"/>
              </p:custDataLst>
            </p:nvPr>
          </p:nvSpPr>
          <p:spPr bwMode="auto">
            <a:xfrm>
              <a:off x="3846" y="2731"/>
              <a:ext cx="2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6" name="Freeform 451"/>
            <p:cNvSpPr/>
            <p:nvPr>
              <p:custDataLst>
                <p:tags r:id="rId49"/>
              </p:custDataLst>
            </p:nvPr>
          </p:nvSpPr>
          <p:spPr bwMode="auto">
            <a:xfrm>
              <a:off x="3844" y="2724"/>
              <a:ext cx="4" cy="2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7" name="Freeform 452"/>
            <p:cNvSpPr/>
            <p:nvPr>
              <p:custDataLst>
                <p:tags r:id="rId50"/>
              </p:custDataLst>
            </p:nvPr>
          </p:nvSpPr>
          <p:spPr bwMode="auto">
            <a:xfrm>
              <a:off x="3844" y="2728"/>
              <a:ext cx="8" cy="3"/>
            </a:xfrm>
            <a:custGeom>
              <a:avLst/>
              <a:gdLst>
                <a:gd name="T0" fmla="*/ 0 w 4"/>
                <a:gd name="T1" fmla="*/ 1 h 1"/>
                <a:gd name="T2" fmla="*/ 1 w 4"/>
                <a:gd name="T3" fmla="*/ 1 h 1"/>
                <a:gd name="T4" fmla="*/ 2 w 4"/>
                <a:gd name="T5" fmla="*/ 0 h 1"/>
                <a:gd name="T6" fmla="*/ 4 w 4"/>
                <a:gd name="T7" fmla="*/ 0 h 1"/>
                <a:gd name="T8" fmla="*/ 0 w 4"/>
                <a:gd name="T9" fmla="*/ 1 h 1"/>
                <a:gd name="T10" fmla="*/ 0 w 4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6640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110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20407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Height of an AVL Tree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9159EE-129B-464E-8044-9B903EF92729}" type="datetime1">
              <a:rPr lang="zh-CN" altLang="en-US" sz="790" smtClean="0"/>
              <a:pPr/>
              <a:t>2025/12/13</a:t>
            </a:fld>
            <a:endParaRPr lang="en-US" altLang="zh-CN" sz="790" dirty="0"/>
          </a:p>
        </p:txBody>
      </p:sp>
      <p:sp>
        <p:nvSpPr>
          <p:cNvPr id="4915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4915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F5E4FD-E2CC-4898-B63C-89ACE74B1167}" type="slidenum">
              <a:rPr lang="en-US" altLang="zh-CN" sz="790"/>
              <a:pPr/>
              <a:t>14</a:t>
            </a:fld>
            <a:endParaRPr lang="en-US" altLang="zh-CN" sz="790"/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867" y="1557657"/>
            <a:ext cx="7886700" cy="4351337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S(h) =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minimum </a:t>
            </a:r>
            <a:r>
              <a:rPr lang="en-US" altLang="zh-CN" sz="2400" dirty="0">
                <a:ea typeface="宋体" panose="02010600030101010101" pitchFamily="2" charset="-122"/>
              </a:rPr>
              <a:t>number of nodes in an AVL tree of height h.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Basis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S(0) = 1, S(1) = 2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8000"/>
                </a:solidFill>
                <a:ea typeface="宋体" panose="02010600030101010101" pitchFamily="2" charset="-122"/>
              </a:rPr>
              <a:t>Induction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S(h) = S(h-1) + S(h-2) + 1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Solution</a:t>
            </a:r>
            <a:endParaRPr lang="en-US" altLang="zh-CN" sz="12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S(h) </a:t>
            </a:r>
            <a:r>
              <a:rPr lang="en-US" altLang="zh-CN" sz="2000" u="sng" dirty="0">
                <a:ea typeface="宋体" panose="02010600030101010101" pitchFamily="2" charset="-122"/>
              </a:rPr>
              <a:t>&gt;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2000" baseline="30000" dirty="0">
                <a:ea typeface="宋体" panose="02010600030101010101" pitchFamily="2" charset="-122"/>
                <a:sym typeface="Symbol" panose="05050102010706020507" pitchFamily="18" charset="2"/>
              </a:rPr>
              <a:t>h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   (  1.62)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ym typeface="Symbol" panose="05050102010706020507" pitchFamily="18" charset="2"/>
              </a:rPr>
              <a:t>recall Fibonacci analysis (refer to textbook page 24)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36160" y="2710180"/>
            <a:ext cx="1697355" cy="1804697"/>
            <a:chOff x="4886325" y="4914900"/>
            <a:chExt cx="1463675" cy="1556435"/>
          </a:xfrm>
        </p:grpSpPr>
        <p:sp>
          <p:nvSpPr>
            <p:cNvPr id="49159" name="AutoShape 4"/>
            <p:cNvSpPr>
              <a:spLocks noChangeArrowheads="1"/>
            </p:cNvSpPr>
            <p:nvPr/>
          </p:nvSpPr>
          <p:spPr bwMode="auto">
            <a:xfrm>
              <a:off x="4886325" y="5600700"/>
              <a:ext cx="628650" cy="54411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49160" name="AutoShape 5"/>
            <p:cNvSpPr>
              <a:spLocks noChangeArrowheads="1"/>
            </p:cNvSpPr>
            <p:nvPr/>
          </p:nvSpPr>
          <p:spPr bwMode="auto">
            <a:xfrm>
              <a:off x="5700713" y="5558710"/>
              <a:ext cx="628650" cy="457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49161" name="Line 6"/>
            <p:cNvSpPr>
              <a:spLocks noChangeShapeType="1"/>
            </p:cNvSpPr>
            <p:nvPr/>
          </p:nvSpPr>
          <p:spPr bwMode="auto">
            <a:xfrm flipV="1">
              <a:off x="5200650" y="5257800"/>
              <a:ext cx="342900" cy="342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9162" name="Oval 7"/>
            <p:cNvSpPr>
              <a:spLocks noChangeArrowheads="1"/>
            </p:cNvSpPr>
            <p:nvPr/>
          </p:nvSpPr>
          <p:spPr bwMode="auto">
            <a:xfrm>
              <a:off x="5504584" y="5086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49163" name="Line 8"/>
            <p:cNvSpPr>
              <a:spLocks noChangeShapeType="1"/>
            </p:cNvSpPr>
            <p:nvPr/>
          </p:nvSpPr>
          <p:spPr bwMode="auto">
            <a:xfrm flipH="1" flipV="1">
              <a:off x="5729288" y="5265482"/>
              <a:ext cx="28575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9164" name="Text Box 9"/>
            <p:cNvSpPr txBox="1">
              <a:spLocks noChangeArrowheads="1"/>
            </p:cNvSpPr>
            <p:nvPr/>
          </p:nvSpPr>
          <p:spPr bwMode="auto">
            <a:xfrm>
              <a:off x="4960144" y="6180535"/>
              <a:ext cx="520700" cy="290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h-1</a:t>
              </a:r>
            </a:p>
          </p:txBody>
        </p:sp>
        <p:sp>
          <p:nvSpPr>
            <p:cNvPr id="49165" name="Text Box 10"/>
            <p:cNvSpPr txBox="1">
              <a:spLocks noChangeArrowheads="1"/>
            </p:cNvSpPr>
            <p:nvPr/>
          </p:nvSpPr>
          <p:spPr bwMode="auto">
            <a:xfrm>
              <a:off x="5829300" y="6057900"/>
              <a:ext cx="520700" cy="290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h-2</a:t>
              </a:r>
            </a:p>
          </p:txBody>
        </p:sp>
        <p:sp>
          <p:nvSpPr>
            <p:cNvPr id="49166" name="Text Box 11"/>
            <p:cNvSpPr txBox="1">
              <a:spLocks noChangeArrowheads="1"/>
            </p:cNvSpPr>
            <p:nvPr/>
          </p:nvSpPr>
          <p:spPr bwMode="auto">
            <a:xfrm>
              <a:off x="5829300" y="4914900"/>
              <a:ext cx="350520" cy="290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h</a:t>
              </a:r>
            </a:p>
          </p:txBody>
        </p:sp>
      </p:grp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94810" y="5589905"/>
            <a:ext cx="2972435" cy="828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1407655" y="5787344"/>
            <a:ext cx="272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斐波那契数列通项公式</a:t>
            </a:r>
          </a:p>
        </p:txBody>
      </p:sp>
      <p:sp>
        <p:nvSpPr>
          <p:cNvPr id="19" name="矩形 18"/>
          <p:cNvSpPr/>
          <p:nvPr/>
        </p:nvSpPr>
        <p:spPr>
          <a:xfrm>
            <a:off x="3922395" y="4585970"/>
            <a:ext cx="3398520" cy="41529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Sqrt</a:t>
            </a:r>
            <a:r>
              <a:rPr lang="en-US" altLang="zh-CN" dirty="0"/>
              <a:t>(5) + 1)/2, </a:t>
            </a:r>
            <a:r>
              <a:rPr lang="zh-CN" altLang="en-US" dirty="0"/>
              <a:t>数学归纳法证明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9471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377253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Fibonacci numbers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467995" y="1628775"/>
            <a:ext cx="8134350" cy="4542790"/>
          </a:xfrm>
        </p:spPr>
        <p:txBody>
          <a:bodyPr>
            <a:normAutofit fontScale="97500" lnSpcReduction="10000"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  <a:buFont typeface="Monotype Sorts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The Fibonacci numbers: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2300">
                <a:ea typeface="宋体" panose="02010600030101010101" pitchFamily="2" charset="-122"/>
              </a:rPr>
              <a:t>0, 1, 1, 2, 3, 5, 8, 13, 21, …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Font typeface="Monotype Sorts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The Fibonacci recurrence: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2300">
                <a:ea typeface="宋体" panose="02010600030101010101" pitchFamily="2" charset="-122"/>
              </a:rPr>
              <a:t>F(</a:t>
            </a:r>
            <a:r>
              <a:rPr lang="en-US" altLang="zh-CN" sz="2300" i="1">
                <a:ea typeface="宋体" panose="02010600030101010101" pitchFamily="2" charset="-122"/>
              </a:rPr>
              <a:t>n</a:t>
            </a:r>
            <a:r>
              <a:rPr lang="en-US" altLang="zh-CN" sz="2300">
                <a:ea typeface="宋体" panose="02010600030101010101" pitchFamily="2" charset="-122"/>
              </a:rPr>
              <a:t>) = F(</a:t>
            </a:r>
            <a:r>
              <a:rPr lang="en-US" altLang="zh-CN" sz="2300" i="1">
                <a:ea typeface="宋体" panose="02010600030101010101" pitchFamily="2" charset="-122"/>
              </a:rPr>
              <a:t>n</a:t>
            </a:r>
            <a:r>
              <a:rPr lang="en-US" altLang="zh-CN" sz="2300">
                <a:ea typeface="宋体" panose="02010600030101010101" pitchFamily="2" charset="-122"/>
              </a:rPr>
              <a:t>-1) + F(</a:t>
            </a:r>
            <a:r>
              <a:rPr lang="en-US" altLang="zh-CN" sz="2300" i="1">
                <a:ea typeface="宋体" panose="02010600030101010101" pitchFamily="2" charset="-122"/>
              </a:rPr>
              <a:t>n</a:t>
            </a:r>
            <a:r>
              <a:rPr lang="en-US" altLang="zh-CN" sz="2300">
                <a:ea typeface="宋体" panose="02010600030101010101" pitchFamily="2" charset="-122"/>
              </a:rPr>
              <a:t>-2)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2300">
                <a:ea typeface="宋体" panose="02010600030101010101" pitchFamily="2" charset="-122"/>
              </a:rPr>
              <a:t>F(0) = 0  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2300">
                <a:ea typeface="宋体" panose="02010600030101010101" pitchFamily="2" charset="-122"/>
              </a:rPr>
              <a:t>F(1) = 1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Font typeface="Monotype Sorts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General 2</a:t>
            </a:r>
            <a:r>
              <a:rPr lang="en-US" altLang="zh-CN" baseline="30000">
                <a:ea typeface="宋体" panose="02010600030101010101" pitchFamily="2" charset="-122"/>
              </a:rPr>
              <a:t>nd</a:t>
            </a:r>
            <a:r>
              <a:rPr lang="en-US" altLang="zh-CN">
                <a:ea typeface="宋体" panose="02010600030101010101" pitchFamily="2" charset="-122"/>
              </a:rPr>
              <a:t> order linear homogeneous recurrence with constant coefficients:</a:t>
            </a:r>
            <a:r>
              <a:rPr lang="zh-CN" altLang="en-US">
                <a:ea typeface="宋体" panose="02010600030101010101" pitchFamily="2" charset="-122"/>
              </a:rPr>
              <a:t>（二阶线性齐次递推）</a:t>
            </a:r>
            <a:endParaRPr lang="en-US" altLang="zh-CN"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1800" i="1">
                <a:ea typeface="宋体" panose="02010600030101010101" pitchFamily="2" charset="-122"/>
              </a:rPr>
              <a:t>               </a:t>
            </a:r>
            <a:r>
              <a:rPr lang="en-US" altLang="zh-CN" sz="2300" i="1">
                <a:ea typeface="宋体" panose="02010600030101010101" pitchFamily="2" charset="-122"/>
              </a:rPr>
              <a:t>   aX</a:t>
            </a:r>
            <a:r>
              <a:rPr lang="en-US" altLang="zh-CN" sz="2300">
                <a:ea typeface="宋体" panose="02010600030101010101" pitchFamily="2" charset="-122"/>
              </a:rPr>
              <a:t>(</a:t>
            </a:r>
            <a:r>
              <a:rPr lang="en-US" altLang="zh-CN" sz="2300" i="1">
                <a:ea typeface="宋体" panose="02010600030101010101" pitchFamily="2" charset="-122"/>
              </a:rPr>
              <a:t>n</a:t>
            </a:r>
            <a:r>
              <a:rPr lang="en-US" altLang="zh-CN" sz="2300">
                <a:ea typeface="宋体" panose="02010600030101010101" pitchFamily="2" charset="-122"/>
              </a:rPr>
              <a:t>) + </a:t>
            </a:r>
            <a:r>
              <a:rPr lang="en-US" altLang="zh-CN" sz="2300" i="1">
                <a:ea typeface="宋体" panose="02010600030101010101" pitchFamily="2" charset="-122"/>
              </a:rPr>
              <a:t>b</a:t>
            </a:r>
            <a:r>
              <a:rPr lang="en-US" altLang="zh-CN" sz="2300">
                <a:ea typeface="宋体" panose="02010600030101010101" pitchFamily="2" charset="-122"/>
              </a:rPr>
              <a:t>X(</a:t>
            </a:r>
            <a:r>
              <a:rPr lang="en-US" altLang="zh-CN" sz="2300" i="1">
                <a:ea typeface="宋体" panose="02010600030101010101" pitchFamily="2" charset="-122"/>
              </a:rPr>
              <a:t>n</a:t>
            </a:r>
            <a:r>
              <a:rPr lang="en-US" altLang="zh-CN" sz="2300">
                <a:ea typeface="宋体" panose="02010600030101010101" pitchFamily="2" charset="-122"/>
              </a:rPr>
              <a:t>-1) + </a:t>
            </a:r>
            <a:r>
              <a:rPr lang="en-US" altLang="zh-CN" sz="2300" i="1">
                <a:ea typeface="宋体" panose="02010600030101010101" pitchFamily="2" charset="-122"/>
              </a:rPr>
              <a:t>c</a:t>
            </a:r>
            <a:r>
              <a:rPr lang="en-US" altLang="zh-CN" sz="2300">
                <a:ea typeface="宋体" panose="02010600030101010101" pitchFamily="2" charset="-122"/>
              </a:rPr>
              <a:t>X</a:t>
            </a:r>
            <a:r>
              <a:rPr lang="en-US" altLang="zh-CN" sz="2300" i="1">
                <a:ea typeface="宋体" panose="02010600030101010101" pitchFamily="2" charset="-122"/>
              </a:rPr>
              <a:t>(n</a:t>
            </a:r>
            <a:r>
              <a:rPr lang="en-US" altLang="zh-CN" sz="2300">
                <a:ea typeface="宋体" panose="02010600030101010101" pitchFamily="2" charset="-122"/>
              </a:rPr>
              <a:t>-2) </a:t>
            </a:r>
            <a:r>
              <a:rPr lang="en-US" altLang="zh-CN" sz="2300" i="1">
                <a:ea typeface="宋体" panose="02010600030101010101" pitchFamily="2" charset="-122"/>
              </a:rPr>
              <a:t>=</a:t>
            </a:r>
            <a:r>
              <a:rPr lang="en-US" altLang="zh-CN" sz="2300"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BD13F1-5889-489A-8680-F2684084E688}" type="slidenum">
              <a:rPr lang="en-US" altLang="zh-CN" sz="750"/>
              <a:pPr>
                <a:defRPr/>
              </a:pPr>
              <a:t>15</a:t>
            </a:fld>
            <a:endParaRPr lang="en-US" altLang="zh-CN" sz="750"/>
          </a:p>
        </p:txBody>
      </p:sp>
      <p:sp>
        <p:nvSpPr>
          <p:cNvPr id="805" name="Freeform 743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 flipV="1">
            <a:off x="6228715" y="2925445"/>
            <a:ext cx="1950085" cy="908050"/>
          </a:xfrm>
          <a:custGeom>
            <a:avLst/>
            <a:gdLst>
              <a:gd name="T0" fmla="*/ 694 w 802"/>
              <a:gd name="T1" fmla="*/ 243 h 374"/>
              <a:gd name="T2" fmla="*/ 560 w 802"/>
              <a:gd name="T3" fmla="*/ 125 h 374"/>
              <a:gd name="T4" fmla="*/ 519 w 802"/>
              <a:gd name="T5" fmla="*/ 13 h 374"/>
              <a:gd name="T6" fmla="*/ 305 w 802"/>
              <a:gd name="T7" fmla="*/ 95 h 374"/>
              <a:gd name="T8" fmla="*/ 213 w 802"/>
              <a:gd name="T9" fmla="*/ 131 h 374"/>
              <a:gd name="T10" fmla="*/ 199 w 802"/>
              <a:gd name="T11" fmla="*/ 142 h 374"/>
              <a:gd name="T12" fmla="*/ 95 w 802"/>
              <a:gd name="T13" fmla="*/ 247 h 374"/>
              <a:gd name="T14" fmla="*/ 15 w 802"/>
              <a:gd name="T15" fmla="*/ 357 h 374"/>
              <a:gd name="T16" fmla="*/ 371 w 802"/>
              <a:gd name="T17" fmla="*/ 361 h 374"/>
              <a:gd name="T18" fmla="*/ 795 w 802"/>
              <a:gd name="T19" fmla="*/ 349 h 374"/>
              <a:gd name="T20" fmla="*/ 208 w 802"/>
              <a:gd name="T21" fmla="*/ 247 h 374"/>
              <a:gd name="T22" fmla="*/ 400 w 802"/>
              <a:gd name="T23" fmla="*/ 230 h 374"/>
              <a:gd name="T24" fmla="*/ 331 w 802"/>
              <a:gd name="T25" fmla="*/ 159 h 374"/>
              <a:gd name="T26" fmla="*/ 286 w 802"/>
              <a:gd name="T27" fmla="*/ 225 h 374"/>
              <a:gd name="T28" fmla="*/ 261 w 802"/>
              <a:gd name="T29" fmla="*/ 166 h 374"/>
              <a:gd name="T30" fmla="*/ 230 w 802"/>
              <a:gd name="T31" fmla="*/ 224 h 374"/>
              <a:gd name="T32" fmla="*/ 212 w 802"/>
              <a:gd name="T33" fmla="*/ 161 h 374"/>
              <a:gd name="T34" fmla="*/ 202 w 802"/>
              <a:gd name="T35" fmla="*/ 161 h 374"/>
              <a:gd name="T36" fmla="*/ 750 w 802"/>
              <a:gd name="T37" fmla="*/ 326 h 374"/>
              <a:gd name="T38" fmla="*/ 693 w 802"/>
              <a:gd name="T39" fmla="*/ 272 h 374"/>
              <a:gd name="T40" fmla="*/ 660 w 802"/>
              <a:gd name="T41" fmla="*/ 343 h 374"/>
              <a:gd name="T42" fmla="*/ 617 w 802"/>
              <a:gd name="T43" fmla="*/ 342 h 374"/>
              <a:gd name="T44" fmla="*/ 583 w 802"/>
              <a:gd name="T45" fmla="*/ 300 h 374"/>
              <a:gd name="T46" fmla="*/ 615 w 802"/>
              <a:gd name="T47" fmla="*/ 256 h 374"/>
              <a:gd name="T48" fmla="*/ 363 w 802"/>
              <a:gd name="T49" fmla="*/ 142 h 374"/>
              <a:gd name="T50" fmla="*/ 485 w 802"/>
              <a:gd name="T51" fmla="*/ 249 h 374"/>
              <a:gd name="T52" fmla="*/ 586 w 802"/>
              <a:gd name="T53" fmla="*/ 251 h 374"/>
              <a:gd name="T54" fmla="*/ 477 w 802"/>
              <a:gd name="T55" fmla="*/ 254 h 374"/>
              <a:gd name="T56" fmla="*/ 647 w 802"/>
              <a:gd name="T57" fmla="*/ 173 h 374"/>
              <a:gd name="T58" fmla="*/ 657 w 802"/>
              <a:gd name="T59" fmla="*/ 197 h 374"/>
              <a:gd name="T60" fmla="*/ 664 w 802"/>
              <a:gd name="T61" fmla="*/ 209 h 374"/>
              <a:gd name="T62" fmla="*/ 672 w 802"/>
              <a:gd name="T63" fmla="*/ 220 h 374"/>
              <a:gd name="T64" fmla="*/ 637 w 802"/>
              <a:gd name="T65" fmla="*/ 161 h 374"/>
              <a:gd name="T66" fmla="*/ 624 w 802"/>
              <a:gd name="T67" fmla="*/ 229 h 374"/>
              <a:gd name="T68" fmla="*/ 565 w 802"/>
              <a:gd name="T69" fmla="*/ 163 h 374"/>
              <a:gd name="T70" fmla="*/ 502 w 802"/>
              <a:gd name="T71" fmla="*/ 227 h 374"/>
              <a:gd name="T72" fmla="*/ 472 w 802"/>
              <a:gd name="T73" fmla="*/ 210 h 374"/>
              <a:gd name="T74" fmla="*/ 557 w 802"/>
              <a:gd name="T75" fmla="*/ 142 h 374"/>
              <a:gd name="T76" fmla="*/ 483 w 802"/>
              <a:gd name="T77" fmla="*/ 131 h 374"/>
              <a:gd name="T78" fmla="*/ 449 w 802"/>
              <a:gd name="T79" fmla="*/ 128 h 374"/>
              <a:gd name="T80" fmla="*/ 387 w 802"/>
              <a:gd name="T81" fmla="*/ 246 h 374"/>
              <a:gd name="T82" fmla="*/ 478 w 802"/>
              <a:gd name="T83" fmla="*/ 249 h 374"/>
              <a:gd name="T84" fmla="*/ 511 w 802"/>
              <a:gd name="T85" fmla="*/ 324 h 374"/>
              <a:gd name="T86" fmla="*/ 725 w 802"/>
              <a:gd name="T87" fmla="*/ 257 h 374"/>
              <a:gd name="T88" fmla="*/ 499 w 802"/>
              <a:gd name="T89" fmla="*/ 38 h 374"/>
              <a:gd name="T90" fmla="*/ 490 w 802"/>
              <a:gd name="T91" fmla="*/ 76 h 374"/>
              <a:gd name="T92" fmla="*/ 435 w 802"/>
              <a:gd name="T93" fmla="*/ 29 h 374"/>
              <a:gd name="T94" fmla="*/ 391 w 802"/>
              <a:gd name="T95" fmla="*/ 31 h 374"/>
              <a:gd name="T96" fmla="*/ 319 w 802"/>
              <a:gd name="T97" fmla="*/ 106 h 374"/>
              <a:gd name="T98" fmla="*/ 451 w 802"/>
              <a:gd name="T99" fmla="*/ 275 h 374"/>
              <a:gd name="T100" fmla="*/ 396 w 802"/>
              <a:gd name="T101" fmla="*/ 343 h 374"/>
              <a:gd name="T102" fmla="*/ 366 w 802"/>
              <a:gd name="T103" fmla="*/ 277 h 374"/>
              <a:gd name="T104" fmla="*/ 295 w 802"/>
              <a:gd name="T105" fmla="*/ 344 h 374"/>
              <a:gd name="T106" fmla="*/ 352 w 802"/>
              <a:gd name="T107" fmla="*/ 20 h 374"/>
              <a:gd name="T108" fmla="*/ 204 w 802"/>
              <a:gd name="T109" fmla="*/ 344 h 374"/>
              <a:gd name="T110" fmla="*/ 137 w 802"/>
              <a:gd name="T111" fmla="*/ 277 h 374"/>
              <a:gd name="T112" fmla="*/ 106 w 802"/>
              <a:gd name="T113" fmla="*/ 316 h 374"/>
              <a:gd name="T114" fmla="*/ 52 w 802"/>
              <a:gd name="T115" fmla="*/ 342 h 374"/>
              <a:gd name="T116" fmla="*/ 139 w 802"/>
              <a:gd name="T117" fmla="*/ 257 h 374"/>
              <a:gd name="T118" fmla="*/ 218 w 802"/>
              <a:gd name="T119" fmla="*/ 247 h 374"/>
              <a:gd name="T120" fmla="*/ 325 w 802"/>
              <a:gd name="T121" fmla="*/ 250 h 374"/>
              <a:gd name="T122" fmla="*/ 270 w 802"/>
              <a:gd name="T123" fmla="*/ 353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02" h="374">
                <a:moveTo>
                  <a:pt x="795" y="349"/>
                </a:moveTo>
                <a:cubicBezTo>
                  <a:pt x="794" y="348"/>
                  <a:pt x="793" y="347"/>
                  <a:pt x="792" y="346"/>
                </a:cubicBezTo>
                <a:cubicBezTo>
                  <a:pt x="792" y="334"/>
                  <a:pt x="777" y="314"/>
                  <a:pt x="765" y="298"/>
                </a:cubicBezTo>
                <a:cubicBezTo>
                  <a:pt x="759" y="282"/>
                  <a:pt x="757" y="264"/>
                  <a:pt x="749" y="249"/>
                </a:cubicBezTo>
                <a:cubicBezTo>
                  <a:pt x="747" y="247"/>
                  <a:pt x="744" y="247"/>
                  <a:pt x="742" y="249"/>
                </a:cubicBezTo>
                <a:cubicBezTo>
                  <a:pt x="737" y="246"/>
                  <a:pt x="729" y="245"/>
                  <a:pt x="726" y="244"/>
                </a:cubicBezTo>
                <a:cubicBezTo>
                  <a:pt x="717" y="243"/>
                  <a:pt x="708" y="243"/>
                  <a:pt x="698" y="243"/>
                </a:cubicBezTo>
                <a:cubicBezTo>
                  <a:pt x="697" y="243"/>
                  <a:pt x="696" y="243"/>
                  <a:pt x="694" y="243"/>
                </a:cubicBezTo>
                <a:cubicBezTo>
                  <a:pt x="695" y="240"/>
                  <a:pt x="695" y="237"/>
                  <a:pt x="693" y="234"/>
                </a:cubicBezTo>
                <a:cubicBezTo>
                  <a:pt x="693" y="223"/>
                  <a:pt x="687" y="210"/>
                  <a:pt x="681" y="200"/>
                </a:cubicBezTo>
                <a:cubicBezTo>
                  <a:pt x="676" y="190"/>
                  <a:pt x="668" y="174"/>
                  <a:pt x="658" y="164"/>
                </a:cubicBezTo>
                <a:cubicBezTo>
                  <a:pt x="655" y="155"/>
                  <a:pt x="650" y="146"/>
                  <a:pt x="643" y="138"/>
                </a:cubicBezTo>
                <a:cubicBezTo>
                  <a:pt x="642" y="136"/>
                  <a:pt x="641" y="135"/>
                  <a:pt x="639" y="134"/>
                </a:cubicBezTo>
                <a:cubicBezTo>
                  <a:pt x="639" y="133"/>
                  <a:pt x="638" y="132"/>
                  <a:pt x="637" y="132"/>
                </a:cubicBezTo>
                <a:cubicBezTo>
                  <a:pt x="622" y="121"/>
                  <a:pt x="598" y="124"/>
                  <a:pt x="581" y="125"/>
                </a:cubicBezTo>
                <a:cubicBezTo>
                  <a:pt x="574" y="125"/>
                  <a:pt x="567" y="125"/>
                  <a:pt x="560" y="125"/>
                </a:cubicBezTo>
                <a:cubicBezTo>
                  <a:pt x="562" y="124"/>
                  <a:pt x="564" y="122"/>
                  <a:pt x="565" y="121"/>
                </a:cubicBezTo>
                <a:cubicBezTo>
                  <a:pt x="565" y="120"/>
                  <a:pt x="566" y="120"/>
                  <a:pt x="566" y="120"/>
                </a:cubicBezTo>
                <a:cubicBezTo>
                  <a:pt x="566" y="120"/>
                  <a:pt x="566" y="120"/>
                  <a:pt x="565" y="120"/>
                </a:cubicBezTo>
                <a:cubicBezTo>
                  <a:pt x="566" y="118"/>
                  <a:pt x="566" y="115"/>
                  <a:pt x="565" y="113"/>
                </a:cubicBezTo>
                <a:cubicBezTo>
                  <a:pt x="564" y="112"/>
                  <a:pt x="564" y="111"/>
                  <a:pt x="563" y="110"/>
                </a:cubicBezTo>
                <a:cubicBezTo>
                  <a:pt x="562" y="104"/>
                  <a:pt x="560" y="99"/>
                  <a:pt x="559" y="94"/>
                </a:cubicBezTo>
                <a:cubicBezTo>
                  <a:pt x="553" y="79"/>
                  <a:pt x="545" y="64"/>
                  <a:pt x="538" y="50"/>
                </a:cubicBezTo>
                <a:cubicBezTo>
                  <a:pt x="532" y="37"/>
                  <a:pt x="528" y="23"/>
                  <a:pt x="519" y="13"/>
                </a:cubicBezTo>
                <a:cubicBezTo>
                  <a:pt x="518" y="11"/>
                  <a:pt x="516" y="10"/>
                  <a:pt x="515" y="9"/>
                </a:cubicBezTo>
                <a:cubicBezTo>
                  <a:pt x="515" y="9"/>
                  <a:pt x="515" y="9"/>
                  <a:pt x="515" y="9"/>
                </a:cubicBezTo>
                <a:cubicBezTo>
                  <a:pt x="515" y="9"/>
                  <a:pt x="515" y="9"/>
                  <a:pt x="515" y="9"/>
                </a:cubicBezTo>
                <a:cubicBezTo>
                  <a:pt x="502" y="0"/>
                  <a:pt x="478" y="5"/>
                  <a:pt x="465" y="5"/>
                </a:cubicBezTo>
                <a:cubicBezTo>
                  <a:pt x="437" y="6"/>
                  <a:pt x="408" y="2"/>
                  <a:pt x="380" y="3"/>
                </a:cubicBezTo>
                <a:cubicBezTo>
                  <a:pt x="364" y="3"/>
                  <a:pt x="352" y="1"/>
                  <a:pt x="341" y="14"/>
                </a:cubicBezTo>
                <a:cubicBezTo>
                  <a:pt x="329" y="29"/>
                  <a:pt x="324" y="51"/>
                  <a:pt x="315" y="68"/>
                </a:cubicBezTo>
                <a:cubicBezTo>
                  <a:pt x="310" y="77"/>
                  <a:pt x="306" y="86"/>
                  <a:pt x="305" y="95"/>
                </a:cubicBezTo>
                <a:cubicBezTo>
                  <a:pt x="302" y="99"/>
                  <a:pt x="300" y="104"/>
                  <a:pt x="300" y="108"/>
                </a:cubicBezTo>
                <a:cubicBezTo>
                  <a:pt x="300" y="118"/>
                  <a:pt x="308" y="122"/>
                  <a:pt x="317" y="124"/>
                </a:cubicBezTo>
                <a:cubicBezTo>
                  <a:pt x="319" y="124"/>
                  <a:pt x="321" y="125"/>
                  <a:pt x="323" y="125"/>
                </a:cubicBezTo>
                <a:cubicBezTo>
                  <a:pt x="314" y="126"/>
                  <a:pt x="304" y="127"/>
                  <a:pt x="294" y="128"/>
                </a:cubicBezTo>
                <a:cubicBezTo>
                  <a:pt x="292" y="128"/>
                  <a:pt x="290" y="128"/>
                  <a:pt x="288" y="128"/>
                </a:cubicBezTo>
                <a:cubicBezTo>
                  <a:pt x="280" y="128"/>
                  <a:pt x="272" y="128"/>
                  <a:pt x="264" y="128"/>
                </a:cubicBezTo>
                <a:cubicBezTo>
                  <a:pt x="251" y="128"/>
                  <a:pt x="239" y="128"/>
                  <a:pt x="227" y="129"/>
                </a:cubicBezTo>
                <a:cubicBezTo>
                  <a:pt x="222" y="130"/>
                  <a:pt x="218" y="130"/>
                  <a:pt x="213" y="131"/>
                </a:cubicBezTo>
                <a:cubicBezTo>
                  <a:pt x="212" y="131"/>
                  <a:pt x="211" y="131"/>
                  <a:pt x="210" y="132"/>
                </a:cubicBezTo>
                <a:cubicBezTo>
                  <a:pt x="210" y="132"/>
                  <a:pt x="210" y="132"/>
                  <a:pt x="210" y="132"/>
                </a:cubicBezTo>
                <a:cubicBezTo>
                  <a:pt x="209" y="133"/>
                  <a:pt x="208" y="133"/>
                  <a:pt x="207" y="133"/>
                </a:cubicBezTo>
                <a:cubicBezTo>
                  <a:pt x="207" y="133"/>
                  <a:pt x="207" y="134"/>
                  <a:pt x="207" y="134"/>
                </a:cubicBezTo>
                <a:cubicBezTo>
                  <a:pt x="207" y="134"/>
                  <a:pt x="207" y="134"/>
                  <a:pt x="207" y="134"/>
                </a:cubicBezTo>
                <a:cubicBezTo>
                  <a:pt x="207" y="134"/>
                  <a:pt x="207" y="135"/>
                  <a:pt x="207" y="136"/>
                </a:cubicBezTo>
                <a:cubicBezTo>
                  <a:pt x="206" y="136"/>
                  <a:pt x="205" y="137"/>
                  <a:pt x="205" y="138"/>
                </a:cubicBezTo>
                <a:cubicBezTo>
                  <a:pt x="203" y="139"/>
                  <a:pt x="201" y="140"/>
                  <a:pt x="199" y="142"/>
                </a:cubicBezTo>
                <a:cubicBezTo>
                  <a:pt x="188" y="152"/>
                  <a:pt x="181" y="169"/>
                  <a:pt x="173" y="182"/>
                </a:cubicBezTo>
                <a:cubicBezTo>
                  <a:pt x="165" y="198"/>
                  <a:pt x="158" y="214"/>
                  <a:pt x="153" y="231"/>
                </a:cubicBezTo>
                <a:cubicBezTo>
                  <a:pt x="152" y="232"/>
                  <a:pt x="151" y="233"/>
                  <a:pt x="150" y="235"/>
                </a:cubicBezTo>
                <a:cubicBezTo>
                  <a:pt x="148" y="237"/>
                  <a:pt x="148" y="242"/>
                  <a:pt x="151" y="243"/>
                </a:cubicBezTo>
                <a:cubicBezTo>
                  <a:pt x="153" y="244"/>
                  <a:pt x="154" y="245"/>
                  <a:pt x="156" y="245"/>
                </a:cubicBezTo>
                <a:cubicBezTo>
                  <a:pt x="156" y="245"/>
                  <a:pt x="156" y="246"/>
                  <a:pt x="156" y="246"/>
                </a:cubicBezTo>
                <a:cubicBezTo>
                  <a:pt x="150" y="246"/>
                  <a:pt x="145" y="246"/>
                  <a:pt x="139" y="246"/>
                </a:cubicBezTo>
                <a:cubicBezTo>
                  <a:pt x="124" y="246"/>
                  <a:pt x="109" y="246"/>
                  <a:pt x="95" y="247"/>
                </a:cubicBezTo>
                <a:cubicBezTo>
                  <a:pt x="85" y="247"/>
                  <a:pt x="75" y="247"/>
                  <a:pt x="66" y="249"/>
                </a:cubicBezTo>
                <a:cubicBezTo>
                  <a:pt x="45" y="246"/>
                  <a:pt x="21" y="305"/>
                  <a:pt x="15" y="316"/>
                </a:cubicBezTo>
                <a:cubicBezTo>
                  <a:pt x="12" y="324"/>
                  <a:pt x="0" y="342"/>
                  <a:pt x="4" y="351"/>
                </a:cubicBezTo>
                <a:cubicBezTo>
                  <a:pt x="4" y="351"/>
                  <a:pt x="3" y="351"/>
                  <a:pt x="3" y="351"/>
                </a:cubicBezTo>
                <a:cubicBezTo>
                  <a:pt x="2" y="352"/>
                  <a:pt x="2" y="352"/>
                  <a:pt x="3" y="353"/>
                </a:cubicBezTo>
                <a:cubicBezTo>
                  <a:pt x="4" y="353"/>
                  <a:pt x="5" y="353"/>
                  <a:pt x="6" y="353"/>
                </a:cubicBezTo>
                <a:cubicBezTo>
                  <a:pt x="7" y="355"/>
                  <a:pt x="8" y="355"/>
                  <a:pt x="10" y="356"/>
                </a:cubicBezTo>
                <a:cubicBezTo>
                  <a:pt x="11" y="357"/>
                  <a:pt x="13" y="357"/>
                  <a:pt x="15" y="357"/>
                </a:cubicBezTo>
                <a:cubicBezTo>
                  <a:pt x="16" y="357"/>
                  <a:pt x="17" y="357"/>
                  <a:pt x="18" y="357"/>
                </a:cubicBezTo>
                <a:cubicBezTo>
                  <a:pt x="54" y="365"/>
                  <a:pt x="95" y="361"/>
                  <a:pt x="130" y="361"/>
                </a:cubicBezTo>
                <a:cubicBezTo>
                  <a:pt x="137" y="361"/>
                  <a:pt x="144" y="362"/>
                  <a:pt x="151" y="362"/>
                </a:cubicBezTo>
                <a:cubicBezTo>
                  <a:pt x="189" y="364"/>
                  <a:pt x="229" y="370"/>
                  <a:pt x="266" y="359"/>
                </a:cubicBezTo>
                <a:cubicBezTo>
                  <a:pt x="268" y="359"/>
                  <a:pt x="269" y="358"/>
                  <a:pt x="269" y="356"/>
                </a:cubicBezTo>
                <a:cubicBezTo>
                  <a:pt x="270" y="357"/>
                  <a:pt x="270" y="358"/>
                  <a:pt x="271" y="358"/>
                </a:cubicBezTo>
                <a:cubicBezTo>
                  <a:pt x="286" y="364"/>
                  <a:pt x="303" y="363"/>
                  <a:pt x="319" y="362"/>
                </a:cubicBezTo>
                <a:cubicBezTo>
                  <a:pt x="336" y="363"/>
                  <a:pt x="354" y="362"/>
                  <a:pt x="371" y="361"/>
                </a:cubicBezTo>
                <a:cubicBezTo>
                  <a:pt x="388" y="361"/>
                  <a:pt x="405" y="362"/>
                  <a:pt x="422" y="363"/>
                </a:cubicBezTo>
                <a:cubicBezTo>
                  <a:pt x="448" y="365"/>
                  <a:pt x="474" y="365"/>
                  <a:pt x="500" y="367"/>
                </a:cubicBezTo>
                <a:cubicBezTo>
                  <a:pt x="514" y="368"/>
                  <a:pt x="536" y="374"/>
                  <a:pt x="548" y="364"/>
                </a:cubicBezTo>
                <a:cubicBezTo>
                  <a:pt x="566" y="366"/>
                  <a:pt x="584" y="363"/>
                  <a:pt x="602" y="363"/>
                </a:cubicBezTo>
                <a:cubicBezTo>
                  <a:pt x="629" y="362"/>
                  <a:pt x="655" y="365"/>
                  <a:pt x="681" y="367"/>
                </a:cubicBezTo>
                <a:cubicBezTo>
                  <a:pt x="704" y="369"/>
                  <a:pt x="727" y="369"/>
                  <a:pt x="750" y="369"/>
                </a:cubicBezTo>
                <a:cubicBezTo>
                  <a:pt x="765" y="370"/>
                  <a:pt x="783" y="369"/>
                  <a:pt x="797" y="361"/>
                </a:cubicBezTo>
                <a:cubicBezTo>
                  <a:pt x="802" y="358"/>
                  <a:pt x="800" y="351"/>
                  <a:pt x="795" y="349"/>
                </a:cubicBezTo>
                <a:close/>
                <a:moveTo>
                  <a:pt x="213" y="260"/>
                </a:moveTo>
                <a:cubicBezTo>
                  <a:pt x="213" y="259"/>
                  <a:pt x="213" y="259"/>
                  <a:pt x="213" y="258"/>
                </a:cubicBezTo>
                <a:cubicBezTo>
                  <a:pt x="213" y="258"/>
                  <a:pt x="213" y="259"/>
                  <a:pt x="213" y="259"/>
                </a:cubicBezTo>
                <a:cubicBezTo>
                  <a:pt x="213" y="259"/>
                  <a:pt x="213" y="260"/>
                  <a:pt x="213" y="260"/>
                </a:cubicBezTo>
                <a:close/>
                <a:moveTo>
                  <a:pt x="208" y="247"/>
                </a:moveTo>
                <a:cubicBezTo>
                  <a:pt x="207" y="247"/>
                  <a:pt x="206" y="247"/>
                  <a:pt x="205" y="247"/>
                </a:cubicBezTo>
                <a:cubicBezTo>
                  <a:pt x="204" y="247"/>
                  <a:pt x="203" y="247"/>
                  <a:pt x="201" y="247"/>
                </a:cubicBezTo>
                <a:cubicBezTo>
                  <a:pt x="203" y="247"/>
                  <a:pt x="206" y="247"/>
                  <a:pt x="208" y="247"/>
                </a:cubicBezTo>
                <a:cubicBezTo>
                  <a:pt x="208" y="247"/>
                  <a:pt x="208" y="247"/>
                  <a:pt x="208" y="247"/>
                </a:cubicBezTo>
                <a:close/>
                <a:moveTo>
                  <a:pt x="202" y="161"/>
                </a:moveTo>
                <a:cubicBezTo>
                  <a:pt x="208" y="149"/>
                  <a:pt x="214" y="143"/>
                  <a:pt x="228" y="142"/>
                </a:cubicBezTo>
                <a:cubicBezTo>
                  <a:pt x="229" y="142"/>
                  <a:pt x="229" y="142"/>
                  <a:pt x="230" y="142"/>
                </a:cubicBezTo>
                <a:cubicBezTo>
                  <a:pt x="256" y="146"/>
                  <a:pt x="282" y="142"/>
                  <a:pt x="308" y="140"/>
                </a:cubicBezTo>
                <a:cubicBezTo>
                  <a:pt x="323" y="140"/>
                  <a:pt x="338" y="140"/>
                  <a:pt x="352" y="138"/>
                </a:cubicBezTo>
                <a:cubicBezTo>
                  <a:pt x="355" y="165"/>
                  <a:pt x="372" y="190"/>
                  <a:pt x="390" y="212"/>
                </a:cubicBezTo>
                <a:cubicBezTo>
                  <a:pt x="393" y="218"/>
                  <a:pt x="396" y="224"/>
                  <a:pt x="400" y="230"/>
                </a:cubicBezTo>
                <a:cubicBezTo>
                  <a:pt x="392" y="229"/>
                  <a:pt x="385" y="228"/>
                  <a:pt x="377" y="227"/>
                </a:cubicBezTo>
                <a:cubicBezTo>
                  <a:pt x="371" y="205"/>
                  <a:pt x="363" y="180"/>
                  <a:pt x="348" y="163"/>
                </a:cubicBezTo>
                <a:cubicBezTo>
                  <a:pt x="347" y="163"/>
                  <a:pt x="347" y="163"/>
                  <a:pt x="347" y="163"/>
                </a:cubicBezTo>
                <a:cubicBezTo>
                  <a:pt x="360" y="182"/>
                  <a:pt x="362" y="206"/>
                  <a:pt x="371" y="227"/>
                </a:cubicBezTo>
                <a:cubicBezTo>
                  <a:pt x="364" y="226"/>
                  <a:pt x="357" y="226"/>
                  <a:pt x="350" y="226"/>
                </a:cubicBezTo>
                <a:cubicBezTo>
                  <a:pt x="349" y="218"/>
                  <a:pt x="348" y="211"/>
                  <a:pt x="346" y="204"/>
                </a:cubicBezTo>
                <a:cubicBezTo>
                  <a:pt x="342" y="189"/>
                  <a:pt x="338" y="173"/>
                  <a:pt x="332" y="158"/>
                </a:cubicBezTo>
                <a:cubicBezTo>
                  <a:pt x="332" y="158"/>
                  <a:pt x="331" y="158"/>
                  <a:pt x="331" y="159"/>
                </a:cubicBezTo>
                <a:cubicBezTo>
                  <a:pt x="331" y="171"/>
                  <a:pt x="335" y="184"/>
                  <a:pt x="338" y="196"/>
                </a:cubicBezTo>
                <a:cubicBezTo>
                  <a:pt x="340" y="205"/>
                  <a:pt x="341" y="215"/>
                  <a:pt x="343" y="225"/>
                </a:cubicBezTo>
                <a:cubicBezTo>
                  <a:pt x="334" y="225"/>
                  <a:pt x="324" y="225"/>
                  <a:pt x="315" y="225"/>
                </a:cubicBezTo>
                <a:cubicBezTo>
                  <a:pt x="314" y="214"/>
                  <a:pt x="312" y="203"/>
                  <a:pt x="311" y="192"/>
                </a:cubicBezTo>
                <a:cubicBezTo>
                  <a:pt x="310" y="180"/>
                  <a:pt x="310" y="169"/>
                  <a:pt x="307" y="157"/>
                </a:cubicBezTo>
                <a:cubicBezTo>
                  <a:pt x="307" y="155"/>
                  <a:pt x="304" y="156"/>
                  <a:pt x="305" y="158"/>
                </a:cubicBezTo>
                <a:cubicBezTo>
                  <a:pt x="306" y="178"/>
                  <a:pt x="300" y="204"/>
                  <a:pt x="307" y="225"/>
                </a:cubicBezTo>
                <a:cubicBezTo>
                  <a:pt x="300" y="225"/>
                  <a:pt x="293" y="225"/>
                  <a:pt x="286" y="225"/>
                </a:cubicBezTo>
                <a:cubicBezTo>
                  <a:pt x="287" y="218"/>
                  <a:pt x="286" y="212"/>
                  <a:pt x="285" y="204"/>
                </a:cubicBezTo>
                <a:cubicBezTo>
                  <a:pt x="284" y="191"/>
                  <a:pt x="283" y="177"/>
                  <a:pt x="281" y="163"/>
                </a:cubicBezTo>
                <a:cubicBezTo>
                  <a:pt x="281" y="162"/>
                  <a:pt x="280" y="162"/>
                  <a:pt x="280" y="163"/>
                </a:cubicBezTo>
                <a:cubicBezTo>
                  <a:pt x="279" y="175"/>
                  <a:pt x="279" y="187"/>
                  <a:pt x="279" y="199"/>
                </a:cubicBezTo>
                <a:cubicBezTo>
                  <a:pt x="280" y="208"/>
                  <a:pt x="278" y="217"/>
                  <a:pt x="280" y="225"/>
                </a:cubicBezTo>
                <a:cubicBezTo>
                  <a:pt x="274" y="225"/>
                  <a:pt x="267" y="225"/>
                  <a:pt x="260" y="225"/>
                </a:cubicBezTo>
                <a:cubicBezTo>
                  <a:pt x="260" y="224"/>
                  <a:pt x="261" y="224"/>
                  <a:pt x="261" y="224"/>
                </a:cubicBezTo>
                <a:cubicBezTo>
                  <a:pt x="262" y="204"/>
                  <a:pt x="261" y="185"/>
                  <a:pt x="261" y="166"/>
                </a:cubicBezTo>
                <a:cubicBezTo>
                  <a:pt x="260" y="165"/>
                  <a:pt x="260" y="165"/>
                  <a:pt x="260" y="165"/>
                </a:cubicBezTo>
                <a:cubicBezTo>
                  <a:pt x="256" y="184"/>
                  <a:pt x="254" y="204"/>
                  <a:pt x="255" y="224"/>
                </a:cubicBezTo>
                <a:cubicBezTo>
                  <a:pt x="255" y="224"/>
                  <a:pt x="255" y="224"/>
                  <a:pt x="255" y="225"/>
                </a:cubicBezTo>
                <a:cubicBezTo>
                  <a:pt x="249" y="224"/>
                  <a:pt x="242" y="224"/>
                  <a:pt x="235" y="224"/>
                </a:cubicBezTo>
                <a:cubicBezTo>
                  <a:pt x="236" y="217"/>
                  <a:pt x="236" y="209"/>
                  <a:pt x="236" y="202"/>
                </a:cubicBezTo>
                <a:cubicBezTo>
                  <a:pt x="237" y="190"/>
                  <a:pt x="239" y="178"/>
                  <a:pt x="242" y="166"/>
                </a:cubicBezTo>
                <a:cubicBezTo>
                  <a:pt x="242" y="165"/>
                  <a:pt x="241" y="165"/>
                  <a:pt x="241" y="165"/>
                </a:cubicBezTo>
                <a:cubicBezTo>
                  <a:pt x="236" y="181"/>
                  <a:pt x="226" y="206"/>
                  <a:pt x="230" y="224"/>
                </a:cubicBezTo>
                <a:cubicBezTo>
                  <a:pt x="224" y="224"/>
                  <a:pt x="218" y="224"/>
                  <a:pt x="213" y="224"/>
                </a:cubicBezTo>
                <a:cubicBezTo>
                  <a:pt x="215" y="203"/>
                  <a:pt x="226" y="185"/>
                  <a:pt x="226" y="163"/>
                </a:cubicBezTo>
                <a:cubicBezTo>
                  <a:pt x="226" y="163"/>
                  <a:pt x="225" y="163"/>
                  <a:pt x="225" y="163"/>
                </a:cubicBezTo>
                <a:cubicBezTo>
                  <a:pt x="223" y="185"/>
                  <a:pt x="209" y="203"/>
                  <a:pt x="207" y="224"/>
                </a:cubicBezTo>
                <a:cubicBezTo>
                  <a:pt x="206" y="224"/>
                  <a:pt x="206" y="224"/>
                  <a:pt x="206" y="224"/>
                </a:cubicBezTo>
                <a:cubicBezTo>
                  <a:pt x="202" y="224"/>
                  <a:pt x="198" y="224"/>
                  <a:pt x="194" y="225"/>
                </a:cubicBezTo>
                <a:cubicBezTo>
                  <a:pt x="199" y="217"/>
                  <a:pt x="202" y="205"/>
                  <a:pt x="205" y="196"/>
                </a:cubicBezTo>
                <a:cubicBezTo>
                  <a:pt x="209" y="184"/>
                  <a:pt x="212" y="173"/>
                  <a:pt x="212" y="161"/>
                </a:cubicBezTo>
                <a:cubicBezTo>
                  <a:pt x="212" y="161"/>
                  <a:pt x="211" y="161"/>
                  <a:pt x="211" y="161"/>
                </a:cubicBezTo>
                <a:cubicBezTo>
                  <a:pt x="209" y="173"/>
                  <a:pt x="203" y="186"/>
                  <a:pt x="199" y="197"/>
                </a:cubicBezTo>
                <a:cubicBezTo>
                  <a:pt x="195" y="206"/>
                  <a:pt x="189" y="215"/>
                  <a:pt x="189" y="225"/>
                </a:cubicBezTo>
                <a:cubicBezTo>
                  <a:pt x="189" y="225"/>
                  <a:pt x="189" y="225"/>
                  <a:pt x="189" y="225"/>
                </a:cubicBezTo>
                <a:cubicBezTo>
                  <a:pt x="186" y="225"/>
                  <a:pt x="182" y="226"/>
                  <a:pt x="179" y="226"/>
                </a:cubicBezTo>
                <a:cubicBezTo>
                  <a:pt x="176" y="226"/>
                  <a:pt x="173" y="226"/>
                  <a:pt x="170" y="226"/>
                </a:cubicBezTo>
                <a:cubicBezTo>
                  <a:pt x="170" y="224"/>
                  <a:pt x="171" y="223"/>
                  <a:pt x="171" y="221"/>
                </a:cubicBezTo>
                <a:cubicBezTo>
                  <a:pt x="179" y="200"/>
                  <a:pt x="191" y="181"/>
                  <a:pt x="202" y="161"/>
                </a:cubicBezTo>
                <a:close/>
                <a:moveTo>
                  <a:pt x="512" y="21"/>
                </a:moveTo>
                <a:cubicBezTo>
                  <a:pt x="512" y="21"/>
                  <a:pt x="512" y="21"/>
                  <a:pt x="512" y="22"/>
                </a:cubicBezTo>
                <a:cubicBezTo>
                  <a:pt x="512" y="21"/>
                  <a:pt x="512" y="21"/>
                  <a:pt x="512" y="21"/>
                </a:cubicBezTo>
                <a:cubicBezTo>
                  <a:pt x="512" y="21"/>
                  <a:pt x="512" y="21"/>
                  <a:pt x="512" y="21"/>
                </a:cubicBezTo>
                <a:close/>
                <a:moveTo>
                  <a:pt x="760" y="346"/>
                </a:moveTo>
                <a:cubicBezTo>
                  <a:pt x="758" y="328"/>
                  <a:pt x="747" y="310"/>
                  <a:pt x="739" y="295"/>
                </a:cubicBezTo>
                <a:cubicBezTo>
                  <a:pt x="739" y="294"/>
                  <a:pt x="737" y="295"/>
                  <a:pt x="738" y="296"/>
                </a:cubicBezTo>
                <a:cubicBezTo>
                  <a:pt x="742" y="305"/>
                  <a:pt x="746" y="316"/>
                  <a:pt x="750" y="326"/>
                </a:cubicBezTo>
                <a:cubicBezTo>
                  <a:pt x="752" y="332"/>
                  <a:pt x="753" y="339"/>
                  <a:pt x="755" y="345"/>
                </a:cubicBezTo>
                <a:cubicBezTo>
                  <a:pt x="749" y="345"/>
                  <a:pt x="743" y="344"/>
                  <a:pt x="737" y="344"/>
                </a:cubicBezTo>
                <a:cubicBezTo>
                  <a:pt x="732" y="322"/>
                  <a:pt x="724" y="299"/>
                  <a:pt x="714" y="279"/>
                </a:cubicBezTo>
                <a:cubicBezTo>
                  <a:pt x="713" y="278"/>
                  <a:pt x="712" y="279"/>
                  <a:pt x="713" y="279"/>
                </a:cubicBezTo>
                <a:cubicBezTo>
                  <a:pt x="720" y="300"/>
                  <a:pt x="723" y="323"/>
                  <a:pt x="731" y="344"/>
                </a:cubicBezTo>
                <a:cubicBezTo>
                  <a:pt x="724" y="343"/>
                  <a:pt x="717" y="343"/>
                  <a:pt x="710" y="343"/>
                </a:cubicBezTo>
                <a:cubicBezTo>
                  <a:pt x="711" y="343"/>
                  <a:pt x="711" y="342"/>
                  <a:pt x="711" y="342"/>
                </a:cubicBezTo>
                <a:cubicBezTo>
                  <a:pt x="713" y="317"/>
                  <a:pt x="699" y="295"/>
                  <a:pt x="693" y="272"/>
                </a:cubicBezTo>
                <a:cubicBezTo>
                  <a:pt x="692" y="272"/>
                  <a:pt x="692" y="272"/>
                  <a:pt x="692" y="272"/>
                </a:cubicBezTo>
                <a:cubicBezTo>
                  <a:pt x="695" y="296"/>
                  <a:pt x="707" y="317"/>
                  <a:pt x="706" y="342"/>
                </a:cubicBezTo>
                <a:cubicBezTo>
                  <a:pt x="706" y="342"/>
                  <a:pt x="706" y="343"/>
                  <a:pt x="706" y="343"/>
                </a:cubicBezTo>
                <a:cubicBezTo>
                  <a:pt x="697" y="343"/>
                  <a:pt x="687" y="343"/>
                  <a:pt x="677" y="343"/>
                </a:cubicBezTo>
                <a:cubicBezTo>
                  <a:pt x="673" y="322"/>
                  <a:pt x="672" y="300"/>
                  <a:pt x="665" y="279"/>
                </a:cubicBezTo>
                <a:cubicBezTo>
                  <a:pt x="665" y="278"/>
                  <a:pt x="664" y="279"/>
                  <a:pt x="664" y="279"/>
                </a:cubicBezTo>
                <a:cubicBezTo>
                  <a:pt x="670" y="300"/>
                  <a:pt x="669" y="322"/>
                  <a:pt x="673" y="343"/>
                </a:cubicBezTo>
                <a:cubicBezTo>
                  <a:pt x="669" y="343"/>
                  <a:pt x="664" y="343"/>
                  <a:pt x="660" y="343"/>
                </a:cubicBezTo>
                <a:cubicBezTo>
                  <a:pt x="659" y="343"/>
                  <a:pt x="658" y="343"/>
                  <a:pt x="657" y="343"/>
                </a:cubicBezTo>
                <a:cubicBezTo>
                  <a:pt x="657" y="322"/>
                  <a:pt x="655" y="302"/>
                  <a:pt x="654" y="281"/>
                </a:cubicBezTo>
                <a:cubicBezTo>
                  <a:pt x="654" y="281"/>
                  <a:pt x="653" y="281"/>
                  <a:pt x="653" y="281"/>
                </a:cubicBezTo>
                <a:cubicBezTo>
                  <a:pt x="652" y="302"/>
                  <a:pt x="653" y="322"/>
                  <a:pt x="654" y="343"/>
                </a:cubicBezTo>
                <a:cubicBezTo>
                  <a:pt x="643" y="343"/>
                  <a:pt x="632" y="343"/>
                  <a:pt x="621" y="342"/>
                </a:cubicBezTo>
                <a:cubicBezTo>
                  <a:pt x="630" y="324"/>
                  <a:pt x="632" y="301"/>
                  <a:pt x="633" y="281"/>
                </a:cubicBezTo>
                <a:cubicBezTo>
                  <a:pt x="633" y="281"/>
                  <a:pt x="632" y="280"/>
                  <a:pt x="632" y="281"/>
                </a:cubicBezTo>
                <a:cubicBezTo>
                  <a:pt x="629" y="302"/>
                  <a:pt x="620" y="322"/>
                  <a:pt x="617" y="342"/>
                </a:cubicBezTo>
                <a:cubicBezTo>
                  <a:pt x="607" y="342"/>
                  <a:pt x="597" y="342"/>
                  <a:pt x="586" y="342"/>
                </a:cubicBezTo>
                <a:cubicBezTo>
                  <a:pt x="592" y="322"/>
                  <a:pt x="601" y="302"/>
                  <a:pt x="607" y="282"/>
                </a:cubicBezTo>
                <a:cubicBezTo>
                  <a:pt x="607" y="280"/>
                  <a:pt x="604" y="279"/>
                  <a:pt x="603" y="281"/>
                </a:cubicBezTo>
                <a:cubicBezTo>
                  <a:pt x="597" y="301"/>
                  <a:pt x="589" y="321"/>
                  <a:pt x="582" y="341"/>
                </a:cubicBezTo>
                <a:cubicBezTo>
                  <a:pt x="582" y="342"/>
                  <a:pt x="582" y="342"/>
                  <a:pt x="582" y="342"/>
                </a:cubicBezTo>
                <a:cubicBezTo>
                  <a:pt x="577" y="343"/>
                  <a:pt x="571" y="343"/>
                  <a:pt x="566" y="344"/>
                </a:cubicBezTo>
                <a:cubicBezTo>
                  <a:pt x="568" y="340"/>
                  <a:pt x="570" y="335"/>
                  <a:pt x="571" y="331"/>
                </a:cubicBezTo>
                <a:cubicBezTo>
                  <a:pt x="575" y="321"/>
                  <a:pt x="578" y="310"/>
                  <a:pt x="583" y="300"/>
                </a:cubicBezTo>
                <a:cubicBezTo>
                  <a:pt x="583" y="300"/>
                  <a:pt x="582" y="299"/>
                  <a:pt x="581" y="300"/>
                </a:cubicBezTo>
                <a:cubicBezTo>
                  <a:pt x="576" y="307"/>
                  <a:pt x="573" y="315"/>
                  <a:pt x="569" y="323"/>
                </a:cubicBezTo>
                <a:cubicBezTo>
                  <a:pt x="566" y="330"/>
                  <a:pt x="561" y="337"/>
                  <a:pt x="558" y="344"/>
                </a:cubicBezTo>
                <a:cubicBezTo>
                  <a:pt x="555" y="344"/>
                  <a:pt x="552" y="344"/>
                  <a:pt x="548" y="344"/>
                </a:cubicBezTo>
                <a:cubicBezTo>
                  <a:pt x="550" y="338"/>
                  <a:pt x="552" y="332"/>
                  <a:pt x="554" y="326"/>
                </a:cubicBezTo>
                <a:cubicBezTo>
                  <a:pt x="558" y="318"/>
                  <a:pt x="563" y="311"/>
                  <a:pt x="569" y="303"/>
                </a:cubicBezTo>
                <a:cubicBezTo>
                  <a:pt x="576" y="293"/>
                  <a:pt x="581" y="281"/>
                  <a:pt x="587" y="270"/>
                </a:cubicBezTo>
                <a:cubicBezTo>
                  <a:pt x="594" y="256"/>
                  <a:pt x="603" y="259"/>
                  <a:pt x="615" y="256"/>
                </a:cubicBezTo>
                <a:cubicBezTo>
                  <a:pt x="615" y="256"/>
                  <a:pt x="616" y="256"/>
                  <a:pt x="617" y="256"/>
                </a:cubicBezTo>
                <a:cubicBezTo>
                  <a:pt x="633" y="257"/>
                  <a:pt x="650" y="257"/>
                  <a:pt x="667" y="257"/>
                </a:cubicBezTo>
                <a:cubicBezTo>
                  <a:pt x="686" y="257"/>
                  <a:pt x="705" y="259"/>
                  <a:pt x="724" y="257"/>
                </a:cubicBezTo>
                <a:cubicBezTo>
                  <a:pt x="727" y="258"/>
                  <a:pt x="729" y="260"/>
                  <a:pt x="732" y="262"/>
                </a:cubicBezTo>
                <a:cubicBezTo>
                  <a:pt x="736" y="286"/>
                  <a:pt x="752" y="309"/>
                  <a:pt x="768" y="330"/>
                </a:cubicBezTo>
                <a:cubicBezTo>
                  <a:pt x="771" y="336"/>
                  <a:pt x="775" y="342"/>
                  <a:pt x="779" y="348"/>
                </a:cubicBezTo>
                <a:cubicBezTo>
                  <a:pt x="772" y="347"/>
                  <a:pt x="766" y="346"/>
                  <a:pt x="760" y="346"/>
                </a:cubicBezTo>
                <a:close/>
                <a:moveTo>
                  <a:pt x="363" y="142"/>
                </a:moveTo>
                <a:cubicBezTo>
                  <a:pt x="362" y="140"/>
                  <a:pt x="362" y="139"/>
                  <a:pt x="362" y="137"/>
                </a:cubicBezTo>
                <a:cubicBezTo>
                  <a:pt x="362" y="137"/>
                  <a:pt x="362" y="137"/>
                  <a:pt x="362" y="137"/>
                </a:cubicBezTo>
                <a:cubicBezTo>
                  <a:pt x="362" y="139"/>
                  <a:pt x="362" y="140"/>
                  <a:pt x="363" y="142"/>
                </a:cubicBezTo>
                <a:close/>
                <a:moveTo>
                  <a:pt x="549" y="310"/>
                </a:moveTo>
                <a:cubicBezTo>
                  <a:pt x="541" y="321"/>
                  <a:pt x="539" y="334"/>
                  <a:pt x="534" y="345"/>
                </a:cubicBezTo>
                <a:cubicBezTo>
                  <a:pt x="526" y="332"/>
                  <a:pt x="518" y="319"/>
                  <a:pt x="509" y="307"/>
                </a:cubicBezTo>
                <a:cubicBezTo>
                  <a:pt x="507" y="304"/>
                  <a:pt x="504" y="301"/>
                  <a:pt x="501" y="298"/>
                </a:cubicBezTo>
                <a:cubicBezTo>
                  <a:pt x="495" y="282"/>
                  <a:pt x="493" y="264"/>
                  <a:pt x="485" y="249"/>
                </a:cubicBezTo>
                <a:cubicBezTo>
                  <a:pt x="485" y="249"/>
                  <a:pt x="485" y="249"/>
                  <a:pt x="485" y="249"/>
                </a:cubicBezTo>
                <a:cubicBezTo>
                  <a:pt x="503" y="250"/>
                  <a:pt x="521" y="250"/>
                  <a:pt x="540" y="249"/>
                </a:cubicBezTo>
                <a:cubicBezTo>
                  <a:pt x="554" y="248"/>
                  <a:pt x="569" y="248"/>
                  <a:pt x="583" y="247"/>
                </a:cubicBezTo>
                <a:cubicBezTo>
                  <a:pt x="586" y="248"/>
                  <a:pt x="589" y="248"/>
                  <a:pt x="592" y="248"/>
                </a:cubicBezTo>
                <a:cubicBezTo>
                  <a:pt x="592" y="248"/>
                  <a:pt x="591" y="249"/>
                  <a:pt x="591" y="249"/>
                </a:cubicBezTo>
                <a:cubicBezTo>
                  <a:pt x="590" y="249"/>
                  <a:pt x="590" y="249"/>
                  <a:pt x="589" y="250"/>
                </a:cubicBezTo>
                <a:cubicBezTo>
                  <a:pt x="589" y="250"/>
                  <a:pt x="589" y="250"/>
                  <a:pt x="588" y="250"/>
                </a:cubicBezTo>
                <a:cubicBezTo>
                  <a:pt x="587" y="251"/>
                  <a:pt x="587" y="251"/>
                  <a:pt x="586" y="251"/>
                </a:cubicBezTo>
                <a:cubicBezTo>
                  <a:pt x="585" y="251"/>
                  <a:pt x="585" y="252"/>
                  <a:pt x="586" y="252"/>
                </a:cubicBezTo>
                <a:cubicBezTo>
                  <a:pt x="586" y="252"/>
                  <a:pt x="586" y="252"/>
                  <a:pt x="587" y="252"/>
                </a:cubicBezTo>
                <a:cubicBezTo>
                  <a:pt x="586" y="252"/>
                  <a:pt x="586" y="252"/>
                  <a:pt x="586" y="252"/>
                </a:cubicBezTo>
                <a:cubicBezTo>
                  <a:pt x="582" y="256"/>
                  <a:pt x="579" y="260"/>
                  <a:pt x="576" y="265"/>
                </a:cubicBezTo>
                <a:cubicBezTo>
                  <a:pt x="566" y="277"/>
                  <a:pt x="558" y="292"/>
                  <a:pt x="551" y="307"/>
                </a:cubicBezTo>
                <a:cubicBezTo>
                  <a:pt x="551" y="308"/>
                  <a:pt x="550" y="309"/>
                  <a:pt x="549" y="310"/>
                </a:cubicBezTo>
                <a:close/>
                <a:moveTo>
                  <a:pt x="477" y="255"/>
                </a:moveTo>
                <a:cubicBezTo>
                  <a:pt x="477" y="254"/>
                  <a:pt x="477" y="254"/>
                  <a:pt x="477" y="254"/>
                </a:cubicBezTo>
                <a:cubicBezTo>
                  <a:pt x="477" y="256"/>
                  <a:pt x="477" y="258"/>
                  <a:pt x="477" y="260"/>
                </a:cubicBezTo>
                <a:cubicBezTo>
                  <a:pt x="477" y="258"/>
                  <a:pt x="477" y="256"/>
                  <a:pt x="477" y="255"/>
                </a:cubicBezTo>
                <a:close/>
                <a:moveTo>
                  <a:pt x="641" y="162"/>
                </a:moveTo>
                <a:cubicBezTo>
                  <a:pt x="641" y="163"/>
                  <a:pt x="642" y="163"/>
                  <a:pt x="642" y="164"/>
                </a:cubicBezTo>
                <a:cubicBezTo>
                  <a:pt x="643" y="165"/>
                  <a:pt x="643" y="166"/>
                  <a:pt x="644" y="167"/>
                </a:cubicBezTo>
                <a:cubicBezTo>
                  <a:pt x="644" y="167"/>
                  <a:pt x="644" y="168"/>
                  <a:pt x="644" y="168"/>
                </a:cubicBezTo>
                <a:cubicBezTo>
                  <a:pt x="645" y="169"/>
                  <a:pt x="646" y="171"/>
                  <a:pt x="646" y="172"/>
                </a:cubicBezTo>
                <a:cubicBezTo>
                  <a:pt x="647" y="173"/>
                  <a:pt x="647" y="173"/>
                  <a:pt x="647" y="173"/>
                </a:cubicBezTo>
                <a:cubicBezTo>
                  <a:pt x="647" y="175"/>
                  <a:pt x="648" y="176"/>
                  <a:pt x="649" y="177"/>
                </a:cubicBezTo>
                <a:cubicBezTo>
                  <a:pt x="649" y="177"/>
                  <a:pt x="649" y="178"/>
                  <a:pt x="649" y="178"/>
                </a:cubicBezTo>
                <a:cubicBezTo>
                  <a:pt x="649" y="179"/>
                  <a:pt x="650" y="181"/>
                  <a:pt x="651" y="183"/>
                </a:cubicBezTo>
                <a:cubicBezTo>
                  <a:pt x="651" y="184"/>
                  <a:pt x="652" y="185"/>
                  <a:pt x="652" y="186"/>
                </a:cubicBezTo>
                <a:cubicBezTo>
                  <a:pt x="652" y="187"/>
                  <a:pt x="653" y="187"/>
                  <a:pt x="653" y="188"/>
                </a:cubicBezTo>
                <a:cubicBezTo>
                  <a:pt x="654" y="190"/>
                  <a:pt x="654" y="191"/>
                  <a:pt x="655" y="193"/>
                </a:cubicBezTo>
                <a:cubicBezTo>
                  <a:pt x="655" y="193"/>
                  <a:pt x="655" y="193"/>
                  <a:pt x="655" y="193"/>
                </a:cubicBezTo>
                <a:cubicBezTo>
                  <a:pt x="656" y="194"/>
                  <a:pt x="656" y="196"/>
                  <a:pt x="657" y="197"/>
                </a:cubicBezTo>
                <a:cubicBezTo>
                  <a:pt x="657" y="197"/>
                  <a:pt x="657" y="198"/>
                  <a:pt x="657" y="198"/>
                </a:cubicBezTo>
                <a:cubicBezTo>
                  <a:pt x="658" y="199"/>
                  <a:pt x="659" y="201"/>
                  <a:pt x="659" y="202"/>
                </a:cubicBezTo>
                <a:cubicBezTo>
                  <a:pt x="659" y="202"/>
                  <a:pt x="660" y="202"/>
                  <a:pt x="660" y="203"/>
                </a:cubicBezTo>
                <a:cubicBezTo>
                  <a:pt x="660" y="204"/>
                  <a:pt x="661" y="205"/>
                  <a:pt x="662" y="207"/>
                </a:cubicBezTo>
                <a:cubicBezTo>
                  <a:pt x="662" y="207"/>
                  <a:pt x="663" y="207"/>
                  <a:pt x="663" y="208"/>
                </a:cubicBezTo>
                <a:cubicBezTo>
                  <a:pt x="663" y="208"/>
                  <a:pt x="663" y="208"/>
                  <a:pt x="663" y="209"/>
                </a:cubicBezTo>
                <a:cubicBezTo>
                  <a:pt x="663" y="209"/>
                  <a:pt x="663" y="209"/>
                  <a:pt x="663" y="209"/>
                </a:cubicBezTo>
                <a:cubicBezTo>
                  <a:pt x="663" y="209"/>
                  <a:pt x="664" y="209"/>
                  <a:pt x="664" y="209"/>
                </a:cubicBezTo>
                <a:cubicBezTo>
                  <a:pt x="664" y="210"/>
                  <a:pt x="665" y="210"/>
                  <a:pt x="665" y="211"/>
                </a:cubicBezTo>
                <a:cubicBezTo>
                  <a:pt x="665" y="211"/>
                  <a:pt x="666" y="212"/>
                  <a:pt x="666" y="212"/>
                </a:cubicBezTo>
                <a:cubicBezTo>
                  <a:pt x="666" y="212"/>
                  <a:pt x="666" y="212"/>
                  <a:pt x="666" y="212"/>
                </a:cubicBezTo>
                <a:cubicBezTo>
                  <a:pt x="667" y="214"/>
                  <a:pt x="668" y="215"/>
                  <a:pt x="669" y="216"/>
                </a:cubicBezTo>
                <a:cubicBezTo>
                  <a:pt x="670" y="216"/>
                  <a:pt x="670" y="217"/>
                  <a:pt x="671" y="218"/>
                </a:cubicBezTo>
                <a:cubicBezTo>
                  <a:pt x="671" y="218"/>
                  <a:pt x="671" y="218"/>
                  <a:pt x="671" y="218"/>
                </a:cubicBezTo>
                <a:cubicBezTo>
                  <a:pt x="671" y="219"/>
                  <a:pt x="672" y="219"/>
                  <a:pt x="672" y="220"/>
                </a:cubicBezTo>
                <a:cubicBezTo>
                  <a:pt x="672" y="220"/>
                  <a:pt x="672" y="220"/>
                  <a:pt x="672" y="220"/>
                </a:cubicBezTo>
                <a:cubicBezTo>
                  <a:pt x="672" y="221"/>
                  <a:pt x="673" y="222"/>
                  <a:pt x="673" y="222"/>
                </a:cubicBezTo>
                <a:cubicBezTo>
                  <a:pt x="673" y="223"/>
                  <a:pt x="673" y="223"/>
                  <a:pt x="673" y="223"/>
                </a:cubicBezTo>
                <a:cubicBezTo>
                  <a:pt x="673" y="224"/>
                  <a:pt x="673" y="224"/>
                  <a:pt x="673" y="224"/>
                </a:cubicBezTo>
                <a:cubicBezTo>
                  <a:pt x="673" y="225"/>
                  <a:pt x="673" y="226"/>
                  <a:pt x="673" y="227"/>
                </a:cubicBezTo>
                <a:cubicBezTo>
                  <a:pt x="672" y="227"/>
                  <a:pt x="672" y="227"/>
                  <a:pt x="671" y="227"/>
                </a:cubicBezTo>
                <a:cubicBezTo>
                  <a:pt x="671" y="226"/>
                  <a:pt x="670" y="226"/>
                  <a:pt x="669" y="226"/>
                </a:cubicBezTo>
                <a:cubicBezTo>
                  <a:pt x="666" y="227"/>
                  <a:pt x="662" y="228"/>
                  <a:pt x="659" y="229"/>
                </a:cubicBezTo>
                <a:cubicBezTo>
                  <a:pt x="656" y="205"/>
                  <a:pt x="645" y="183"/>
                  <a:pt x="637" y="161"/>
                </a:cubicBezTo>
                <a:cubicBezTo>
                  <a:pt x="636" y="160"/>
                  <a:pt x="635" y="160"/>
                  <a:pt x="635" y="161"/>
                </a:cubicBezTo>
                <a:cubicBezTo>
                  <a:pt x="642" y="185"/>
                  <a:pt x="650" y="207"/>
                  <a:pt x="654" y="230"/>
                </a:cubicBezTo>
                <a:cubicBezTo>
                  <a:pt x="652" y="230"/>
                  <a:pt x="650" y="230"/>
                  <a:pt x="648" y="231"/>
                </a:cubicBezTo>
                <a:cubicBezTo>
                  <a:pt x="648" y="230"/>
                  <a:pt x="648" y="230"/>
                  <a:pt x="648" y="230"/>
                </a:cubicBezTo>
                <a:cubicBezTo>
                  <a:pt x="642" y="230"/>
                  <a:pt x="636" y="229"/>
                  <a:pt x="630" y="229"/>
                </a:cubicBezTo>
                <a:cubicBezTo>
                  <a:pt x="626" y="206"/>
                  <a:pt x="616" y="183"/>
                  <a:pt x="608" y="162"/>
                </a:cubicBezTo>
                <a:cubicBezTo>
                  <a:pt x="608" y="161"/>
                  <a:pt x="607" y="162"/>
                  <a:pt x="607" y="162"/>
                </a:cubicBezTo>
                <a:cubicBezTo>
                  <a:pt x="613" y="184"/>
                  <a:pt x="617" y="207"/>
                  <a:pt x="624" y="229"/>
                </a:cubicBezTo>
                <a:cubicBezTo>
                  <a:pt x="618" y="228"/>
                  <a:pt x="612" y="228"/>
                  <a:pt x="605" y="228"/>
                </a:cubicBezTo>
                <a:cubicBezTo>
                  <a:pt x="604" y="220"/>
                  <a:pt x="601" y="211"/>
                  <a:pt x="599" y="203"/>
                </a:cubicBezTo>
                <a:cubicBezTo>
                  <a:pt x="595" y="188"/>
                  <a:pt x="594" y="174"/>
                  <a:pt x="592" y="159"/>
                </a:cubicBezTo>
                <a:cubicBezTo>
                  <a:pt x="592" y="158"/>
                  <a:pt x="591" y="158"/>
                  <a:pt x="591" y="158"/>
                </a:cubicBezTo>
                <a:cubicBezTo>
                  <a:pt x="589" y="170"/>
                  <a:pt x="590" y="182"/>
                  <a:pt x="592" y="194"/>
                </a:cubicBezTo>
                <a:cubicBezTo>
                  <a:pt x="593" y="205"/>
                  <a:pt x="595" y="217"/>
                  <a:pt x="599" y="228"/>
                </a:cubicBezTo>
                <a:cubicBezTo>
                  <a:pt x="589" y="228"/>
                  <a:pt x="579" y="228"/>
                  <a:pt x="568" y="228"/>
                </a:cubicBezTo>
                <a:cubicBezTo>
                  <a:pt x="569" y="206"/>
                  <a:pt x="565" y="184"/>
                  <a:pt x="565" y="163"/>
                </a:cubicBezTo>
                <a:cubicBezTo>
                  <a:pt x="565" y="162"/>
                  <a:pt x="562" y="162"/>
                  <a:pt x="562" y="163"/>
                </a:cubicBezTo>
                <a:cubicBezTo>
                  <a:pt x="562" y="184"/>
                  <a:pt x="561" y="206"/>
                  <a:pt x="563" y="228"/>
                </a:cubicBezTo>
                <a:cubicBezTo>
                  <a:pt x="559" y="228"/>
                  <a:pt x="554" y="228"/>
                  <a:pt x="550" y="228"/>
                </a:cubicBezTo>
                <a:cubicBezTo>
                  <a:pt x="546" y="228"/>
                  <a:pt x="542" y="228"/>
                  <a:pt x="539" y="228"/>
                </a:cubicBezTo>
                <a:cubicBezTo>
                  <a:pt x="540" y="207"/>
                  <a:pt x="540" y="186"/>
                  <a:pt x="539" y="166"/>
                </a:cubicBezTo>
                <a:cubicBezTo>
                  <a:pt x="539" y="165"/>
                  <a:pt x="538" y="165"/>
                  <a:pt x="538" y="166"/>
                </a:cubicBezTo>
                <a:cubicBezTo>
                  <a:pt x="536" y="186"/>
                  <a:pt x="535" y="207"/>
                  <a:pt x="534" y="228"/>
                </a:cubicBezTo>
                <a:cubicBezTo>
                  <a:pt x="524" y="227"/>
                  <a:pt x="513" y="227"/>
                  <a:pt x="502" y="227"/>
                </a:cubicBezTo>
                <a:cubicBezTo>
                  <a:pt x="504" y="207"/>
                  <a:pt x="510" y="187"/>
                  <a:pt x="516" y="168"/>
                </a:cubicBezTo>
                <a:cubicBezTo>
                  <a:pt x="516" y="167"/>
                  <a:pt x="515" y="167"/>
                  <a:pt x="515" y="168"/>
                </a:cubicBezTo>
                <a:cubicBezTo>
                  <a:pt x="506" y="186"/>
                  <a:pt x="499" y="206"/>
                  <a:pt x="497" y="227"/>
                </a:cubicBezTo>
                <a:cubicBezTo>
                  <a:pt x="488" y="226"/>
                  <a:pt x="478" y="227"/>
                  <a:pt x="468" y="227"/>
                </a:cubicBezTo>
                <a:cubicBezTo>
                  <a:pt x="472" y="217"/>
                  <a:pt x="480" y="207"/>
                  <a:pt x="484" y="198"/>
                </a:cubicBezTo>
                <a:cubicBezTo>
                  <a:pt x="489" y="187"/>
                  <a:pt x="493" y="176"/>
                  <a:pt x="496" y="164"/>
                </a:cubicBezTo>
                <a:cubicBezTo>
                  <a:pt x="496" y="162"/>
                  <a:pt x="494" y="162"/>
                  <a:pt x="494" y="163"/>
                </a:cubicBezTo>
                <a:cubicBezTo>
                  <a:pt x="487" y="179"/>
                  <a:pt x="480" y="195"/>
                  <a:pt x="472" y="210"/>
                </a:cubicBezTo>
                <a:cubicBezTo>
                  <a:pt x="470" y="214"/>
                  <a:pt x="465" y="221"/>
                  <a:pt x="462" y="228"/>
                </a:cubicBezTo>
                <a:cubicBezTo>
                  <a:pt x="458" y="228"/>
                  <a:pt x="454" y="228"/>
                  <a:pt x="451" y="229"/>
                </a:cubicBezTo>
                <a:cubicBezTo>
                  <a:pt x="447" y="229"/>
                  <a:pt x="443" y="229"/>
                  <a:pt x="439" y="229"/>
                </a:cubicBezTo>
                <a:cubicBezTo>
                  <a:pt x="440" y="223"/>
                  <a:pt x="442" y="218"/>
                  <a:pt x="443" y="213"/>
                </a:cubicBezTo>
                <a:cubicBezTo>
                  <a:pt x="450" y="204"/>
                  <a:pt x="456" y="194"/>
                  <a:pt x="462" y="184"/>
                </a:cubicBezTo>
                <a:cubicBezTo>
                  <a:pt x="470" y="170"/>
                  <a:pt x="476" y="154"/>
                  <a:pt x="483" y="139"/>
                </a:cubicBezTo>
                <a:cubicBezTo>
                  <a:pt x="491" y="141"/>
                  <a:pt x="499" y="141"/>
                  <a:pt x="507" y="141"/>
                </a:cubicBezTo>
                <a:cubicBezTo>
                  <a:pt x="524" y="142"/>
                  <a:pt x="541" y="142"/>
                  <a:pt x="557" y="142"/>
                </a:cubicBezTo>
                <a:cubicBezTo>
                  <a:pt x="575" y="142"/>
                  <a:pt x="593" y="143"/>
                  <a:pt x="610" y="142"/>
                </a:cubicBezTo>
                <a:cubicBezTo>
                  <a:pt x="610" y="142"/>
                  <a:pt x="611" y="142"/>
                  <a:pt x="611" y="142"/>
                </a:cubicBezTo>
                <a:cubicBezTo>
                  <a:pt x="611" y="142"/>
                  <a:pt x="611" y="142"/>
                  <a:pt x="612" y="142"/>
                </a:cubicBezTo>
                <a:cubicBezTo>
                  <a:pt x="615" y="144"/>
                  <a:pt x="618" y="145"/>
                  <a:pt x="622" y="145"/>
                </a:cubicBezTo>
                <a:cubicBezTo>
                  <a:pt x="622" y="145"/>
                  <a:pt x="622" y="145"/>
                  <a:pt x="622" y="145"/>
                </a:cubicBezTo>
                <a:cubicBezTo>
                  <a:pt x="631" y="149"/>
                  <a:pt x="637" y="155"/>
                  <a:pt x="641" y="162"/>
                </a:cubicBezTo>
                <a:close/>
                <a:moveTo>
                  <a:pt x="484" y="130"/>
                </a:moveTo>
                <a:cubicBezTo>
                  <a:pt x="483" y="130"/>
                  <a:pt x="483" y="131"/>
                  <a:pt x="483" y="131"/>
                </a:cubicBezTo>
                <a:cubicBezTo>
                  <a:pt x="467" y="140"/>
                  <a:pt x="460" y="156"/>
                  <a:pt x="451" y="171"/>
                </a:cubicBezTo>
                <a:cubicBezTo>
                  <a:pt x="440" y="189"/>
                  <a:pt x="426" y="206"/>
                  <a:pt x="415" y="225"/>
                </a:cubicBezTo>
                <a:cubicBezTo>
                  <a:pt x="414" y="223"/>
                  <a:pt x="413" y="220"/>
                  <a:pt x="412" y="219"/>
                </a:cubicBezTo>
                <a:cubicBezTo>
                  <a:pt x="405" y="202"/>
                  <a:pt x="398" y="186"/>
                  <a:pt x="391" y="170"/>
                </a:cubicBezTo>
                <a:cubicBezTo>
                  <a:pt x="389" y="164"/>
                  <a:pt x="386" y="157"/>
                  <a:pt x="383" y="151"/>
                </a:cubicBezTo>
                <a:cubicBezTo>
                  <a:pt x="383" y="149"/>
                  <a:pt x="382" y="148"/>
                  <a:pt x="382" y="146"/>
                </a:cubicBezTo>
                <a:cubicBezTo>
                  <a:pt x="380" y="141"/>
                  <a:pt x="378" y="135"/>
                  <a:pt x="376" y="130"/>
                </a:cubicBezTo>
                <a:cubicBezTo>
                  <a:pt x="400" y="130"/>
                  <a:pt x="425" y="129"/>
                  <a:pt x="449" y="128"/>
                </a:cubicBezTo>
                <a:cubicBezTo>
                  <a:pt x="462" y="128"/>
                  <a:pt x="475" y="128"/>
                  <a:pt x="487" y="128"/>
                </a:cubicBezTo>
                <a:cubicBezTo>
                  <a:pt x="486" y="129"/>
                  <a:pt x="485" y="129"/>
                  <a:pt x="484" y="130"/>
                </a:cubicBezTo>
                <a:close/>
                <a:moveTo>
                  <a:pt x="397" y="206"/>
                </a:moveTo>
                <a:cubicBezTo>
                  <a:pt x="396" y="205"/>
                  <a:pt x="396" y="205"/>
                  <a:pt x="396" y="205"/>
                </a:cubicBezTo>
                <a:cubicBezTo>
                  <a:pt x="396" y="205"/>
                  <a:pt x="396" y="204"/>
                  <a:pt x="396" y="204"/>
                </a:cubicBezTo>
                <a:cubicBezTo>
                  <a:pt x="396" y="205"/>
                  <a:pt x="396" y="205"/>
                  <a:pt x="397" y="206"/>
                </a:cubicBezTo>
                <a:close/>
                <a:moveTo>
                  <a:pt x="391" y="246"/>
                </a:moveTo>
                <a:cubicBezTo>
                  <a:pt x="390" y="246"/>
                  <a:pt x="388" y="246"/>
                  <a:pt x="387" y="246"/>
                </a:cubicBezTo>
                <a:cubicBezTo>
                  <a:pt x="388" y="246"/>
                  <a:pt x="388" y="246"/>
                  <a:pt x="389" y="246"/>
                </a:cubicBezTo>
                <a:cubicBezTo>
                  <a:pt x="390" y="246"/>
                  <a:pt x="390" y="246"/>
                  <a:pt x="391" y="246"/>
                </a:cubicBezTo>
                <a:close/>
                <a:moveTo>
                  <a:pt x="414" y="244"/>
                </a:moveTo>
                <a:cubicBezTo>
                  <a:pt x="414" y="245"/>
                  <a:pt x="415" y="245"/>
                  <a:pt x="416" y="246"/>
                </a:cubicBezTo>
                <a:cubicBezTo>
                  <a:pt x="414" y="246"/>
                  <a:pt x="412" y="246"/>
                  <a:pt x="409" y="246"/>
                </a:cubicBezTo>
                <a:cubicBezTo>
                  <a:pt x="411" y="246"/>
                  <a:pt x="412" y="245"/>
                  <a:pt x="414" y="244"/>
                </a:cubicBezTo>
                <a:close/>
                <a:moveTo>
                  <a:pt x="479" y="248"/>
                </a:moveTo>
                <a:cubicBezTo>
                  <a:pt x="478" y="249"/>
                  <a:pt x="478" y="249"/>
                  <a:pt x="478" y="249"/>
                </a:cubicBezTo>
                <a:cubicBezTo>
                  <a:pt x="478" y="249"/>
                  <a:pt x="477" y="249"/>
                  <a:pt x="477" y="249"/>
                </a:cubicBezTo>
                <a:cubicBezTo>
                  <a:pt x="477" y="249"/>
                  <a:pt x="476" y="249"/>
                  <a:pt x="475" y="249"/>
                </a:cubicBezTo>
                <a:cubicBezTo>
                  <a:pt x="475" y="248"/>
                  <a:pt x="475" y="248"/>
                  <a:pt x="474" y="248"/>
                </a:cubicBezTo>
                <a:cubicBezTo>
                  <a:pt x="476" y="248"/>
                  <a:pt x="477" y="248"/>
                  <a:pt x="479" y="248"/>
                </a:cubicBezTo>
                <a:close/>
                <a:moveTo>
                  <a:pt x="511" y="324"/>
                </a:moveTo>
                <a:cubicBezTo>
                  <a:pt x="511" y="324"/>
                  <a:pt x="511" y="323"/>
                  <a:pt x="511" y="323"/>
                </a:cubicBezTo>
                <a:cubicBezTo>
                  <a:pt x="511" y="323"/>
                  <a:pt x="511" y="323"/>
                  <a:pt x="511" y="322"/>
                </a:cubicBezTo>
                <a:cubicBezTo>
                  <a:pt x="511" y="323"/>
                  <a:pt x="511" y="323"/>
                  <a:pt x="511" y="324"/>
                </a:cubicBezTo>
                <a:close/>
                <a:moveTo>
                  <a:pt x="740" y="255"/>
                </a:moveTo>
                <a:cubicBezTo>
                  <a:pt x="741" y="254"/>
                  <a:pt x="741" y="254"/>
                  <a:pt x="741" y="254"/>
                </a:cubicBezTo>
                <a:cubicBezTo>
                  <a:pt x="741" y="256"/>
                  <a:pt x="741" y="258"/>
                  <a:pt x="741" y="260"/>
                </a:cubicBezTo>
                <a:cubicBezTo>
                  <a:pt x="741" y="258"/>
                  <a:pt x="741" y="256"/>
                  <a:pt x="740" y="255"/>
                </a:cubicBezTo>
                <a:close/>
                <a:moveTo>
                  <a:pt x="725" y="257"/>
                </a:moveTo>
                <a:cubicBezTo>
                  <a:pt x="727" y="257"/>
                  <a:pt x="729" y="257"/>
                  <a:pt x="731" y="256"/>
                </a:cubicBezTo>
                <a:cubicBezTo>
                  <a:pt x="731" y="257"/>
                  <a:pt x="731" y="259"/>
                  <a:pt x="731" y="260"/>
                </a:cubicBezTo>
                <a:cubicBezTo>
                  <a:pt x="729" y="259"/>
                  <a:pt x="727" y="258"/>
                  <a:pt x="725" y="257"/>
                </a:cubicBezTo>
                <a:close/>
                <a:moveTo>
                  <a:pt x="363" y="16"/>
                </a:moveTo>
                <a:cubicBezTo>
                  <a:pt x="371" y="18"/>
                  <a:pt x="379" y="17"/>
                  <a:pt x="388" y="18"/>
                </a:cubicBezTo>
                <a:cubicBezTo>
                  <a:pt x="404" y="19"/>
                  <a:pt x="421" y="19"/>
                  <a:pt x="438" y="19"/>
                </a:cubicBezTo>
                <a:cubicBezTo>
                  <a:pt x="459" y="19"/>
                  <a:pt x="481" y="21"/>
                  <a:pt x="502" y="18"/>
                </a:cubicBezTo>
                <a:cubicBezTo>
                  <a:pt x="505" y="45"/>
                  <a:pt x="522" y="69"/>
                  <a:pt x="539" y="92"/>
                </a:cubicBezTo>
                <a:cubicBezTo>
                  <a:pt x="542" y="98"/>
                  <a:pt x="546" y="104"/>
                  <a:pt x="549" y="109"/>
                </a:cubicBezTo>
                <a:cubicBezTo>
                  <a:pt x="543" y="108"/>
                  <a:pt x="537" y="108"/>
                  <a:pt x="531" y="107"/>
                </a:cubicBezTo>
                <a:cubicBezTo>
                  <a:pt x="526" y="83"/>
                  <a:pt x="505" y="61"/>
                  <a:pt x="499" y="38"/>
                </a:cubicBezTo>
                <a:cubicBezTo>
                  <a:pt x="499" y="38"/>
                  <a:pt x="499" y="38"/>
                  <a:pt x="499" y="38"/>
                </a:cubicBezTo>
                <a:cubicBezTo>
                  <a:pt x="501" y="51"/>
                  <a:pt x="505" y="64"/>
                  <a:pt x="511" y="76"/>
                </a:cubicBezTo>
                <a:cubicBezTo>
                  <a:pt x="516" y="86"/>
                  <a:pt x="521" y="96"/>
                  <a:pt x="525" y="107"/>
                </a:cubicBezTo>
                <a:cubicBezTo>
                  <a:pt x="518" y="106"/>
                  <a:pt x="512" y="106"/>
                  <a:pt x="505" y="105"/>
                </a:cubicBezTo>
                <a:cubicBezTo>
                  <a:pt x="502" y="95"/>
                  <a:pt x="497" y="85"/>
                  <a:pt x="494" y="74"/>
                </a:cubicBezTo>
                <a:cubicBezTo>
                  <a:pt x="489" y="59"/>
                  <a:pt x="486" y="43"/>
                  <a:pt x="479" y="29"/>
                </a:cubicBezTo>
                <a:cubicBezTo>
                  <a:pt x="479" y="28"/>
                  <a:pt x="478" y="29"/>
                  <a:pt x="478" y="29"/>
                </a:cubicBezTo>
                <a:cubicBezTo>
                  <a:pt x="485" y="44"/>
                  <a:pt x="486" y="60"/>
                  <a:pt x="490" y="76"/>
                </a:cubicBezTo>
                <a:cubicBezTo>
                  <a:pt x="492" y="86"/>
                  <a:pt x="496" y="95"/>
                  <a:pt x="500" y="105"/>
                </a:cubicBezTo>
                <a:cubicBezTo>
                  <a:pt x="491" y="105"/>
                  <a:pt x="483" y="105"/>
                  <a:pt x="474" y="105"/>
                </a:cubicBezTo>
                <a:cubicBezTo>
                  <a:pt x="469" y="81"/>
                  <a:pt x="464" y="58"/>
                  <a:pt x="463" y="34"/>
                </a:cubicBezTo>
                <a:cubicBezTo>
                  <a:pt x="463" y="33"/>
                  <a:pt x="462" y="33"/>
                  <a:pt x="462" y="34"/>
                </a:cubicBezTo>
                <a:cubicBezTo>
                  <a:pt x="460" y="58"/>
                  <a:pt x="464" y="81"/>
                  <a:pt x="469" y="105"/>
                </a:cubicBezTo>
                <a:cubicBezTo>
                  <a:pt x="461" y="105"/>
                  <a:pt x="452" y="105"/>
                  <a:pt x="444" y="105"/>
                </a:cubicBezTo>
                <a:cubicBezTo>
                  <a:pt x="444" y="79"/>
                  <a:pt x="440" y="54"/>
                  <a:pt x="435" y="29"/>
                </a:cubicBezTo>
                <a:cubicBezTo>
                  <a:pt x="435" y="29"/>
                  <a:pt x="435" y="29"/>
                  <a:pt x="435" y="29"/>
                </a:cubicBezTo>
                <a:cubicBezTo>
                  <a:pt x="436" y="54"/>
                  <a:pt x="440" y="79"/>
                  <a:pt x="440" y="105"/>
                </a:cubicBezTo>
                <a:cubicBezTo>
                  <a:pt x="437" y="105"/>
                  <a:pt x="434" y="105"/>
                  <a:pt x="430" y="105"/>
                </a:cubicBezTo>
                <a:cubicBezTo>
                  <a:pt x="425" y="105"/>
                  <a:pt x="418" y="105"/>
                  <a:pt x="412" y="104"/>
                </a:cubicBezTo>
                <a:cubicBezTo>
                  <a:pt x="412" y="80"/>
                  <a:pt x="413" y="55"/>
                  <a:pt x="419" y="31"/>
                </a:cubicBezTo>
                <a:cubicBezTo>
                  <a:pt x="419" y="31"/>
                  <a:pt x="419" y="31"/>
                  <a:pt x="418" y="31"/>
                </a:cubicBezTo>
                <a:cubicBezTo>
                  <a:pt x="408" y="54"/>
                  <a:pt x="407" y="79"/>
                  <a:pt x="407" y="104"/>
                </a:cubicBezTo>
                <a:cubicBezTo>
                  <a:pt x="397" y="104"/>
                  <a:pt x="387" y="104"/>
                  <a:pt x="377" y="103"/>
                </a:cubicBezTo>
                <a:cubicBezTo>
                  <a:pt x="384" y="80"/>
                  <a:pt x="385" y="55"/>
                  <a:pt x="391" y="31"/>
                </a:cubicBezTo>
                <a:cubicBezTo>
                  <a:pt x="391" y="31"/>
                  <a:pt x="390" y="30"/>
                  <a:pt x="389" y="31"/>
                </a:cubicBezTo>
                <a:cubicBezTo>
                  <a:pt x="383" y="55"/>
                  <a:pt x="377" y="79"/>
                  <a:pt x="372" y="103"/>
                </a:cubicBezTo>
                <a:cubicBezTo>
                  <a:pt x="362" y="103"/>
                  <a:pt x="352" y="104"/>
                  <a:pt x="342" y="104"/>
                </a:cubicBezTo>
                <a:cubicBezTo>
                  <a:pt x="349" y="81"/>
                  <a:pt x="355" y="57"/>
                  <a:pt x="364" y="34"/>
                </a:cubicBezTo>
                <a:cubicBezTo>
                  <a:pt x="364" y="33"/>
                  <a:pt x="363" y="33"/>
                  <a:pt x="363" y="33"/>
                </a:cubicBezTo>
                <a:cubicBezTo>
                  <a:pt x="352" y="55"/>
                  <a:pt x="339" y="80"/>
                  <a:pt x="336" y="105"/>
                </a:cubicBezTo>
                <a:cubicBezTo>
                  <a:pt x="335" y="105"/>
                  <a:pt x="333" y="105"/>
                  <a:pt x="331" y="106"/>
                </a:cubicBezTo>
                <a:cubicBezTo>
                  <a:pt x="327" y="106"/>
                  <a:pt x="323" y="106"/>
                  <a:pt x="319" y="106"/>
                </a:cubicBezTo>
                <a:cubicBezTo>
                  <a:pt x="328" y="73"/>
                  <a:pt x="341" y="41"/>
                  <a:pt x="363" y="16"/>
                </a:cubicBezTo>
                <a:close/>
                <a:moveTo>
                  <a:pt x="403" y="257"/>
                </a:moveTo>
                <a:cubicBezTo>
                  <a:pt x="424" y="257"/>
                  <a:pt x="446" y="259"/>
                  <a:pt x="467" y="256"/>
                </a:cubicBezTo>
                <a:cubicBezTo>
                  <a:pt x="470" y="283"/>
                  <a:pt x="487" y="308"/>
                  <a:pt x="505" y="330"/>
                </a:cubicBezTo>
                <a:cubicBezTo>
                  <a:pt x="508" y="336"/>
                  <a:pt x="511" y="342"/>
                  <a:pt x="515" y="348"/>
                </a:cubicBezTo>
                <a:cubicBezTo>
                  <a:pt x="502" y="346"/>
                  <a:pt x="488" y="345"/>
                  <a:pt x="475" y="344"/>
                </a:cubicBezTo>
                <a:cubicBezTo>
                  <a:pt x="472" y="321"/>
                  <a:pt x="471" y="286"/>
                  <a:pt x="451" y="274"/>
                </a:cubicBezTo>
                <a:cubicBezTo>
                  <a:pt x="451" y="274"/>
                  <a:pt x="451" y="274"/>
                  <a:pt x="451" y="275"/>
                </a:cubicBezTo>
                <a:cubicBezTo>
                  <a:pt x="466" y="290"/>
                  <a:pt x="466" y="321"/>
                  <a:pt x="469" y="344"/>
                </a:cubicBezTo>
                <a:cubicBezTo>
                  <a:pt x="457" y="343"/>
                  <a:pt x="445" y="343"/>
                  <a:pt x="432" y="343"/>
                </a:cubicBezTo>
                <a:cubicBezTo>
                  <a:pt x="433" y="343"/>
                  <a:pt x="433" y="342"/>
                  <a:pt x="433" y="342"/>
                </a:cubicBezTo>
                <a:cubicBezTo>
                  <a:pt x="433" y="319"/>
                  <a:pt x="431" y="296"/>
                  <a:pt x="428" y="274"/>
                </a:cubicBezTo>
                <a:cubicBezTo>
                  <a:pt x="428" y="274"/>
                  <a:pt x="427" y="274"/>
                  <a:pt x="427" y="274"/>
                </a:cubicBezTo>
                <a:cubicBezTo>
                  <a:pt x="425" y="296"/>
                  <a:pt x="427" y="320"/>
                  <a:pt x="428" y="342"/>
                </a:cubicBezTo>
                <a:cubicBezTo>
                  <a:pt x="428" y="342"/>
                  <a:pt x="428" y="343"/>
                  <a:pt x="428" y="343"/>
                </a:cubicBezTo>
                <a:cubicBezTo>
                  <a:pt x="417" y="343"/>
                  <a:pt x="407" y="343"/>
                  <a:pt x="396" y="343"/>
                </a:cubicBezTo>
                <a:cubicBezTo>
                  <a:pt x="394" y="343"/>
                  <a:pt x="392" y="343"/>
                  <a:pt x="390" y="343"/>
                </a:cubicBezTo>
                <a:cubicBezTo>
                  <a:pt x="393" y="337"/>
                  <a:pt x="394" y="329"/>
                  <a:pt x="395" y="323"/>
                </a:cubicBezTo>
                <a:cubicBezTo>
                  <a:pt x="397" y="307"/>
                  <a:pt x="398" y="291"/>
                  <a:pt x="399" y="274"/>
                </a:cubicBezTo>
                <a:cubicBezTo>
                  <a:pt x="400" y="273"/>
                  <a:pt x="397" y="272"/>
                  <a:pt x="397" y="274"/>
                </a:cubicBezTo>
                <a:cubicBezTo>
                  <a:pt x="394" y="287"/>
                  <a:pt x="393" y="300"/>
                  <a:pt x="392" y="313"/>
                </a:cubicBezTo>
                <a:cubicBezTo>
                  <a:pt x="390" y="323"/>
                  <a:pt x="387" y="333"/>
                  <a:pt x="384" y="343"/>
                </a:cubicBezTo>
                <a:cubicBezTo>
                  <a:pt x="374" y="343"/>
                  <a:pt x="364" y="342"/>
                  <a:pt x="354" y="342"/>
                </a:cubicBezTo>
                <a:cubicBezTo>
                  <a:pt x="360" y="321"/>
                  <a:pt x="368" y="300"/>
                  <a:pt x="366" y="277"/>
                </a:cubicBezTo>
                <a:cubicBezTo>
                  <a:pt x="366" y="277"/>
                  <a:pt x="366" y="277"/>
                  <a:pt x="366" y="277"/>
                </a:cubicBezTo>
                <a:cubicBezTo>
                  <a:pt x="364" y="299"/>
                  <a:pt x="356" y="321"/>
                  <a:pt x="349" y="342"/>
                </a:cubicBezTo>
                <a:cubicBezTo>
                  <a:pt x="339" y="342"/>
                  <a:pt x="330" y="342"/>
                  <a:pt x="320" y="342"/>
                </a:cubicBezTo>
                <a:cubicBezTo>
                  <a:pt x="331" y="321"/>
                  <a:pt x="340" y="297"/>
                  <a:pt x="346" y="275"/>
                </a:cubicBezTo>
                <a:cubicBezTo>
                  <a:pt x="346" y="274"/>
                  <a:pt x="345" y="274"/>
                  <a:pt x="345" y="274"/>
                </a:cubicBezTo>
                <a:cubicBezTo>
                  <a:pt x="333" y="296"/>
                  <a:pt x="324" y="320"/>
                  <a:pt x="314" y="343"/>
                </a:cubicBezTo>
                <a:cubicBezTo>
                  <a:pt x="308" y="343"/>
                  <a:pt x="302" y="343"/>
                  <a:pt x="297" y="344"/>
                </a:cubicBezTo>
                <a:cubicBezTo>
                  <a:pt x="296" y="344"/>
                  <a:pt x="296" y="344"/>
                  <a:pt x="295" y="344"/>
                </a:cubicBezTo>
                <a:cubicBezTo>
                  <a:pt x="307" y="327"/>
                  <a:pt x="304" y="301"/>
                  <a:pt x="320" y="285"/>
                </a:cubicBezTo>
                <a:cubicBezTo>
                  <a:pt x="320" y="285"/>
                  <a:pt x="320" y="284"/>
                  <a:pt x="320" y="285"/>
                </a:cubicBezTo>
                <a:cubicBezTo>
                  <a:pt x="303" y="300"/>
                  <a:pt x="300" y="324"/>
                  <a:pt x="291" y="344"/>
                </a:cubicBezTo>
                <a:cubicBezTo>
                  <a:pt x="289" y="344"/>
                  <a:pt x="287" y="344"/>
                  <a:pt x="285" y="344"/>
                </a:cubicBezTo>
                <a:cubicBezTo>
                  <a:pt x="293" y="312"/>
                  <a:pt x="306" y="279"/>
                  <a:pt x="328" y="254"/>
                </a:cubicBezTo>
                <a:cubicBezTo>
                  <a:pt x="336" y="256"/>
                  <a:pt x="345" y="256"/>
                  <a:pt x="353" y="256"/>
                </a:cubicBezTo>
                <a:cubicBezTo>
                  <a:pt x="370" y="257"/>
                  <a:pt x="386" y="257"/>
                  <a:pt x="403" y="257"/>
                </a:cubicBezTo>
                <a:close/>
                <a:moveTo>
                  <a:pt x="352" y="20"/>
                </a:moveTo>
                <a:cubicBezTo>
                  <a:pt x="351" y="21"/>
                  <a:pt x="350" y="23"/>
                  <a:pt x="349" y="24"/>
                </a:cubicBezTo>
                <a:cubicBezTo>
                  <a:pt x="350" y="22"/>
                  <a:pt x="351" y="21"/>
                  <a:pt x="352" y="20"/>
                </a:cubicBezTo>
                <a:close/>
                <a:moveTo>
                  <a:pt x="210" y="344"/>
                </a:moveTo>
                <a:cubicBezTo>
                  <a:pt x="209" y="334"/>
                  <a:pt x="204" y="325"/>
                  <a:pt x="201" y="315"/>
                </a:cubicBezTo>
                <a:cubicBezTo>
                  <a:pt x="198" y="302"/>
                  <a:pt x="197" y="288"/>
                  <a:pt x="192" y="274"/>
                </a:cubicBezTo>
                <a:cubicBezTo>
                  <a:pt x="191" y="273"/>
                  <a:pt x="190" y="274"/>
                  <a:pt x="190" y="275"/>
                </a:cubicBezTo>
                <a:cubicBezTo>
                  <a:pt x="193" y="287"/>
                  <a:pt x="193" y="299"/>
                  <a:pt x="195" y="312"/>
                </a:cubicBezTo>
                <a:cubicBezTo>
                  <a:pt x="197" y="323"/>
                  <a:pt x="203" y="333"/>
                  <a:pt x="204" y="344"/>
                </a:cubicBezTo>
                <a:cubicBezTo>
                  <a:pt x="198" y="344"/>
                  <a:pt x="192" y="343"/>
                  <a:pt x="185" y="343"/>
                </a:cubicBezTo>
                <a:cubicBezTo>
                  <a:pt x="183" y="320"/>
                  <a:pt x="179" y="295"/>
                  <a:pt x="168" y="274"/>
                </a:cubicBezTo>
                <a:cubicBezTo>
                  <a:pt x="168" y="274"/>
                  <a:pt x="167" y="274"/>
                  <a:pt x="168" y="275"/>
                </a:cubicBezTo>
                <a:cubicBezTo>
                  <a:pt x="176" y="296"/>
                  <a:pt x="179" y="320"/>
                  <a:pt x="181" y="343"/>
                </a:cubicBezTo>
                <a:cubicBezTo>
                  <a:pt x="173" y="343"/>
                  <a:pt x="164" y="343"/>
                  <a:pt x="155" y="343"/>
                </a:cubicBezTo>
                <a:cubicBezTo>
                  <a:pt x="154" y="338"/>
                  <a:pt x="153" y="332"/>
                  <a:pt x="152" y="327"/>
                </a:cubicBezTo>
                <a:cubicBezTo>
                  <a:pt x="148" y="310"/>
                  <a:pt x="140" y="295"/>
                  <a:pt x="139" y="277"/>
                </a:cubicBezTo>
                <a:cubicBezTo>
                  <a:pt x="139" y="276"/>
                  <a:pt x="137" y="276"/>
                  <a:pt x="137" y="277"/>
                </a:cubicBezTo>
                <a:cubicBezTo>
                  <a:pt x="136" y="296"/>
                  <a:pt x="144" y="313"/>
                  <a:pt x="148" y="331"/>
                </a:cubicBezTo>
                <a:cubicBezTo>
                  <a:pt x="149" y="334"/>
                  <a:pt x="149" y="338"/>
                  <a:pt x="149" y="343"/>
                </a:cubicBezTo>
                <a:cubicBezTo>
                  <a:pt x="143" y="343"/>
                  <a:pt x="138" y="343"/>
                  <a:pt x="132" y="343"/>
                </a:cubicBezTo>
                <a:cubicBezTo>
                  <a:pt x="126" y="343"/>
                  <a:pt x="121" y="343"/>
                  <a:pt x="115" y="343"/>
                </a:cubicBezTo>
                <a:cubicBezTo>
                  <a:pt x="115" y="333"/>
                  <a:pt x="112" y="321"/>
                  <a:pt x="112" y="311"/>
                </a:cubicBezTo>
                <a:cubicBezTo>
                  <a:pt x="111" y="299"/>
                  <a:pt x="109" y="287"/>
                  <a:pt x="109" y="274"/>
                </a:cubicBezTo>
                <a:cubicBezTo>
                  <a:pt x="109" y="273"/>
                  <a:pt x="108" y="273"/>
                  <a:pt x="107" y="274"/>
                </a:cubicBezTo>
                <a:cubicBezTo>
                  <a:pt x="106" y="288"/>
                  <a:pt x="105" y="302"/>
                  <a:pt x="106" y="316"/>
                </a:cubicBezTo>
                <a:cubicBezTo>
                  <a:pt x="107" y="324"/>
                  <a:pt x="107" y="334"/>
                  <a:pt x="110" y="343"/>
                </a:cubicBezTo>
                <a:cubicBezTo>
                  <a:pt x="102" y="342"/>
                  <a:pt x="94" y="342"/>
                  <a:pt x="86" y="342"/>
                </a:cubicBezTo>
                <a:cubicBezTo>
                  <a:pt x="89" y="334"/>
                  <a:pt x="88" y="325"/>
                  <a:pt x="88" y="317"/>
                </a:cubicBezTo>
                <a:cubicBezTo>
                  <a:pt x="88" y="302"/>
                  <a:pt x="87" y="289"/>
                  <a:pt x="86" y="274"/>
                </a:cubicBezTo>
                <a:cubicBezTo>
                  <a:pt x="86" y="274"/>
                  <a:pt x="85" y="274"/>
                  <a:pt x="85" y="274"/>
                </a:cubicBezTo>
                <a:cubicBezTo>
                  <a:pt x="84" y="286"/>
                  <a:pt x="84" y="297"/>
                  <a:pt x="83" y="308"/>
                </a:cubicBezTo>
                <a:cubicBezTo>
                  <a:pt x="83" y="319"/>
                  <a:pt x="80" y="331"/>
                  <a:pt x="81" y="342"/>
                </a:cubicBezTo>
                <a:cubicBezTo>
                  <a:pt x="71" y="342"/>
                  <a:pt x="62" y="342"/>
                  <a:pt x="52" y="342"/>
                </a:cubicBezTo>
                <a:cubicBezTo>
                  <a:pt x="56" y="319"/>
                  <a:pt x="64" y="296"/>
                  <a:pt x="70" y="272"/>
                </a:cubicBezTo>
                <a:cubicBezTo>
                  <a:pt x="70" y="271"/>
                  <a:pt x="69" y="271"/>
                  <a:pt x="68" y="272"/>
                </a:cubicBezTo>
                <a:cubicBezTo>
                  <a:pt x="61" y="295"/>
                  <a:pt x="51" y="318"/>
                  <a:pt x="47" y="343"/>
                </a:cubicBezTo>
                <a:cubicBezTo>
                  <a:pt x="42" y="343"/>
                  <a:pt x="37" y="344"/>
                  <a:pt x="33" y="344"/>
                </a:cubicBezTo>
                <a:cubicBezTo>
                  <a:pt x="29" y="344"/>
                  <a:pt x="25" y="344"/>
                  <a:pt x="21" y="344"/>
                </a:cubicBezTo>
                <a:cubicBezTo>
                  <a:pt x="29" y="312"/>
                  <a:pt x="42" y="279"/>
                  <a:pt x="64" y="254"/>
                </a:cubicBezTo>
                <a:cubicBezTo>
                  <a:pt x="72" y="256"/>
                  <a:pt x="81" y="256"/>
                  <a:pt x="89" y="256"/>
                </a:cubicBezTo>
                <a:cubicBezTo>
                  <a:pt x="106" y="257"/>
                  <a:pt x="122" y="257"/>
                  <a:pt x="139" y="257"/>
                </a:cubicBezTo>
                <a:cubicBezTo>
                  <a:pt x="160" y="257"/>
                  <a:pt x="182" y="259"/>
                  <a:pt x="203" y="256"/>
                </a:cubicBezTo>
                <a:cubicBezTo>
                  <a:pt x="206" y="283"/>
                  <a:pt x="223" y="308"/>
                  <a:pt x="241" y="330"/>
                </a:cubicBezTo>
                <a:cubicBezTo>
                  <a:pt x="244" y="336"/>
                  <a:pt x="247" y="342"/>
                  <a:pt x="251" y="348"/>
                </a:cubicBezTo>
                <a:cubicBezTo>
                  <a:pt x="237" y="346"/>
                  <a:pt x="223" y="345"/>
                  <a:pt x="210" y="344"/>
                </a:cubicBezTo>
                <a:close/>
                <a:moveTo>
                  <a:pt x="247" y="323"/>
                </a:moveTo>
                <a:cubicBezTo>
                  <a:pt x="244" y="315"/>
                  <a:pt x="241" y="307"/>
                  <a:pt x="238" y="300"/>
                </a:cubicBezTo>
                <a:cubicBezTo>
                  <a:pt x="232" y="283"/>
                  <a:pt x="230" y="264"/>
                  <a:pt x="221" y="249"/>
                </a:cubicBezTo>
                <a:cubicBezTo>
                  <a:pt x="221" y="248"/>
                  <a:pt x="219" y="247"/>
                  <a:pt x="218" y="247"/>
                </a:cubicBezTo>
                <a:cubicBezTo>
                  <a:pt x="218" y="247"/>
                  <a:pt x="218" y="247"/>
                  <a:pt x="218" y="246"/>
                </a:cubicBezTo>
                <a:cubicBezTo>
                  <a:pt x="224" y="246"/>
                  <a:pt x="231" y="245"/>
                  <a:pt x="238" y="244"/>
                </a:cubicBezTo>
                <a:cubicBezTo>
                  <a:pt x="252" y="243"/>
                  <a:pt x="266" y="243"/>
                  <a:pt x="280" y="243"/>
                </a:cubicBezTo>
                <a:cubicBezTo>
                  <a:pt x="286" y="243"/>
                  <a:pt x="293" y="244"/>
                  <a:pt x="300" y="244"/>
                </a:cubicBezTo>
                <a:cubicBezTo>
                  <a:pt x="318" y="245"/>
                  <a:pt x="337" y="247"/>
                  <a:pt x="355" y="247"/>
                </a:cubicBezTo>
                <a:cubicBezTo>
                  <a:pt x="346" y="247"/>
                  <a:pt x="337" y="247"/>
                  <a:pt x="328" y="249"/>
                </a:cubicBezTo>
                <a:cubicBezTo>
                  <a:pt x="327" y="249"/>
                  <a:pt x="326" y="249"/>
                  <a:pt x="325" y="250"/>
                </a:cubicBezTo>
                <a:cubicBezTo>
                  <a:pt x="325" y="250"/>
                  <a:pt x="325" y="250"/>
                  <a:pt x="325" y="250"/>
                </a:cubicBezTo>
                <a:cubicBezTo>
                  <a:pt x="324" y="251"/>
                  <a:pt x="323" y="251"/>
                  <a:pt x="322" y="251"/>
                </a:cubicBezTo>
                <a:cubicBezTo>
                  <a:pt x="322" y="251"/>
                  <a:pt x="322" y="252"/>
                  <a:pt x="322" y="252"/>
                </a:cubicBezTo>
                <a:cubicBezTo>
                  <a:pt x="322" y="252"/>
                  <a:pt x="322" y="252"/>
                  <a:pt x="323" y="252"/>
                </a:cubicBezTo>
                <a:cubicBezTo>
                  <a:pt x="298" y="279"/>
                  <a:pt x="282" y="315"/>
                  <a:pt x="273" y="350"/>
                </a:cubicBezTo>
                <a:cubicBezTo>
                  <a:pt x="271" y="350"/>
                  <a:pt x="270" y="350"/>
                  <a:pt x="268" y="351"/>
                </a:cubicBezTo>
                <a:cubicBezTo>
                  <a:pt x="262" y="342"/>
                  <a:pt x="254" y="333"/>
                  <a:pt x="247" y="323"/>
                </a:cubicBezTo>
                <a:close/>
                <a:moveTo>
                  <a:pt x="270" y="354"/>
                </a:moveTo>
                <a:cubicBezTo>
                  <a:pt x="270" y="354"/>
                  <a:pt x="270" y="354"/>
                  <a:pt x="270" y="353"/>
                </a:cubicBezTo>
                <a:cubicBezTo>
                  <a:pt x="270" y="354"/>
                  <a:pt x="270" y="354"/>
                  <a:pt x="270" y="354"/>
                </a:cubicBezTo>
                <a:cubicBezTo>
                  <a:pt x="270" y="354"/>
                  <a:pt x="270" y="354"/>
                  <a:pt x="270" y="354"/>
                </a:cubicBez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05" y="640715"/>
            <a:ext cx="5643245" cy="766445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Solving   </a:t>
            </a:r>
            <a:r>
              <a:rPr lang="en-US" altLang="zh-CN" sz="2400" i="1">
                <a:ea typeface="宋体" panose="02010600030101010101" pitchFamily="2" charset="-122"/>
              </a:rPr>
              <a:t>a</a:t>
            </a:r>
            <a:r>
              <a:rPr lang="en-US" altLang="zh-CN" sz="2400">
                <a:ea typeface="宋体" panose="02010600030101010101" pitchFamily="2" charset="-122"/>
              </a:rPr>
              <a:t>X(</a:t>
            </a:r>
            <a:r>
              <a:rPr lang="en-US" altLang="zh-CN" sz="2400" i="1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) + </a:t>
            </a:r>
            <a:r>
              <a:rPr lang="en-US" altLang="zh-CN" sz="2400" i="1">
                <a:ea typeface="宋体" panose="02010600030101010101" pitchFamily="2" charset="-122"/>
              </a:rPr>
              <a:t>b</a:t>
            </a:r>
            <a:r>
              <a:rPr lang="en-US" altLang="zh-CN" sz="2400">
                <a:ea typeface="宋体" panose="02010600030101010101" pitchFamily="2" charset="-122"/>
              </a:rPr>
              <a:t>X(</a:t>
            </a:r>
            <a:r>
              <a:rPr lang="en-US" altLang="zh-CN" sz="2400" i="1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-1) + </a:t>
            </a:r>
            <a:r>
              <a:rPr lang="en-US" altLang="zh-CN" sz="2400" i="1">
                <a:ea typeface="宋体" panose="02010600030101010101" pitchFamily="2" charset="-122"/>
              </a:rPr>
              <a:t>c</a:t>
            </a:r>
            <a:r>
              <a:rPr lang="en-US" altLang="zh-CN" sz="2400">
                <a:ea typeface="宋体" panose="02010600030101010101" pitchFamily="2" charset="-122"/>
              </a:rPr>
              <a:t>X(</a:t>
            </a:r>
            <a:r>
              <a:rPr lang="en-US" altLang="zh-CN" sz="2400" i="1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-2) </a:t>
            </a:r>
            <a:r>
              <a:rPr lang="en-US" altLang="zh-CN" sz="2400" i="1">
                <a:ea typeface="宋体" panose="02010600030101010101" pitchFamily="2" charset="-122"/>
              </a:rPr>
              <a:t>=</a:t>
            </a:r>
            <a:r>
              <a:rPr lang="en-US" altLang="zh-CN" sz="2400">
                <a:ea typeface="宋体" panose="02010600030101010101" pitchFamily="2" charset="-122"/>
              </a:rPr>
              <a:t> 0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683895" y="1628775"/>
            <a:ext cx="7999730" cy="457200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>
                <a:ea typeface="宋体" panose="02010600030101010101" pitchFamily="2" charset="-122"/>
              </a:rPr>
              <a:t>Set up the characteristic equation (quadratic)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				 </a:t>
            </a:r>
            <a:r>
              <a:rPr lang="en-US" altLang="zh-CN" sz="2400" i="1">
                <a:ea typeface="宋体" panose="02010600030101010101" pitchFamily="2" charset="-122"/>
              </a:rPr>
              <a:t>ar</a:t>
            </a:r>
            <a:r>
              <a:rPr lang="en-US" altLang="zh-CN" sz="2400" baseline="30000">
                <a:ea typeface="宋体" panose="02010600030101010101" pitchFamily="2" charset="-122"/>
              </a:rPr>
              <a:t>2</a:t>
            </a:r>
            <a:r>
              <a:rPr lang="en-US" altLang="zh-CN" sz="2400">
                <a:ea typeface="宋体" panose="02010600030101010101" pitchFamily="2" charset="-122"/>
              </a:rPr>
              <a:t> + </a:t>
            </a:r>
            <a:r>
              <a:rPr lang="en-US" altLang="zh-CN" sz="2400" i="1">
                <a:ea typeface="宋体" panose="02010600030101010101" pitchFamily="2" charset="-122"/>
              </a:rPr>
              <a:t>br</a:t>
            </a:r>
            <a:r>
              <a:rPr lang="en-US" altLang="zh-CN" sz="2400">
                <a:ea typeface="宋体" panose="02010600030101010101" pitchFamily="2" charset="-122"/>
              </a:rPr>
              <a:t> + </a:t>
            </a:r>
            <a:r>
              <a:rPr lang="en-US" altLang="zh-CN" sz="2400" i="1">
                <a:ea typeface="宋体" panose="02010600030101010101" pitchFamily="2" charset="-122"/>
              </a:rPr>
              <a:t>c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 i="1">
                <a:ea typeface="宋体" panose="02010600030101010101" pitchFamily="2" charset="-122"/>
              </a:rPr>
              <a:t>=</a:t>
            </a:r>
            <a:r>
              <a:rPr lang="en-US" altLang="zh-CN" sz="2400">
                <a:ea typeface="宋体" panose="02010600030101010101" pitchFamily="2" charset="-122"/>
              </a:rPr>
              <a:t> 0</a:t>
            </a:r>
            <a:br>
              <a:rPr lang="en-US" altLang="zh-CN" sz="2400">
                <a:ea typeface="宋体" panose="02010600030101010101" pitchFamily="2" charset="-122"/>
              </a:rPr>
            </a:br>
            <a:endParaRPr lang="en-US" altLang="zh-CN" sz="240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>
                <a:ea typeface="宋体" panose="02010600030101010101" pitchFamily="2" charset="-122"/>
              </a:rPr>
              <a:t>Solve to obtain roots </a:t>
            </a:r>
            <a:r>
              <a:rPr lang="en-US" altLang="zh-CN" sz="2400" i="1">
                <a:ea typeface="宋体" panose="02010600030101010101" pitchFamily="2" charset="-122"/>
              </a:rPr>
              <a:t>r</a:t>
            </a:r>
            <a:r>
              <a:rPr lang="en-US" altLang="zh-CN" sz="2400" baseline="-25000">
                <a:ea typeface="宋体" panose="02010600030101010101" pitchFamily="2" charset="-122"/>
              </a:rPr>
              <a:t>1</a:t>
            </a:r>
            <a:r>
              <a:rPr lang="en-US" altLang="zh-CN" sz="2400">
                <a:ea typeface="宋体" panose="02010600030101010101" pitchFamily="2" charset="-122"/>
              </a:rPr>
              <a:t> and </a:t>
            </a:r>
            <a:r>
              <a:rPr lang="en-US" altLang="zh-CN" sz="2400" i="1">
                <a:ea typeface="宋体" panose="02010600030101010101" pitchFamily="2" charset="-122"/>
              </a:rPr>
              <a:t>r</a:t>
            </a:r>
            <a:r>
              <a:rPr lang="en-US" altLang="zh-CN" sz="2400" baseline="-25000">
                <a:ea typeface="宋体" panose="02010600030101010101" pitchFamily="2" charset="-122"/>
              </a:rPr>
              <a:t>2</a:t>
            </a:r>
            <a:endParaRPr lang="en-US" altLang="zh-CN" sz="240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>
                <a:ea typeface="宋体" panose="02010600030101010101" pitchFamily="2" charset="-122"/>
              </a:rPr>
              <a:t>General solution to the recurrence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if 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</a:rPr>
              <a:t>1 </a:t>
            </a:r>
            <a:r>
              <a:rPr lang="en-US" altLang="zh-CN" sz="2000">
                <a:ea typeface="宋体" panose="02010600030101010101" pitchFamily="2" charset="-122"/>
              </a:rPr>
              <a:t>and </a:t>
            </a:r>
            <a:r>
              <a:rPr lang="en-US" altLang="zh-CN" sz="2000" baseline="-25000">
                <a:ea typeface="宋体" panose="02010600030101010101" pitchFamily="2" charset="-122"/>
              </a:rPr>
              <a:t> 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</a:rPr>
              <a:t>2 </a:t>
            </a:r>
            <a:r>
              <a:rPr lang="en-US" altLang="zh-CN" sz="2000">
                <a:ea typeface="宋体" panose="02010600030101010101" pitchFamily="2" charset="-122"/>
              </a:rPr>
              <a:t> are two distinct real roots:  X(</a:t>
            </a:r>
            <a:r>
              <a:rPr lang="en-US" altLang="zh-CN" sz="2000" i="1">
                <a:ea typeface="宋体" panose="02010600030101010101" pitchFamily="2" charset="-122"/>
              </a:rPr>
              <a:t>n</a:t>
            </a:r>
            <a:r>
              <a:rPr lang="en-US" altLang="zh-CN" sz="2000">
                <a:ea typeface="宋体" panose="02010600030101010101" pitchFamily="2" charset="-122"/>
              </a:rPr>
              <a:t>) = </a:t>
            </a:r>
            <a:r>
              <a:rPr lang="el-GR" altLang="zh-CN" sz="2000">
                <a:latin typeface="Lucida Grande" pitchFamily="84" charset="0"/>
              </a:rPr>
              <a:t>α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en-US" altLang="zh-CN" sz="2000" i="1" baseline="30000">
                <a:ea typeface="宋体" panose="02010600030101010101" pitchFamily="2" charset="-122"/>
              </a:rPr>
              <a:t>n </a:t>
            </a:r>
            <a:r>
              <a:rPr lang="en-US" altLang="zh-CN" sz="2000" i="1">
                <a:ea typeface="宋体" panose="02010600030101010101" pitchFamily="2" charset="-122"/>
              </a:rPr>
              <a:t>+ </a:t>
            </a:r>
            <a:r>
              <a:rPr lang="el-GR" altLang="zh-CN" sz="2000">
                <a:latin typeface="Lucida Grande" pitchFamily="84" charset="0"/>
              </a:rPr>
              <a:t>β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</a:rPr>
              <a:t>2</a:t>
            </a:r>
            <a:r>
              <a:rPr lang="en-US" altLang="zh-CN" sz="2000" i="1" baseline="30000">
                <a:ea typeface="宋体" panose="02010600030101010101" pitchFamily="2" charset="-122"/>
              </a:rPr>
              <a:t>n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if 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</a:rPr>
              <a:t>1 </a:t>
            </a:r>
            <a:r>
              <a:rPr lang="en-US" altLang="zh-CN" sz="2000">
                <a:ea typeface="宋体" panose="02010600030101010101" pitchFamily="2" charset="-122"/>
              </a:rPr>
              <a:t>=</a:t>
            </a:r>
            <a:r>
              <a:rPr lang="en-US" altLang="zh-CN" sz="2000" baseline="-25000">
                <a:ea typeface="宋体" panose="02010600030101010101" pitchFamily="2" charset="-122"/>
              </a:rPr>
              <a:t> 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</a:rPr>
              <a:t>2 </a:t>
            </a:r>
            <a:r>
              <a:rPr lang="en-US" altLang="zh-CN" sz="2000">
                <a:ea typeface="宋体" panose="02010600030101010101" pitchFamily="2" charset="-122"/>
              </a:rPr>
              <a:t>= 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>
                <a:ea typeface="宋体" panose="02010600030101010101" pitchFamily="2" charset="-122"/>
              </a:rPr>
              <a:t> are two equal real roots:      X(</a:t>
            </a:r>
            <a:r>
              <a:rPr lang="en-US" altLang="zh-CN" sz="2000" i="1">
                <a:ea typeface="宋体" panose="02010600030101010101" pitchFamily="2" charset="-122"/>
              </a:rPr>
              <a:t>n</a:t>
            </a:r>
            <a:r>
              <a:rPr lang="en-US" altLang="zh-CN" sz="2000">
                <a:ea typeface="宋体" panose="02010600030101010101" pitchFamily="2" charset="-122"/>
              </a:rPr>
              <a:t>) = </a:t>
            </a:r>
            <a:r>
              <a:rPr lang="el-GR" altLang="zh-CN" sz="2000">
                <a:latin typeface="Lucida Grande" pitchFamily="84" charset="0"/>
              </a:rPr>
              <a:t>α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i="1" baseline="30000">
                <a:ea typeface="宋体" panose="02010600030101010101" pitchFamily="2" charset="-122"/>
              </a:rPr>
              <a:t>n </a:t>
            </a:r>
            <a:r>
              <a:rPr lang="en-US" altLang="zh-CN" sz="2000" i="1">
                <a:ea typeface="宋体" panose="02010600030101010101" pitchFamily="2" charset="-122"/>
              </a:rPr>
              <a:t>+ </a:t>
            </a:r>
            <a:r>
              <a:rPr lang="el-GR" altLang="zh-CN" sz="2000">
                <a:latin typeface="Lucida Grande" pitchFamily="84" charset="0"/>
              </a:rPr>
              <a:t>β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</a:rPr>
              <a:t> </a:t>
            </a:r>
            <a:r>
              <a:rPr lang="en-US" altLang="zh-CN" sz="2000" i="1" baseline="30000">
                <a:ea typeface="宋体" panose="02010600030101010101" pitchFamily="2" charset="-122"/>
              </a:rPr>
              <a:t>n</a:t>
            </a:r>
            <a:endParaRPr lang="en-US" altLang="zh-CN" sz="3200" i="1" baseline="3000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>
                <a:ea typeface="宋体" panose="02010600030101010101" pitchFamily="2" charset="-122"/>
              </a:rPr>
              <a:t>Particular solution can be found by using initial conditions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3EFF24-6C5F-43C5-B151-66B0D5DA1E0D}" type="slidenum">
              <a:rPr lang="en-US" altLang="zh-CN" sz="750"/>
              <a:pPr>
                <a:defRPr/>
              </a:pPr>
              <a:t>16</a:t>
            </a:fld>
            <a:endParaRPr lang="en-US" altLang="zh-CN" sz="7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231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Application to the Fibonacci numbers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683895" y="1701165"/>
            <a:ext cx="7766050" cy="442785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F(</a:t>
            </a:r>
            <a:r>
              <a:rPr lang="en-US" altLang="zh-CN" sz="2400" i="1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) = F(</a:t>
            </a:r>
            <a:r>
              <a:rPr lang="en-US" altLang="zh-CN" sz="2400" i="1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-1) + F(</a:t>
            </a:r>
            <a:r>
              <a:rPr lang="en-US" altLang="zh-CN" sz="2400" i="1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-2)  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or 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 F(</a:t>
            </a:r>
            <a:r>
              <a:rPr lang="en-US" altLang="zh-CN" sz="2400" i="1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) - F(</a:t>
            </a:r>
            <a:r>
              <a:rPr lang="en-US" altLang="zh-CN" sz="2400" i="1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-1) - F(</a:t>
            </a:r>
            <a:r>
              <a:rPr lang="en-US" altLang="zh-CN" sz="2400" i="1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-2) = 0</a:t>
            </a:r>
            <a:br>
              <a:rPr lang="en-US" altLang="zh-CN" sz="2400">
                <a:ea typeface="宋体" panose="02010600030101010101" pitchFamily="2" charset="-122"/>
              </a:rPr>
            </a:br>
            <a:endParaRPr lang="en-US" altLang="zh-CN" sz="240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Characteristic equation: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Roots of the characteristic equation: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General solution to the recurrence: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Particular solution for F(0) =0, F(1)=1: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CA7FD8-C31B-4504-A1E8-035D0542E0EB}" type="slidenum">
              <a:rPr lang="en-US" altLang="zh-CN" sz="750"/>
              <a:pPr>
                <a:defRPr/>
              </a:pPr>
              <a:t>17</a:t>
            </a:fld>
            <a:endParaRPr lang="en-US" altLang="zh-CN" sz="750"/>
          </a:p>
        </p:txBody>
      </p:sp>
      <p:grpSp>
        <p:nvGrpSpPr>
          <p:cNvPr id="97" name="Group 81"/>
          <p:cNvGrpSpPr/>
          <p:nvPr/>
        </p:nvGrpSpPr>
        <p:grpSpPr>
          <a:xfrm>
            <a:off x="7425690" y="4966970"/>
            <a:ext cx="1094740" cy="995680"/>
            <a:chOff x="4821392" y="2301522"/>
            <a:chExt cx="321831" cy="292764"/>
          </a:xfrm>
          <a:solidFill>
            <a:schemeClr val="accent1">
              <a:lumMod val="75000"/>
              <a:alpha val="35000"/>
            </a:schemeClr>
          </a:solidFill>
        </p:grpSpPr>
        <p:sp>
          <p:nvSpPr>
            <p:cNvPr id="98" name="Freeform 91"/>
            <p:cNvSpPr/>
            <p:nvPr>
              <p:custDataLst>
                <p:tags r:id="rId5"/>
              </p:custDataLst>
            </p:nvPr>
          </p:nvSpPr>
          <p:spPr bwMode="auto">
            <a:xfrm>
              <a:off x="4856689" y="2301522"/>
              <a:ext cx="147420" cy="126657"/>
            </a:xfrm>
            <a:custGeom>
              <a:avLst/>
              <a:gdLst/>
              <a:ahLst/>
              <a:cxnLst>
                <a:cxn ang="0">
                  <a:pos x="141" y="14"/>
                </a:cxn>
                <a:cxn ang="0">
                  <a:pos x="141" y="14"/>
                </a:cxn>
                <a:cxn ang="0">
                  <a:pos x="137" y="43"/>
                </a:cxn>
                <a:cxn ang="0">
                  <a:pos x="130" y="70"/>
                </a:cxn>
                <a:cxn ang="0">
                  <a:pos x="123" y="96"/>
                </a:cxn>
                <a:cxn ang="0">
                  <a:pos x="116" y="121"/>
                </a:cxn>
                <a:cxn ang="0">
                  <a:pos x="116" y="121"/>
                </a:cxn>
                <a:cxn ang="0">
                  <a:pos x="88" y="112"/>
                </a:cxn>
                <a:cxn ang="0">
                  <a:pos x="74" y="110"/>
                </a:cxn>
                <a:cxn ang="0">
                  <a:pos x="59" y="108"/>
                </a:cxn>
                <a:cxn ang="0">
                  <a:pos x="45" y="107"/>
                </a:cxn>
                <a:cxn ang="0">
                  <a:pos x="30" y="108"/>
                </a:cxn>
                <a:cxn ang="0">
                  <a:pos x="14" y="110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4" y="65"/>
                </a:cxn>
                <a:cxn ang="0">
                  <a:pos x="27" y="14"/>
                </a:cxn>
                <a:cxn ang="0">
                  <a:pos x="27" y="14"/>
                </a:cxn>
                <a:cxn ang="0">
                  <a:pos x="39" y="7"/>
                </a:cxn>
                <a:cxn ang="0">
                  <a:pos x="52" y="3"/>
                </a:cxn>
                <a:cxn ang="0">
                  <a:pos x="67" y="0"/>
                </a:cxn>
                <a:cxn ang="0">
                  <a:pos x="83" y="0"/>
                </a:cxn>
                <a:cxn ang="0">
                  <a:pos x="99" y="1"/>
                </a:cxn>
                <a:cxn ang="0">
                  <a:pos x="114" y="5"/>
                </a:cxn>
                <a:cxn ang="0">
                  <a:pos x="128" y="9"/>
                </a:cxn>
                <a:cxn ang="0">
                  <a:pos x="141" y="14"/>
                </a:cxn>
                <a:cxn ang="0">
                  <a:pos x="141" y="14"/>
                </a:cxn>
              </a:cxnLst>
              <a:rect l="0" t="0" r="r" b="b"/>
              <a:pathLst>
                <a:path w="141" h="121">
                  <a:moveTo>
                    <a:pt x="141" y="14"/>
                  </a:moveTo>
                  <a:lnTo>
                    <a:pt x="141" y="14"/>
                  </a:lnTo>
                  <a:lnTo>
                    <a:pt x="137" y="43"/>
                  </a:lnTo>
                  <a:lnTo>
                    <a:pt x="130" y="70"/>
                  </a:lnTo>
                  <a:lnTo>
                    <a:pt x="123" y="96"/>
                  </a:lnTo>
                  <a:lnTo>
                    <a:pt x="116" y="121"/>
                  </a:lnTo>
                  <a:lnTo>
                    <a:pt x="116" y="121"/>
                  </a:lnTo>
                  <a:lnTo>
                    <a:pt x="88" y="112"/>
                  </a:lnTo>
                  <a:lnTo>
                    <a:pt x="74" y="110"/>
                  </a:lnTo>
                  <a:lnTo>
                    <a:pt x="59" y="108"/>
                  </a:lnTo>
                  <a:lnTo>
                    <a:pt x="45" y="107"/>
                  </a:lnTo>
                  <a:lnTo>
                    <a:pt x="30" y="108"/>
                  </a:lnTo>
                  <a:lnTo>
                    <a:pt x="14" y="110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4" y="65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39" y="7"/>
                  </a:lnTo>
                  <a:lnTo>
                    <a:pt x="52" y="3"/>
                  </a:lnTo>
                  <a:lnTo>
                    <a:pt x="67" y="0"/>
                  </a:lnTo>
                  <a:lnTo>
                    <a:pt x="83" y="0"/>
                  </a:lnTo>
                  <a:lnTo>
                    <a:pt x="99" y="1"/>
                  </a:lnTo>
                  <a:lnTo>
                    <a:pt x="114" y="5"/>
                  </a:lnTo>
                  <a:lnTo>
                    <a:pt x="128" y="9"/>
                  </a:lnTo>
                  <a:lnTo>
                    <a:pt x="141" y="14"/>
                  </a:lnTo>
                  <a:lnTo>
                    <a:pt x="141" y="1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92"/>
            <p:cNvSpPr/>
            <p:nvPr>
              <p:custDataLst>
                <p:tags r:id="rId6"/>
              </p:custDataLst>
            </p:nvPr>
          </p:nvSpPr>
          <p:spPr bwMode="auto">
            <a:xfrm>
              <a:off x="4993727" y="2338896"/>
              <a:ext cx="149496" cy="124580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1" y="0"/>
                </a:cxn>
                <a:cxn ang="0">
                  <a:pos x="42" y="6"/>
                </a:cxn>
                <a:cxn ang="0">
                  <a:pos x="56" y="9"/>
                </a:cxn>
                <a:cxn ang="0">
                  <a:pos x="69" y="13"/>
                </a:cxn>
                <a:cxn ang="0">
                  <a:pos x="85" y="15"/>
                </a:cxn>
                <a:cxn ang="0">
                  <a:pos x="100" y="15"/>
                </a:cxn>
                <a:cxn ang="0">
                  <a:pos x="116" y="13"/>
                </a:cxn>
                <a:cxn ang="0">
                  <a:pos x="131" y="11"/>
                </a:cxn>
                <a:cxn ang="0">
                  <a:pos x="145" y="7"/>
                </a:cxn>
                <a:cxn ang="0">
                  <a:pos x="145" y="7"/>
                </a:cxn>
                <a:cxn ang="0">
                  <a:pos x="138" y="33"/>
                </a:cxn>
                <a:cxn ang="0">
                  <a:pos x="131" y="60"/>
                </a:cxn>
                <a:cxn ang="0">
                  <a:pos x="123" y="85"/>
                </a:cxn>
                <a:cxn ang="0">
                  <a:pos x="114" y="111"/>
                </a:cxn>
                <a:cxn ang="0">
                  <a:pos x="114" y="111"/>
                </a:cxn>
                <a:cxn ang="0">
                  <a:pos x="102" y="116"/>
                </a:cxn>
                <a:cxn ang="0">
                  <a:pos x="87" y="120"/>
                </a:cxn>
                <a:cxn ang="0">
                  <a:pos x="71" y="122"/>
                </a:cxn>
                <a:cxn ang="0">
                  <a:pos x="54" y="122"/>
                </a:cxn>
                <a:cxn ang="0">
                  <a:pos x="38" y="120"/>
                </a:cxn>
                <a:cxn ang="0">
                  <a:pos x="24" y="116"/>
                </a:cxn>
                <a:cxn ang="0">
                  <a:pos x="11" y="111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15" y="51"/>
                </a:cxn>
                <a:cxn ang="0">
                  <a:pos x="31" y="0"/>
                </a:cxn>
                <a:cxn ang="0">
                  <a:pos x="31" y="0"/>
                </a:cxn>
              </a:cxnLst>
              <a:rect l="0" t="0" r="r" b="b"/>
              <a:pathLst>
                <a:path w="145" h="122">
                  <a:moveTo>
                    <a:pt x="31" y="0"/>
                  </a:moveTo>
                  <a:lnTo>
                    <a:pt x="31" y="0"/>
                  </a:lnTo>
                  <a:lnTo>
                    <a:pt x="42" y="6"/>
                  </a:lnTo>
                  <a:lnTo>
                    <a:pt x="56" y="9"/>
                  </a:lnTo>
                  <a:lnTo>
                    <a:pt x="69" y="13"/>
                  </a:lnTo>
                  <a:lnTo>
                    <a:pt x="85" y="15"/>
                  </a:lnTo>
                  <a:lnTo>
                    <a:pt x="100" y="15"/>
                  </a:lnTo>
                  <a:lnTo>
                    <a:pt x="116" y="13"/>
                  </a:lnTo>
                  <a:lnTo>
                    <a:pt x="131" y="11"/>
                  </a:lnTo>
                  <a:lnTo>
                    <a:pt x="145" y="7"/>
                  </a:lnTo>
                  <a:lnTo>
                    <a:pt x="145" y="7"/>
                  </a:lnTo>
                  <a:lnTo>
                    <a:pt x="138" y="33"/>
                  </a:lnTo>
                  <a:lnTo>
                    <a:pt x="131" y="60"/>
                  </a:lnTo>
                  <a:lnTo>
                    <a:pt x="123" y="85"/>
                  </a:lnTo>
                  <a:lnTo>
                    <a:pt x="114" y="111"/>
                  </a:lnTo>
                  <a:lnTo>
                    <a:pt x="114" y="111"/>
                  </a:lnTo>
                  <a:lnTo>
                    <a:pt x="102" y="116"/>
                  </a:lnTo>
                  <a:lnTo>
                    <a:pt x="87" y="120"/>
                  </a:lnTo>
                  <a:lnTo>
                    <a:pt x="71" y="122"/>
                  </a:lnTo>
                  <a:lnTo>
                    <a:pt x="54" y="122"/>
                  </a:lnTo>
                  <a:lnTo>
                    <a:pt x="38" y="120"/>
                  </a:lnTo>
                  <a:lnTo>
                    <a:pt x="24" y="116"/>
                  </a:lnTo>
                  <a:lnTo>
                    <a:pt x="11" y="111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5" y="51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93"/>
            <p:cNvSpPr/>
            <p:nvPr>
              <p:custDataLst>
                <p:tags r:id="rId7"/>
              </p:custDataLst>
            </p:nvPr>
          </p:nvSpPr>
          <p:spPr bwMode="auto">
            <a:xfrm>
              <a:off x="4821392" y="2432330"/>
              <a:ext cx="147420" cy="128733"/>
            </a:xfrm>
            <a:custGeom>
              <a:avLst/>
              <a:gdLst/>
              <a:ahLst/>
              <a:cxnLst>
                <a:cxn ang="0">
                  <a:pos x="141" y="16"/>
                </a:cxn>
                <a:cxn ang="0">
                  <a:pos x="141" y="16"/>
                </a:cxn>
                <a:cxn ang="0">
                  <a:pos x="136" y="43"/>
                </a:cxn>
                <a:cxn ang="0">
                  <a:pos x="129" y="69"/>
                </a:cxn>
                <a:cxn ang="0">
                  <a:pos x="122" y="94"/>
                </a:cxn>
                <a:cxn ang="0">
                  <a:pos x="116" y="123"/>
                </a:cxn>
                <a:cxn ang="0">
                  <a:pos x="116" y="123"/>
                </a:cxn>
                <a:cxn ang="0">
                  <a:pos x="89" y="112"/>
                </a:cxn>
                <a:cxn ang="0">
                  <a:pos x="74" y="109"/>
                </a:cxn>
                <a:cxn ang="0">
                  <a:pos x="60" y="107"/>
                </a:cxn>
                <a:cxn ang="0">
                  <a:pos x="45" y="105"/>
                </a:cxn>
                <a:cxn ang="0">
                  <a:pos x="29" y="107"/>
                </a:cxn>
                <a:cxn ang="0">
                  <a:pos x="15" y="109"/>
                </a:cxn>
                <a:cxn ang="0">
                  <a:pos x="0" y="116"/>
                </a:cxn>
                <a:cxn ang="0">
                  <a:pos x="0" y="116"/>
                </a:cxn>
                <a:cxn ang="0">
                  <a:pos x="6" y="87"/>
                </a:cxn>
                <a:cxn ang="0">
                  <a:pos x="13" y="61"/>
                </a:cxn>
                <a:cxn ang="0">
                  <a:pos x="27" y="12"/>
                </a:cxn>
                <a:cxn ang="0">
                  <a:pos x="27" y="12"/>
                </a:cxn>
                <a:cxn ang="0">
                  <a:pos x="40" y="5"/>
                </a:cxn>
                <a:cxn ang="0">
                  <a:pos x="54" y="2"/>
                </a:cxn>
                <a:cxn ang="0">
                  <a:pos x="69" y="0"/>
                </a:cxn>
                <a:cxn ang="0">
                  <a:pos x="85" y="0"/>
                </a:cxn>
                <a:cxn ang="0">
                  <a:pos x="102" y="2"/>
                </a:cxn>
                <a:cxn ang="0">
                  <a:pos x="118" y="5"/>
                </a:cxn>
                <a:cxn ang="0">
                  <a:pos x="131" y="11"/>
                </a:cxn>
                <a:cxn ang="0">
                  <a:pos x="141" y="16"/>
                </a:cxn>
                <a:cxn ang="0">
                  <a:pos x="141" y="16"/>
                </a:cxn>
              </a:cxnLst>
              <a:rect l="0" t="0" r="r" b="b"/>
              <a:pathLst>
                <a:path w="141" h="123">
                  <a:moveTo>
                    <a:pt x="141" y="16"/>
                  </a:moveTo>
                  <a:lnTo>
                    <a:pt x="141" y="16"/>
                  </a:lnTo>
                  <a:lnTo>
                    <a:pt x="136" y="43"/>
                  </a:lnTo>
                  <a:lnTo>
                    <a:pt x="129" y="69"/>
                  </a:lnTo>
                  <a:lnTo>
                    <a:pt x="122" y="94"/>
                  </a:lnTo>
                  <a:lnTo>
                    <a:pt x="116" y="123"/>
                  </a:lnTo>
                  <a:lnTo>
                    <a:pt x="116" y="123"/>
                  </a:lnTo>
                  <a:lnTo>
                    <a:pt x="89" y="112"/>
                  </a:lnTo>
                  <a:lnTo>
                    <a:pt x="74" y="109"/>
                  </a:lnTo>
                  <a:lnTo>
                    <a:pt x="60" y="107"/>
                  </a:lnTo>
                  <a:lnTo>
                    <a:pt x="45" y="105"/>
                  </a:lnTo>
                  <a:lnTo>
                    <a:pt x="29" y="107"/>
                  </a:lnTo>
                  <a:lnTo>
                    <a:pt x="15" y="109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6" y="87"/>
                  </a:lnTo>
                  <a:lnTo>
                    <a:pt x="13" y="61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40" y="5"/>
                  </a:lnTo>
                  <a:lnTo>
                    <a:pt x="54" y="2"/>
                  </a:lnTo>
                  <a:lnTo>
                    <a:pt x="69" y="0"/>
                  </a:lnTo>
                  <a:lnTo>
                    <a:pt x="85" y="0"/>
                  </a:lnTo>
                  <a:lnTo>
                    <a:pt x="102" y="2"/>
                  </a:lnTo>
                  <a:lnTo>
                    <a:pt x="118" y="5"/>
                  </a:lnTo>
                  <a:lnTo>
                    <a:pt x="131" y="11"/>
                  </a:lnTo>
                  <a:lnTo>
                    <a:pt x="141" y="16"/>
                  </a:lnTo>
                  <a:lnTo>
                    <a:pt x="141" y="1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94"/>
            <p:cNvSpPr/>
            <p:nvPr>
              <p:custDataLst>
                <p:tags r:id="rId8"/>
              </p:custDataLst>
            </p:nvPr>
          </p:nvSpPr>
          <p:spPr bwMode="auto">
            <a:xfrm>
              <a:off x="4956353" y="2463476"/>
              <a:ext cx="151573" cy="130810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0" y="0"/>
                </a:cxn>
                <a:cxn ang="0">
                  <a:pos x="41" y="7"/>
                </a:cxn>
                <a:cxn ang="0">
                  <a:pos x="56" y="12"/>
                </a:cxn>
                <a:cxn ang="0">
                  <a:pos x="70" y="16"/>
                </a:cxn>
                <a:cxn ang="0">
                  <a:pos x="85" y="16"/>
                </a:cxn>
                <a:cxn ang="0">
                  <a:pos x="99" y="16"/>
                </a:cxn>
                <a:cxn ang="0">
                  <a:pos x="116" y="16"/>
                </a:cxn>
                <a:cxn ang="0">
                  <a:pos x="130" y="12"/>
                </a:cxn>
                <a:cxn ang="0">
                  <a:pos x="145" y="7"/>
                </a:cxn>
                <a:cxn ang="0">
                  <a:pos x="145" y="7"/>
                </a:cxn>
                <a:cxn ang="0">
                  <a:pos x="130" y="59"/>
                </a:cxn>
                <a:cxn ang="0">
                  <a:pos x="114" y="110"/>
                </a:cxn>
                <a:cxn ang="0">
                  <a:pos x="114" y="110"/>
                </a:cxn>
                <a:cxn ang="0">
                  <a:pos x="101" y="117"/>
                </a:cxn>
                <a:cxn ang="0">
                  <a:pos x="88" y="121"/>
                </a:cxn>
                <a:cxn ang="0">
                  <a:pos x="72" y="125"/>
                </a:cxn>
                <a:cxn ang="0">
                  <a:pos x="56" y="125"/>
                </a:cxn>
                <a:cxn ang="0">
                  <a:pos x="39" y="123"/>
                </a:cxn>
                <a:cxn ang="0">
                  <a:pos x="25" y="119"/>
                </a:cxn>
                <a:cxn ang="0">
                  <a:pos x="10" y="114"/>
                </a:cxn>
                <a:cxn ang="0">
                  <a:pos x="0" y="107"/>
                </a:cxn>
                <a:cxn ang="0">
                  <a:pos x="0" y="107"/>
                </a:cxn>
                <a:cxn ang="0">
                  <a:pos x="5" y="79"/>
                </a:cxn>
                <a:cxn ang="0">
                  <a:pos x="12" y="52"/>
                </a:cxn>
                <a:cxn ang="0">
                  <a:pos x="21" y="25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145" h="125">
                  <a:moveTo>
                    <a:pt x="30" y="0"/>
                  </a:moveTo>
                  <a:lnTo>
                    <a:pt x="30" y="0"/>
                  </a:lnTo>
                  <a:lnTo>
                    <a:pt x="41" y="7"/>
                  </a:lnTo>
                  <a:lnTo>
                    <a:pt x="56" y="12"/>
                  </a:lnTo>
                  <a:lnTo>
                    <a:pt x="70" y="16"/>
                  </a:lnTo>
                  <a:lnTo>
                    <a:pt x="85" y="16"/>
                  </a:lnTo>
                  <a:lnTo>
                    <a:pt x="99" y="16"/>
                  </a:lnTo>
                  <a:lnTo>
                    <a:pt x="116" y="16"/>
                  </a:lnTo>
                  <a:lnTo>
                    <a:pt x="130" y="12"/>
                  </a:lnTo>
                  <a:lnTo>
                    <a:pt x="145" y="7"/>
                  </a:lnTo>
                  <a:lnTo>
                    <a:pt x="145" y="7"/>
                  </a:lnTo>
                  <a:lnTo>
                    <a:pt x="130" y="59"/>
                  </a:lnTo>
                  <a:lnTo>
                    <a:pt x="114" y="110"/>
                  </a:lnTo>
                  <a:lnTo>
                    <a:pt x="114" y="110"/>
                  </a:lnTo>
                  <a:lnTo>
                    <a:pt x="101" y="117"/>
                  </a:lnTo>
                  <a:lnTo>
                    <a:pt x="88" y="121"/>
                  </a:lnTo>
                  <a:lnTo>
                    <a:pt x="72" y="125"/>
                  </a:lnTo>
                  <a:lnTo>
                    <a:pt x="56" y="125"/>
                  </a:lnTo>
                  <a:lnTo>
                    <a:pt x="39" y="123"/>
                  </a:lnTo>
                  <a:lnTo>
                    <a:pt x="25" y="119"/>
                  </a:lnTo>
                  <a:lnTo>
                    <a:pt x="10" y="114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5" y="79"/>
                  </a:lnTo>
                  <a:lnTo>
                    <a:pt x="12" y="52"/>
                  </a:lnTo>
                  <a:lnTo>
                    <a:pt x="21" y="25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97D1A3-AF9B-4BF9-A8D0-7630B4295657}" type="slidenum">
              <a:rPr lang="en-US" altLang="zh-CN" sz="750"/>
              <a:pPr>
                <a:defRPr/>
              </a:pPr>
              <a:t>18</a:t>
            </a:fld>
            <a:endParaRPr lang="en-US" altLang="zh-CN" sz="750"/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3181985" y="1524000"/>
          <a:ext cx="2164715" cy="557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r:id="rId6" imgW="18897600" imgH="4876800" progId="Equation.DSMT4">
                  <p:embed/>
                </p:oleObj>
              </mc:Choice>
              <mc:Fallback>
                <p:oleObj r:id="rId6" imgW="18897600" imgH="487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985" y="1524000"/>
                        <a:ext cx="2164715" cy="557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1997710" y="2438400"/>
          <a:ext cx="478409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r:id="rId8" imgW="41757600" imgH="10363200" progId="Equation.DSMT4">
                  <p:embed/>
                </p:oleObj>
              </mc:Choice>
              <mc:Fallback>
                <p:oleObj r:id="rId8" imgW="41757600" imgH="1036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710" y="2438400"/>
                        <a:ext cx="4784090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1694815" y="3962400"/>
          <a:ext cx="5726430" cy="1462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r:id="rId10" imgW="49987200" imgH="12801600" progId="Equation.DSMT4">
                  <p:embed/>
                </p:oleObj>
              </mc:Choice>
              <mc:Fallback>
                <p:oleObj r:id="rId10" imgW="49987200" imgH="12801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4815" y="3962400"/>
                        <a:ext cx="5726430" cy="1462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" name="Group 115"/>
          <p:cNvGrpSpPr/>
          <p:nvPr/>
        </p:nvGrpSpPr>
        <p:grpSpPr>
          <a:xfrm>
            <a:off x="7668260" y="518287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A745A-808D-42C8-A898-E7A599EE5B7B}" type="slidenum">
              <a:rPr lang="en-US" altLang="zh-CN" sz="750"/>
              <a:pPr>
                <a:defRPr/>
              </a:pPr>
              <a:t>19</a:t>
            </a:fld>
            <a:endParaRPr lang="en-US" altLang="zh-CN" sz="750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930910" y="1376045"/>
          <a:ext cx="7072630" cy="1462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r:id="rId6" imgW="67360800" imgH="12801600" progId="Equation.DSMT4">
                  <p:embed/>
                </p:oleObj>
              </mc:Choice>
              <mc:Fallback>
                <p:oleObj r:id="rId6" imgW="67360800" imgH="12801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910" y="1376045"/>
                        <a:ext cx="7072630" cy="1462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940560" y="2900045"/>
          <a:ext cx="5599430" cy="1462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r:id="rId8" imgW="53340000" imgH="12801600" progId="Equation.DSMT4">
                  <p:embed/>
                </p:oleObj>
              </mc:Choice>
              <mc:Fallback>
                <p:oleObj r:id="rId8" imgW="53340000" imgH="1280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0560" y="2900045"/>
                        <a:ext cx="5599430" cy="1462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787400" y="4652645"/>
          <a:ext cx="7226935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r:id="rId10" imgW="77114400" imgH="12801600" progId="Equation.DSMT4">
                  <p:embed/>
                </p:oleObj>
              </mc:Choice>
              <mc:Fallback>
                <p:oleObj r:id="rId10" imgW="77114400" imgH="12801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4652645"/>
                        <a:ext cx="7226935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" name="Group 115"/>
          <p:cNvGrpSpPr/>
          <p:nvPr/>
        </p:nvGrpSpPr>
        <p:grpSpPr>
          <a:xfrm>
            <a:off x="7668260" y="518287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E8C997-ECBD-436C-9224-997F39DD0236}" type="slidenum">
              <a:rPr lang="en-US" altLang="zh-CN" sz="750"/>
              <a:pPr>
                <a:defRPr/>
              </a:pPr>
              <a:t>20</a:t>
            </a:fld>
            <a:endParaRPr lang="en-US" altLang="zh-CN" sz="750"/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501015" y="1671955"/>
          <a:ext cx="8159115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r:id="rId6" imgW="77114400" imgH="12801600" progId="Equation.DSMT4">
                  <p:embed/>
                </p:oleObj>
              </mc:Choice>
              <mc:Fallback>
                <p:oleObj r:id="rId6" imgW="77114400" imgH="12801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15" y="1671955"/>
                        <a:ext cx="8159115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1731010" y="3195955"/>
          <a:ext cx="548576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r:id="rId8" imgW="37185600" imgH="12192000" progId="Equation.DSMT4">
                  <p:embed/>
                </p:oleObj>
              </mc:Choice>
              <mc:Fallback>
                <p:oleObj r:id="rId8" imgW="37185600" imgH="12192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010" y="3195955"/>
                        <a:ext cx="5485765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3266440" y="4643755"/>
          <a:ext cx="2123440" cy="1017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3" r:id="rId10" imgW="20726400" imgH="10058400" progId="Equation.DSMT4">
                  <p:embed/>
                </p:oleObj>
              </mc:Choice>
              <mc:Fallback>
                <p:oleObj r:id="rId10" imgW="20726400" imgH="10058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440" y="4643755"/>
                        <a:ext cx="2123440" cy="1017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" name="Group 115"/>
          <p:cNvGrpSpPr/>
          <p:nvPr/>
        </p:nvGrpSpPr>
        <p:grpSpPr>
          <a:xfrm>
            <a:off x="7668260" y="518287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23150" cy="118808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8935" y="967105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Algorithm for </a:t>
            </a:r>
          </a:p>
          <a:p>
            <a:r>
              <a:rPr lang="en-US" altLang="zh-CN" sz="3600" dirty="0">
                <a:solidFill>
                  <a:schemeClr val="bg1"/>
                </a:solidFill>
              </a:rPr>
              <a:t>Computing Fibonacci Number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pic>
        <p:nvPicPr>
          <p:cNvPr id="18436" name="Picture 4" descr="2_5a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51460" y="2060575"/>
            <a:ext cx="829881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720725" y="4500245"/>
          <a:ext cx="628713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r:id="rId10" imgW="63398400" imgH="5181600" progId="Equation.DSMT4">
                  <p:embed/>
                </p:oleObj>
              </mc:Choice>
              <mc:Fallback>
                <p:oleObj r:id="rId10" imgW="63398400" imgH="5181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4500245"/>
                        <a:ext cx="628713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703580" y="5262245"/>
          <a:ext cx="253936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7" r:id="rId12" imgW="26212800" imgH="4876800" progId="Equation.DSMT4">
                  <p:embed/>
                </p:oleObj>
              </mc:Choice>
              <mc:Fallback>
                <p:oleObj r:id="rId12" imgW="26212800" imgH="4876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80" y="5262245"/>
                        <a:ext cx="253936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67D50-97FA-4369-86DB-08E190FDDABA}" type="slidenum">
              <a:rPr lang="en-US" altLang="zh-CN" sz="750"/>
              <a:pPr>
                <a:defRPr/>
              </a:pPr>
              <a:t>21</a:t>
            </a:fld>
            <a:endParaRPr lang="en-US" altLang="zh-CN" sz="750"/>
          </a:p>
        </p:txBody>
      </p:sp>
      <p:grpSp>
        <p:nvGrpSpPr>
          <p:cNvPr id="7" name="Group 115"/>
          <p:cNvGrpSpPr/>
          <p:nvPr/>
        </p:nvGrpSpPr>
        <p:grpSpPr>
          <a:xfrm>
            <a:off x="7668260" y="518287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0" name="Freeform 13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14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1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E3BE97-34C7-4067-B53E-951F26FC88C4}" type="slidenum">
              <a:rPr lang="en-US" altLang="zh-CN" sz="750"/>
              <a:pPr>
                <a:defRPr/>
              </a:pPr>
              <a:t>22</a:t>
            </a:fld>
            <a:endParaRPr lang="en-US" altLang="zh-CN" sz="750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1448435" y="1604645"/>
          <a:ext cx="6391275" cy="494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r:id="rId6" imgW="62484000" imgH="4876800" progId="Equation.DSMT4">
                  <p:embed/>
                </p:oleObj>
              </mc:Choice>
              <mc:Fallback>
                <p:oleObj r:id="rId6" imgW="62484000" imgH="487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8435" y="1604645"/>
                        <a:ext cx="6391275" cy="494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230880" y="2442845"/>
          <a:ext cx="2369185" cy="494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4" r:id="rId8" imgW="23164800" imgH="4876800" progId="Equation.DSMT4">
                  <p:embed/>
                </p:oleObj>
              </mc:Choice>
              <mc:Fallback>
                <p:oleObj r:id="rId8" imgW="23164800" imgH="4876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880" y="2442845"/>
                        <a:ext cx="2369185" cy="494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2332355" y="3281045"/>
          <a:ext cx="4397375" cy="494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r:id="rId10" imgW="42976800" imgH="4876800" progId="Equation.DSMT4">
                  <p:embed/>
                </p:oleObj>
              </mc:Choice>
              <mc:Fallback>
                <p:oleObj r:id="rId10" imgW="42976800" imgH="4876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355" y="3281045"/>
                        <a:ext cx="4397375" cy="494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3198495" y="4195445"/>
          <a:ext cx="2540000" cy="490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r:id="rId12" imgW="24993600" imgH="4876800" progId="Equation.DSMT4">
                  <p:embed/>
                </p:oleObj>
              </mc:Choice>
              <mc:Fallback>
                <p:oleObj r:id="rId12" imgW="249936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495" y="4195445"/>
                        <a:ext cx="2540000" cy="490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878205" y="4881245"/>
          <a:ext cx="7484110" cy="1017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1" r:id="rId14" imgW="73152000" imgH="10058400" progId="Equation.DSMT4">
                  <p:embed/>
                </p:oleObj>
              </mc:Choice>
              <mc:Fallback>
                <p:oleObj r:id="rId14" imgW="73152000" imgH="10058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205" y="4881245"/>
                        <a:ext cx="7484110" cy="1017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7" name="Group 115"/>
          <p:cNvGrpSpPr/>
          <p:nvPr/>
        </p:nvGrpSpPr>
        <p:grpSpPr>
          <a:xfrm>
            <a:off x="7668260" y="518287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0" name="Freeform 13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14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1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7142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Height of an AVL Tree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0178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D98CA8-4F35-497E-B78F-A05CC8202EC0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017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018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75E9A2-ED95-4125-AB31-F9FA4EAA1546}" type="slidenum">
              <a:rPr lang="en-US" altLang="zh-CN" sz="790"/>
              <a:pPr/>
              <a:t>23</a:t>
            </a:fld>
            <a:endParaRPr lang="en-US" altLang="zh-CN" sz="790"/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1900555"/>
            <a:ext cx="8183880" cy="4351020"/>
          </a:xfrm>
        </p:spPr>
        <p:txBody>
          <a:bodyPr>
            <a:normAutofit fontScale="90000"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S(h) </a:t>
            </a:r>
            <a:r>
              <a:rPr lang="en-US" altLang="zh-CN" u="sng" dirty="0">
                <a:ea typeface="宋体" panose="02010600030101010101" pitchFamily="2" charset="-122"/>
              </a:rPr>
              <a:t>&gt;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h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  (  1.62)</a:t>
            </a:r>
          </a:p>
          <a:p>
            <a:pPr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Suppose we have n nodes in an AVL tree of height h.</a:t>
            </a:r>
          </a:p>
          <a:p>
            <a:pPr lvl="1"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u="sng" dirty="0">
                <a:ea typeface="宋体" panose="02010600030101010101" pitchFamily="2" charset="-122"/>
              </a:rPr>
              <a:t>&gt;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S(h) 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</a:rPr>
              <a:t>(because S(h) was the minimum)</a:t>
            </a:r>
          </a:p>
          <a:p>
            <a:pPr lvl="1"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S(h) </a:t>
            </a:r>
            <a:r>
              <a:rPr lang="en-US" altLang="zh-CN" u="sng" dirty="0">
                <a:ea typeface="宋体" panose="02010600030101010101" pitchFamily="2" charset="-122"/>
              </a:rPr>
              <a:t>&gt;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h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hence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log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n </a:t>
            </a:r>
            <a:r>
              <a:rPr lang="en-US" altLang="zh-CN" u="sng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h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 (relatively well balanced tree!!)</a:t>
            </a:r>
          </a:p>
          <a:p>
            <a:pPr lvl="1"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h </a:t>
            </a:r>
            <a:r>
              <a:rPr lang="en-US" altLang="zh-CN" u="sng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1.44 log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n (i.e.,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Find takes O(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logn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61" name="Freeform 1402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 rot="12720000">
            <a:off x="7914005" y="5014595"/>
            <a:ext cx="588645" cy="1088390"/>
          </a:xfrm>
          <a:custGeom>
            <a:avLst/>
            <a:gdLst>
              <a:gd name="T0" fmla="*/ 424 w 474"/>
              <a:gd name="T1" fmla="*/ 183 h 644"/>
              <a:gd name="T2" fmla="*/ 115 w 474"/>
              <a:gd name="T3" fmla="*/ 257 h 644"/>
              <a:gd name="T4" fmla="*/ 36 w 474"/>
              <a:gd name="T5" fmla="*/ 37 h 644"/>
              <a:gd name="T6" fmla="*/ 28 w 474"/>
              <a:gd name="T7" fmla="*/ 38 h 644"/>
              <a:gd name="T8" fmla="*/ 25 w 474"/>
              <a:gd name="T9" fmla="*/ 43 h 644"/>
              <a:gd name="T10" fmla="*/ 40 w 474"/>
              <a:gd name="T11" fmla="*/ 412 h 644"/>
              <a:gd name="T12" fmla="*/ 240 w 474"/>
              <a:gd name="T13" fmla="*/ 341 h 644"/>
              <a:gd name="T14" fmla="*/ 294 w 474"/>
              <a:gd name="T15" fmla="*/ 322 h 644"/>
              <a:gd name="T16" fmla="*/ 232 w 474"/>
              <a:gd name="T17" fmla="*/ 472 h 644"/>
              <a:gd name="T18" fmla="*/ 194 w 474"/>
              <a:gd name="T19" fmla="*/ 472 h 644"/>
              <a:gd name="T20" fmla="*/ 282 w 474"/>
              <a:gd name="T21" fmla="*/ 610 h 644"/>
              <a:gd name="T22" fmla="*/ 385 w 474"/>
              <a:gd name="T23" fmla="*/ 558 h 644"/>
              <a:gd name="T24" fmla="*/ 387 w 474"/>
              <a:gd name="T25" fmla="*/ 556 h 644"/>
              <a:gd name="T26" fmla="*/ 364 w 474"/>
              <a:gd name="T27" fmla="*/ 465 h 644"/>
              <a:gd name="T28" fmla="*/ 261 w 474"/>
              <a:gd name="T29" fmla="*/ 496 h 644"/>
              <a:gd name="T30" fmla="*/ 261 w 474"/>
              <a:gd name="T31" fmla="*/ 496 h 644"/>
              <a:gd name="T32" fmla="*/ 359 w 474"/>
              <a:gd name="T33" fmla="*/ 563 h 644"/>
              <a:gd name="T34" fmla="*/ 355 w 474"/>
              <a:gd name="T35" fmla="*/ 568 h 644"/>
              <a:gd name="T36" fmla="*/ 267 w 474"/>
              <a:gd name="T37" fmla="*/ 511 h 644"/>
              <a:gd name="T38" fmla="*/ 334 w 474"/>
              <a:gd name="T39" fmla="*/ 596 h 644"/>
              <a:gd name="T40" fmla="*/ 257 w 474"/>
              <a:gd name="T41" fmla="*/ 560 h 644"/>
              <a:gd name="T42" fmla="*/ 255 w 474"/>
              <a:gd name="T43" fmla="*/ 540 h 644"/>
              <a:gd name="T44" fmla="*/ 251 w 474"/>
              <a:gd name="T45" fmla="*/ 527 h 644"/>
              <a:gd name="T46" fmla="*/ 283 w 474"/>
              <a:gd name="T47" fmla="*/ 506 h 644"/>
              <a:gd name="T48" fmla="*/ 282 w 474"/>
              <a:gd name="T49" fmla="*/ 489 h 644"/>
              <a:gd name="T50" fmla="*/ 331 w 474"/>
              <a:gd name="T51" fmla="*/ 412 h 644"/>
              <a:gd name="T52" fmla="*/ 290 w 474"/>
              <a:gd name="T53" fmla="*/ 457 h 644"/>
              <a:gd name="T54" fmla="*/ 325 w 474"/>
              <a:gd name="T55" fmla="*/ 379 h 644"/>
              <a:gd name="T56" fmla="*/ 319 w 474"/>
              <a:gd name="T57" fmla="*/ 379 h 644"/>
              <a:gd name="T58" fmla="*/ 312 w 474"/>
              <a:gd name="T59" fmla="*/ 350 h 644"/>
              <a:gd name="T60" fmla="*/ 353 w 474"/>
              <a:gd name="T61" fmla="*/ 270 h 644"/>
              <a:gd name="T62" fmla="*/ 321 w 474"/>
              <a:gd name="T63" fmla="*/ 310 h 644"/>
              <a:gd name="T64" fmla="*/ 304 w 474"/>
              <a:gd name="T65" fmla="*/ 294 h 644"/>
              <a:gd name="T66" fmla="*/ 300 w 474"/>
              <a:gd name="T67" fmla="*/ 286 h 644"/>
              <a:gd name="T68" fmla="*/ 272 w 474"/>
              <a:gd name="T69" fmla="*/ 291 h 644"/>
              <a:gd name="T70" fmla="*/ 207 w 474"/>
              <a:gd name="T71" fmla="*/ 317 h 644"/>
              <a:gd name="T72" fmla="*/ 225 w 474"/>
              <a:gd name="T73" fmla="*/ 275 h 644"/>
              <a:gd name="T74" fmla="*/ 195 w 474"/>
              <a:gd name="T75" fmla="*/ 320 h 644"/>
              <a:gd name="T76" fmla="*/ 141 w 474"/>
              <a:gd name="T77" fmla="*/ 321 h 644"/>
              <a:gd name="T78" fmla="*/ 139 w 474"/>
              <a:gd name="T79" fmla="*/ 312 h 644"/>
              <a:gd name="T80" fmla="*/ 80 w 474"/>
              <a:gd name="T81" fmla="*/ 359 h 644"/>
              <a:gd name="T82" fmla="*/ 61 w 474"/>
              <a:gd name="T83" fmla="*/ 368 h 644"/>
              <a:gd name="T84" fmla="*/ 45 w 474"/>
              <a:gd name="T85" fmla="*/ 339 h 644"/>
              <a:gd name="T86" fmla="*/ 39 w 474"/>
              <a:gd name="T87" fmla="*/ 333 h 644"/>
              <a:gd name="T88" fmla="*/ 87 w 474"/>
              <a:gd name="T89" fmla="*/ 219 h 644"/>
              <a:gd name="T90" fmla="*/ 41 w 474"/>
              <a:gd name="T91" fmla="*/ 220 h 644"/>
              <a:gd name="T92" fmla="*/ 87 w 474"/>
              <a:gd name="T93" fmla="*/ 157 h 644"/>
              <a:gd name="T94" fmla="*/ 41 w 474"/>
              <a:gd name="T95" fmla="*/ 204 h 644"/>
              <a:gd name="T96" fmla="*/ 91 w 474"/>
              <a:gd name="T97" fmla="*/ 104 h 644"/>
              <a:gd name="T98" fmla="*/ 37 w 474"/>
              <a:gd name="T99" fmla="*/ 146 h 644"/>
              <a:gd name="T100" fmla="*/ 75 w 474"/>
              <a:gd name="T101" fmla="*/ 75 h 644"/>
              <a:gd name="T102" fmla="*/ 57 w 474"/>
              <a:gd name="T103" fmla="*/ 57 h 644"/>
              <a:gd name="T104" fmla="*/ 34 w 474"/>
              <a:gd name="T105" fmla="*/ 44 h 644"/>
              <a:gd name="T106" fmla="*/ 114 w 474"/>
              <a:gd name="T107" fmla="*/ 272 h 644"/>
              <a:gd name="T108" fmla="*/ 261 w 474"/>
              <a:gd name="T109" fmla="*/ 225 h 644"/>
              <a:gd name="T110" fmla="*/ 373 w 474"/>
              <a:gd name="T111" fmla="*/ 334 h 644"/>
              <a:gd name="T112" fmla="*/ 353 w 474"/>
              <a:gd name="T113" fmla="*/ 430 h 644"/>
              <a:gd name="T114" fmla="*/ 355 w 474"/>
              <a:gd name="T115" fmla="*/ 481 h 644"/>
              <a:gd name="T116" fmla="*/ 406 w 474"/>
              <a:gd name="T117" fmla="*/ 514 h 644"/>
              <a:gd name="T118" fmla="*/ 349 w 474"/>
              <a:gd name="T119" fmla="*/ 509 h 644"/>
              <a:gd name="T120" fmla="*/ 390 w 474"/>
              <a:gd name="T121" fmla="*/ 48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74" h="644">
                <a:moveTo>
                  <a:pt x="398" y="320"/>
                </a:moveTo>
                <a:cubicBezTo>
                  <a:pt x="409" y="277"/>
                  <a:pt x="417" y="234"/>
                  <a:pt x="430" y="192"/>
                </a:cubicBezTo>
                <a:cubicBezTo>
                  <a:pt x="432" y="187"/>
                  <a:pt x="428" y="183"/>
                  <a:pt x="424" y="183"/>
                </a:cubicBezTo>
                <a:cubicBezTo>
                  <a:pt x="369" y="183"/>
                  <a:pt x="315" y="196"/>
                  <a:pt x="262" y="211"/>
                </a:cubicBezTo>
                <a:cubicBezTo>
                  <a:pt x="234" y="219"/>
                  <a:pt x="207" y="227"/>
                  <a:pt x="179" y="237"/>
                </a:cubicBezTo>
                <a:cubicBezTo>
                  <a:pt x="158" y="244"/>
                  <a:pt x="136" y="250"/>
                  <a:pt x="115" y="257"/>
                </a:cubicBezTo>
                <a:cubicBezTo>
                  <a:pt x="118" y="173"/>
                  <a:pt x="141" y="91"/>
                  <a:pt x="158" y="8"/>
                </a:cubicBezTo>
                <a:cubicBezTo>
                  <a:pt x="158" y="4"/>
                  <a:pt x="155" y="0"/>
                  <a:pt x="151" y="1"/>
                </a:cubicBezTo>
                <a:cubicBezTo>
                  <a:pt x="114" y="14"/>
                  <a:pt x="76" y="34"/>
                  <a:pt x="36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3"/>
                  <a:pt x="32" y="31"/>
                  <a:pt x="30" y="34"/>
                </a:cubicBezTo>
                <a:cubicBezTo>
                  <a:pt x="29" y="35"/>
                  <a:pt x="29" y="36"/>
                  <a:pt x="28" y="38"/>
                </a:cubicBezTo>
                <a:cubicBezTo>
                  <a:pt x="24" y="38"/>
                  <a:pt x="21" y="37"/>
                  <a:pt x="17" y="37"/>
                </a:cubicBezTo>
                <a:cubicBezTo>
                  <a:pt x="15" y="37"/>
                  <a:pt x="14" y="42"/>
                  <a:pt x="17" y="42"/>
                </a:cubicBezTo>
                <a:cubicBezTo>
                  <a:pt x="19" y="42"/>
                  <a:pt x="22" y="43"/>
                  <a:pt x="25" y="43"/>
                </a:cubicBezTo>
                <a:cubicBezTo>
                  <a:pt x="0" y="90"/>
                  <a:pt x="16" y="149"/>
                  <a:pt x="18" y="200"/>
                </a:cubicBezTo>
                <a:cubicBezTo>
                  <a:pt x="19" y="267"/>
                  <a:pt x="0" y="338"/>
                  <a:pt x="20" y="403"/>
                </a:cubicBezTo>
                <a:cubicBezTo>
                  <a:pt x="22" y="411"/>
                  <a:pt x="32" y="417"/>
                  <a:pt x="40" y="412"/>
                </a:cubicBezTo>
                <a:cubicBezTo>
                  <a:pt x="78" y="386"/>
                  <a:pt x="123" y="369"/>
                  <a:pt x="167" y="355"/>
                </a:cubicBezTo>
                <a:cubicBezTo>
                  <a:pt x="190" y="347"/>
                  <a:pt x="214" y="341"/>
                  <a:pt x="239" y="335"/>
                </a:cubicBezTo>
                <a:cubicBezTo>
                  <a:pt x="238" y="337"/>
                  <a:pt x="239" y="339"/>
                  <a:pt x="240" y="341"/>
                </a:cubicBezTo>
                <a:cubicBezTo>
                  <a:pt x="241" y="343"/>
                  <a:pt x="243" y="342"/>
                  <a:pt x="244" y="340"/>
                </a:cubicBezTo>
                <a:cubicBezTo>
                  <a:pt x="244" y="338"/>
                  <a:pt x="246" y="335"/>
                  <a:pt x="247" y="333"/>
                </a:cubicBezTo>
                <a:cubicBezTo>
                  <a:pt x="262" y="329"/>
                  <a:pt x="278" y="326"/>
                  <a:pt x="294" y="322"/>
                </a:cubicBezTo>
                <a:cubicBezTo>
                  <a:pt x="288" y="349"/>
                  <a:pt x="282" y="376"/>
                  <a:pt x="278" y="402"/>
                </a:cubicBezTo>
                <a:cubicBezTo>
                  <a:pt x="272" y="429"/>
                  <a:pt x="267" y="456"/>
                  <a:pt x="266" y="484"/>
                </a:cubicBezTo>
                <a:cubicBezTo>
                  <a:pt x="255" y="480"/>
                  <a:pt x="243" y="476"/>
                  <a:pt x="232" y="472"/>
                </a:cubicBezTo>
                <a:cubicBezTo>
                  <a:pt x="221" y="468"/>
                  <a:pt x="205" y="458"/>
                  <a:pt x="194" y="467"/>
                </a:cubicBezTo>
                <a:cubicBezTo>
                  <a:pt x="193" y="468"/>
                  <a:pt x="193" y="470"/>
                  <a:pt x="193" y="472"/>
                </a:cubicBezTo>
                <a:cubicBezTo>
                  <a:pt x="194" y="472"/>
                  <a:pt x="194" y="472"/>
                  <a:pt x="194" y="472"/>
                </a:cubicBezTo>
                <a:cubicBezTo>
                  <a:pt x="190" y="473"/>
                  <a:pt x="188" y="478"/>
                  <a:pt x="190" y="482"/>
                </a:cubicBezTo>
                <a:cubicBezTo>
                  <a:pt x="203" y="514"/>
                  <a:pt x="223" y="544"/>
                  <a:pt x="245" y="571"/>
                </a:cubicBezTo>
                <a:cubicBezTo>
                  <a:pt x="256" y="585"/>
                  <a:pt x="269" y="598"/>
                  <a:pt x="282" y="610"/>
                </a:cubicBezTo>
                <a:cubicBezTo>
                  <a:pt x="290" y="617"/>
                  <a:pt x="303" y="630"/>
                  <a:pt x="315" y="632"/>
                </a:cubicBezTo>
                <a:cubicBezTo>
                  <a:pt x="312" y="639"/>
                  <a:pt x="323" y="644"/>
                  <a:pt x="327" y="637"/>
                </a:cubicBezTo>
                <a:cubicBezTo>
                  <a:pt x="342" y="607"/>
                  <a:pt x="362" y="582"/>
                  <a:pt x="385" y="558"/>
                </a:cubicBezTo>
                <a:cubicBezTo>
                  <a:pt x="386" y="558"/>
                  <a:pt x="386" y="559"/>
                  <a:pt x="386" y="559"/>
                </a:cubicBezTo>
                <a:cubicBezTo>
                  <a:pt x="387" y="560"/>
                  <a:pt x="388" y="560"/>
                  <a:pt x="388" y="558"/>
                </a:cubicBezTo>
                <a:cubicBezTo>
                  <a:pt x="388" y="558"/>
                  <a:pt x="387" y="557"/>
                  <a:pt x="387" y="556"/>
                </a:cubicBezTo>
                <a:cubicBezTo>
                  <a:pt x="414" y="529"/>
                  <a:pt x="443" y="505"/>
                  <a:pt x="469" y="479"/>
                </a:cubicBezTo>
                <a:cubicBezTo>
                  <a:pt x="474" y="474"/>
                  <a:pt x="472" y="465"/>
                  <a:pt x="465" y="463"/>
                </a:cubicBezTo>
                <a:cubicBezTo>
                  <a:pt x="431" y="456"/>
                  <a:pt x="398" y="470"/>
                  <a:pt x="364" y="465"/>
                </a:cubicBezTo>
                <a:cubicBezTo>
                  <a:pt x="368" y="440"/>
                  <a:pt x="373" y="415"/>
                  <a:pt x="377" y="390"/>
                </a:cubicBezTo>
                <a:cubicBezTo>
                  <a:pt x="387" y="367"/>
                  <a:pt x="393" y="343"/>
                  <a:pt x="398" y="320"/>
                </a:cubicBezTo>
                <a:close/>
                <a:moveTo>
                  <a:pt x="261" y="496"/>
                </a:moveTo>
                <a:cubicBezTo>
                  <a:pt x="263" y="496"/>
                  <a:pt x="265" y="496"/>
                  <a:pt x="266" y="496"/>
                </a:cubicBezTo>
                <a:cubicBezTo>
                  <a:pt x="266" y="497"/>
                  <a:pt x="267" y="498"/>
                  <a:pt x="267" y="498"/>
                </a:cubicBezTo>
                <a:cubicBezTo>
                  <a:pt x="265" y="497"/>
                  <a:pt x="263" y="496"/>
                  <a:pt x="261" y="496"/>
                </a:cubicBezTo>
                <a:close/>
                <a:moveTo>
                  <a:pt x="349" y="509"/>
                </a:moveTo>
                <a:cubicBezTo>
                  <a:pt x="360" y="519"/>
                  <a:pt x="368" y="531"/>
                  <a:pt x="376" y="544"/>
                </a:cubicBezTo>
                <a:cubicBezTo>
                  <a:pt x="370" y="550"/>
                  <a:pt x="364" y="556"/>
                  <a:pt x="359" y="563"/>
                </a:cubicBezTo>
                <a:cubicBezTo>
                  <a:pt x="346" y="550"/>
                  <a:pt x="332" y="538"/>
                  <a:pt x="321" y="523"/>
                </a:cubicBezTo>
                <a:cubicBezTo>
                  <a:pt x="320" y="522"/>
                  <a:pt x="317" y="523"/>
                  <a:pt x="318" y="525"/>
                </a:cubicBezTo>
                <a:cubicBezTo>
                  <a:pt x="329" y="540"/>
                  <a:pt x="340" y="556"/>
                  <a:pt x="355" y="568"/>
                </a:cubicBezTo>
                <a:cubicBezTo>
                  <a:pt x="349" y="575"/>
                  <a:pt x="343" y="583"/>
                  <a:pt x="337" y="592"/>
                </a:cubicBezTo>
                <a:cubicBezTo>
                  <a:pt x="331" y="578"/>
                  <a:pt x="318" y="566"/>
                  <a:pt x="308" y="555"/>
                </a:cubicBezTo>
                <a:cubicBezTo>
                  <a:pt x="294" y="540"/>
                  <a:pt x="280" y="526"/>
                  <a:pt x="267" y="511"/>
                </a:cubicBezTo>
                <a:cubicBezTo>
                  <a:pt x="266" y="511"/>
                  <a:pt x="265" y="512"/>
                  <a:pt x="266" y="512"/>
                </a:cubicBezTo>
                <a:cubicBezTo>
                  <a:pt x="275" y="527"/>
                  <a:pt x="286" y="540"/>
                  <a:pt x="298" y="553"/>
                </a:cubicBezTo>
                <a:cubicBezTo>
                  <a:pt x="310" y="567"/>
                  <a:pt x="321" y="584"/>
                  <a:pt x="334" y="596"/>
                </a:cubicBezTo>
                <a:cubicBezTo>
                  <a:pt x="330" y="603"/>
                  <a:pt x="325" y="610"/>
                  <a:pt x="322" y="618"/>
                </a:cubicBezTo>
                <a:cubicBezTo>
                  <a:pt x="314" y="610"/>
                  <a:pt x="302" y="604"/>
                  <a:pt x="294" y="597"/>
                </a:cubicBezTo>
                <a:cubicBezTo>
                  <a:pt x="281" y="586"/>
                  <a:pt x="268" y="573"/>
                  <a:pt x="257" y="560"/>
                </a:cubicBezTo>
                <a:cubicBezTo>
                  <a:pt x="238" y="538"/>
                  <a:pt x="220" y="514"/>
                  <a:pt x="207" y="488"/>
                </a:cubicBezTo>
                <a:cubicBezTo>
                  <a:pt x="211" y="490"/>
                  <a:pt x="215" y="491"/>
                  <a:pt x="220" y="492"/>
                </a:cubicBezTo>
                <a:cubicBezTo>
                  <a:pt x="235" y="505"/>
                  <a:pt x="244" y="523"/>
                  <a:pt x="255" y="540"/>
                </a:cubicBezTo>
                <a:cubicBezTo>
                  <a:pt x="265" y="557"/>
                  <a:pt x="279" y="577"/>
                  <a:pt x="299" y="581"/>
                </a:cubicBezTo>
                <a:cubicBezTo>
                  <a:pt x="301" y="582"/>
                  <a:pt x="302" y="580"/>
                  <a:pt x="300" y="579"/>
                </a:cubicBezTo>
                <a:cubicBezTo>
                  <a:pt x="279" y="565"/>
                  <a:pt x="265" y="548"/>
                  <a:pt x="251" y="527"/>
                </a:cubicBezTo>
                <a:cubicBezTo>
                  <a:pt x="243" y="515"/>
                  <a:pt x="235" y="503"/>
                  <a:pt x="225" y="494"/>
                </a:cubicBezTo>
                <a:cubicBezTo>
                  <a:pt x="244" y="500"/>
                  <a:pt x="262" y="507"/>
                  <a:pt x="282" y="510"/>
                </a:cubicBezTo>
                <a:cubicBezTo>
                  <a:pt x="284" y="510"/>
                  <a:pt x="285" y="507"/>
                  <a:pt x="283" y="506"/>
                </a:cubicBezTo>
                <a:cubicBezTo>
                  <a:pt x="281" y="505"/>
                  <a:pt x="280" y="504"/>
                  <a:pt x="278" y="504"/>
                </a:cubicBezTo>
                <a:cubicBezTo>
                  <a:pt x="279" y="501"/>
                  <a:pt x="279" y="499"/>
                  <a:pt x="280" y="497"/>
                </a:cubicBezTo>
                <a:cubicBezTo>
                  <a:pt x="283" y="495"/>
                  <a:pt x="284" y="491"/>
                  <a:pt x="282" y="489"/>
                </a:cubicBezTo>
                <a:cubicBezTo>
                  <a:pt x="284" y="484"/>
                  <a:pt x="285" y="479"/>
                  <a:pt x="287" y="474"/>
                </a:cubicBezTo>
                <a:cubicBezTo>
                  <a:pt x="294" y="467"/>
                  <a:pt x="299" y="458"/>
                  <a:pt x="305" y="450"/>
                </a:cubicBezTo>
                <a:cubicBezTo>
                  <a:pt x="314" y="437"/>
                  <a:pt x="322" y="425"/>
                  <a:pt x="331" y="412"/>
                </a:cubicBezTo>
                <a:cubicBezTo>
                  <a:pt x="332" y="411"/>
                  <a:pt x="330" y="410"/>
                  <a:pt x="329" y="411"/>
                </a:cubicBezTo>
                <a:cubicBezTo>
                  <a:pt x="321" y="421"/>
                  <a:pt x="312" y="432"/>
                  <a:pt x="303" y="442"/>
                </a:cubicBezTo>
                <a:cubicBezTo>
                  <a:pt x="299" y="447"/>
                  <a:pt x="294" y="452"/>
                  <a:pt x="290" y="457"/>
                </a:cubicBezTo>
                <a:cubicBezTo>
                  <a:pt x="293" y="442"/>
                  <a:pt x="296" y="426"/>
                  <a:pt x="299" y="411"/>
                </a:cubicBezTo>
                <a:cubicBezTo>
                  <a:pt x="299" y="412"/>
                  <a:pt x="301" y="413"/>
                  <a:pt x="302" y="412"/>
                </a:cubicBezTo>
                <a:cubicBezTo>
                  <a:pt x="310" y="402"/>
                  <a:pt x="316" y="390"/>
                  <a:pt x="325" y="379"/>
                </a:cubicBezTo>
                <a:cubicBezTo>
                  <a:pt x="334" y="368"/>
                  <a:pt x="344" y="358"/>
                  <a:pt x="353" y="347"/>
                </a:cubicBezTo>
                <a:cubicBezTo>
                  <a:pt x="353" y="347"/>
                  <a:pt x="353" y="346"/>
                  <a:pt x="352" y="346"/>
                </a:cubicBezTo>
                <a:cubicBezTo>
                  <a:pt x="341" y="357"/>
                  <a:pt x="330" y="368"/>
                  <a:pt x="319" y="379"/>
                </a:cubicBezTo>
                <a:cubicBezTo>
                  <a:pt x="312" y="386"/>
                  <a:pt x="304" y="395"/>
                  <a:pt x="300" y="405"/>
                </a:cubicBezTo>
                <a:cubicBezTo>
                  <a:pt x="304" y="387"/>
                  <a:pt x="307" y="369"/>
                  <a:pt x="311" y="351"/>
                </a:cubicBezTo>
                <a:cubicBezTo>
                  <a:pt x="312" y="350"/>
                  <a:pt x="312" y="350"/>
                  <a:pt x="312" y="350"/>
                </a:cubicBezTo>
                <a:cubicBezTo>
                  <a:pt x="322" y="339"/>
                  <a:pt x="328" y="324"/>
                  <a:pt x="335" y="312"/>
                </a:cubicBezTo>
                <a:cubicBezTo>
                  <a:pt x="344" y="299"/>
                  <a:pt x="351" y="285"/>
                  <a:pt x="357" y="271"/>
                </a:cubicBezTo>
                <a:cubicBezTo>
                  <a:pt x="357" y="268"/>
                  <a:pt x="354" y="267"/>
                  <a:pt x="353" y="270"/>
                </a:cubicBezTo>
                <a:cubicBezTo>
                  <a:pt x="347" y="284"/>
                  <a:pt x="339" y="297"/>
                  <a:pt x="331" y="309"/>
                </a:cubicBezTo>
                <a:cubicBezTo>
                  <a:pt x="326" y="317"/>
                  <a:pt x="320" y="324"/>
                  <a:pt x="315" y="332"/>
                </a:cubicBezTo>
                <a:cubicBezTo>
                  <a:pt x="317" y="325"/>
                  <a:pt x="319" y="318"/>
                  <a:pt x="321" y="310"/>
                </a:cubicBezTo>
                <a:cubicBezTo>
                  <a:pt x="323" y="301"/>
                  <a:pt x="315" y="293"/>
                  <a:pt x="306" y="295"/>
                </a:cubicBezTo>
                <a:cubicBezTo>
                  <a:pt x="305" y="295"/>
                  <a:pt x="304" y="295"/>
                  <a:pt x="303" y="296"/>
                </a:cubicBezTo>
                <a:cubicBezTo>
                  <a:pt x="303" y="295"/>
                  <a:pt x="304" y="294"/>
                  <a:pt x="304" y="294"/>
                </a:cubicBezTo>
                <a:cubicBezTo>
                  <a:pt x="308" y="286"/>
                  <a:pt x="312" y="278"/>
                  <a:pt x="319" y="272"/>
                </a:cubicBezTo>
                <a:cubicBezTo>
                  <a:pt x="320" y="271"/>
                  <a:pt x="318" y="268"/>
                  <a:pt x="316" y="269"/>
                </a:cubicBezTo>
                <a:cubicBezTo>
                  <a:pt x="309" y="273"/>
                  <a:pt x="304" y="279"/>
                  <a:pt x="300" y="286"/>
                </a:cubicBezTo>
                <a:cubicBezTo>
                  <a:pt x="298" y="290"/>
                  <a:pt x="296" y="294"/>
                  <a:pt x="295" y="297"/>
                </a:cubicBezTo>
                <a:cubicBezTo>
                  <a:pt x="284" y="299"/>
                  <a:pt x="273" y="302"/>
                  <a:pt x="263" y="304"/>
                </a:cubicBezTo>
                <a:cubicBezTo>
                  <a:pt x="266" y="300"/>
                  <a:pt x="269" y="295"/>
                  <a:pt x="272" y="291"/>
                </a:cubicBezTo>
                <a:cubicBezTo>
                  <a:pt x="273" y="290"/>
                  <a:pt x="272" y="288"/>
                  <a:pt x="271" y="289"/>
                </a:cubicBezTo>
                <a:cubicBezTo>
                  <a:pt x="264" y="294"/>
                  <a:pt x="259" y="300"/>
                  <a:pt x="254" y="306"/>
                </a:cubicBezTo>
                <a:cubicBezTo>
                  <a:pt x="238" y="309"/>
                  <a:pt x="223" y="313"/>
                  <a:pt x="207" y="317"/>
                </a:cubicBezTo>
                <a:cubicBezTo>
                  <a:pt x="209" y="314"/>
                  <a:pt x="210" y="310"/>
                  <a:pt x="212" y="308"/>
                </a:cubicBezTo>
                <a:cubicBezTo>
                  <a:pt x="218" y="298"/>
                  <a:pt x="222" y="288"/>
                  <a:pt x="227" y="277"/>
                </a:cubicBezTo>
                <a:cubicBezTo>
                  <a:pt x="228" y="275"/>
                  <a:pt x="226" y="274"/>
                  <a:pt x="225" y="275"/>
                </a:cubicBezTo>
                <a:cubicBezTo>
                  <a:pt x="218" y="284"/>
                  <a:pt x="212" y="292"/>
                  <a:pt x="206" y="301"/>
                </a:cubicBezTo>
                <a:cubicBezTo>
                  <a:pt x="203" y="306"/>
                  <a:pt x="200" y="311"/>
                  <a:pt x="198" y="315"/>
                </a:cubicBezTo>
                <a:cubicBezTo>
                  <a:pt x="196" y="317"/>
                  <a:pt x="195" y="319"/>
                  <a:pt x="195" y="320"/>
                </a:cubicBezTo>
                <a:cubicBezTo>
                  <a:pt x="183" y="323"/>
                  <a:pt x="172" y="326"/>
                  <a:pt x="161" y="330"/>
                </a:cubicBezTo>
                <a:cubicBezTo>
                  <a:pt x="149" y="333"/>
                  <a:pt x="138" y="337"/>
                  <a:pt x="126" y="341"/>
                </a:cubicBezTo>
                <a:cubicBezTo>
                  <a:pt x="132" y="335"/>
                  <a:pt x="136" y="327"/>
                  <a:pt x="141" y="321"/>
                </a:cubicBezTo>
                <a:cubicBezTo>
                  <a:pt x="150" y="310"/>
                  <a:pt x="160" y="300"/>
                  <a:pt x="172" y="292"/>
                </a:cubicBezTo>
                <a:cubicBezTo>
                  <a:pt x="174" y="290"/>
                  <a:pt x="172" y="286"/>
                  <a:pt x="169" y="288"/>
                </a:cubicBezTo>
                <a:cubicBezTo>
                  <a:pt x="158" y="295"/>
                  <a:pt x="148" y="303"/>
                  <a:pt x="139" y="312"/>
                </a:cubicBezTo>
                <a:cubicBezTo>
                  <a:pt x="130" y="321"/>
                  <a:pt x="118" y="333"/>
                  <a:pt x="114" y="345"/>
                </a:cubicBezTo>
                <a:cubicBezTo>
                  <a:pt x="114" y="345"/>
                  <a:pt x="114" y="345"/>
                  <a:pt x="114" y="345"/>
                </a:cubicBezTo>
                <a:cubicBezTo>
                  <a:pt x="102" y="350"/>
                  <a:pt x="91" y="354"/>
                  <a:pt x="80" y="359"/>
                </a:cubicBezTo>
                <a:cubicBezTo>
                  <a:pt x="89" y="348"/>
                  <a:pt x="97" y="336"/>
                  <a:pt x="104" y="324"/>
                </a:cubicBezTo>
                <a:cubicBezTo>
                  <a:pt x="104" y="323"/>
                  <a:pt x="103" y="322"/>
                  <a:pt x="102" y="323"/>
                </a:cubicBezTo>
                <a:cubicBezTo>
                  <a:pt x="90" y="339"/>
                  <a:pt x="75" y="353"/>
                  <a:pt x="61" y="368"/>
                </a:cubicBezTo>
                <a:cubicBezTo>
                  <a:pt x="55" y="371"/>
                  <a:pt x="48" y="375"/>
                  <a:pt x="42" y="378"/>
                </a:cubicBezTo>
                <a:cubicBezTo>
                  <a:pt x="40" y="369"/>
                  <a:pt x="39" y="359"/>
                  <a:pt x="39" y="349"/>
                </a:cubicBezTo>
                <a:cubicBezTo>
                  <a:pt x="41" y="345"/>
                  <a:pt x="42" y="342"/>
                  <a:pt x="45" y="339"/>
                </a:cubicBezTo>
                <a:cubicBezTo>
                  <a:pt x="53" y="326"/>
                  <a:pt x="64" y="315"/>
                  <a:pt x="75" y="304"/>
                </a:cubicBezTo>
                <a:cubicBezTo>
                  <a:pt x="78" y="301"/>
                  <a:pt x="73" y="296"/>
                  <a:pt x="70" y="299"/>
                </a:cubicBezTo>
                <a:cubicBezTo>
                  <a:pt x="61" y="309"/>
                  <a:pt x="49" y="320"/>
                  <a:pt x="39" y="333"/>
                </a:cubicBezTo>
                <a:cubicBezTo>
                  <a:pt x="39" y="323"/>
                  <a:pt x="39" y="312"/>
                  <a:pt x="39" y="302"/>
                </a:cubicBezTo>
                <a:cubicBezTo>
                  <a:pt x="39" y="295"/>
                  <a:pt x="40" y="289"/>
                  <a:pt x="40" y="282"/>
                </a:cubicBezTo>
                <a:cubicBezTo>
                  <a:pt x="55" y="260"/>
                  <a:pt x="69" y="238"/>
                  <a:pt x="87" y="219"/>
                </a:cubicBezTo>
                <a:cubicBezTo>
                  <a:pt x="88" y="217"/>
                  <a:pt x="86" y="215"/>
                  <a:pt x="85" y="217"/>
                </a:cubicBezTo>
                <a:cubicBezTo>
                  <a:pt x="68" y="233"/>
                  <a:pt x="54" y="251"/>
                  <a:pt x="41" y="269"/>
                </a:cubicBezTo>
                <a:cubicBezTo>
                  <a:pt x="41" y="253"/>
                  <a:pt x="42" y="236"/>
                  <a:pt x="41" y="220"/>
                </a:cubicBezTo>
                <a:cubicBezTo>
                  <a:pt x="45" y="214"/>
                  <a:pt x="50" y="208"/>
                  <a:pt x="55" y="203"/>
                </a:cubicBezTo>
                <a:cubicBezTo>
                  <a:pt x="68" y="189"/>
                  <a:pt x="81" y="175"/>
                  <a:pt x="89" y="158"/>
                </a:cubicBezTo>
                <a:cubicBezTo>
                  <a:pt x="89" y="157"/>
                  <a:pt x="88" y="157"/>
                  <a:pt x="87" y="157"/>
                </a:cubicBezTo>
                <a:cubicBezTo>
                  <a:pt x="76" y="176"/>
                  <a:pt x="59" y="189"/>
                  <a:pt x="44" y="205"/>
                </a:cubicBezTo>
                <a:cubicBezTo>
                  <a:pt x="43" y="206"/>
                  <a:pt x="42" y="207"/>
                  <a:pt x="41" y="209"/>
                </a:cubicBezTo>
                <a:cubicBezTo>
                  <a:pt x="41" y="207"/>
                  <a:pt x="41" y="206"/>
                  <a:pt x="41" y="204"/>
                </a:cubicBezTo>
                <a:cubicBezTo>
                  <a:pt x="40" y="198"/>
                  <a:pt x="40" y="191"/>
                  <a:pt x="39" y="185"/>
                </a:cubicBezTo>
                <a:cubicBezTo>
                  <a:pt x="50" y="155"/>
                  <a:pt x="72" y="131"/>
                  <a:pt x="94" y="107"/>
                </a:cubicBezTo>
                <a:cubicBezTo>
                  <a:pt x="95" y="105"/>
                  <a:pt x="93" y="103"/>
                  <a:pt x="91" y="104"/>
                </a:cubicBezTo>
                <a:cubicBezTo>
                  <a:pt x="71" y="124"/>
                  <a:pt x="50" y="144"/>
                  <a:pt x="37" y="169"/>
                </a:cubicBezTo>
                <a:cubicBezTo>
                  <a:pt x="36" y="162"/>
                  <a:pt x="35" y="155"/>
                  <a:pt x="34" y="148"/>
                </a:cubicBezTo>
                <a:cubicBezTo>
                  <a:pt x="35" y="148"/>
                  <a:pt x="36" y="148"/>
                  <a:pt x="37" y="146"/>
                </a:cubicBezTo>
                <a:cubicBezTo>
                  <a:pt x="41" y="134"/>
                  <a:pt x="45" y="122"/>
                  <a:pt x="52" y="111"/>
                </a:cubicBezTo>
                <a:cubicBezTo>
                  <a:pt x="60" y="99"/>
                  <a:pt x="68" y="88"/>
                  <a:pt x="78" y="77"/>
                </a:cubicBezTo>
                <a:cubicBezTo>
                  <a:pt x="79" y="76"/>
                  <a:pt x="77" y="73"/>
                  <a:pt x="75" y="75"/>
                </a:cubicBezTo>
                <a:cubicBezTo>
                  <a:pt x="59" y="90"/>
                  <a:pt x="35" y="113"/>
                  <a:pt x="32" y="138"/>
                </a:cubicBezTo>
                <a:cubicBezTo>
                  <a:pt x="30" y="125"/>
                  <a:pt x="29" y="112"/>
                  <a:pt x="28" y="99"/>
                </a:cubicBezTo>
                <a:cubicBezTo>
                  <a:pt x="38" y="85"/>
                  <a:pt x="47" y="71"/>
                  <a:pt x="57" y="57"/>
                </a:cubicBezTo>
                <a:cubicBezTo>
                  <a:pt x="59" y="55"/>
                  <a:pt x="55" y="52"/>
                  <a:pt x="53" y="54"/>
                </a:cubicBezTo>
                <a:cubicBezTo>
                  <a:pt x="44" y="64"/>
                  <a:pt x="36" y="75"/>
                  <a:pt x="28" y="86"/>
                </a:cubicBezTo>
                <a:cubicBezTo>
                  <a:pt x="28" y="72"/>
                  <a:pt x="30" y="58"/>
                  <a:pt x="34" y="44"/>
                </a:cubicBezTo>
                <a:cubicBezTo>
                  <a:pt x="73" y="44"/>
                  <a:pt x="109" y="28"/>
                  <a:pt x="145" y="15"/>
                </a:cubicBezTo>
                <a:cubicBezTo>
                  <a:pt x="126" y="100"/>
                  <a:pt x="99" y="184"/>
                  <a:pt x="100" y="271"/>
                </a:cubicBezTo>
                <a:cubicBezTo>
                  <a:pt x="100" y="281"/>
                  <a:pt x="114" y="281"/>
                  <a:pt x="114" y="272"/>
                </a:cubicBezTo>
                <a:cubicBezTo>
                  <a:pt x="114" y="269"/>
                  <a:pt x="114" y="267"/>
                  <a:pt x="115" y="265"/>
                </a:cubicBezTo>
                <a:cubicBezTo>
                  <a:pt x="136" y="262"/>
                  <a:pt x="157" y="255"/>
                  <a:pt x="178" y="249"/>
                </a:cubicBezTo>
                <a:cubicBezTo>
                  <a:pt x="206" y="241"/>
                  <a:pt x="233" y="233"/>
                  <a:pt x="261" y="225"/>
                </a:cubicBezTo>
                <a:cubicBezTo>
                  <a:pt x="307" y="212"/>
                  <a:pt x="354" y="200"/>
                  <a:pt x="401" y="197"/>
                </a:cubicBezTo>
                <a:cubicBezTo>
                  <a:pt x="394" y="217"/>
                  <a:pt x="392" y="241"/>
                  <a:pt x="387" y="262"/>
                </a:cubicBezTo>
                <a:cubicBezTo>
                  <a:pt x="382" y="286"/>
                  <a:pt x="378" y="310"/>
                  <a:pt x="373" y="334"/>
                </a:cubicBezTo>
                <a:cubicBezTo>
                  <a:pt x="370" y="349"/>
                  <a:pt x="367" y="365"/>
                  <a:pt x="365" y="380"/>
                </a:cubicBezTo>
                <a:cubicBezTo>
                  <a:pt x="359" y="396"/>
                  <a:pt x="354" y="411"/>
                  <a:pt x="348" y="427"/>
                </a:cubicBezTo>
                <a:cubicBezTo>
                  <a:pt x="347" y="429"/>
                  <a:pt x="351" y="432"/>
                  <a:pt x="353" y="430"/>
                </a:cubicBezTo>
                <a:cubicBezTo>
                  <a:pt x="355" y="428"/>
                  <a:pt x="357" y="425"/>
                  <a:pt x="358" y="423"/>
                </a:cubicBezTo>
                <a:cubicBezTo>
                  <a:pt x="357" y="437"/>
                  <a:pt x="355" y="451"/>
                  <a:pt x="354" y="465"/>
                </a:cubicBezTo>
                <a:cubicBezTo>
                  <a:pt x="348" y="468"/>
                  <a:pt x="347" y="478"/>
                  <a:pt x="355" y="481"/>
                </a:cubicBezTo>
                <a:cubicBezTo>
                  <a:pt x="366" y="485"/>
                  <a:pt x="376" y="486"/>
                  <a:pt x="387" y="486"/>
                </a:cubicBezTo>
                <a:cubicBezTo>
                  <a:pt x="391" y="491"/>
                  <a:pt x="395" y="496"/>
                  <a:pt x="399" y="502"/>
                </a:cubicBezTo>
                <a:cubicBezTo>
                  <a:pt x="401" y="506"/>
                  <a:pt x="403" y="510"/>
                  <a:pt x="406" y="514"/>
                </a:cubicBezTo>
                <a:cubicBezTo>
                  <a:pt x="397" y="523"/>
                  <a:pt x="388" y="531"/>
                  <a:pt x="379" y="540"/>
                </a:cubicBezTo>
                <a:cubicBezTo>
                  <a:pt x="372" y="528"/>
                  <a:pt x="361" y="517"/>
                  <a:pt x="350" y="508"/>
                </a:cubicBezTo>
                <a:cubicBezTo>
                  <a:pt x="349" y="508"/>
                  <a:pt x="349" y="508"/>
                  <a:pt x="349" y="509"/>
                </a:cubicBezTo>
                <a:close/>
                <a:moveTo>
                  <a:pt x="409" y="511"/>
                </a:moveTo>
                <a:cubicBezTo>
                  <a:pt x="407" y="507"/>
                  <a:pt x="404" y="504"/>
                  <a:pt x="402" y="501"/>
                </a:cubicBezTo>
                <a:cubicBezTo>
                  <a:pt x="398" y="495"/>
                  <a:pt x="394" y="490"/>
                  <a:pt x="390" y="486"/>
                </a:cubicBezTo>
                <a:cubicBezTo>
                  <a:pt x="407" y="484"/>
                  <a:pt x="425" y="480"/>
                  <a:pt x="442" y="480"/>
                </a:cubicBezTo>
                <a:cubicBezTo>
                  <a:pt x="431" y="490"/>
                  <a:pt x="420" y="501"/>
                  <a:pt x="409" y="511"/>
                </a:cubicBezTo>
                <a:close/>
              </a:path>
            </a:pathLst>
          </a:custGeom>
          <a:solidFill>
            <a:schemeClr val="accent1">
              <a:alpha val="4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359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Node Heights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EFC6D7-90ED-47F5-BCDA-E101BD175571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0B8E91-ED18-4B87-8C7C-A7DC180026EB}" type="slidenum">
              <a:rPr lang="en-US" altLang="zh-CN" sz="790"/>
              <a:pPr/>
              <a:t>24</a:t>
            </a:fld>
            <a:endParaRPr lang="en-US" altLang="zh-CN" sz="790"/>
          </a:p>
        </p:txBody>
      </p:sp>
      <p:grpSp>
        <p:nvGrpSpPr>
          <p:cNvPr id="4" name="组合 3"/>
          <p:cNvGrpSpPr/>
          <p:nvPr/>
        </p:nvGrpSpPr>
        <p:grpSpPr>
          <a:xfrm>
            <a:off x="4980305" y="2966720"/>
            <a:ext cx="3026410" cy="1697990"/>
            <a:chOff x="3303985" y="3955256"/>
            <a:chExt cx="2343150" cy="1314450"/>
          </a:xfrm>
        </p:grpSpPr>
        <p:sp>
          <p:nvSpPr>
            <p:cNvPr id="51211" name="Oval 67"/>
            <p:cNvSpPr>
              <a:spLocks noChangeArrowheads="1"/>
            </p:cNvSpPr>
            <p:nvPr/>
          </p:nvSpPr>
          <p:spPr bwMode="auto">
            <a:xfrm>
              <a:off x="4618435" y="395525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1212" name="Oval 68"/>
            <p:cNvSpPr>
              <a:spLocks noChangeArrowheads="1"/>
            </p:cNvSpPr>
            <p:nvPr/>
          </p:nvSpPr>
          <p:spPr bwMode="auto">
            <a:xfrm>
              <a:off x="3818335" y="44005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1213" name="Oval 69"/>
            <p:cNvSpPr>
              <a:spLocks noChangeArrowheads="1"/>
            </p:cNvSpPr>
            <p:nvPr/>
          </p:nvSpPr>
          <p:spPr bwMode="auto">
            <a:xfrm>
              <a:off x="5304235" y="44005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51214" name="Oval 70"/>
            <p:cNvSpPr>
              <a:spLocks noChangeArrowheads="1"/>
            </p:cNvSpPr>
            <p:nvPr/>
          </p:nvSpPr>
          <p:spPr bwMode="auto">
            <a:xfrm>
              <a:off x="484703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51215" name="Oval 71"/>
            <p:cNvSpPr>
              <a:spLocks noChangeArrowheads="1"/>
            </p:cNvSpPr>
            <p:nvPr/>
          </p:nvSpPr>
          <p:spPr bwMode="auto">
            <a:xfrm>
              <a:off x="330398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16" name="Oval 72"/>
            <p:cNvSpPr>
              <a:spLocks noChangeArrowheads="1"/>
            </p:cNvSpPr>
            <p:nvPr/>
          </p:nvSpPr>
          <p:spPr bwMode="auto">
            <a:xfrm>
              <a:off x="427553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51217" name="AutoShape 73"/>
            <p:cNvCxnSpPr>
              <a:cxnSpLocks noChangeShapeType="1"/>
              <a:stCxn id="51211" idx="3"/>
              <a:endCxn id="51212" idx="7"/>
            </p:cNvCxnSpPr>
            <p:nvPr/>
          </p:nvCxnSpPr>
          <p:spPr bwMode="auto">
            <a:xfrm flipH="1">
              <a:off x="4111228" y="4248151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18" name="AutoShape 74"/>
            <p:cNvCxnSpPr>
              <a:cxnSpLocks noChangeShapeType="1"/>
              <a:stCxn id="51211" idx="5"/>
              <a:endCxn id="51213" idx="1"/>
            </p:cNvCxnSpPr>
            <p:nvPr/>
          </p:nvCxnSpPr>
          <p:spPr bwMode="auto">
            <a:xfrm>
              <a:off x="4911328" y="4248151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19" name="AutoShape 75"/>
            <p:cNvCxnSpPr>
              <a:cxnSpLocks noChangeShapeType="1"/>
              <a:stCxn id="51212" idx="3"/>
              <a:endCxn id="51215" idx="0"/>
            </p:cNvCxnSpPr>
            <p:nvPr/>
          </p:nvCxnSpPr>
          <p:spPr bwMode="auto">
            <a:xfrm flipH="1">
              <a:off x="3475435" y="4693444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20" name="AutoShape 76"/>
            <p:cNvCxnSpPr>
              <a:cxnSpLocks noChangeShapeType="1"/>
              <a:stCxn id="51212" idx="5"/>
              <a:endCxn id="51216" idx="0"/>
            </p:cNvCxnSpPr>
            <p:nvPr/>
          </p:nvCxnSpPr>
          <p:spPr bwMode="auto">
            <a:xfrm>
              <a:off x="4111229" y="4693444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21" name="AutoShape 77"/>
            <p:cNvCxnSpPr>
              <a:cxnSpLocks noChangeShapeType="1"/>
              <a:stCxn id="51213" idx="3"/>
              <a:endCxn id="51214" idx="0"/>
            </p:cNvCxnSpPr>
            <p:nvPr/>
          </p:nvCxnSpPr>
          <p:spPr bwMode="auto">
            <a:xfrm flipH="1">
              <a:off x="5018485" y="4693444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5019675" y="2494280"/>
            <a:ext cx="3067685" cy="1792429"/>
            <a:chOff x="3356372" y="3613149"/>
            <a:chExt cx="2375853" cy="1387512"/>
          </a:xfrm>
        </p:grpSpPr>
        <p:sp>
          <p:nvSpPr>
            <p:cNvPr id="51206" name="Text Box 21"/>
            <p:cNvSpPr txBox="1">
              <a:spLocks noChangeArrowheads="1"/>
            </p:cNvSpPr>
            <p:nvPr/>
          </p:nvSpPr>
          <p:spPr bwMode="auto">
            <a:xfrm>
              <a:off x="5361385" y="4070349"/>
              <a:ext cx="370840" cy="404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07" name="Text Box 22"/>
            <p:cNvSpPr txBox="1">
              <a:spLocks noChangeArrowheads="1"/>
            </p:cNvSpPr>
            <p:nvPr/>
          </p:nvSpPr>
          <p:spPr bwMode="auto">
            <a:xfrm>
              <a:off x="4904185" y="4596606"/>
              <a:ext cx="370840" cy="404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08" name="Text Box 23"/>
            <p:cNvSpPr txBox="1">
              <a:spLocks noChangeArrowheads="1"/>
            </p:cNvSpPr>
            <p:nvPr/>
          </p:nvSpPr>
          <p:spPr bwMode="auto">
            <a:xfrm>
              <a:off x="3356372" y="4596606"/>
              <a:ext cx="370840" cy="404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09" name="Text Box 24"/>
            <p:cNvSpPr txBox="1">
              <a:spLocks noChangeArrowheads="1"/>
            </p:cNvSpPr>
            <p:nvPr/>
          </p:nvSpPr>
          <p:spPr bwMode="auto">
            <a:xfrm>
              <a:off x="4670822" y="3613149"/>
              <a:ext cx="370840" cy="404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1210" name="Text Box 25"/>
            <p:cNvSpPr txBox="1">
              <a:spLocks noChangeArrowheads="1"/>
            </p:cNvSpPr>
            <p:nvPr/>
          </p:nvSpPr>
          <p:spPr bwMode="auto">
            <a:xfrm>
              <a:off x="4332685" y="4596606"/>
              <a:ext cx="370840" cy="404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22" name="Text Box 79"/>
            <p:cNvSpPr txBox="1">
              <a:spLocks noChangeArrowheads="1"/>
            </p:cNvSpPr>
            <p:nvPr/>
          </p:nvSpPr>
          <p:spPr bwMode="auto">
            <a:xfrm>
              <a:off x="3870722" y="4070349"/>
              <a:ext cx="370840" cy="404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51223" name="Text Box 81"/>
          <p:cNvSpPr txBox="1">
            <a:spLocks noChangeArrowheads="1"/>
          </p:cNvSpPr>
          <p:nvPr/>
        </p:nvSpPr>
        <p:spPr bwMode="auto">
          <a:xfrm>
            <a:off x="2988482" y="5013395"/>
            <a:ext cx="353568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height of node =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h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balance factor = </a:t>
            </a:r>
            <a:r>
              <a:rPr lang="en-US" altLang="zh-CN" sz="2400" dirty="0" err="1">
                <a:solidFill>
                  <a:srgbClr val="FF0000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400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left</a:t>
            </a:r>
            <a:r>
              <a:rPr lang="en-US" altLang="zh-CN" sz="2400" dirty="0" err="1">
                <a:solidFill>
                  <a:srgbClr val="FF0000"/>
                </a:solidFill>
                <a:ea typeface="宋体" panose="02010600030101010101" pitchFamily="2" charset="-122"/>
              </a:rPr>
              <a:t>-h</a:t>
            </a:r>
            <a:r>
              <a:rPr lang="en-US" altLang="zh-CN" sz="2400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right</a:t>
            </a:r>
            <a:endParaRPr lang="en-US" altLang="zh-CN" sz="2400" baseline="-25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US" altLang="zh-CN" sz="2400" dirty="0">
                <a:ea typeface="宋体" panose="02010600030101010101" pitchFamily="2" charset="-122"/>
              </a:rPr>
              <a:t>empty height = -1</a:t>
            </a:r>
            <a:endParaRPr lang="en-US" altLang="zh-CN" sz="2400" baseline="-25000" dirty="0">
              <a:ea typeface="宋体" panose="02010600030101010101" pitchFamily="2" charset="-122"/>
            </a:endParaRPr>
          </a:p>
        </p:txBody>
      </p:sp>
      <p:sp>
        <p:nvSpPr>
          <p:cNvPr id="51226" name="Text Box 104"/>
          <p:cNvSpPr txBox="1">
            <a:spLocks noChangeArrowheads="1"/>
          </p:cNvSpPr>
          <p:nvPr/>
        </p:nvSpPr>
        <p:spPr bwMode="auto">
          <a:xfrm>
            <a:off x="1311275" y="2397760"/>
            <a:ext cx="3114675" cy="556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height=2   BF=1-0=1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109345" y="2957830"/>
            <a:ext cx="3041015" cy="1706245"/>
            <a:chOff x="342900" y="3943350"/>
            <a:chExt cx="2343150" cy="1314450"/>
          </a:xfrm>
        </p:grpSpPr>
        <p:sp>
          <p:nvSpPr>
            <p:cNvPr id="51228" name="Oval 106"/>
            <p:cNvSpPr>
              <a:spLocks noChangeArrowheads="1"/>
            </p:cNvSpPr>
            <p:nvPr/>
          </p:nvSpPr>
          <p:spPr bwMode="auto">
            <a:xfrm>
              <a:off x="1657350" y="39433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1229" name="Oval 107"/>
            <p:cNvSpPr>
              <a:spLocks noChangeArrowheads="1"/>
            </p:cNvSpPr>
            <p:nvPr/>
          </p:nvSpPr>
          <p:spPr bwMode="auto">
            <a:xfrm>
              <a:off x="857250" y="43886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1230" name="Oval 108"/>
            <p:cNvSpPr>
              <a:spLocks noChangeArrowheads="1"/>
            </p:cNvSpPr>
            <p:nvPr/>
          </p:nvSpPr>
          <p:spPr bwMode="auto">
            <a:xfrm>
              <a:off x="2343150" y="43886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51231" name="Oval 110"/>
            <p:cNvSpPr>
              <a:spLocks noChangeArrowheads="1"/>
            </p:cNvSpPr>
            <p:nvPr/>
          </p:nvSpPr>
          <p:spPr bwMode="auto">
            <a:xfrm>
              <a:off x="342900" y="49149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32" name="Oval 111"/>
            <p:cNvSpPr>
              <a:spLocks noChangeArrowheads="1"/>
            </p:cNvSpPr>
            <p:nvPr/>
          </p:nvSpPr>
          <p:spPr bwMode="auto">
            <a:xfrm>
              <a:off x="1314450" y="49149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51233" name="AutoShape 112"/>
            <p:cNvCxnSpPr>
              <a:cxnSpLocks noChangeShapeType="1"/>
              <a:stCxn id="51228" idx="3"/>
              <a:endCxn id="51229" idx="7"/>
            </p:cNvCxnSpPr>
            <p:nvPr/>
          </p:nvCxnSpPr>
          <p:spPr bwMode="auto">
            <a:xfrm flipH="1">
              <a:off x="1150144" y="4236244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4" name="AutoShape 113"/>
            <p:cNvCxnSpPr>
              <a:cxnSpLocks noChangeShapeType="1"/>
              <a:stCxn id="51228" idx="5"/>
              <a:endCxn id="51230" idx="1"/>
            </p:cNvCxnSpPr>
            <p:nvPr/>
          </p:nvCxnSpPr>
          <p:spPr bwMode="auto">
            <a:xfrm>
              <a:off x="1950244" y="4236244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5" name="AutoShape 114"/>
            <p:cNvCxnSpPr>
              <a:cxnSpLocks noChangeShapeType="1"/>
              <a:stCxn id="51229" idx="3"/>
              <a:endCxn id="51231" idx="0"/>
            </p:cNvCxnSpPr>
            <p:nvPr/>
          </p:nvCxnSpPr>
          <p:spPr bwMode="auto">
            <a:xfrm flipH="1">
              <a:off x="514351" y="4681537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6" name="AutoShape 115"/>
            <p:cNvCxnSpPr>
              <a:cxnSpLocks noChangeShapeType="1"/>
              <a:stCxn id="51229" idx="5"/>
              <a:endCxn id="51232" idx="0"/>
            </p:cNvCxnSpPr>
            <p:nvPr/>
          </p:nvCxnSpPr>
          <p:spPr bwMode="auto">
            <a:xfrm>
              <a:off x="1150144" y="46815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1148715" y="3048635"/>
            <a:ext cx="3083560" cy="1143748"/>
            <a:chOff x="395287" y="4064987"/>
            <a:chExt cx="2375853" cy="880785"/>
          </a:xfrm>
        </p:grpSpPr>
        <p:sp>
          <p:nvSpPr>
            <p:cNvPr id="51224" name="Text Box 101"/>
            <p:cNvSpPr txBox="1">
              <a:spLocks noChangeArrowheads="1"/>
            </p:cNvSpPr>
            <p:nvPr/>
          </p:nvSpPr>
          <p:spPr bwMode="auto">
            <a:xfrm>
              <a:off x="2400300" y="4076893"/>
              <a:ext cx="370840" cy="354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25" name="Text Box 103"/>
            <p:cNvSpPr txBox="1">
              <a:spLocks noChangeArrowheads="1"/>
            </p:cNvSpPr>
            <p:nvPr/>
          </p:nvSpPr>
          <p:spPr bwMode="auto">
            <a:xfrm>
              <a:off x="395287" y="4591243"/>
              <a:ext cx="370840" cy="354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27" name="Text Box 105"/>
            <p:cNvSpPr txBox="1">
              <a:spLocks noChangeArrowheads="1"/>
            </p:cNvSpPr>
            <p:nvPr/>
          </p:nvSpPr>
          <p:spPr bwMode="auto">
            <a:xfrm>
              <a:off x="1371600" y="4591243"/>
              <a:ext cx="370840" cy="354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37" name="Text Box 118"/>
            <p:cNvSpPr txBox="1">
              <a:spLocks noChangeArrowheads="1"/>
            </p:cNvSpPr>
            <p:nvPr/>
          </p:nvSpPr>
          <p:spPr bwMode="auto">
            <a:xfrm>
              <a:off x="909637" y="4064987"/>
              <a:ext cx="370840" cy="354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51238" name="Text Box 120"/>
          <p:cNvSpPr txBox="1">
            <a:spLocks noChangeArrowheads="1"/>
          </p:cNvSpPr>
          <p:nvPr/>
        </p:nvSpPr>
        <p:spPr bwMode="auto">
          <a:xfrm>
            <a:off x="1879600" y="1845310"/>
            <a:ext cx="211010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Tree A (AVL)</a:t>
            </a:r>
          </a:p>
        </p:txBody>
      </p:sp>
      <p:sp>
        <p:nvSpPr>
          <p:cNvPr id="51239" name="Text Box 121"/>
          <p:cNvSpPr txBox="1">
            <a:spLocks noChangeArrowheads="1"/>
          </p:cNvSpPr>
          <p:nvPr/>
        </p:nvSpPr>
        <p:spPr bwMode="auto">
          <a:xfrm>
            <a:off x="5899150" y="1857375"/>
            <a:ext cx="18256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Tree B (AVL)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3" grpId="0" bldLvl="0" animBg="1"/>
      <p:bldP spid="51226" grpId="0" bldLvl="0" animBg="1"/>
      <p:bldP spid="51238" grpId="0" bldLvl="0" animBg="1"/>
      <p:bldP spid="51239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35935" cy="7937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Node Heights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C3F625-D3B6-487E-A830-57EF8256C319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0B8E91-ED18-4B87-8C7C-A7DC180026EB}" type="slidenum">
              <a:rPr lang="en-US" altLang="zh-CN" sz="790"/>
              <a:pPr/>
              <a:t>25</a:t>
            </a:fld>
            <a:endParaRPr lang="en-US" altLang="zh-CN" sz="790"/>
          </a:p>
        </p:txBody>
      </p:sp>
      <p:sp>
        <p:nvSpPr>
          <p:cNvPr id="51226" name="Text Box 104"/>
          <p:cNvSpPr txBox="1">
            <a:spLocks noChangeArrowheads="1"/>
          </p:cNvSpPr>
          <p:nvPr/>
        </p:nvSpPr>
        <p:spPr bwMode="auto">
          <a:xfrm>
            <a:off x="4425685" y="3374371"/>
            <a:ext cx="142494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 BF=1-0=1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757805" y="3806190"/>
            <a:ext cx="3714750" cy="2084705"/>
            <a:chOff x="342900" y="3943350"/>
            <a:chExt cx="2343150" cy="1314450"/>
          </a:xfrm>
        </p:grpSpPr>
        <p:sp>
          <p:nvSpPr>
            <p:cNvPr id="51228" name="Oval 106"/>
            <p:cNvSpPr>
              <a:spLocks noChangeArrowheads="1"/>
            </p:cNvSpPr>
            <p:nvPr/>
          </p:nvSpPr>
          <p:spPr bwMode="auto">
            <a:xfrm>
              <a:off x="1657350" y="39433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1229" name="Oval 107"/>
            <p:cNvSpPr>
              <a:spLocks noChangeArrowheads="1"/>
            </p:cNvSpPr>
            <p:nvPr/>
          </p:nvSpPr>
          <p:spPr bwMode="auto">
            <a:xfrm>
              <a:off x="857250" y="43886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1230" name="Oval 108"/>
            <p:cNvSpPr>
              <a:spLocks noChangeArrowheads="1"/>
            </p:cNvSpPr>
            <p:nvPr/>
          </p:nvSpPr>
          <p:spPr bwMode="auto">
            <a:xfrm>
              <a:off x="2343150" y="4388644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51231" name="Oval 110"/>
            <p:cNvSpPr>
              <a:spLocks noChangeArrowheads="1"/>
            </p:cNvSpPr>
            <p:nvPr/>
          </p:nvSpPr>
          <p:spPr bwMode="auto">
            <a:xfrm>
              <a:off x="342900" y="49149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32" name="Oval 111"/>
            <p:cNvSpPr>
              <a:spLocks noChangeArrowheads="1"/>
            </p:cNvSpPr>
            <p:nvPr/>
          </p:nvSpPr>
          <p:spPr bwMode="auto">
            <a:xfrm>
              <a:off x="1314450" y="49149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51233" name="AutoShape 112"/>
            <p:cNvCxnSpPr>
              <a:cxnSpLocks noChangeShapeType="1"/>
              <a:stCxn id="51228" idx="3"/>
              <a:endCxn id="51229" idx="7"/>
            </p:cNvCxnSpPr>
            <p:nvPr/>
          </p:nvCxnSpPr>
          <p:spPr bwMode="auto">
            <a:xfrm flipH="1">
              <a:off x="1150144" y="4236244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4" name="AutoShape 113"/>
            <p:cNvCxnSpPr>
              <a:cxnSpLocks noChangeShapeType="1"/>
              <a:stCxn id="51228" idx="5"/>
              <a:endCxn id="51230" idx="1"/>
            </p:cNvCxnSpPr>
            <p:nvPr/>
          </p:nvCxnSpPr>
          <p:spPr bwMode="auto">
            <a:xfrm>
              <a:off x="1950244" y="4236244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5" name="AutoShape 114"/>
            <p:cNvCxnSpPr>
              <a:cxnSpLocks noChangeShapeType="1"/>
              <a:stCxn id="51229" idx="3"/>
              <a:endCxn id="51231" idx="0"/>
            </p:cNvCxnSpPr>
            <p:nvPr/>
          </p:nvCxnSpPr>
          <p:spPr bwMode="auto">
            <a:xfrm flipH="1">
              <a:off x="514351" y="4681537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36" name="AutoShape 115"/>
            <p:cNvCxnSpPr>
              <a:cxnSpLocks noChangeShapeType="1"/>
              <a:stCxn id="51229" idx="5"/>
              <a:endCxn id="51232" idx="0"/>
            </p:cNvCxnSpPr>
            <p:nvPr/>
          </p:nvCxnSpPr>
          <p:spPr bwMode="auto">
            <a:xfrm>
              <a:off x="1150144" y="4681537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1224" name="Text Box 101"/>
          <p:cNvSpPr txBox="1">
            <a:spLocks noChangeArrowheads="1"/>
          </p:cNvSpPr>
          <p:nvPr/>
        </p:nvSpPr>
        <p:spPr bwMode="auto">
          <a:xfrm>
            <a:off x="6012180" y="4004945"/>
            <a:ext cx="56705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68930" y="4112895"/>
            <a:ext cx="2134235" cy="1295044"/>
            <a:chOff x="716756" y="5005143"/>
            <a:chExt cx="1347153" cy="816521"/>
          </a:xfrm>
        </p:grpSpPr>
        <p:sp>
          <p:nvSpPr>
            <p:cNvPr id="51225" name="Text Box 103"/>
            <p:cNvSpPr txBox="1">
              <a:spLocks noChangeArrowheads="1"/>
            </p:cNvSpPr>
            <p:nvPr/>
          </p:nvSpPr>
          <p:spPr bwMode="auto">
            <a:xfrm>
              <a:off x="716756" y="5531399"/>
              <a:ext cx="370840" cy="290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27" name="Text Box 105"/>
            <p:cNvSpPr txBox="1">
              <a:spLocks noChangeArrowheads="1"/>
            </p:cNvSpPr>
            <p:nvPr/>
          </p:nvSpPr>
          <p:spPr bwMode="auto">
            <a:xfrm>
              <a:off x="1693069" y="5531399"/>
              <a:ext cx="370840" cy="290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37" name="Text Box 118"/>
            <p:cNvSpPr txBox="1">
              <a:spLocks noChangeArrowheads="1"/>
            </p:cNvSpPr>
            <p:nvPr/>
          </p:nvSpPr>
          <p:spPr bwMode="auto">
            <a:xfrm>
              <a:off x="1231106" y="5005143"/>
              <a:ext cx="370840" cy="290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51238" name="Text Box 120"/>
          <p:cNvSpPr txBox="1">
            <a:spLocks noChangeArrowheads="1"/>
          </p:cNvSpPr>
          <p:nvPr/>
        </p:nvSpPr>
        <p:spPr bwMode="auto">
          <a:xfrm>
            <a:off x="3573145" y="2708910"/>
            <a:ext cx="216598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Tree A (AVL)</a:t>
            </a:r>
          </a:p>
        </p:txBody>
      </p:sp>
      <p:sp>
        <p:nvSpPr>
          <p:cNvPr id="6" name="矩形 5"/>
          <p:cNvSpPr/>
          <p:nvPr/>
        </p:nvSpPr>
        <p:spPr>
          <a:xfrm>
            <a:off x="667174" y="1628734"/>
            <a:ext cx="3511550" cy="953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node into AVL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insert 7</a:t>
            </a:r>
          </a:p>
        </p:txBody>
      </p:sp>
      <p:sp>
        <p:nvSpPr>
          <p:cNvPr id="50" name="Text Box 101"/>
          <p:cNvSpPr txBox="1">
            <a:spLocks noChangeArrowheads="1"/>
          </p:cNvSpPr>
          <p:nvPr/>
        </p:nvSpPr>
        <p:spPr bwMode="auto">
          <a:xfrm>
            <a:off x="5956300" y="3980180"/>
            <a:ext cx="587375" cy="5213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306060" y="5021580"/>
            <a:ext cx="791845" cy="900430"/>
            <a:chOff x="2209205" y="5640744"/>
            <a:chExt cx="500063" cy="569118"/>
          </a:xfrm>
        </p:grpSpPr>
        <p:sp>
          <p:nvSpPr>
            <p:cNvPr id="45" name="Oval 53"/>
            <p:cNvSpPr>
              <a:spLocks noChangeArrowheads="1"/>
            </p:cNvSpPr>
            <p:nvPr/>
          </p:nvSpPr>
          <p:spPr bwMode="auto">
            <a:xfrm>
              <a:off x="2209205" y="5866962"/>
              <a:ext cx="342900" cy="342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cxnSp>
          <p:nvCxnSpPr>
            <p:cNvPr id="46" name="AutoShape 54"/>
            <p:cNvCxnSpPr>
              <a:cxnSpLocks noChangeShapeType="1"/>
              <a:endCxn id="45" idx="0"/>
            </p:cNvCxnSpPr>
            <p:nvPr/>
          </p:nvCxnSpPr>
          <p:spPr bwMode="auto">
            <a:xfrm flipH="1">
              <a:off x="2380655" y="5640744"/>
              <a:ext cx="328613" cy="2262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7" name="Text Box 105"/>
          <p:cNvSpPr txBox="1">
            <a:spLocks noChangeArrowheads="1"/>
          </p:cNvSpPr>
          <p:nvPr/>
        </p:nvSpPr>
        <p:spPr bwMode="auto">
          <a:xfrm>
            <a:off x="5280025" y="5012690"/>
            <a:ext cx="587375" cy="680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1" name="Text Box 104"/>
          <p:cNvSpPr txBox="1">
            <a:spLocks noChangeArrowheads="1"/>
          </p:cNvSpPr>
          <p:nvPr/>
        </p:nvSpPr>
        <p:spPr bwMode="auto">
          <a:xfrm>
            <a:off x="4353324" y="3312702"/>
            <a:ext cx="1563370" cy="3987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 BF=1-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47" grpId="0" bldLvl="0" animBg="1"/>
      <p:bldP spid="5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35935" cy="72390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Node Heights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0BB9A1-4E80-4C0F-883B-E82AB26EF1C2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0B8E91-ED18-4B87-8C7C-A7DC180026EB}" type="slidenum">
              <a:rPr lang="en-US" altLang="zh-CN" sz="790"/>
              <a:pPr/>
              <a:t>26</a:t>
            </a:fld>
            <a:endParaRPr lang="en-US" altLang="zh-CN" sz="790"/>
          </a:p>
        </p:txBody>
      </p:sp>
      <p:grpSp>
        <p:nvGrpSpPr>
          <p:cNvPr id="4" name="组合 3"/>
          <p:cNvGrpSpPr/>
          <p:nvPr/>
        </p:nvGrpSpPr>
        <p:grpSpPr>
          <a:xfrm>
            <a:off x="2791460" y="2914015"/>
            <a:ext cx="3067685" cy="1721485"/>
            <a:chOff x="3303985" y="3955256"/>
            <a:chExt cx="2343150" cy="1314450"/>
          </a:xfrm>
        </p:grpSpPr>
        <p:sp>
          <p:nvSpPr>
            <p:cNvPr id="51211" name="Oval 67"/>
            <p:cNvSpPr>
              <a:spLocks noChangeArrowheads="1"/>
            </p:cNvSpPr>
            <p:nvPr/>
          </p:nvSpPr>
          <p:spPr bwMode="auto">
            <a:xfrm>
              <a:off x="4618435" y="395525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1212" name="Oval 68"/>
            <p:cNvSpPr>
              <a:spLocks noChangeArrowheads="1"/>
            </p:cNvSpPr>
            <p:nvPr/>
          </p:nvSpPr>
          <p:spPr bwMode="auto">
            <a:xfrm>
              <a:off x="3818335" y="44005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1213" name="Oval 69"/>
            <p:cNvSpPr>
              <a:spLocks noChangeArrowheads="1"/>
            </p:cNvSpPr>
            <p:nvPr/>
          </p:nvSpPr>
          <p:spPr bwMode="auto">
            <a:xfrm>
              <a:off x="5304235" y="44005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51214" name="Oval 70"/>
            <p:cNvSpPr>
              <a:spLocks noChangeArrowheads="1"/>
            </p:cNvSpPr>
            <p:nvPr/>
          </p:nvSpPr>
          <p:spPr bwMode="auto">
            <a:xfrm>
              <a:off x="484703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51215" name="Oval 71"/>
            <p:cNvSpPr>
              <a:spLocks noChangeArrowheads="1"/>
            </p:cNvSpPr>
            <p:nvPr/>
          </p:nvSpPr>
          <p:spPr bwMode="auto">
            <a:xfrm>
              <a:off x="330398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16" name="Oval 72"/>
            <p:cNvSpPr>
              <a:spLocks noChangeArrowheads="1"/>
            </p:cNvSpPr>
            <p:nvPr/>
          </p:nvSpPr>
          <p:spPr bwMode="auto">
            <a:xfrm>
              <a:off x="4275535" y="492680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51217" name="AutoShape 73"/>
            <p:cNvCxnSpPr>
              <a:cxnSpLocks noChangeShapeType="1"/>
              <a:stCxn id="51211" idx="3"/>
              <a:endCxn id="51212" idx="7"/>
            </p:cNvCxnSpPr>
            <p:nvPr/>
          </p:nvCxnSpPr>
          <p:spPr bwMode="auto">
            <a:xfrm flipH="1">
              <a:off x="4111228" y="4248151"/>
              <a:ext cx="5572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18" name="AutoShape 74"/>
            <p:cNvCxnSpPr>
              <a:cxnSpLocks noChangeShapeType="1"/>
              <a:stCxn id="51211" idx="5"/>
              <a:endCxn id="51213" idx="1"/>
            </p:cNvCxnSpPr>
            <p:nvPr/>
          </p:nvCxnSpPr>
          <p:spPr bwMode="auto">
            <a:xfrm>
              <a:off x="4911328" y="4248151"/>
              <a:ext cx="442913" cy="2024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19" name="AutoShape 75"/>
            <p:cNvCxnSpPr>
              <a:cxnSpLocks noChangeShapeType="1"/>
              <a:stCxn id="51212" idx="3"/>
              <a:endCxn id="51215" idx="0"/>
            </p:cNvCxnSpPr>
            <p:nvPr/>
          </p:nvCxnSpPr>
          <p:spPr bwMode="auto">
            <a:xfrm flipH="1">
              <a:off x="3475435" y="4693444"/>
              <a:ext cx="39290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20" name="AutoShape 76"/>
            <p:cNvCxnSpPr>
              <a:cxnSpLocks noChangeShapeType="1"/>
              <a:stCxn id="51212" idx="5"/>
              <a:endCxn id="51216" idx="0"/>
            </p:cNvCxnSpPr>
            <p:nvPr/>
          </p:nvCxnSpPr>
          <p:spPr bwMode="auto">
            <a:xfrm>
              <a:off x="4111229" y="4693444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21" name="AutoShape 77"/>
            <p:cNvCxnSpPr>
              <a:cxnSpLocks noChangeShapeType="1"/>
              <a:stCxn id="51213" idx="3"/>
              <a:endCxn id="51214" idx="0"/>
            </p:cNvCxnSpPr>
            <p:nvPr/>
          </p:nvCxnSpPr>
          <p:spPr bwMode="auto">
            <a:xfrm flipH="1">
              <a:off x="5018485" y="4693444"/>
              <a:ext cx="335756" cy="233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830830" y="2513965"/>
            <a:ext cx="3072131" cy="1743973"/>
            <a:chOff x="3231384" y="3550696"/>
            <a:chExt cx="2675623" cy="1517902"/>
          </a:xfrm>
        </p:grpSpPr>
        <p:sp>
          <p:nvSpPr>
            <p:cNvPr id="51206" name="Text Box 21"/>
            <p:cNvSpPr txBox="1">
              <a:spLocks noChangeArrowheads="1"/>
            </p:cNvSpPr>
            <p:nvPr/>
          </p:nvSpPr>
          <p:spPr bwMode="auto">
            <a:xfrm>
              <a:off x="5548867" y="4070349"/>
              <a:ext cx="358140" cy="3470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207" name="Text Box 22"/>
            <p:cNvSpPr txBox="1">
              <a:spLocks noChangeArrowheads="1"/>
            </p:cNvSpPr>
            <p:nvPr/>
          </p:nvSpPr>
          <p:spPr bwMode="auto">
            <a:xfrm>
              <a:off x="4966679" y="4721512"/>
              <a:ext cx="358140" cy="3470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08" name="Text Box 23"/>
            <p:cNvSpPr txBox="1">
              <a:spLocks noChangeArrowheads="1"/>
            </p:cNvSpPr>
            <p:nvPr/>
          </p:nvSpPr>
          <p:spPr bwMode="auto">
            <a:xfrm>
              <a:off x="3231384" y="4659059"/>
              <a:ext cx="358140" cy="3470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09" name="Text Box 24"/>
            <p:cNvSpPr txBox="1">
              <a:spLocks noChangeArrowheads="1"/>
            </p:cNvSpPr>
            <p:nvPr/>
          </p:nvSpPr>
          <p:spPr bwMode="auto">
            <a:xfrm>
              <a:off x="4733316" y="3550696"/>
              <a:ext cx="358140" cy="3470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1210" name="Text Box 25"/>
            <p:cNvSpPr txBox="1">
              <a:spLocks noChangeArrowheads="1"/>
            </p:cNvSpPr>
            <p:nvPr/>
          </p:nvSpPr>
          <p:spPr bwMode="auto">
            <a:xfrm>
              <a:off x="4395179" y="4659059"/>
              <a:ext cx="358140" cy="3470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1222" name="Text Box 79"/>
            <p:cNvSpPr txBox="1">
              <a:spLocks noChangeArrowheads="1"/>
            </p:cNvSpPr>
            <p:nvPr/>
          </p:nvSpPr>
          <p:spPr bwMode="auto">
            <a:xfrm>
              <a:off x="3870722" y="4070349"/>
              <a:ext cx="358140" cy="3470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51239" name="Text Box 121"/>
          <p:cNvSpPr txBox="1">
            <a:spLocks noChangeArrowheads="1"/>
          </p:cNvSpPr>
          <p:nvPr/>
        </p:nvSpPr>
        <p:spPr bwMode="auto">
          <a:xfrm>
            <a:off x="4015740" y="1990090"/>
            <a:ext cx="164020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Tree B (AVL)</a:t>
            </a:r>
          </a:p>
        </p:txBody>
      </p:sp>
      <p:sp>
        <p:nvSpPr>
          <p:cNvPr id="6" name="矩形 5"/>
          <p:cNvSpPr/>
          <p:nvPr/>
        </p:nvSpPr>
        <p:spPr>
          <a:xfrm>
            <a:off x="467784" y="1521419"/>
            <a:ext cx="308483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node into AVL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insert 7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4441424" y="4569714"/>
            <a:ext cx="457835" cy="983615"/>
            <a:chOff x="2106758" y="5183341"/>
            <a:chExt cx="610446" cy="1192260"/>
          </a:xfrm>
        </p:grpSpPr>
        <p:sp>
          <p:nvSpPr>
            <p:cNvPr id="53" name="Oval 53"/>
            <p:cNvSpPr>
              <a:spLocks noChangeArrowheads="1"/>
            </p:cNvSpPr>
            <p:nvPr/>
          </p:nvSpPr>
          <p:spPr bwMode="auto">
            <a:xfrm>
              <a:off x="2106758" y="5764462"/>
              <a:ext cx="610446" cy="6111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cxnSp>
          <p:nvCxnSpPr>
            <p:cNvPr id="54" name="AutoShape 54"/>
            <p:cNvCxnSpPr>
              <a:cxnSpLocks noChangeShapeType="1"/>
              <a:stCxn id="51214" idx="3"/>
              <a:endCxn id="53" idx="0"/>
            </p:cNvCxnSpPr>
            <p:nvPr/>
          </p:nvCxnSpPr>
          <p:spPr bwMode="auto">
            <a:xfrm flipH="1">
              <a:off x="2411748" y="5183341"/>
              <a:ext cx="276013" cy="5811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5" name="Text Box 105"/>
          <p:cNvSpPr txBox="1">
            <a:spLocks noChangeArrowheads="1"/>
          </p:cNvSpPr>
          <p:nvPr/>
        </p:nvSpPr>
        <p:spPr bwMode="auto">
          <a:xfrm>
            <a:off x="4485640" y="4707890"/>
            <a:ext cx="40576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7" name="Text Box 101"/>
          <p:cNvSpPr txBox="1">
            <a:spLocks noChangeArrowheads="1"/>
          </p:cNvSpPr>
          <p:nvPr/>
        </p:nvSpPr>
        <p:spPr bwMode="auto">
          <a:xfrm>
            <a:off x="4800600" y="3804920"/>
            <a:ext cx="235585" cy="361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8" name="Text Box 101"/>
          <p:cNvSpPr txBox="1">
            <a:spLocks noChangeArrowheads="1"/>
          </p:cNvSpPr>
          <p:nvPr/>
        </p:nvSpPr>
        <p:spPr bwMode="auto">
          <a:xfrm>
            <a:off x="5511165" y="3060065"/>
            <a:ext cx="335280" cy="4057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0" name="Text Box 121"/>
          <p:cNvSpPr txBox="1">
            <a:spLocks noChangeArrowheads="1"/>
          </p:cNvSpPr>
          <p:nvPr/>
        </p:nvSpPr>
        <p:spPr bwMode="auto">
          <a:xfrm>
            <a:off x="3851910" y="1990090"/>
            <a:ext cx="2275840" cy="3987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Tree B (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non-AVL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61" name="Text Box 101"/>
          <p:cNvSpPr txBox="1">
            <a:spLocks noChangeArrowheads="1"/>
          </p:cNvSpPr>
          <p:nvPr/>
        </p:nvSpPr>
        <p:spPr bwMode="auto">
          <a:xfrm>
            <a:off x="4567555" y="2453640"/>
            <a:ext cx="309880" cy="3638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59" name="AutoShape 64"/>
          <p:cNvSpPr>
            <a:spLocks noChangeArrowheads="1"/>
          </p:cNvSpPr>
          <p:nvPr/>
        </p:nvSpPr>
        <p:spPr bwMode="auto">
          <a:xfrm>
            <a:off x="6443345" y="2975611"/>
            <a:ext cx="1708785" cy="645159"/>
          </a:xfrm>
          <a:prstGeom prst="wedgeRectCallout">
            <a:avLst>
              <a:gd name="adj1" fmla="val -82478"/>
              <a:gd name="adj2" fmla="val 42618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balance factor </a:t>
            </a:r>
          </a:p>
          <a:p>
            <a:pPr algn="ctr"/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1-(-1) = 2</a:t>
            </a:r>
          </a:p>
        </p:txBody>
      </p:sp>
      <p:sp>
        <p:nvSpPr>
          <p:cNvPr id="62" name="矩形 61"/>
          <p:cNvSpPr/>
          <p:nvPr/>
        </p:nvSpPr>
        <p:spPr>
          <a:xfrm>
            <a:off x="791845" y="5732780"/>
            <a:ext cx="7815580" cy="46037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Inserting(deleting) a node could violate the AVL tree property.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57" grpId="0" bldLvl="0" animBg="1"/>
      <p:bldP spid="58" grpId="0" bldLvl="0" animBg="1"/>
      <p:bldP spid="60" grpId="0" bldLvl="0" animBg="1"/>
      <p:bldP spid="61" grpId="0" bldLvl="0" animBg="1"/>
      <p:bldP spid="59" grpId="0" bldLvl="0" animBg="1"/>
      <p:bldP spid="62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4922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Insert and Rotation in AVL Trees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3250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927B15-C444-451F-A2E5-A2ED8987CD7F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325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325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4F96AE-9959-42AD-8F01-E0875AD87600}" type="slidenum">
              <a:rPr lang="en-US" altLang="zh-CN" sz="790"/>
              <a:pPr/>
              <a:t>27</a:t>
            </a:fld>
            <a:endParaRPr lang="en-US" altLang="zh-CN" sz="790"/>
          </a:p>
        </p:txBody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700530"/>
            <a:ext cx="8150225" cy="44437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Insert operation may cause balance factor to become 2 or –2 for some node 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only nodes on the path from insertion point to root node have possibly changed in height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So after the Insert,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go back up </a:t>
            </a:r>
            <a:r>
              <a:rPr lang="en-US" altLang="zh-CN" dirty="0">
                <a:ea typeface="宋体" panose="02010600030101010101" pitchFamily="2" charset="-122"/>
              </a:rPr>
              <a:t>to the root node by node, updating heights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a new balance factor (the difference </a:t>
            </a:r>
            <a:r>
              <a:rPr lang="en-US" altLang="zh-CN" dirty="0" err="1">
                <a:ea typeface="宋体" panose="02010600030101010101" pitchFamily="2" charset="-122"/>
              </a:rPr>
              <a:t>h</a:t>
            </a:r>
            <a:r>
              <a:rPr lang="en-US" altLang="zh-CN" baseline="-25000" dirty="0" err="1">
                <a:ea typeface="宋体" panose="02010600030101010101" pitchFamily="2" charset="-122"/>
              </a:rPr>
              <a:t>left</a:t>
            </a:r>
            <a:r>
              <a:rPr lang="en-US" altLang="zh-CN" dirty="0" err="1">
                <a:ea typeface="宋体" panose="02010600030101010101" pitchFamily="2" charset="-122"/>
              </a:rPr>
              <a:t>-h</a:t>
            </a:r>
            <a:r>
              <a:rPr lang="en-US" altLang="zh-CN" baseline="-25000" dirty="0" err="1">
                <a:ea typeface="宋体" panose="02010600030101010101" pitchFamily="2" charset="-122"/>
              </a:rPr>
              <a:t>right</a:t>
            </a:r>
            <a:r>
              <a:rPr lang="en-US" altLang="zh-CN" dirty="0">
                <a:ea typeface="宋体" panose="02010600030101010101" pitchFamily="2" charset="-122"/>
              </a:rPr>
              <a:t>) is 2 or –2, adjust tree by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rotation</a:t>
            </a:r>
            <a:r>
              <a:rPr lang="en-US" altLang="zh-CN" dirty="0">
                <a:ea typeface="宋体" panose="02010600030101010101" pitchFamily="2" charset="-122"/>
              </a:rPr>
              <a:t> around the node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597775" y="5914390"/>
            <a:ext cx="925830" cy="751840"/>
            <a:chOff x="6683" y="6632"/>
            <a:chExt cx="467" cy="379"/>
          </a:xfrm>
          <a:solidFill>
            <a:schemeClr val="accent1">
              <a:alpha val="47000"/>
            </a:schemeClr>
          </a:solidFill>
        </p:grpSpPr>
        <p:sp>
          <p:nvSpPr>
            <p:cNvPr id="1241" name="Freeform 377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686" y="6632"/>
              <a:ext cx="464" cy="218"/>
            </a:xfrm>
            <a:custGeom>
              <a:avLst/>
              <a:gdLst>
                <a:gd name="T0" fmla="*/ 2 w 486"/>
                <a:gd name="T1" fmla="*/ 152 h 228"/>
                <a:gd name="T2" fmla="*/ 163 w 486"/>
                <a:gd name="T3" fmla="*/ 20 h 228"/>
                <a:gd name="T4" fmla="*/ 286 w 486"/>
                <a:gd name="T5" fmla="*/ 16 h 228"/>
                <a:gd name="T6" fmla="*/ 353 w 486"/>
                <a:gd name="T7" fmla="*/ 38 h 228"/>
                <a:gd name="T8" fmla="*/ 396 w 486"/>
                <a:gd name="T9" fmla="*/ 62 h 228"/>
                <a:gd name="T10" fmla="*/ 404 w 486"/>
                <a:gd name="T11" fmla="*/ 67 h 228"/>
                <a:gd name="T12" fmla="*/ 414 w 486"/>
                <a:gd name="T13" fmla="*/ 75 h 228"/>
                <a:gd name="T14" fmla="*/ 417 w 486"/>
                <a:gd name="T15" fmla="*/ 74 h 228"/>
                <a:gd name="T16" fmla="*/ 421 w 486"/>
                <a:gd name="T17" fmla="*/ 65 h 228"/>
                <a:gd name="T18" fmla="*/ 424 w 486"/>
                <a:gd name="T19" fmla="*/ 64 h 228"/>
                <a:gd name="T20" fmla="*/ 435 w 486"/>
                <a:gd name="T21" fmla="*/ 32 h 228"/>
                <a:gd name="T22" fmla="*/ 459 w 486"/>
                <a:gd name="T23" fmla="*/ 102 h 228"/>
                <a:gd name="T24" fmla="*/ 471 w 486"/>
                <a:gd name="T25" fmla="*/ 144 h 228"/>
                <a:gd name="T26" fmla="*/ 472 w 486"/>
                <a:gd name="T27" fmla="*/ 165 h 228"/>
                <a:gd name="T28" fmla="*/ 475 w 486"/>
                <a:gd name="T29" fmla="*/ 180 h 228"/>
                <a:gd name="T30" fmla="*/ 470 w 486"/>
                <a:gd name="T31" fmla="*/ 185 h 228"/>
                <a:gd name="T32" fmla="*/ 429 w 486"/>
                <a:gd name="T33" fmla="*/ 194 h 228"/>
                <a:gd name="T34" fmla="*/ 412 w 486"/>
                <a:gd name="T35" fmla="*/ 196 h 228"/>
                <a:gd name="T36" fmla="*/ 404 w 486"/>
                <a:gd name="T37" fmla="*/ 198 h 228"/>
                <a:gd name="T38" fmla="*/ 342 w 486"/>
                <a:gd name="T39" fmla="*/ 218 h 228"/>
                <a:gd name="T40" fmla="*/ 340 w 486"/>
                <a:gd name="T41" fmla="*/ 219 h 228"/>
                <a:gd name="T42" fmla="*/ 365 w 486"/>
                <a:gd name="T43" fmla="*/ 156 h 228"/>
                <a:gd name="T44" fmla="*/ 365 w 486"/>
                <a:gd name="T45" fmla="*/ 150 h 228"/>
                <a:gd name="T46" fmla="*/ 349 w 486"/>
                <a:gd name="T47" fmla="*/ 135 h 228"/>
                <a:gd name="T48" fmla="*/ 347 w 486"/>
                <a:gd name="T49" fmla="*/ 130 h 228"/>
                <a:gd name="T50" fmla="*/ 138 w 486"/>
                <a:gd name="T51" fmla="*/ 90 h 228"/>
                <a:gd name="T52" fmla="*/ 51 w 486"/>
                <a:gd name="T53" fmla="*/ 115 h 228"/>
                <a:gd name="T54" fmla="*/ 1 w 486"/>
                <a:gd name="T55" fmla="*/ 162 h 228"/>
                <a:gd name="T56" fmla="*/ 1 w 486"/>
                <a:gd name="T57" fmla="*/ 162 h 228"/>
                <a:gd name="T58" fmla="*/ 60 w 486"/>
                <a:gd name="T59" fmla="*/ 120 h 228"/>
                <a:gd name="T60" fmla="*/ 140 w 486"/>
                <a:gd name="T61" fmla="*/ 98 h 228"/>
                <a:gd name="T62" fmla="*/ 341 w 486"/>
                <a:gd name="T63" fmla="*/ 137 h 228"/>
                <a:gd name="T64" fmla="*/ 357 w 486"/>
                <a:gd name="T65" fmla="*/ 153 h 228"/>
                <a:gd name="T66" fmla="*/ 333 w 486"/>
                <a:gd name="T67" fmla="*/ 223 h 228"/>
                <a:gd name="T68" fmla="*/ 337 w 486"/>
                <a:gd name="T69" fmla="*/ 227 h 228"/>
                <a:gd name="T70" fmla="*/ 388 w 486"/>
                <a:gd name="T71" fmla="*/ 210 h 228"/>
                <a:gd name="T72" fmla="*/ 423 w 486"/>
                <a:gd name="T73" fmla="*/ 204 h 228"/>
                <a:gd name="T74" fmla="*/ 480 w 486"/>
                <a:gd name="T75" fmla="*/ 190 h 228"/>
                <a:gd name="T76" fmla="*/ 481 w 486"/>
                <a:gd name="T77" fmla="*/ 193 h 228"/>
                <a:gd name="T78" fmla="*/ 482 w 486"/>
                <a:gd name="T79" fmla="*/ 193 h 228"/>
                <a:gd name="T80" fmla="*/ 482 w 486"/>
                <a:gd name="T81" fmla="*/ 189 h 228"/>
                <a:gd name="T82" fmla="*/ 485 w 486"/>
                <a:gd name="T83" fmla="*/ 187 h 228"/>
                <a:gd name="T84" fmla="*/ 486 w 486"/>
                <a:gd name="T85" fmla="*/ 183 h 228"/>
                <a:gd name="T86" fmla="*/ 484 w 486"/>
                <a:gd name="T87" fmla="*/ 177 h 228"/>
                <a:gd name="T88" fmla="*/ 469 w 486"/>
                <a:gd name="T89" fmla="*/ 104 h 228"/>
                <a:gd name="T90" fmla="*/ 438 w 486"/>
                <a:gd name="T91" fmla="*/ 9 h 228"/>
                <a:gd name="T92" fmla="*/ 429 w 486"/>
                <a:gd name="T93" fmla="*/ 9 h 228"/>
                <a:gd name="T94" fmla="*/ 420 w 486"/>
                <a:gd name="T95" fmla="*/ 45 h 228"/>
                <a:gd name="T96" fmla="*/ 420 w 486"/>
                <a:gd name="T97" fmla="*/ 46 h 228"/>
                <a:gd name="T98" fmla="*/ 420 w 486"/>
                <a:gd name="T99" fmla="*/ 47 h 228"/>
                <a:gd name="T100" fmla="*/ 418 w 486"/>
                <a:gd name="T101" fmla="*/ 53 h 228"/>
                <a:gd name="T102" fmla="*/ 413 w 486"/>
                <a:gd name="T103" fmla="*/ 60 h 228"/>
                <a:gd name="T104" fmla="*/ 412 w 486"/>
                <a:gd name="T105" fmla="*/ 59 h 228"/>
                <a:gd name="T106" fmla="*/ 353 w 486"/>
                <a:gd name="T107" fmla="*/ 28 h 228"/>
                <a:gd name="T108" fmla="*/ 283 w 486"/>
                <a:gd name="T109" fmla="*/ 8 h 228"/>
                <a:gd name="T110" fmla="*/ 158 w 486"/>
                <a:gd name="T111" fmla="*/ 14 h 228"/>
                <a:gd name="T112" fmla="*/ 0 w 486"/>
                <a:gd name="T113" fmla="*/ 151 h 228"/>
                <a:gd name="T114" fmla="*/ 2 w 486"/>
                <a:gd name="T115" fmla="*/ 152 h 228"/>
                <a:gd name="T116" fmla="*/ 414 w 486"/>
                <a:gd name="T117" fmla="*/ 69 h 228"/>
                <a:gd name="T118" fmla="*/ 412 w 486"/>
                <a:gd name="T119" fmla="*/ 68 h 228"/>
                <a:gd name="T120" fmla="*/ 413 w 486"/>
                <a:gd name="T121" fmla="*/ 68 h 228"/>
                <a:gd name="T122" fmla="*/ 415 w 486"/>
                <a:gd name="T123" fmla="*/ 67 h 228"/>
                <a:gd name="T124" fmla="*/ 414 w 486"/>
                <a:gd name="T125" fmla="*/ 6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86" h="228">
                  <a:moveTo>
                    <a:pt x="2" y="152"/>
                  </a:moveTo>
                  <a:cubicBezTo>
                    <a:pt x="26" y="80"/>
                    <a:pt x="94" y="39"/>
                    <a:pt x="163" y="20"/>
                  </a:cubicBezTo>
                  <a:cubicBezTo>
                    <a:pt x="204" y="10"/>
                    <a:pt x="245" y="9"/>
                    <a:pt x="286" y="16"/>
                  </a:cubicBezTo>
                  <a:cubicBezTo>
                    <a:pt x="309" y="21"/>
                    <a:pt x="332" y="27"/>
                    <a:pt x="353" y="38"/>
                  </a:cubicBezTo>
                  <a:cubicBezTo>
                    <a:pt x="367" y="45"/>
                    <a:pt x="381" y="55"/>
                    <a:pt x="396" y="62"/>
                  </a:cubicBezTo>
                  <a:cubicBezTo>
                    <a:pt x="398" y="64"/>
                    <a:pt x="401" y="66"/>
                    <a:pt x="404" y="67"/>
                  </a:cubicBezTo>
                  <a:cubicBezTo>
                    <a:pt x="407" y="69"/>
                    <a:pt x="410" y="72"/>
                    <a:pt x="414" y="75"/>
                  </a:cubicBezTo>
                  <a:cubicBezTo>
                    <a:pt x="415" y="75"/>
                    <a:pt x="416" y="75"/>
                    <a:pt x="417" y="74"/>
                  </a:cubicBezTo>
                  <a:cubicBezTo>
                    <a:pt x="419" y="71"/>
                    <a:pt x="420" y="68"/>
                    <a:pt x="421" y="65"/>
                  </a:cubicBezTo>
                  <a:cubicBezTo>
                    <a:pt x="422" y="65"/>
                    <a:pt x="423" y="65"/>
                    <a:pt x="424" y="64"/>
                  </a:cubicBezTo>
                  <a:cubicBezTo>
                    <a:pt x="430" y="56"/>
                    <a:pt x="433" y="44"/>
                    <a:pt x="435" y="32"/>
                  </a:cubicBezTo>
                  <a:cubicBezTo>
                    <a:pt x="443" y="55"/>
                    <a:pt x="451" y="78"/>
                    <a:pt x="459" y="102"/>
                  </a:cubicBezTo>
                  <a:cubicBezTo>
                    <a:pt x="463" y="116"/>
                    <a:pt x="467" y="130"/>
                    <a:pt x="471" y="144"/>
                  </a:cubicBezTo>
                  <a:cubicBezTo>
                    <a:pt x="471" y="151"/>
                    <a:pt x="471" y="158"/>
                    <a:pt x="472" y="165"/>
                  </a:cubicBezTo>
                  <a:cubicBezTo>
                    <a:pt x="472" y="170"/>
                    <a:pt x="473" y="175"/>
                    <a:pt x="475" y="180"/>
                  </a:cubicBezTo>
                  <a:cubicBezTo>
                    <a:pt x="476" y="184"/>
                    <a:pt x="473" y="184"/>
                    <a:pt x="470" y="185"/>
                  </a:cubicBezTo>
                  <a:cubicBezTo>
                    <a:pt x="457" y="190"/>
                    <a:pt x="443" y="192"/>
                    <a:pt x="429" y="194"/>
                  </a:cubicBezTo>
                  <a:cubicBezTo>
                    <a:pt x="424" y="194"/>
                    <a:pt x="418" y="195"/>
                    <a:pt x="412" y="196"/>
                  </a:cubicBezTo>
                  <a:cubicBezTo>
                    <a:pt x="409" y="197"/>
                    <a:pt x="407" y="197"/>
                    <a:pt x="404" y="198"/>
                  </a:cubicBezTo>
                  <a:cubicBezTo>
                    <a:pt x="382" y="202"/>
                    <a:pt x="360" y="206"/>
                    <a:pt x="342" y="218"/>
                  </a:cubicBezTo>
                  <a:cubicBezTo>
                    <a:pt x="341" y="218"/>
                    <a:pt x="341" y="218"/>
                    <a:pt x="340" y="219"/>
                  </a:cubicBezTo>
                  <a:cubicBezTo>
                    <a:pt x="340" y="197"/>
                    <a:pt x="349" y="171"/>
                    <a:pt x="365" y="156"/>
                  </a:cubicBezTo>
                  <a:cubicBezTo>
                    <a:pt x="366" y="154"/>
                    <a:pt x="366" y="152"/>
                    <a:pt x="365" y="150"/>
                  </a:cubicBezTo>
                  <a:cubicBezTo>
                    <a:pt x="360" y="145"/>
                    <a:pt x="355" y="139"/>
                    <a:pt x="349" y="135"/>
                  </a:cubicBezTo>
                  <a:cubicBezTo>
                    <a:pt x="349" y="134"/>
                    <a:pt x="349" y="132"/>
                    <a:pt x="347" y="130"/>
                  </a:cubicBezTo>
                  <a:cubicBezTo>
                    <a:pt x="288" y="87"/>
                    <a:pt x="208" y="78"/>
                    <a:pt x="138" y="90"/>
                  </a:cubicBezTo>
                  <a:cubicBezTo>
                    <a:pt x="108" y="95"/>
                    <a:pt x="79" y="104"/>
                    <a:pt x="51" y="115"/>
                  </a:cubicBezTo>
                  <a:cubicBezTo>
                    <a:pt x="32" y="124"/>
                    <a:pt x="5" y="138"/>
                    <a:pt x="1" y="162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13" y="140"/>
                    <a:pt x="39" y="129"/>
                    <a:pt x="60" y="120"/>
                  </a:cubicBezTo>
                  <a:cubicBezTo>
                    <a:pt x="86" y="110"/>
                    <a:pt x="113" y="103"/>
                    <a:pt x="140" y="98"/>
                  </a:cubicBezTo>
                  <a:cubicBezTo>
                    <a:pt x="208" y="86"/>
                    <a:pt x="285" y="96"/>
                    <a:pt x="341" y="137"/>
                  </a:cubicBezTo>
                  <a:cubicBezTo>
                    <a:pt x="345" y="143"/>
                    <a:pt x="351" y="148"/>
                    <a:pt x="357" y="153"/>
                  </a:cubicBezTo>
                  <a:cubicBezTo>
                    <a:pt x="341" y="171"/>
                    <a:pt x="332" y="200"/>
                    <a:pt x="333" y="223"/>
                  </a:cubicBezTo>
                  <a:cubicBezTo>
                    <a:pt x="333" y="226"/>
                    <a:pt x="335" y="228"/>
                    <a:pt x="337" y="227"/>
                  </a:cubicBezTo>
                  <a:cubicBezTo>
                    <a:pt x="355" y="222"/>
                    <a:pt x="371" y="215"/>
                    <a:pt x="388" y="210"/>
                  </a:cubicBezTo>
                  <a:cubicBezTo>
                    <a:pt x="400" y="208"/>
                    <a:pt x="412" y="206"/>
                    <a:pt x="423" y="204"/>
                  </a:cubicBezTo>
                  <a:cubicBezTo>
                    <a:pt x="441" y="201"/>
                    <a:pt x="464" y="201"/>
                    <a:pt x="480" y="190"/>
                  </a:cubicBezTo>
                  <a:cubicBezTo>
                    <a:pt x="481" y="191"/>
                    <a:pt x="481" y="192"/>
                    <a:pt x="481" y="193"/>
                  </a:cubicBezTo>
                  <a:cubicBezTo>
                    <a:pt x="481" y="193"/>
                    <a:pt x="482" y="193"/>
                    <a:pt x="482" y="193"/>
                  </a:cubicBezTo>
                  <a:cubicBezTo>
                    <a:pt x="482" y="191"/>
                    <a:pt x="482" y="190"/>
                    <a:pt x="482" y="189"/>
                  </a:cubicBezTo>
                  <a:cubicBezTo>
                    <a:pt x="483" y="188"/>
                    <a:pt x="484" y="188"/>
                    <a:pt x="485" y="187"/>
                  </a:cubicBezTo>
                  <a:cubicBezTo>
                    <a:pt x="486" y="186"/>
                    <a:pt x="486" y="184"/>
                    <a:pt x="486" y="183"/>
                  </a:cubicBezTo>
                  <a:cubicBezTo>
                    <a:pt x="485" y="181"/>
                    <a:pt x="484" y="179"/>
                    <a:pt x="484" y="177"/>
                  </a:cubicBezTo>
                  <a:cubicBezTo>
                    <a:pt x="485" y="153"/>
                    <a:pt x="475" y="125"/>
                    <a:pt x="469" y="104"/>
                  </a:cubicBezTo>
                  <a:cubicBezTo>
                    <a:pt x="460" y="72"/>
                    <a:pt x="448" y="41"/>
                    <a:pt x="438" y="9"/>
                  </a:cubicBezTo>
                  <a:cubicBezTo>
                    <a:pt x="437" y="5"/>
                    <a:pt x="430" y="4"/>
                    <a:pt x="429" y="9"/>
                  </a:cubicBezTo>
                  <a:cubicBezTo>
                    <a:pt x="427" y="22"/>
                    <a:pt x="423" y="34"/>
                    <a:pt x="420" y="45"/>
                  </a:cubicBezTo>
                  <a:cubicBezTo>
                    <a:pt x="420" y="46"/>
                    <a:pt x="420" y="46"/>
                    <a:pt x="420" y="46"/>
                  </a:cubicBezTo>
                  <a:cubicBezTo>
                    <a:pt x="420" y="46"/>
                    <a:pt x="420" y="46"/>
                    <a:pt x="420" y="47"/>
                  </a:cubicBezTo>
                  <a:cubicBezTo>
                    <a:pt x="419" y="49"/>
                    <a:pt x="419" y="51"/>
                    <a:pt x="418" y="53"/>
                  </a:cubicBezTo>
                  <a:cubicBezTo>
                    <a:pt x="417" y="56"/>
                    <a:pt x="415" y="58"/>
                    <a:pt x="413" y="60"/>
                  </a:cubicBezTo>
                  <a:cubicBezTo>
                    <a:pt x="413" y="60"/>
                    <a:pt x="412" y="59"/>
                    <a:pt x="412" y="59"/>
                  </a:cubicBezTo>
                  <a:cubicBezTo>
                    <a:pt x="392" y="49"/>
                    <a:pt x="373" y="38"/>
                    <a:pt x="353" y="28"/>
                  </a:cubicBezTo>
                  <a:cubicBezTo>
                    <a:pt x="331" y="17"/>
                    <a:pt x="307" y="12"/>
                    <a:pt x="283" y="8"/>
                  </a:cubicBezTo>
                  <a:cubicBezTo>
                    <a:pt x="241" y="0"/>
                    <a:pt x="199" y="3"/>
                    <a:pt x="158" y="14"/>
                  </a:cubicBezTo>
                  <a:cubicBezTo>
                    <a:pt x="88" y="33"/>
                    <a:pt x="21" y="78"/>
                    <a:pt x="0" y="151"/>
                  </a:cubicBezTo>
                  <a:cubicBezTo>
                    <a:pt x="0" y="152"/>
                    <a:pt x="1" y="152"/>
                    <a:pt x="2" y="152"/>
                  </a:cubicBezTo>
                  <a:close/>
                  <a:moveTo>
                    <a:pt x="414" y="69"/>
                  </a:moveTo>
                  <a:cubicBezTo>
                    <a:pt x="413" y="69"/>
                    <a:pt x="412" y="68"/>
                    <a:pt x="412" y="68"/>
                  </a:cubicBezTo>
                  <a:cubicBezTo>
                    <a:pt x="412" y="68"/>
                    <a:pt x="413" y="68"/>
                    <a:pt x="413" y="68"/>
                  </a:cubicBezTo>
                  <a:cubicBezTo>
                    <a:pt x="414" y="67"/>
                    <a:pt x="414" y="67"/>
                    <a:pt x="415" y="67"/>
                  </a:cubicBezTo>
                  <a:cubicBezTo>
                    <a:pt x="414" y="68"/>
                    <a:pt x="414" y="68"/>
                    <a:pt x="414" y="6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42" name="Freeform 378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683" y="6795"/>
              <a:ext cx="467" cy="216"/>
            </a:xfrm>
            <a:custGeom>
              <a:avLst/>
              <a:gdLst>
                <a:gd name="T0" fmla="*/ 2 w 490"/>
                <a:gd name="T1" fmla="*/ 40 h 227"/>
                <a:gd name="T2" fmla="*/ 364 w 490"/>
                <a:gd name="T3" fmla="*/ 185 h 227"/>
                <a:gd name="T4" fmla="*/ 136 w 490"/>
                <a:gd name="T5" fmla="*/ 16 h 227"/>
                <a:gd name="T6" fmla="*/ 421 w 490"/>
                <a:gd name="T7" fmla="*/ 155 h 227"/>
                <a:gd name="T8" fmla="*/ 41 w 490"/>
                <a:gd name="T9" fmla="*/ 166 h 227"/>
                <a:gd name="T10" fmla="*/ 40 w 490"/>
                <a:gd name="T11" fmla="*/ 111 h 227"/>
                <a:gd name="T12" fmla="*/ 144 w 490"/>
                <a:gd name="T13" fmla="*/ 19 h 227"/>
                <a:gd name="T14" fmla="*/ 379 w 490"/>
                <a:gd name="T15" fmla="*/ 132 h 227"/>
                <a:gd name="T16" fmla="*/ 52 w 490"/>
                <a:gd name="T17" fmla="*/ 166 h 227"/>
                <a:gd name="T18" fmla="*/ 94 w 490"/>
                <a:gd name="T19" fmla="*/ 102 h 227"/>
                <a:gd name="T20" fmla="*/ 227 w 490"/>
                <a:gd name="T21" fmla="*/ 137 h 227"/>
                <a:gd name="T22" fmla="*/ 108 w 490"/>
                <a:gd name="T23" fmla="*/ 165 h 227"/>
                <a:gd name="T24" fmla="*/ 80 w 490"/>
                <a:gd name="T25" fmla="*/ 63 h 227"/>
                <a:gd name="T26" fmla="*/ 105 w 490"/>
                <a:gd name="T27" fmla="*/ 38 h 227"/>
                <a:gd name="T28" fmla="*/ 77 w 490"/>
                <a:gd name="T29" fmla="*/ 91 h 227"/>
                <a:gd name="T30" fmla="*/ 45 w 490"/>
                <a:gd name="T31" fmla="*/ 60 h 227"/>
                <a:gd name="T32" fmla="*/ 80 w 490"/>
                <a:gd name="T33" fmla="*/ 112 h 227"/>
                <a:gd name="T34" fmla="*/ 156 w 490"/>
                <a:gd name="T35" fmla="*/ 129 h 227"/>
                <a:gd name="T36" fmla="*/ 226 w 490"/>
                <a:gd name="T37" fmla="*/ 175 h 227"/>
                <a:gd name="T38" fmla="*/ 244 w 490"/>
                <a:gd name="T39" fmla="*/ 177 h 227"/>
                <a:gd name="T40" fmla="*/ 300 w 490"/>
                <a:gd name="T41" fmla="*/ 154 h 227"/>
                <a:gd name="T42" fmla="*/ 169 w 490"/>
                <a:gd name="T43" fmla="*/ 147 h 227"/>
                <a:gd name="T44" fmla="*/ 115 w 490"/>
                <a:gd name="T45" fmla="*/ 145 h 227"/>
                <a:gd name="T46" fmla="*/ 199 w 490"/>
                <a:gd name="T47" fmla="*/ 170 h 227"/>
                <a:gd name="T48" fmla="*/ 181 w 490"/>
                <a:gd name="T49" fmla="*/ 145 h 227"/>
                <a:gd name="T50" fmla="*/ 102 w 490"/>
                <a:gd name="T51" fmla="*/ 137 h 227"/>
                <a:gd name="T52" fmla="*/ 85 w 490"/>
                <a:gd name="T53" fmla="*/ 118 h 227"/>
                <a:gd name="T54" fmla="*/ 102 w 490"/>
                <a:gd name="T55" fmla="*/ 148 h 227"/>
                <a:gd name="T56" fmla="*/ 173 w 490"/>
                <a:gd name="T57" fmla="*/ 167 h 227"/>
                <a:gd name="T58" fmla="*/ 361 w 490"/>
                <a:gd name="T59" fmla="*/ 157 h 227"/>
                <a:gd name="T60" fmla="*/ 375 w 490"/>
                <a:gd name="T61" fmla="*/ 160 h 227"/>
                <a:gd name="T62" fmla="*/ 329 w 490"/>
                <a:gd name="T63" fmla="*/ 160 h 227"/>
                <a:gd name="T64" fmla="*/ 195 w 490"/>
                <a:gd name="T65" fmla="*/ 144 h 227"/>
                <a:gd name="T66" fmla="*/ 133 w 490"/>
                <a:gd name="T67" fmla="*/ 122 h 227"/>
                <a:gd name="T68" fmla="*/ 104 w 490"/>
                <a:gd name="T69" fmla="*/ 110 h 227"/>
                <a:gd name="T70" fmla="*/ 124 w 490"/>
                <a:gd name="T71" fmla="*/ 30 h 227"/>
                <a:gd name="T72" fmla="*/ 41 w 490"/>
                <a:gd name="T73" fmla="*/ 55 h 227"/>
                <a:gd name="T74" fmla="*/ 54 w 490"/>
                <a:gd name="T75" fmla="*/ 99 h 227"/>
                <a:gd name="T76" fmla="*/ 53 w 490"/>
                <a:gd name="T77" fmla="*/ 139 h 227"/>
                <a:gd name="T78" fmla="*/ 89 w 490"/>
                <a:gd name="T79" fmla="*/ 153 h 227"/>
                <a:gd name="T80" fmla="*/ 149 w 490"/>
                <a:gd name="T81" fmla="*/ 175 h 227"/>
                <a:gd name="T82" fmla="*/ 202 w 490"/>
                <a:gd name="T83" fmla="*/ 188 h 227"/>
                <a:gd name="T84" fmla="*/ 266 w 490"/>
                <a:gd name="T85" fmla="*/ 194 h 227"/>
                <a:gd name="T86" fmla="*/ 336 w 490"/>
                <a:gd name="T87" fmla="*/ 170 h 227"/>
                <a:gd name="T88" fmla="*/ 443 w 490"/>
                <a:gd name="T89" fmla="*/ 121 h 227"/>
                <a:gd name="T90" fmla="*/ 307 w 490"/>
                <a:gd name="T91" fmla="*/ 142 h 227"/>
                <a:gd name="T92" fmla="*/ 195 w 490"/>
                <a:gd name="T93" fmla="*/ 131 h 227"/>
                <a:gd name="T94" fmla="*/ 133 w 490"/>
                <a:gd name="T95" fmla="*/ 104 h 227"/>
                <a:gd name="T96" fmla="*/ 118 w 490"/>
                <a:gd name="T97" fmla="*/ 66 h 227"/>
                <a:gd name="T98" fmla="*/ 75 w 490"/>
                <a:gd name="T99" fmla="*/ 31 h 227"/>
                <a:gd name="T100" fmla="*/ 44 w 490"/>
                <a:gd name="T101" fmla="*/ 112 h 227"/>
                <a:gd name="T102" fmla="*/ 78 w 490"/>
                <a:gd name="T103" fmla="*/ 156 h 227"/>
                <a:gd name="T104" fmla="*/ 199 w 490"/>
                <a:gd name="T105" fmla="*/ 192 h 227"/>
                <a:gd name="T106" fmla="*/ 311 w 490"/>
                <a:gd name="T107" fmla="*/ 201 h 227"/>
                <a:gd name="T108" fmla="*/ 456 w 490"/>
                <a:gd name="T109" fmla="*/ 108 h 227"/>
                <a:gd name="T110" fmla="*/ 388 w 490"/>
                <a:gd name="T111" fmla="*/ 131 h 227"/>
                <a:gd name="T112" fmla="*/ 125 w 490"/>
                <a:gd name="T113" fmla="*/ 94 h 227"/>
                <a:gd name="T114" fmla="*/ 16 w 490"/>
                <a:gd name="T115" fmla="*/ 84 h 227"/>
                <a:gd name="T116" fmla="*/ 38 w 490"/>
                <a:gd name="T117" fmla="*/ 126 h 227"/>
                <a:gd name="T118" fmla="*/ 72 w 490"/>
                <a:gd name="T119" fmla="*/ 161 h 227"/>
                <a:gd name="T120" fmla="*/ 364 w 490"/>
                <a:gd name="T121" fmla="*/ 194 h 227"/>
                <a:gd name="T122" fmla="*/ 138 w 490"/>
                <a:gd name="T123" fmla="*/ 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0" h="227">
                  <a:moveTo>
                    <a:pt x="486" y="68"/>
                  </a:moveTo>
                  <a:cubicBezTo>
                    <a:pt x="486" y="67"/>
                    <a:pt x="486" y="67"/>
                    <a:pt x="486" y="66"/>
                  </a:cubicBezTo>
                  <a:cubicBezTo>
                    <a:pt x="486" y="66"/>
                    <a:pt x="486" y="66"/>
                    <a:pt x="486" y="66"/>
                  </a:cubicBezTo>
                  <a:cubicBezTo>
                    <a:pt x="479" y="78"/>
                    <a:pt x="468" y="87"/>
                    <a:pt x="457" y="93"/>
                  </a:cubicBezTo>
                  <a:cubicBezTo>
                    <a:pt x="456" y="93"/>
                    <a:pt x="456" y="93"/>
                    <a:pt x="456" y="93"/>
                  </a:cubicBezTo>
                  <a:cubicBezTo>
                    <a:pt x="456" y="94"/>
                    <a:pt x="456" y="94"/>
                    <a:pt x="456" y="94"/>
                  </a:cubicBezTo>
                  <a:cubicBezTo>
                    <a:pt x="453" y="96"/>
                    <a:pt x="449" y="97"/>
                    <a:pt x="446" y="99"/>
                  </a:cubicBezTo>
                  <a:cubicBezTo>
                    <a:pt x="446" y="99"/>
                    <a:pt x="446" y="99"/>
                    <a:pt x="446" y="99"/>
                  </a:cubicBezTo>
                  <a:cubicBezTo>
                    <a:pt x="446" y="97"/>
                    <a:pt x="443" y="97"/>
                    <a:pt x="443" y="98"/>
                  </a:cubicBezTo>
                  <a:cubicBezTo>
                    <a:pt x="443" y="99"/>
                    <a:pt x="443" y="100"/>
                    <a:pt x="443" y="101"/>
                  </a:cubicBezTo>
                  <a:cubicBezTo>
                    <a:pt x="441" y="102"/>
                    <a:pt x="438" y="103"/>
                    <a:pt x="436" y="103"/>
                  </a:cubicBezTo>
                  <a:cubicBezTo>
                    <a:pt x="436" y="102"/>
                    <a:pt x="436" y="101"/>
                    <a:pt x="436" y="100"/>
                  </a:cubicBezTo>
                  <a:cubicBezTo>
                    <a:pt x="436" y="100"/>
                    <a:pt x="436" y="100"/>
                    <a:pt x="436" y="100"/>
                  </a:cubicBezTo>
                  <a:cubicBezTo>
                    <a:pt x="435" y="102"/>
                    <a:pt x="435" y="103"/>
                    <a:pt x="435" y="104"/>
                  </a:cubicBezTo>
                  <a:cubicBezTo>
                    <a:pt x="432" y="105"/>
                    <a:pt x="429" y="107"/>
                    <a:pt x="426" y="108"/>
                  </a:cubicBezTo>
                  <a:cubicBezTo>
                    <a:pt x="401" y="118"/>
                    <a:pt x="374" y="125"/>
                    <a:pt x="346" y="130"/>
                  </a:cubicBezTo>
                  <a:cubicBezTo>
                    <a:pt x="344" y="130"/>
                    <a:pt x="341" y="131"/>
                    <a:pt x="339" y="131"/>
                  </a:cubicBezTo>
                  <a:cubicBezTo>
                    <a:pt x="318" y="132"/>
                    <a:pt x="298" y="134"/>
                    <a:pt x="278" y="134"/>
                  </a:cubicBezTo>
                  <a:cubicBezTo>
                    <a:pt x="233" y="132"/>
                    <a:pt x="189" y="120"/>
                    <a:pt x="153" y="96"/>
                  </a:cubicBezTo>
                  <a:cubicBezTo>
                    <a:pt x="154" y="94"/>
                    <a:pt x="151" y="92"/>
                    <a:pt x="149" y="94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8" y="93"/>
                    <a:pt x="147" y="92"/>
                    <a:pt x="146" y="91"/>
                  </a:cubicBezTo>
                  <a:cubicBezTo>
                    <a:pt x="142" y="84"/>
                    <a:pt x="136" y="80"/>
                    <a:pt x="130" y="74"/>
                  </a:cubicBezTo>
                  <a:cubicBezTo>
                    <a:pt x="146" y="57"/>
                    <a:pt x="155" y="28"/>
                    <a:pt x="154" y="4"/>
                  </a:cubicBezTo>
                  <a:cubicBezTo>
                    <a:pt x="154" y="2"/>
                    <a:pt x="152" y="0"/>
                    <a:pt x="149" y="1"/>
                  </a:cubicBezTo>
                  <a:cubicBezTo>
                    <a:pt x="132" y="6"/>
                    <a:pt x="115" y="12"/>
                    <a:pt x="98" y="18"/>
                  </a:cubicBezTo>
                  <a:cubicBezTo>
                    <a:pt x="87" y="20"/>
                    <a:pt x="75" y="22"/>
                    <a:pt x="64" y="24"/>
                  </a:cubicBezTo>
                  <a:cubicBezTo>
                    <a:pt x="46" y="27"/>
                    <a:pt x="22" y="27"/>
                    <a:pt x="6" y="37"/>
                  </a:cubicBezTo>
                  <a:cubicBezTo>
                    <a:pt x="6" y="37"/>
                    <a:pt x="6" y="36"/>
                    <a:pt x="6" y="35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6"/>
                    <a:pt x="5" y="38"/>
                    <a:pt x="4" y="39"/>
                  </a:cubicBezTo>
                  <a:cubicBezTo>
                    <a:pt x="4" y="39"/>
                    <a:pt x="3" y="40"/>
                    <a:pt x="2" y="40"/>
                  </a:cubicBezTo>
                  <a:cubicBezTo>
                    <a:pt x="1" y="41"/>
                    <a:pt x="0" y="44"/>
                    <a:pt x="1" y="45"/>
                  </a:cubicBezTo>
                  <a:cubicBezTo>
                    <a:pt x="2" y="47"/>
                    <a:pt x="2" y="49"/>
                    <a:pt x="3" y="50"/>
                  </a:cubicBezTo>
                  <a:cubicBezTo>
                    <a:pt x="2" y="75"/>
                    <a:pt x="12" y="102"/>
                    <a:pt x="18" y="123"/>
                  </a:cubicBezTo>
                  <a:cubicBezTo>
                    <a:pt x="27" y="155"/>
                    <a:pt x="39" y="186"/>
                    <a:pt x="49" y="218"/>
                  </a:cubicBezTo>
                  <a:cubicBezTo>
                    <a:pt x="50" y="222"/>
                    <a:pt x="57" y="223"/>
                    <a:pt x="58" y="218"/>
                  </a:cubicBezTo>
                  <a:cubicBezTo>
                    <a:pt x="59" y="206"/>
                    <a:pt x="63" y="194"/>
                    <a:pt x="66" y="182"/>
                  </a:cubicBezTo>
                  <a:cubicBezTo>
                    <a:pt x="67" y="182"/>
                    <a:pt x="67" y="182"/>
                    <a:pt x="67" y="182"/>
                  </a:cubicBezTo>
                  <a:cubicBezTo>
                    <a:pt x="67" y="182"/>
                    <a:pt x="67" y="181"/>
                    <a:pt x="67" y="181"/>
                  </a:cubicBezTo>
                  <a:cubicBezTo>
                    <a:pt x="67" y="180"/>
                    <a:pt x="67" y="179"/>
                    <a:pt x="67" y="179"/>
                  </a:cubicBezTo>
                  <a:cubicBezTo>
                    <a:pt x="68" y="178"/>
                    <a:pt x="69" y="177"/>
                    <a:pt x="70" y="177"/>
                  </a:cubicBezTo>
                  <a:cubicBezTo>
                    <a:pt x="71" y="176"/>
                    <a:pt x="70" y="175"/>
                    <a:pt x="69" y="175"/>
                  </a:cubicBezTo>
                  <a:cubicBezTo>
                    <a:pt x="69" y="175"/>
                    <a:pt x="68" y="175"/>
                    <a:pt x="68" y="176"/>
                  </a:cubicBezTo>
                  <a:cubicBezTo>
                    <a:pt x="68" y="175"/>
                    <a:pt x="68" y="175"/>
                    <a:pt x="68" y="174"/>
                  </a:cubicBezTo>
                  <a:cubicBezTo>
                    <a:pt x="70" y="172"/>
                    <a:pt x="71" y="169"/>
                    <a:pt x="74" y="168"/>
                  </a:cubicBezTo>
                  <a:cubicBezTo>
                    <a:pt x="74" y="168"/>
                    <a:pt x="75" y="168"/>
                    <a:pt x="75" y="169"/>
                  </a:cubicBezTo>
                  <a:cubicBezTo>
                    <a:pt x="95" y="179"/>
                    <a:pt x="114" y="190"/>
                    <a:pt x="134" y="200"/>
                  </a:cubicBezTo>
                  <a:cubicBezTo>
                    <a:pt x="155" y="211"/>
                    <a:pt x="180" y="216"/>
                    <a:pt x="204" y="220"/>
                  </a:cubicBezTo>
                  <a:cubicBezTo>
                    <a:pt x="246" y="227"/>
                    <a:pt x="288" y="225"/>
                    <a:pt x="329" y="213"/>
                  </a:cubicBezTo>
                  <a:cubicBezTo>
                    <a:pt x="335" y="212"/>
                    <a:pt x="341" y="210"/>
                    <a:pt x="346" y="208"/>
                  </a:cubicBezTo>
                  <a:cubicBezTo>
                    <a:pt x="347" y="208"/>
                    <a:pt x="347" y="209"/>
                    <a:pt x="348" y="209"/>
                  </a:cubicBezTo>
                  <a:cubicBezTo>
                    <a:pt x="350" y="208"/>
                    <a:pt x="352" y="207"/>
                    <a:pt x="353" y="206"/>
                  </a:cubicBezTo>
                  <a:cubicBezTo>
                    <a:pt x="385" y="194"/>
                    <a:pt x="415" y="177"/>
                    <a:pt x="439" y="154"/>
                  </a:cubicBezTo>
                  <a:cubicBezTo>
                    <a:pt x="444" y="151"/>
                    <a:pt x="448" y="147"/>
                    <a:pt x="452" y="142"/>
                  </a:cubicBezTo>
                  <a:cubicBezTo>
                    <a:pt x="462" y="132"/>
                    <a:pt x="469" y="119"/>
                    <a:pt x="475" y="106"/>
                  </a:cubicBezTo>
                  <a:cubicBezTo>
                    <a:pt x="475" y="105"/>
                    <a:pt x="476" y="105"/>
                    <a:pt x="476" y="104"/>
                  </a:cubicBezTo>
                  <a:cubicBezTo>
                    <a:pt x="477" y="103"/>
                    <a:pt x="477" y="103"/>
                    <a:pt x="478" y="102"/>
                  </a:cubicBezTo>
                  <a:cubicBezTo>
                    <a:pt x="479" y="102"/>
                    <a:pt x="479" y="100"/>
                    <a:pt x="478" y="99"/>
                  </a:cubicBezTo>
                  <a:cubicBezTo>
                    <a:pt x="481" y="93"/>
                    <a:pt x="484" y="86"/>
                    <a:pt x="486" y="80"/>
                  </a:cubicBezTo>
                  <a:cubicBezTo>
                    <a:pt x="487" y="77"/>
                    <a:pt x="488" y="73"/>
                    <a:pt x="489" y="70"/>
                  </a:cubicBezTo>
                  <a:cubicBezTo>
                    <a:pt x="490" y="68"/>
                    <a:pt x="487" y="66"/>
                    <a:pt x="486" y="68"/>
                  </a:cubicBezTo>
                  <a:close/>
                  <a:moveTo>
                    <a:pt x="360" y="195"/>
                  </a:moveTo>
                  <a:cubicBezTo>
                    <a:pt x="362" y="192"/>
                    <a:pt x="363" y="188"/>
                    <a:pt x="364" y="185"/>
                  </a:cubicBezTo>
                  <a:cubicBezTo>
                    <a:pt x="365" y="185"/>
                    <a:pt x="365" y="185"/>
                    <a:pt x="366" y="184"/>
                  </a:cubicBezTo>
                  <a:cubicBezTo>
                    <a:pt x="364" y="188"/>
                    <a:pt x="363" y="192"/>
                    <a:pt x="361" y="195"/>
                  </a:cubicBezTo>
                  <a:cubicBezTo>
                    <a:pt x="361" y="195"/>
                    <a:pt x="360" y="195"/>
                    <a:pt x="360" y="195"/>
                  </a:cubicBezTo>
                  <a:close/>
                  <a:moveTo>
                    <a:pt x="346" y="201"/>
                  </a:moveTo>
                  <a:cubicBezTo>
                    <a:pt x="347" y="198"/>
                    <a:pt x="348" y="196"/>
                    <a:pt x="349" y="193"/>
                  </a:cubicBezTo>
                  <a:cubicBezTo>
                    <a:pt x="351" y="192"/>
                    <a:pt x="353" y="191"/>
                    <a:pt x="355" y="190"/>
                  </a:cubicBezTo>
                  <a:cubicBezTo>
                    <a:pt x="353" y="193"/>
                    <a:pt x="352" y="196"/>
                    <a:pt x="350" y="199"/>
                  </a:cubicBezTo>
                  <a:cubicBezTo>
                    <a:pt x="349" y="200"/>
                    <a:pt x="347" y="200"/>
                    <a:pt x="346" y="201"/>
                  </a:cubicBezTo>
                  <a:close/>
                  <a:moveTo>
                    <a:pt x="322" y="208"/>
                  </a:moveTo>
                  <a:cubicBezTo>
                    <a:pt x="320" y="208"/>
                    <a:pt x="317" y="209"/>
                    <a:pt x="315" y="209"/>
                  </a:cubicBezTo>
                  <a:cubicBezTo>
                    <a:pt x="315" y="209"/>
                    <a:pt x="315" y="208"/>
                    <a:pt x="316" y="208"/>
                  </a:cubicBezTo>
                  <a:cubicBezTo>
                    <a:pt x="318" y="207"/>
                    <a:pt x="320" y="206"/>
                    <a:pt x="322" y="205"/>
                  </a:cubicBezTo>
                  <a:cubicBezTo>
                    <a:pt x="322" y="205"/>
                    <a:pt x="323" y="205"/>
                    <a:pt x="323" y="205"/>
                  </a:cubicBezTo>
                  <a:cubicBezTo>
                    <a:pt x="323" y="206"/>
                    <a:pt x="323" y="207"/>
                    <a:pt x="322" y="208"/>
                  </a:cubicBezTo>
                  <a:close/>
                  <a:moveTo>
                    <a:pt x="174" y="205"/>
                  </a:moveTo>
                  <a:cubicBezTo>
                    <a:pt x="175" y="205"/>
                    <a:pt x="176" y="204"/>
                    <a:pt x="176" y="203"/>
                  </a:cubicBezTo>
                  <a:cubicBezTo>
                    <a:pt x="181" y="204"/>
                    <a:pt x="185" y="204"/>
                    <a:pt x="189" y="204"/>
                  </a:cubicBezTo>
                  <a:cubicBezTo>
                    <a:pt x="188" y="206"/>
                    <a:pt x="187" y="207"/>
                    <a:pt x="186" y="208"/>
                  </a:cubicBezTo>
                  <a:cubicBezTo>
                    <a:pt x="182" y="207"/>
                    <a:pt x="178" y="206"/>
                    <a:pt x="174" y="205"/>
                  </a:cubicBezTo>
                  <a:close/>
                  <a:moveTo>
                    <a:pt x="159" y="201"/>
                  </a:moveTo>
                  <a:cubicBezTo>
                    <a:pt x="164" y="202"/>
                    <a:pt x="169" y="202"/>
                    <a:pt x="174" y="203"/>
                  </a:cubicBezTo>
                  <a:cubicBezTo>
                    <a:pt x="173" y="204"/>
                    <a:pt x="172" y="204"/>
                    <a:pt x="172" y="205"/>
                  </a:cubicBezTo>
                  <a:cubicBezTo>
                    <a:pt x="168" y="203"/>
                    <a:pt x="163" y="202"/>
                    <a:pt x="159" y="201"/>
                  </a:cubicBezTo>
                  <a:close/>
                  <a:moveTo>
                    <a:pt x="147" y="9"/>
                  </a:moveTo>
                  <a:cubicBezTo>
                    <a:pt x="147" y="14"/>
                    <a:pt x="146" y="18"/>
                    <a:pt x="145" y="23"/>
                  </a:cubicBezTo>
                  <a:cubicBezTo>
                    <a:pt x="145" y="23"/>
                    <a:pt x="145" y="22"/>
                    <a:pt x="145" y="22"/>
                  </a:cubicBezTo>
                  <a:cubicBezTo>
                    <a:pt x="145" y="18"/>
                    <a:pt x="146" y="14"/>
                    <a:pt x="147" y="10"/>
                  </a:cubicBezTo>
                  <a:cubicBezTo>
                    <a:pt x="147" y="9"/>
                    <a:pt x="146" y="9"/>
                    <a:pt x="146" y="9"/>
                  </a:cubicBezTo>
                  <a:cubicBezTo>
                    <a:pt x="146" y="12"/>
                    <a:pt x="145" y="15"/>
                    <a:pt x="144" y="18"/>
                  </a:cubicBezTo>
                  <a:cubicBezTo>
                    <a:pt x="144" y="17"/>
                    <a:pt x="144" y="16"/>
                    <a:pt x="143" y="16"/>
                  </a:cubicBezTo>
                  <a:cubicBezTo>
                    <a:pt x="141" y="16"/>
                    <a:pt x="139" y="17"/>
                    <a:pt x="138" y="17"/>
                  </a:cubicBezTo>
                  <a:cubicBezTo>
                    <a:pt x="137" y="17"/>
                    <a:pt x="137" y="16"/>
                    <a:pt x="136" y="16"/>
                  </a:cubicBezTo>
                  <a:cubicBezTo>
                    <a:pt x="137" y="15"/>
                    <a:pt x="138" y="14"/>
                    <a:pt x="138" y="14"/>
                  </a:cubicBezTo>
                  <a:cubicBezTo>
                    <a:pt x="141" y="12"/>
                    <a:pt x="143" y="11"/>
                    <a:pt x="145" y="10"/>
                  </a:cubicBezTo>
                  <a:cubicBezTo>
                    <a:pt x="146" y="9"/>
                    <a:pt x="146" y="9"/>
                    <a:pt x="147" y="9"/>
                  </a:cubicBezTo>
                  <a:close/>
                  <a:moveTo>
                    <a:pt x="140" y="44"/>
                  </a:moveTo>
                  <a:cubicBezTo>
                    <a:pt x="139" y="43"/>
                    <a:pt x="139" y="43"/>
                    <a:pt x="138" y="42"/>
                  </a:cubicBezTo>
                  <a:cubicBezTo>
                    <a:pt x="141" y="36"/>
                    <a:pt x="143" y="29"/>
                    <a:pt x="144" y="23"/>
                  </a:cubicBezTo>
                  <a:cubicBezTo>
                    <a:pt x="145" y="23"/>
                    <a:pt x="145" y="23"/>
                    <a:pt x="145" y="24"/>
                  </a:cubicBezTo>
                  <a:cubicBezTo>
                    <a:pt x="144" y="30"/>
                    <a:pt x="142" y="37"/>
                    <a:pt x="140" y="44"/>
                  </a:cubicBezTo>
                  <a:close/>
                  <a:moveTo>
                    <a:pt x="131" y="61"/>
                  </a:moveTo>
                  <a:cubicBezTo>
                    <a:pt x="130" y="61"/>
                    <a:pt x="130" y="60"/>
                    <a:pt x="129" y="60"/>
                  </a:cubicBezTo>
                  <a:cubicBezTo>
                    <a:pt x="130" y="60"/>
                    <a:pt x="130" y="59"/>
                    <a:pt x="130" y="59"/>
                  </a:cubicBezTo>
                  <a:cubicBezTo>
                    <a:pt x="131" y="59"/>
                    <a:pt x="132" y="58"/>
                    <a:pt x="133" y="57"/>
                  </a:cubicBezTo>
                  <a:cubicBezTo>
                    <a:pt x="133" y="58"/>
                    <a:pt x="132" y="60"/>
                    <a:pt x="131" y="61"/>
                  </a:cubicBezTo>
                  <a:close/>
                  <a:moveTo>
                    <a:pt x="135" y="90"/>
                  </a:moveTo>
                  <a:cubicBezTo>
                    <a:pt x="134" y="93"/>
                    <a:pt x="133" y="96"/>
                    <a:pt x="132" y="98"/>
                  </a:cubicBezTo>
                  <a:cubicBezTo>
                    <a:pt x="130" y="97"/>
                    <a:pt x="129" y="96"/>
                    <a:pt x="127" y="95"/>
                  </a:cubicBezTo>
                  <a:cubicBezTo>
                    <a:pt x="129" y="93"/>
                    <a:pt x="131" y="91"/>
                    <a:pt x="133" y="89"/>
                  </a:cubicBezTo>
                  <a:cubicBezTo>
                    <a:pt x="134" y="89"/>
                    <a:pt x="134" y="90"/>
                    <a:pt x="135" y="90"/>
                  </a:cubicBezTo>
                  <a:close/>
                  <a:moveTo>
                    <a:pt x="185" y="122"/>
                  </a:moveTo>
                  <a:cubicBezTo>
                    <a:pt x="185" y="122"/>
                    <a:pt x="184" y="123"/>
                    <a:pt x="184" y="123"/>
                  </a:cubicBezTo>
                  <a:cubicBezTo>
                    <a:pt x="182" y="122"/>
                    <a:pt x="179" y="121"/>
                    <a:pt x="177" y="120"/>
                  </a:cubicBezTo>
                  <a:cubicBezTo>
                    <a:pt x="177" y="120"/>
                    <a:pt x="177" y="119"/>
                    <a:pt x="177" y="119"/>
                  </a:cubicBezTo>
                  <a:cubicBezTo>
                    <a:pt x="180" y="120"/>
                    <a:pt x="182" y="121"/>
                    <a:pt x="185" y="122"/>
                  </a:cubicBezTo>
                  <a:close/>
                  <a:moveTo>
                    <a:pt x="451" y="133"/>
                  </a:moveTo>
                  <a:cubicBezTo>
                    <a:pt x="451" y="130"/>
                    <a:pt x="452" y="127"/>
                    <a:pt x="453" y="124"/>
                  </a:cubicBezTo>
                  <a:cubicBezTo>
                    <a:pt x="456" y="122"/>
                    <a:pt x="458" y="119"/>
                    <a:pt x="460" y="117"/>
                  </a:cubicBezTo>
                  <a:cubicBezTo>
                    <a:pt x="459" y="119"/>
                    <a:pt x="459" y="120"/>
                    <a:pt x="458" y="122"/>
                  </a:cubicBezTo>
                  <a:cubicBezTo>
                    <a:pt x="456" y="126"/>
                    <a:pt x="453" y="130"/>
                    <a:pt x="451" y="133"/>
                  </a:cubicBezTo>
                  <a:close/>
                  <a:moveTo>
                    <a:pt x="413" y="163"/>
                  </a:moveTo>
                  <a:cubicBezTo>
                    <a:pt x="414" y="160"/>
                    <a:pt x="415" y="156"/>
                    <a:pt x="416" y="153"/>
                  </a:cubicBezTo>
                  <a:cubicBezTo>
                    <a:pt x="419" y="151"/>
                    <a:pt x="422" y="148"/>
                    <a:pt x="425" y="146"/>
                  </a:cubicBezTo>
                  <a:cubicBezTo>
                    <a:pt x="424" y="149"/>
                    <a:pt x="423" y="152"/>
                    <a:pt x="421" y="155"/>
                  </a:cubicBezTo>
                  <a:cubicBezTo>
                    <a:pt x="421" y="156"/>
                    <a:pt x="422" y="157"/>
                    <a:pt x="423" y="156"/>
                  </a:cubicBezTo>
                  <a:cubicBezTo>
                    <a:pt x="427" y="154"/>
                    <a:pt x="429" y="147"/>
                    <a:pt x="430" y="142"/>
                  </a:cubicBezTo>
                  <a:cubicBezTo>
                    <a:pt x="431" y="141"/>
                    <a:pt x="432" y="140"/>
                    <a:pt x="433" y="139"/>
                  </a:cubicBezTo>
                  <a:cubicBezTo>
                    <a:pt x="432" y="143"/>
                    <a:pt x="431" y="147"/>
                    <a:pt x="431" y="151"/>
                  </a:cubicBezTo>
                  <a:cubicBezTo>
                    <a:pt x="425" y="156"/>
                    <a:pt x="419" y="159"/>
                    <a:pt x="413" y="163"/>
                  </a:cubicBezTo>
                  <a:close/>
                  <a:moveTo>
                    <a:pt x="402" y="170"/>
                  </a:moveTo>
                  <a:cubicBezTo>
                    <a:pt x="402" y="167"/>
                    <a:pt x="403" y="165"/>
                    <a:pt x="404" y="162"/>
                  </a:cubicBezTo>
                  <a:cubicBezTo>
                    <a:pt x="406" y="161"/>
                    <a:pt x="407" y="160"/>
                    <a:pt x="409" y="159"/>
                  </a:cubicBezTo>
                  <a:cubicBezTo>
                    <a:pt x="407" y="162"/>
                    <a:pt x="406" y="164"/>
                    <a:pt x="405" y="167"/>
                  </a:cubicBezTo>
                  <a:cubicBezTo>
                    <a:pt x="404" y="168"/>
                    <a:pt x="403" y="169"/>
                    <a:pt x="402" y="170"/>
                  </a:cubicBezTo>
                  <a:close/>
                  <a:moveTo>
                    <a:pt x="236" y="216"/>
                  </a:moveTo>
                  <a:cubicBezTo>
                    <a:pt x="231" y="215"/>
                    <a:pt x="227" y="215"/>
                    <a:pt x="222" y="214"/>
                  </a:cubicBezTo>
                  <a:cubicBezTo>
                    <a:pt x="224" y="211"/>
                    <a:pt x="225" y="208"/>
                    <a:pt x="227" y="204"/>
                  </a:cubicBezTo>
                  <a:cubicBezTo>
                    <a:pt x="233" y="204"/>
                    <a:pt x="238" y="204"/>
                    <a:pt x="243" y="203"/>
                  </a:cubicBezTo>
                  <a:cubicBezTo>
                    <a:pt x="241" y="207"/>
                    <a:pt x="239" y="210"/>
                    <a:pt x="237" y="214"/>
                  </a:cubicBezTo>
                  <a:cubicBezTo>
                    <a:pt x="237" y="214"/>
                    <a:pt x="236" y="215"/>
                    <a:pt x="236" y="216"/>
                  </a:cubicBezTo>
                  <a:close/>
                  <a:moveTo>
                    <a:pt x="199" y="199"/>
                  </a:moveTo>
                  <a:cubicBezTo>
                    <a:pt x="201" y="197"/>
                    <a:pt x="203" y="195"/>
                    <a:pt x="204" y="193"/>
                  </a:cubicBezTo>
                  <a:cubicBezTo>
                    <a:pt x="206" y="193"/>
                    <a:pt x="207" y="193"/>
                    <a:pt x="209" y="194"/>
                  </a:cubicBezTo>
                  <a:cubicBezTo>
                    <a:pt x="210" y="194"/>
                    <a:pt x="212" y="194"/>
                    <a:pt x="213" y="194"/>
                  </a:cubicBezTo>
                  <a:cubicBezTo>
                    <a:pt x="212" y="196"/>
                    <a:pt x="211" y="198"/>
                    <a:pt x="210" y="199"/>
                  </a:cubicBezTo>
                  <a:cubicBezTo>
                    <a:pt x="206" y="199"/>
                    <a:pt x="203" y="199"/>
                    <a:pt x="199" y="199"/>
                  </a:cubicBezTo>
                  <a:close/>
                  <a:moveTo>
                    <a:pt x="55" y="181"/>
                  </a:moveTo>
                  <a:cubicBezTo>
                    <a:pt x="55" y="181"/>
                    <a:pt x="54" y="181"/>
                    <a:pt x="54" y="181"/>
                  </a:cubicBezTo>
                  <a:cubicBezTo>
                    <a:pt x="54" y="182"/>
                    <a:pt x="54" y="182"/>
                    <a:pt x="53" y="182"/>
                  </a:cubicBezTo>
                  <a:cubicBezTo>
                    <a:pt x="54" y="179"/>
                    <a:pt x="54" y="176"/>
                    <a:pt x="55" y="173"/>
                  </a:cubicBezTo>
                  <a:cubicBezTo>
                    <a:pt x="55" y="173"/>
                    <a:pt x="55" y="173"/>
                    <a:pt x="55" y="172"/>
                  </a:cubicBezTo>
                  <a:cubicBezTo>
                    <a:pt x="56" y="170"/>
                    <a:pt x="57" y="167"/>
                    <a:pt x="58" y="164"/>
                  </a:cubicBezTo>
                  <a:cubicBezTo>
                    <a:pt x="58" y="164"/>
                    <a:pt x="59" y="164"/>
                    <a:pt x="59" y="164"/>
                  </a:cubicBezTo>
                  <a:cubicBezTo>
                    <a:pt x="57" y="169"/>
                    <a:pt x="56" y="175"/>
                    <a:pt x="55" y="181"/>
                  </a:cubicBezTo>
                  <a:close/>
                  <a:moveTo>
                    <a:pt x="46" y="179"/>
                  </a:moveTo>
                  <a:cubicBezTo>
                    <a:pt x="44" y="175"/>
                    <a:pt x="43" y="170"/>
                    <a:pt x="41" y="166"/>
                  </a:cubicBezTo>
                  <a:cubicBezTo>
                    <a:pt x="43" y="166"/>
                    <a:pt x="45" y="166"/>
                    <a:pt x="47" y="166"/>
                  </a:cubicBezTo>
                  <a:cubicBezTo>
                    <a:pt x="46" y="168"/>
                    <a:pt x="46" y="170"/>
                    <a:pt x="46" y="172"/>
                  </a:cubicBezTo>
                  <a:cubicBezTo>
                    <a:pt x="45" y="175"/>
                    <a:pt x="49" y="176"/>
                    <a:pt x="50" y="173"/>
                  </a:cubicBezTo>
                  <a:cubicBezTo>
                    <a:pt x="50" y="171"/>
                    <a:pt x="50" y="170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0" y="173"/>
                    <a:pt x="49" y="177"/>
                    <a:pt x="49" y="181"/>
                  </a:cubicBezTo>
                  <a:cubicBezTo>
                    <a:pt x="48" y="180"/>
                    <a:pt x="47" y="180"/>
                    <a:pt x="46" y="179"/>
                  </a:cubicBezTo>
                  <a:cubicBezTo>
                    <a:pt x="46" y="179"/>
                    <a:pt x="46" y="179"/>
                    <a:pt x="46" y="179"/>
                  </a:cubicBezTo>
                  <a:close/>
                  <a:moveTo>
                    <a:pt x="38" y="148"/>
                  </a:moveTo>
                  <a:cubicBezTo>
                    <a:pt x="38" y="144"/>
                    <a:pt x="39" y="140"/>
                    <a:pt x="40" y="136"/>
                  </a:cubicBezTo>
                  <a:cubicBezTo>
                    <a:pt x="41" y="135"/>
                    <a:pt x="43" y="135"/>
                    <a:pt x="45" y="135"/>
                  </a:cubicBezTo>
                  <a:cubicBezTo>
                    <a:pt x="47" y="138"/>
                    <a:pt x="50" y="140"/>
                    <a:pt x="52" y="143"/>
                  </a:cubicBezTo>
                  <a:cubicBezTo>
                    <a:pt x="50" y="149"/>
                    <a:pt x="49" y="154"/>
                    <a:pt x="48" y="160"/>
                  </a:cubicBezTo>
                  <a:cubicBezTo>
                    <a:pt x="45" y="155"/>
                    <a:pt x="42" y="151"/>
                    <a:pt x="38" y="148"/>
                  </a:cubicBezTo>
                  <a:close/>
                  <a:moveTo>
                    <a:pt x="34" y="143"/>
                  </a:moveTo>
                  <a:cubicBezTo>
                    <a:pt x="33" y="142"/>
                    <a:pt x="33" y="141"/>
                    <a:pt x="32" y="139"/>
                  </a:cubicBezTo>
                  <a:cubicBezTo>
                    <a:pt x="32" y="139"/>
                    <a:pt x="33" y="139"/>
                    <a:pt x="33" y="138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4" y="136"/>
                    <a:pt x="34" y="136"/>
                    <a:pt x="35" y="136"/>
                  </a:cubicBezTo>
                  <a:cubicBezTo>
                    <a:pt x="34" y="139"/>
                    <a:pt x="34" y="141"/>
                    <a:pt x="34" y="144"/>
                  </a:cubicBezTo>
                  <a:cubicBezTo>
                    <a:pt x="34" y="143"/>
                    <a:pt x="34" y="143"/>
                    <a:pt x="34" y="143"/>
                  </a:cubicBezTo>
                  <a:close/>
                  <a:moveTo>
                    <a:pt x="40" y="107"/>
                  </a:moveTo>
                  <a:cubicBezTo>
                    <a:pt x="42" y="103"/>
                    <a:pt x="44" y="99"/>
                    <a:pt x="46" y="94"/>
                  </a:cubicBezTo>
                  <a:cubicBezTo>
                    <a:pt x="46" y="94"/>
                    <a:pt x="47" y="94"/>
                    <a:pt x="48" y="94"/>
                  </a:cubicBezTo>
                  <a:cubicBezTo>
                    <a:pt x="49" y="95"/>
                    <a:pt x="50" y="97"/>
                    <a:pt x="51" y="98"/>
                  </a:cubicBezTo>
                  <a:cubicBezTo>
                    <a:pt x="49" y="101"/>
                    <a:pt x="48" y="105"/>
                    <a:pt x="46" y="109"/>
                  </a:cubicBezTo>
                  <a:cubicBezTo>
                    <a:pt x="45" y="109"/>
                    <a:pt x="44" y="110"/>
                    <a:pt x="43" y="110"/>
                  </a:cubicBezTo>
                  <a:cubicBezTo>
                    <a:pt x="42" y="109"/>
                    <a:pt x="41" y="108"/>
                    <a:pt x="40" y="107"/>
                  </a:cubicBezTo>
                  <a:close/>
                  <a:moveTo>
                    <a:pt x="40" y="111"/>
                  </a:moveTo>
                  <a:cubicBezTo>
                    <a:pt x="39" y="111"/>
                    <a:pt x="39" y="111"/>
                    <a:pt x="39" y="111"/>
                  </a:cubicBezTo>
                  <a:cubicBezTo>
                    <a:pt x="39" y="111"/>
                    <a:pt x="39" y="111"/>
                    <a:pt x="39" y="110"/>
                  </a:cubicBezTo>
                  <a:cubicBezTo>
                    <a:pt x="39" y="111"/>
                    <a:pt x="40" y="111"/>
                    <a:pt x="40" y="111"/>
                  </a:cubicBezTo>
                  <a:close/>
                  <a:moveTo>
                    <a:pt x="22" y="82"/>
                  </a:moveTo>
                  <a:cubicBezTo>
                    <a:pt x="26" y="82"/>
                    <a:pt x="30" y="81"/>
                    <a:pt x="34" y="80"/>
                  </a:cubicBezTo>
                  <a:cubicBezTo>
                    <a:pt x="32" y="85"/>
                    <a:pt x="30" y="91"/>
                    <a:pt x="28" y="96"/>
                  </a:cubicBezTo>
                  <a:cubicBezTo>
                    <a:pt x="25" y="94"/>
                    <a:pt x="23" y="92"/>
                    <a:pt x="21" y="90"/>
                  </a:cubicBezTo>
                  <a:cubicBezTo>
                    <a:pt x="21" y="90"/>
                    <a:pt x="21" y="90"/>
                    <a:pt x="20" y="90"/>
                  </a:cubicBezTo>
                  <a:cubicBezTo>
                    <a:pt x="21" y="87"/>
                    <a:pt x="21" y="85"/>
                    <a:pt x="22" y="82"/>
                  </a:cubicBezTo>
                  <a:close/>
                  <a:moveTo>
                    <a:pt x="20" y="45"/>
                  </a:moveTo>
                  <a:cubicBezTo>
                    <a:pt x="19" y="48"/>
                    <a:pt x="18" y="50"/>
                    <a:pt x="17" y="53"/>
                  </a:cubicBezTo>
                  <a:cubicBezTo>
                    <a:pt x="16" y="52"/>
                    <a:pt x="14" y="51"/>
                    <a:pt x="13" y="50"/>
                  </a:cubicBezTo>
                  <a:cubicBezTo>
                    <a:pt x="12" y="49"/>
                    <a:pt x="12" y="48"/>
                    <a:pt x="12" y="48"/>
                  </a:cubicBezTo>
                  <a:cubicBezTo>
                    <a:pt x="11" y="44"/>
                    <a:pt x="13" y="44"/>
                    <a:pt x="17" y="43"/>
                  </a:cubicBezTo>
                  <a:cubicBezTo>
                    <a:pt x="17" y="42"/>
                    <a:pt x="18" y="42"/>
                    <a:pt x="18" y="42"/>
                  </a:cubicBezTo>
                  <a:cubicBezTo>
                    <a:pt x="22" y="43"/>
                    <a:pt x="26" y="43"/>
                    <a:pt x="30" y="42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0" y="49"/>
                    <a:pt x="28" y="54"/>
                    <a:pt x="26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7"/>
                    <a:pt x="20" y="55"/>
                    <a:pt x="18" y="53"/>
                  </a:cubicBezTo>
                  <a:cubicBezTo>
                    <a:pt x="19" y="51"/>
                    <a:pt x="20" y="48"/>
                    <a:pt x="21" y="46"/>
                  </a:cubicBezTo>
                  <a:cubicBezTo>
                    <a:pt x="21" y="45"/>
                    <a:pt x="20" y="45"/>
                    <a:pt x="20" y="45"/>
                  </a:cubicBezTo>
                  <a:close/>
                  <a:moveTo>
                    <a:pt x="134" y="16"/>
                  </a:moveTo>
                  <a:cubicBezTo>
                    <a:pt x="135" y="16"/>
                    <a:pt x="135" y="16"/>
                    <a:pt x="135" y="16"/>
                  </a:cubicBezTo>
                  <a:cubicBezTo>
                    <a:pt x="135" y="16"/>
                    <a:pt x="135" y="17"/>
                    <a:pt x="134" y="17"/>
                  </a:cubicBezTo>
                  <a:cubicBezTo>
                    <a:pt x="133" y="17"/>
                    <a:pt x="131" y="18"/>
                    <a:pt x="129" y="18"/>
                  </a:cubicBezTo>
                  <a:cubicBezTo>
                    <a:pt x="131" y="17"/>
                    <a:pt x="133" y="16"/>
                    <a:pt x="134" y="16"/>
                  </a:cubicBezTo>
                  <a:close/>
                  <a:moveTo>
                    <a:pt x="135" y="15"/>
                  </a:moveTo>
                  <a:cubicBezTo>
                    <a:pt x="135" y="15"/>
                    <a:pt x="136" y="15"/>
                    <a:pt x="137" y="14"/>
                  </a:cubicBezTo>
                  <a:cubicBezTo>
                    <a:pt x="136" y="15"/>
                    <a:pt x="136" y="15"/>
                    <a:pt x="136" y="16"/>
                  </a:cubicBezTo>
                  <a:cubicBezTo>
                    <a:pt x="135" y="16"/>
                    <a:pt x="135" y="15"/>
                    <a:pt x="135" y="15"/>
                  </a:cubicBezTo>
                  <a:close/>
                  <a:moveTo>
                    <a:pt x="144" y="21"/>
                  </a:moveTo>
                  <a:cubicBezTo>
                    <a:pt x="143" y="21"/>
                    <a:pt x="143" y="20"/>
                    <a:pt x="142" y="20"/>
                  </a:cubicBezTo>
                  <a:cubicBezTo>
                    <a:pt x="143" y="20"/>
                    <a:pt x="143" y="20"/>
                    <a:pt x="143" y="20"/>
                  </a:cubicBezTo>
                  <a:cubicBezTo>
                    <a:pt x="144" y="20"/>
                    <a:pt x="144" y="19"/>
                    <a:pt x="144" y="19"/>
                  </a:cubicBezTo>
                  <a:cubicBezTo>
                    <a:pt x="144" y="20"/>
                    <a:pt x="144" y="21"/>
                    <a:pt x="144" y="21"/>
                  </a:cubicBezTo>
                  <a:close/>
                  <a:moveTo>
                    <a:pt x="144" y="22"/>
                  </a:moveTo>
                  <a:cubicBezTo>
                    <a:pt x="142" y="27"/>
                    <a:pt x="140" y="33"/>
                    <a:pt x="138" y="38"/>
                  </a:cubicBezTo>
                  <a:cubicBezTo>
                    <a:pt x="138" y="37"/>
                    <a:pt x="137" y="36"/>
                    <a:pt x="136" y="37"/>
                  </a:cubicBezTo>
                  <a:cubicBezTo>
                    <a:pt x="135" y="37"/>
                    <a:pt x="134" y="37"/>
                    <a:pt x="133" y="38"/>
                  </a:cubicBezTo>
                  <a:cubicBezTo>
                    <a:pt x="131" y="36"/>
                    <a:pt x="130" y="35"/>
                    <a:pt x="128" y="34"/>
                  </a:cubicBezTo>
                  <a:cubicBezTo>
                    <a:pt x="132" y="31"/>
                    <a:pt x="136" y="29"/>
                    <a:pt x="141" y="27"/>
                  </a:cubicBezTo>
                  <a:cubicBezTo>
                    <a:pt x="143" y="25"/>
                    <a:pt x="141" y="22"/>
                    <a:pt x="138" y="23"/>
                  </a:cubicBezTo>
                  <a:cubicBezTo>
                    <a:pt x="135" y="25"/>
                    <a:pt x="131" y="27"/>
                    <a:pt x="128" y="29"/>
                  </a:cubicBezTo>
                  <a:cubicBezTo>
                    <a:pt x="129" y="27"/>
                    <a:pt x="130" y="25"/>
                    <a:pt x="132" y="23"/>
                  </a:cubicBezTo>
                  <a:cubicBezTo>
                    <a:pt x="135" y="22"/>
                    <a:pt x="138" y="21"/>
                    <a:pt x="142" y="20"/>
                  </a:cubicBezTo>
                  <a:cubicBezTo>
                    <a:pt x="142" y="21"/>
                    <a:pt x="143" y="21"/>
                    <a:pt x="144" y="22"/>
                  </a:cubicBezTo>
                  <a:close/>
                  <a:moveTo>
                    <a:pt x="129" y="56"/>
                  </a:moveTo>
                  <a:cubicBezTo>
                    <a:pt x="128" y="56"/>
                    <a:pt x="127" y="57"/>
                    <a:pt x="126" y="57"/>
                  </a:cubicBezTo>
                  <a:cubicBezTo>
                    <a:pt x="123" y="55"/>
                    <a:pt x="120" y="52"/>
                    <a:pt x="117" y="48"/>
                  </a:cubicBezTo>
                  <a:cubicBezTo>
                    <a:pt x="117" y="48"/>
                    <a:pt x="118" y="47"/>
                    <a:pt x="118" y="47"/>
                  </a:cubicBezTo>
                  <a:cubicBezTo>
                    <a:pt x="123" y="45"/>
                    <a:pt x="129" y="43"/>
                    <a:pt x="134" y="41"/>
                  </a:cubicBezTo>
                  <a:cubicBezTo>
                    <a:pt x="135" y="42"/>
                    <a:pt x="135" y="42"/>
                    <a:pt x="136" y="43"/>
                  </a:cubicBezTo>
                  <a:cubicBezTo>
                    <a:pt x="134" y="47"/>
                    <a:pt x="132" y="52"/>
                    <a:pt x="129" y="56"/>
                  </a:cubicBezTo>
                  <a:close/>
                  <a:moveTo>
                    <a:pt x="298" y="142"/>
                  </a:moveTo>
                  <a:cubicBezTo>
                    <a:pt x="298" y="143"/>
                    <a:pt x="297" y="144"/>
                    <a:pt x="297" y="145"/>
                  </a:cubicBezTo>
                  <a:cubicBezTo>
                    <a:pt x="294" y="145"/>
                    <a:pt x="291" y="146"/>
                    <a:pt x="287" y="146"/>
                  </a:cubicBezTo>
                  <a:cubicBezTo>
                    <a:pt x="288" y="146"/>
                    <a:pt x="288" y="146"/>
                    <a:pt x="288" y="146"/>
                  </a:cubicBezTo>
                  <a:cubicBezTo>
                    <a:pt x="288" y="143"/>
                    <a:pt x="286" y="142"/>
                    <a:pt x="284" y="144"/>
                  </a:cubicBezTo>
                  <a:cubicBezTo>
                    <a:pt x="284" y="145"/>
                    <a:pt x="283" y="146"/>
                    <a:pt x="283" y="147"/>
                  </a:cubicBezTo>
                  <a:cubicBezTo>
                    <a:pt x="280" y="148"/>
                    <a:pt x="278" y="148"/>
                    <a:pt x="276" y="148"/>
                  </a:cubicBezTo>
                  <a:cubicBezTo>
                    <a:pt x="276" y="146"/>
                    <a:pt x="277" y="144"/>
                    <a:pt x="277" y="142"/>
                  </a:cubicBezTo>
                  <a:cubicBezTo>
                    <a:pt x="284" y="143"/>
                    <a:pt x="291" y="143"/>
                    <a:pt x="298" y="142"/>
                  </a:cubicBezTo>
                  <a:close/>
                  <a:moveTo>
                    <a:pt x="387" y="132"/>
                  </a:moveTo>
                  <a:cubicBezTo>
                    <a:pt x="387" y="132"/>
                    <a:pt x="387" y="133"/>
                    <a:pt x="386" y="133"/>
                  </a:cubicBezTo>
                  <a:cubicBezTo>
                    <a:pt x="384" y="134"/>
                    <a:pt x="381" y="135"/>
                    <a:pt x="378" y="135"/>
                  </a:cubicBezTo>
                  <a:cubicBezTo>
                    <a:pt x="378" y="134"/>
                    <a:pt x="379" y="133"/>
                    <a:pt x="379" y="132"/>
                  </a:cubicBezTo>
                  <a:cubicBezTo>
                    <a:pt x="382" y="132"/>
                    <a:pt x="384" y="132"/>
                    <a:pt x="387" y="132"/>
                  </a:cubicBezTo>
                  <a:close/>
                  <a:moveTo>
                    <a:pt x="385" y="137"/>
                  </a:moveTo>
                  <a:cubicBezTo>
                    <a:pt x="384" y="137"/>
                    <a:pt x="384" y="138"/>
                    <a:pt x="384" y="139"/>
                  </a:cubicBezTo>
                  <a:cubicBezTo>
                    <a:pt x="381" y="139"/>
                    <a:pt x="379" y="140"/>
                    <a:pt x="377" y="141"/>
                  </a:cubicBezTo>
                  <a:cubicBezTo>
                    <a:pt x="377" y="140"/>
                    <a:pt x="377" y="139"/>
                    <a:pt x="377" y="139"/>
                  </a:cubicBezTo>
                  <a:cubicBezTo>
                    <a:pt x="380" y="138"/>
                    <a:pt x="382" y="137"/>
                    <a:pt x="385" y="137"/>
                  </a:cubicBezTo>
                  <a:close/>
                  <a:moveTo>
                    <a:pt x="274" y="211"/>
                  </a:moveTo>
                  <a:cubicBezTo>
                    <a:pt x="276" y="207"/>
                    <a:pt x="277" y="203"/>
                    <a:pt x="278" y="199"/>
                  </a:cubicBezTo>
                  <a:cubicBezTo>
                    <a:pt x="281" y="199"/>
                    <a:pt x="284" y="198"/>
                    <a:pt x="287" y="198"/>
                  </a:cubicBezTo>
                  <a:cubicBezTo>
                    <a:pt x="286" y="202"/>
                    <a:pt x="285" y="205"/>
                    <a:pt x="285" y="209"/>
                  </a:cubicBezTo>
                  <a:cubicBezTo>
                    <a:pt x="281" y="210"/>
                    <a:pt x="278" y="210"/>
                    <a:pt x="274" y="211"/>
                  </a:cubicBezTo>
                  <a:close/>
                  <a:moveTo>
                    <a:pt x="235" y="191"/>
                  </a:moveTo>
                  <a:cubicBezTo>
                    <a:pt x="237" y="189"/>
                    <a:pt x="238" y="186"/>
                    <a:pt x="239" y="184"/>
                  </a:cubicBezTo>
                  <a:cubicBezTo>
                    <a:pt x="244" y="184"/>
                    <a:pt x="249" y="184"/>
                    <a:pt x="255" y="184"/>
                  </a:cubicBezTo>
                  <a:cubicBezTo>
                    <a:pt x="253" y="186"/>
                    <a:pt x="252" y="188"/>
                    <a:pt x="251" y="190"/>
                  </a:cubicBezTo>
                  <a:cubicBezTo>
                    <a:pt x="245" y="190"/>
                    <a:pt x="240" y="191"/>
                    <a:pt x="235" y="191"/>
                  </a:cubicBezTo>
                  <a:close/>
                  <a:moveTo>
                    <a:pt x="227" y="199"/>
                  </a:moveTo>
                  <a:cubicBezTo>
                    <a:pt x="228" y="198"/>
                    <a:pt x="228" y="196"/>
                    <a:pt x="229" y="195"/>
                  </a:cubicBezTo>
                  <a:cubicBezTo>
                    <a:pt x="229" y="195"/>
                    <a:pt x="230" y="195"/>
                    <a:pt x="230" y="195"/>
                  </a:cubicBezTo>
                  <a:cubicBezTo>
                    <a:pt x="229" y="196"/>
                    <a:pt x="228" y="198"/>
                    <a:pt x="228" y="199"/>
                  </a:cubicBezTo>
                  <a:cubicBezTo>
                    <a:pt x="227" y="199"/>
                    <a:pt x="227" y="199"/>
                    <a:pt x="227" y="199"/>
                  </a:cubicBezTo>
                  <a:close/>
                  <a:moveTo>
                    <a:pt x="225" y="204"/>
                  </a:moveTo>
                  <a:cubicBezTo>
                    <a:pt x="223" y="208"/>
                    <a:pt x="222" y="211"/>
                    <a:pt x="220" y="214"/>
                  </a:cubicBezTo>
                  <a:cubicBezTo>
                    <a:pt x="218" y="214"/>
                    <a:pt x="217" y="214"/>
                    <a:pt x="215" y="213"/>
                  </a:cubicBezTo>
                  <a:cubicBezTo>
                    <a:pt x="218" y="211"/>
                    <a:pt x="220" y="208"/>
                    <a:pt x="223" y="205"/>
                  </a:cubicBezTo>
                  <a:cubicBezTo>
                    <a:pt x="223" y="205"/>
                    <a:pt x="224" y="205"/>
                    <a:pt x="225" y="204"/>
                  </a:cubicBezTo>
                  <a:close/>
                  <a:moveTo>
                    <a:pt x="159" y="196"/>
                  </a:moveTo>
                  <a:cubicBezTo>
                    <a:pt x="157" y="195"/>
                    <a:pt x="155" y="195"/>
                    <a:pt x="152" y="194"/>
                  </a:cubicBezTo>
                  <a:cubicBezTo>
                    <a:pt x="155" y="191"/>
                    <a:pt x="159" y="187"/>
                    <a:pt x="162" y="183"/>
                  </a:cubicBezTo>
                  <a:cubicBezTo>
                    <a:pt x="164" y="184"/>
                    <a:pt x="167" y="184"/>
                    <a:pt x="170" y="185"/>
                  </a:cubicBezTo>
                  <a:cubicBezTo>
                    <a:pt x="166" y="189"/>
                    <a:pt x="163" y="192"/>
                    <a:pt x="159" y="196"/>
                  </a:cubicBezTo>
                  <a:close/>
                  <a:moveTo>
                    <a:pt x="52" y="166"/>
                  </a:moveTo>
                  <a:cubicBezTo>
                    <a:pt x="52" y="166"/>
                    <a:pt x="51" y="166"/>
                    <a:pt x="51" y="166"/>
                  </a:cubicBezTo>
                  <a:cubicBezTo>
                    <a:pt x="51" y="166"/>
                    <a:pt x="52" y="166"/>
                    <a:pt x="52" y="166"/>
                  </a:cubicBezTo>
                  <a:cubicBezTo>
                    <a:pt x="52" y="166"/>
                    <a:pt x="52" y="166"/>
                    <a:pt x="52" y="166"/>
                  </a:cubicBezTo>
                  <a:close/>
                  <a:moveTo>
                    <a:pt x="52" y="163"/>
                  </a:moveTo>
                  <a:cubicBezTo>
                    <a:pt x="53" y="158"/>
                    <a:pt x="54" y="153"/>
                    <a:pt x="56" y="148"/>
                  </a:cubicBezTo>
                  <a:cubicBezTo>
                    <a:pt x="56" y="149"/>
                    <a:pt x="57" y="150"/>
                    <a:pt x="57" y="150"/>
                  </a:cubicBezTo>
                  <a:cubicBezTo>
                    <a:pt x="55" y="154"/>
                    <a:pt x="54" y="159"/>
                    <a:pt x="52" y="163"/>
                  </a:cubicBezTo>
                  <a:cubicBezTo>
                    <a:pt x="52" y="163"/>
                    <a:pt x="52" y="163"/>
                    <a:pt x="52" y="163"/>
                  </a:cubicBezTo>
                  <a:close/>
                  <a:moveTo>
                    <a:pt x="57" y="144"/>
                  </a:moveTo>
                  <a:cubicBezTo>
                    <a:pt x="58" y="141"/>
                    <a:pt x="59" y="138"/>
                    <a:pt x="59" y="136"/>
                  </a:cubicBezTo>
                  <a:cubicBezTo>
                    <a:pt x="60" y="137"/>
                    <a:pt x="62" y="138"/>
                    <a:pt x="63" y="140"/>
                  </a:cubicBezTo>
                  <a:cubicBezTo>
                    <a:pt x="61" y="142"/>
                    <a:pt x="60" y="144"/>
                    <a:pt x="59" y="146"/>
                  </a:cubicBezTo>
                  <a:cubicBezTo>
                    <a:pt x="58" y="145"/>
                    <a:pt x="58" y="145"/>
                    <a:pt x="57" y="144"/>
                  </a:cubicBezTo>
                  <a:close/>
                  <a:moveTo>
                    <a:pt x="37" y="42"/>
                  </a:moveTo>
                  <a:cubicBezTo>
                    <a:pt x="42" y="42"/>
                    <a:pt x="47" y="41"/>
                    <a:pt x="52" y="40"/>
                  </a:cubicBezTo>
                  <a:cubicBezTo>
                    <a:pt x="50" y="45"/>
                    <a:pt x="48" y="49"/>
                    <a:pt x="45" y="53"/>
                  </a:cubicBezTo>
                  <a:cubicBezTo>
                    <a:pt x="44" y="54"/>
                    <a:pt x="43" y="54"/>
                    <a:pt x="42" y="54"/>
                  </a:cubicBezTo>
                  <a:cubicBezTo>
                    <a:pt x="39" y="52"/>
                    <a:pt x="37" y="49"/>
                    <a:pt x="35" y="47"/>
                  </a:cubicBezTo>
                  <a:cubicBezTo>
                    <a:pt x="35" y="45"/>
                    <a:pt x="36" y="44"/>
                    <a:pt x="37" y="42"/>
                  </a:cubicBezTo>
                  <a:close/>
                  <a:moveTo>
                    <a:pt x="33" y="44"/>
                  </a:moveTo>
                  <a:cubicBezTo>
                    <a:pt x="32" y="43"/>
                    <a:pt x="32" y="43"/>
                    <a:pt x="31" y="42"/>
                  </a:cubicBezTo>
                  <a:cubicBezTo>
                    <a:pt x="32" y="42"/>
                    <a:pt x="33" y="42"/>
                    <a:pt x="33" y="42"/>
                  </a:cubicBezTo>
                  <a:cubicBezTo>
                    <a:pt x="33" y="43"/>
                    <a:pt x="33" y="43"/>
                    <a:pt x="33" y="44"/>
                  </a:cubicBezTo>
                  <a:close/>
                  <a:moveTo>
                    <a:pt x="61" y="39"/>
                  </a:moveTo>
                  <a:cubicBezTo>
                    <a:pt x="63" y="42"/>
                    <a:pt x="65" y="45"/>
                    <a:pt x="68" y="48"/>
                  </a:cubicBezTo>
                  <a:cubicBezTo>
                    <a:pt x="68" y="48"/>
                    <a:pt x="67" y="48"/>
                    <a:pt x="67" y="48"/>
                  </a:cubicBezTo>
                  <a:cubicBezTo>
                    <a:pt x="61" y="50"/>
                    <a:pt x="55" y="51"/>
                    <a:pt x="48" y="53"/>
                  </a:cubicBezTo>
                  <a:cubicBezTo>
                    <a:pt x="50" y="49"/>
                    <a:pt x="52" y="44"/>
                    <a:pt x="54" y="40"/>
                  </a:cubicBezTo>
                  <a:cubicBezTo>
                    <a:pt x="56" y="40"/>
                    <a:pt x="59" y="39"/>
                    <a:pt x="61" y="39"/>
                  </a:cubicBezTo>
                  <a:close/>
                  <a:moveTo>
                    <a:pt x="96" y="102"/>
                  </a:moveTo>
                  <a:cubicBezTo>
                    <a:pt x="96" y="102"/>
                    <a:pt x="96" y="102"/>
                    <a:pt x="96" y="102"/>
                  </a:cubicBezTo>
                  <a:cubicBezTo>
                    <a:pt x="96" y="101"/>
                    <a:pt x="94" y="101"/>
                    <a:pt x="94" y="102"/>
                  </a:cubicBezTo>
                  <a:cubicBezTo>
                    <a:pt x="93" y="101"/>
                    <a:pt x="93" y="101"/>
                    <a:pt x="92" y="100"/>
                  </a:cubicBezTo>
                  <a:cubicBezTo>
                    <a:pt x="93" y="98"/>
                    <a:pt x="93" y="97"/>
                    <a:pt x="94" y="95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97" y="95"/>
                    <a:pt x="97" y="93"/>
                    <a:pt x="96" y="92"/>
                  </a:cubicBezTo>
                  <a:cubicBezTo>
                    <a:pt x="97" y="89"/>
                    <a:pt x="99" y="86"/>
                    <a:pt x="101" y="83"/>
                  </a:cubicBezTo>
                  <a:cubicBezTo>
                    <a:pt x="101" y="84"/>
                    <a:pt x="101" y="84"/>
                    <a:pt x="102" y="84"/>
                  </a:cubicBezTo>
                  <a:cubicBezTo>
                    <a:pt x="102" y="84"/>
                    <a:pt x="103" y="83"/>
                    <a:pt x="103" y="83"/>
                  </a:cubicBezTo>
                  <a:cubicBezTo>
                    <a:pt x="102" y="82"/>
                    <a:pt x="102" y="82"/>
                    <a:pt x="101" y="81"/>
                  </a:cubicBezTo>
                  <a:cubicBezTo>
                    <a:pt x="103" y="79"/>
                    <a:pt x="104" y="76"/>
                    <a:pt x="106" y="73"/>
                  </a:cubicBezTo>
                  <a:cubicBezTo>
                    <a:pt x="109" y="71"/>
                    <a:pt x="113" y="69"/>
                    <a:pt x="116" y="67"/>
                  </a:cubicBezTo>
                  <a:cubicBezTo>
                    <a:pt x="117" y="68"/>
                    <a:pt x="119" y="69"/>
                    <a:pt x="120" y="70"/>
                  </a:cubicBezTo>
                  <a:cubicBezTo>
                    <a:pt x="113" y="81"/>
                    <a:pt x="104" y="92"/>
                    <a:pt x="96" y="102"/>
                  </a:cubicBezTo>
                  <a:close/>
                  <a:moveTo>
                    <a:pt x="156" y="117"/>
                  </a:moveTo>
                  <a:cubicBezTo>
                    <a:pt x="159" y="118"/>
                    <a:pt x="161" y="119"/>
                    <a:pt x="163" y="120"/>
                  </a:cubicBezTo>
                  <a:cubicBezTo>
                    <a:pt x="162" y="121"/>
                    <a:pt x="160" y="123"/>
                    <a:pt x="159" y="124"/>
                  </a:cubicBezTo>
                  <a:cubicBezTo>
                    <a:pt x="157" y="123"/>
                    <a:pt x="154" y="122"/>
                    <a:pt x="152" y="121"/>
                  </a:cubicBezTo>
                  <a:cubicBezTo>
                    <a:pt x="153" y="119"/>
                    <a:pt x="155" y="118"/>
                    <a:pt x="156" y="117"/>
                  </a:cubicBezTo>
                  <a:close/>
                  <a:moveTo>
                    <a:pt x="204" y="145"/>
                  </a:moveTo>
                  <a:cubicBezTo>
                    <a:pt x="206" y="145"/>
                    <a:pt x="208" y="146"/>
                    <a:pt x="210" y="146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07" y="147"/>
                    <a:pt x="204" y="146"/>
                    <a:pt x="201" y="145"/>
                  </a:cubicBezTo>
                  <a:cubicBezTo>
                    <a:pt x="201" y="145"/>
                    <a:pt x="201" y="144"/>
                    <a:pt x="202" y="144"/>
                  </a:cubicBezTo>
                  <a:cubicBezTo>
                    <a:pt x="203" y="144"/>
                    <a:pt x="203" y="144"/>
                    <a:pt x="204" y="145"/>
                  </a:cubicBezTo>
                  <a:close/>
                  <a:moveTo>
                    <a:pt x="223" y="149"/>
                  </a:moveTo>
                  <a:cubicBezTo>
                    <a:pt x="222" y="150"/>
                    <a:pt x="222" y="152"/>
                    <a:pt x="221" y="153"/>
                  </a:cubicBezTo>
                  <a:cubicBezTo>
                    <a:pt x="218" y="153"/>
                    <a:pt x="215" y="152"/>
                    <a:pt x="212" y="152"/>
                  </a:cubicBezTo>
                  <a:cubicBezTo>
                    <a:pt x="213" y="150"/>
                    <a:pt x="213" y="149"/>
                    <a:pt x="214" y="147"/>
                  </a:cubicBezTo>
                  <a:cubicBezTo>
                    <a:pt x="217" y="148"/>
                    <a:pt x="220" y="148"/>
                    <a:pt x="223" y="149"/>
                  </a:cubicBezTo>
                  <a:close/>
                  <a:moveTo>
                    <a:pt x="216" y="143"/>
                  </a:moveTo>
                  <a:cubicBezTo>
                    <a:pt x="217" y="141"/>
                    <a:pt x="217" y="138"/>
                    <a:pt x="218" y="136"/>
                  </a:cubicBezTo>
                  <a:cubicBezTo>
                    <a:pt x="221" y="136"/>
                    <a:pt x="224" y="137"/>
                    <a:pt x="227" y="137"/>
                  </a:cubicBezTo>
                  <a:cubicBezTo>
                    <a:pt x="226" y="140"/>
                    <a:pt x="225" y="142"/>
                    <a:pt x="224" y="145"/>
                  </a:cubicBezTo>
                  <a:cubicBezTo>
                    <a:pt x="221" y="144"/>
                    <a:pt x="219" y="144"/>
                    <a:pt x="216" y="143"/>
                  </a:cubicBezTo>
                  <a:close/>
                  <a:moveTo>
                    <a:pt x="245" y="152"/>
                  </a:moveTo>
                  <a:cubicBezTo>
                    <a:pt x="245" y="153"/>
                    <a:pt x="245" y="153"/>
                    <a:pt x="244" y="154"/>
                  </a:cubicBezTo>
                  <a:cubicBezTo>
                    <a:pt x="244" y="154"/>
                    <a:pt x="243" y="154"/>
                    <a:pt x="243" y="154"/>
                  </a:cubicBezTo>
                  <a:cubicBezTo>
                    <a:pt x="240" y="154"/>
                    <a:pt x="237" y="154"/>
                    <a:pt x="234" y="154"/>
                  </a:cubicBezTo>
                  <a:cubicBezTo>
                    <a:pt x="234" y="153"/>
                    <a:pt x="234" y="152"/>
                    <a:pt x="235" y="151"/>
                  </a:cubicBezTo>
                  <a:cubicBezTo>
                    <a:pt x="238" y="151"/>
                    <a:pt x="242" y="152"/>
                    <a:pt x="245" y="152"/>
                  </a:cubicBezTo>
                  <a:close/>
                  <a:moveTo>
                    <a:pt x="236" y="147"/>
                  </a:moveTo>
                  <a:cubicBezTo>
                    <a:pt x="238" y="144"/>
                    <a:pt x="239" y="141"/>
                    <a:pt x="241" y="138"/>
                  </a:cubicBezTo>
                  <a:cubicBezTo>
                    <a:pt x="244" y="139"/>
                    <a:pt x="247" y="139"/>
                    <a:pt x="250" y="140"/>
                  </a:cubicBezTo>
                  <a:cubicBezTo>
                    <a:pt x="249" y="143"/>
                    <a:pt x="248" y="146"/>
                    <a:pt x="247" y="148"/>
                  </a:cubicBezTo>
                  <a:cubicBezTo>
                    <a:pt x="243" y="148"/>
                    <a:pt x="240" y="148"/>
                    <a:pt x="236" y="147"/>
                  </a:cubicBezTo>
                  <a:close/>
                  <a:moveTo>
                    <a:pt x="292" y="186"/>
                  </a:moveTo>
                  <a:cubicBezTo>
                    <a:pt x="288" y="187"/>
                    <a:pt x="285" y="187"/>
                    <a:pt x="282" y="187"/>
                  </a:cubicBezTo>
                  <a:cubicBezTo>
                    <a:pt x="283" y="185"/>
                    <a:pt x="283" y="184"/>
                    <a:pt x="284" y="182"/>
                  </a:cubicBezTo>
                  <a:cubicBezTo>
                    <a:pt x="284" y="182"/>
                    <a:pt x="284" y="181"/>
                    <a:pt x="285" y="181"/>
                  </a:cubicBezTo>
                  <a:cubicBezTo>
                    <a:pt x="288" y="181"/>
                    <a:pt x="291" y="180"/>
                    <a:pt x="294" y="180"/>
                  </a:cubicBezTo>
                  <a:cubicBezTo>
                    <a:pt x="293" y="182"/>
                    <a:pt x="292" y="184"/>
                    <a:pt x="292" y="186"/>
                  </a:cubicBezTo>
                  <a:close/>
                  <a:moveTo>
                    <a:pt x="155" y="177"/>
                  </a:moveTo>
                  <a:cubicBezTo>
                    <a:pt x="156" y="176"/>
                    <a:pt x="156" y="176"/>
                    <a:pt x="156" y="175"/>
                  </a:cubicBezTo>
                  <a:cubicBezTo>
                    <a:pt x="158" y="175"/>
                    <a:pt x="160" y="176"/>
                    <a:pt x="161" y="176"/>
                  </a:cubicBezTo>
                  <a:cubicBezTo>
                    <a:pt x="161" y="177"/>
                    <a:pt x="161" y="177"/>
                    <a:pt x="160" y="178"/>
                  </a:cubicBezTo>
                  <a:cubicBezTo>
                    <a:pt x="159" y="178"/>
                    <a:pt x="157" y="177"/>
                    <a:pt x="155" y="177"/>
                  </a:cubicBezTo>
                  <a:close/>
                  <a:moveTo>
                    <a:pt x="160" y="169"/>
                  </a:moveTo>
                  <a:cubicBezTo>
                    <a:pt x="161" y="167"/>
                    <a:pt x="162" y="165"/>
                    <a:pt x="164" y="163"/>
                  </a:cubicBezTo>
                  <a:cubicBezTo>
                    <a:pt x="165" y="164"/>
                    <a:pt x="167" y="164"/>
                    <a:pt x="169" y="165"/>
                  </a:cubicBezTo>
                  <a:cubicBezTo>
                    <a:pt x="167" y="167"/>
                    <a:pt x="166" y="169"/>
                    <a:pt x="165" y="171"/>
                  </a:cubicBezTo>
                  <a:cubicBezTo>
                    <a:pt x="163" y="170"/>
                    <a:pt x="162" y="170"/>
                    <a:pt x="160" y="169"/>
                  </a:cubicBezTo>
                  <a:close/>
                  <a:moveTo>
                    <a:pt x="119" y="168"/>
                  </a:moveTo>
                  <a:cubicBezTo>
                    <a:pt x="117" y="167"/>
                    <a:pt x="114" y="167"/>
                    <a:pt x="111" y="166"/>
                  </a:cubicBezTo>
                  <a:cubicBezTo>
                    <a:pt x="110" y="166"/>
                    <a:pt x="109" y="165"/>
                    <a:pt x="108" y="165"/>
                  </a:cubicBezTo>
                  <a:cubicBezTo>
                    <a:pt x="110" y="162"/>
                    <a:pt x="111" y="160"/>
                    <a:pt x="112" y="159"/>
                  </a:cubicBezTo>
                  <a:cubicBezTo>
                    <a:pt x="113" y="158"/>
                    <a:pt x="113" y="157"/>
                    <a:pt x="114" y="156"/>
                  </a:cubicBezTo>
                  <a:cubicBezTo>
                    <a:pt x="117" y="158"/>
                    <a:pt x="120" y="160"/>
                    <a:pt x="123" y="161"/>
                  </a:cubicBezTo>
                  <a:cubicBezTo>
                    <a:pt x="122" y="163"/>
                    <a:pt x="121" y="165"/>
                    <a:pt x="120" y="166"/>
                  </a:cubicBezTo>
                  <a:cubicBezTo>
                    <a:pt x="120" y="167"/>
                    <a:pt x="120" y="168"/>
                    <a:pt x="119" y="168"/>
                  </a:cubicBezTo>
                  <a:close/>
                  <a:moveTo>
                    <a:pt x="102" y="162"/>
                  </a:moveTo>
                  <a:cubicBezTo>
                    <a:pt x="105" y="159"/>
                    <a:pt x="107" y="156"/>
                    <a:pt x="109" y="153"/>
                  </a:cubicBezTo>
                  <a:cubicBezTo>
                    <a:pt x="109" y="153"/>
                    <a:pt x="109" y="153"/>
                    <a:pt x="110" y="153"/>
                  </a:cubicBezTo>
                  <a:cubicBezTo>
                    <a:pt x="108" y="157"/>
                    <a:pt x="106" y="160"/>
                    <a:pt x="104" y="163"/>
                  </a:cubicBezTo>
                  <a:cubicBezTo>
                    <a:pt x="103" y="162"/>
                    <a:pt x="103" y="162"/>
                    <a:pt x="102" y="162"/>
                  </a:cubicBezTo>
                  <a:close/>
                  <a:moveTo>
                    <a:pt x="76" y="142"/>
                  </a:moveTo>
                  <a:cubicBezTo>
                    <a:pt x="75" y="142"/>
                    <a:pt x="75" y="141"/>
                    <a:pt x="74" y="140"/>
                  </a:cubicBezTo>
                  <a:cubicBezTo>
                    <a:pt x="75" y="138"/>
                    <a:pt x="77" y="135"/>
                    <a:pt x="78" y="133"/>
                  </a:cubicBezTo>
                  <a:cubicBezTo>
                    <a:pt x="79" y="134"/>
                    <a:pt x="79" y="135"/>
                    <a:pt x="80" y="136"/>
                  </a:cubicBezTo>
                  <a:cubicBezTo>
                    <a:pt x="78" y="138"/>
                    <a:pt x="77" y="140"/>
                    <a:pt x="76" y="142"/>
                  </a:cubicBezTo>
                  <a:close/>
                  <a:moveTo>
                    <a:pt x="61" y="130"/>
                  </a:moveTo>
                  <a:cubicBezTo>
                    <a:pt x="63" y="129"/>
                    <a:pt x="64" y="129"/>
                    <a:pt x="65" y="129"/>
                  </a:cubicBezTo>
                  <a:cubicBezTo>
                    <a:pt x="66" y="130"/>
                    <a:pt x="67" y="131"/>
                    <a:pt x="67" y="132"/>
                  </a:cubicBezTo>
                  <a:cubicBezTo>
                    <a:pt x="66" y="133"/>
                    <a:pt x="66" y="135"/>
                    <a:pt x="65" y="136"/>
                  </a:cubicBezTo>
                  <a:cubicBezTo>
                    <a:pt x="64" y="134"/>
                    <a:pt x="62" y="133"/>
                    <a:pt x="61" y="131"/>
                  </a:cubicBezTo>
                  <a:cubicBezTo>
                    <a:pt x="61" y="131"/>
                    <a:pt x="61" y="130"/>
                    <a:pt x="61" y="130"/>
                  </a:cubicBezTo>
                  <a:close/>
                  <a:moveTo>
                    <a:pt x="66" y="128"/>
                  </a:moveTo>
                  <a:cubicBezTo>
                    <a:pt x="68" y="128"/>
                    <a:pt x="69" y="127"/>
                    <a:pt x="71" y="127"/>
                  </a:cubicBezTo>
                  <a:cubicBezTo>
                    <a:pt x="70" y="128"/>
                    <a:pt x="69" y="129"/>
                    <a:pt x="68" y="131"/>
                  </a:cubicBezTo>
                  <a:cubicBezTo>
                    <a:pt x="67" y="130"/>
                    <a:pt x="67" y="129"/>
                    <a:pt x="66" y="128"/>
                  </a:cubicBezTo>
                  <a:close/>
                  <a:moveTo>
                    <a:pt x="38" y="79"/>
                  </a:moveTo>
                  <a:cubicBezTo>
                    <a:pt x="39" y="79"/>
                    <a:pt x="41" y="78"/>
                    <a:pt x="42" y="78"/>
                  </a:cubicBezTo>
                  <a:cubicBezTo>
                    <a:pt x="44" y="80"/>
                    <a:pt x="46" y="83"/>
                    <a:pt x="47" y="85"/>
                  </a:cubicBezTo>
                  <a:cubicBezTo>
                    <a:pt x="47" y="86"/>
                    <a:pt x="46" y="88"/>
                    <a:pt x="45" y="89"/>
                  </a:cubicBezTo>
                  <a:cubicBezTo>
                    <a:pt x="42" y="87"/>
                    <a:pt x="40" y="84"/>
                    <a:pt x="37" y="81"/>
                  </a:cubicBezTo>
                  <a:cubicBezTo>
                    <a:pt x="37" y="81"/>
                    <a:pt x="37" y="80"/>
                    <a:pt x="38" y="79"/>
                  </a:cubicBezTo>
                  <a:close/>
                  <a:moveTo>
                    <a:pt x="80" y="63"/>
                  </a:moveTo>
                  <a:cubicBezTo>
                    <a:pt x="81" y="65"/>
                    <a:pt x="83" y="67"/>
                    <a:pt x="84" y="69"/>
                  </a:cubicBezTo>
                  <a:cubicBezTo>
                    <a:pt x="82" y="73"/>
                    <a:pt x="80" y="77"/>
                    <a:pt x="78" y="81"/>
                  </a:cubicBezTo>
                  <a:cubicBezTo>
                    <a:pt x="76" y="82"/>
                    <a:pt x="74" y="83"/>
                    <a:pt x="72" y="83"/>
                  </a:cubicBezTo>
                  <a:cubicBezTo>
                    <a:pt x="70" y="81"/>
                    <a:pt x="67" y="79"/>
                    <a:pt x="65" y="77"/>
                  </a:cubicBezTo>
                  <a:cubicBezTo>
                    <a:pt x="66" y="74"/>
                    <a:pt x="68" y="71"/>
                    <a:pt x="69" y="68"/>
                  </a:cubicBezTo>
                  <a:cubicBezTo>
                    <a:pt x="73" y="66"/>
                    <a:pt x="76" y="65"/>
                    <a:pt x="80" y="63"/>
                  </a:cubicBezTo>
                  <a:close/>
                  <a:moveTo>
                    <a:pt x="71" y="64"/>
                  </a:moveTo>
                  <a:cubicBezTo>
                    <a:pt x="73" y="62"/>
                    <a:pt x="74" y="59"/>
                    <a:pt x="75" y="57"/>
                  </a:cubicBezTo>
                  <a:cubicBezTo>
                    <a:pt x="76" y="58"/>
                    <a:pt x="77" y="60"/>
                    <a:pt x="78" y="61"/>
                  </a:cubicBezTo>
                  <a:cubicBezTo>
                    <a:pt x="76" y="62"/>
                    <a:pt x="74" y="63"/>
                    <a:pt x="71" y="64"/>
                  </a:cubicBezTo>
                  <a:close/>
                  <a:moveTo>
                    <a:pt x="102" y="44"/>
                  </a:moveTo>
                  <a:cubicBezTo>
                    <a:pt x="105" y="43"/>
                    <a:pt x="108" y="42"/>
                    <a:pt x="111" y="41"/>
                  </a:cubicBezTo>
                  <a:cubicBezTo>
                    <a:pt x="112" y="42"/>
                    <a:pt x="112" y="43"/>
                    <a:pt x="113" y="45"/>
                  </a:cubicBezTo>
                  <a:cubicBezTo>
                    <a:pt x="108" y="47"/>
                    <a:pt x="103" y="49"/>
                    <a:pt x="99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48"/>
                    <a:pt x="100" y="46"/>
                    <a:pt x="102" y="44"/>
                  </a:cubicBezTo>
                  <a:close/>
                  <a:moveTo>
                    <a:pt x="96" y="49"/>
                  </a:moveTo>
                  <a:cubicBezTo>
                    <a:pt x="95" y="48"/>
                    <a:pt x="94" y="47"/>
                    <a:pt x="93" y="47"/>
                  </a:cubicBezTo>
                  <a:cubicBezTo>
                    <a:pt x="95" y="46"/>
                    <a:pt x="97" y="46"/>
                    <a:pt x="99" y="45"/>
                  </a:cubicBezTo>
                  <a:cubicBezTo>
                    <a:pt x="98" y="46"/>
                    <a:pt x="97" y="48"/>
                    <a:pt x="96" y="49"/>
                  </a:cubicBezTo>
                  <a:close/>
                  <a:moveTo>
                    <a:pt x="101" y="30"/>
                  </a:moveTo>
                  <a:cubicBezTo>
                    <a:pt x="104" y="29"/>
                    <a:pt x="107" y="28"/>
                    <a:pt x="110" y="28"/>
                  </a:cubicBezTo>
                  <a:cubicBezTo>
                    <a:pt x="109" y="30"/>
                    <a:pt x="107" y="32"/>
                    <a:pt x="106" y="34"/>
                  </a:cubicBezTo>
                  <a:cubicBezTo>
                    <a:pt x="104" y="33"/>
                    <a:pt x="103" y="31"/>
                    <a:pt x="101" y="30"/>
                  </a:cubicBezTo>
                  <a:close/>
                  <a:moveTo>
                    <a:pt x="111" y="27"/>
                  </a:moveTo>
                  <a:cubicBezTo>
                    <a:pt x="113" y="27"/>
                    <a:pt x="115" y="26"/>
                    <a:pt x="117" y="26"/>
                  </a:cubicBezTo>
                  <a:cubicBezTo>
                    <a:pt x="119" y="28"/>
                    <a:pt x="121" y="29"/>
                    <a:pt x="123" y="31"/>
                  </a:cubicBezTo>
                  <a:cubicBezTo>
                    <a:pt x="118" y="33"/>
                    <a:pt x="113" y="35"/>
                    <a:pt x="108" y="37"/>
                  </a:cubicBezTo>
                  <a:cubicBezTo>
                    <a:pt x="108" y="36"/>
                    <a:pt x="107" y="36"/>
                    <a:pt x="107" y="35"/>
                  </a:cubicBezTo>
                  <a:cubicBezTo>
                    <a:pt x="108" y="33"/>
                    <a:pt x="110" y="30"/>
                    <a:pt x="111" y="27"/>
                  </a:cubicBezTo>
                  <a:close/>
                  <a:moveTo>
                    <a:pt x="108" y="37"/>
                  </a:moveTo>
                  <a:cubicBezTo>
                    <a:pt x="107" y="37"/>
                    <a:pt x="106" y="38"/>
                    <a:pt x="105" y="38"/>
                  </a:cubicBezTo>
                  <a:cubicBezTo>
                    <a:pt x="106" y="37"/>
                    <a:pt x="106" y="36"/>
                    <a:pt x="106" y="36"/>
                  </a:cubicBezTo>
                  <a:cubicBezTo>
                    <a:pt x="107" y="36"/>
                    <a:pt x="107" y="37"/>
                    <a:pt x="108" y="37"/>
                  </a:cubicBezTo>
                  <a:close/>
                  <a:moveTo>
                    <a:pt x="114" y="48"/>
                  </a:moveTo>
                  <a:cubicBezTo>
                    <a:pt x="112" y="52"/>
                    <a:pt x="110" y="56"/>
                    <a:pt x="109" y="59"/>
                  </a:cubicBezTo>
                  <a:cubicBezTo>
                    <a:pt x="106" y="57"/>
                    <a:pt x="104" y="55"/>
                    <a:pt x="102" y="54"/>
                  </a:cubicBezTo>
                  <a:cubicBezTo>
                    <a:pt x="106" y="52"/>
                    <a:pt x="110" y="50"/>
                    <a:pt x="114" y="48"/>
                  </a:cubicBezTo>
                  <a:close/>
                  <a:moveTo>
                    <a:pt x="98" y="51"/>
                  </a:moveTo>
                  <a:cubicBezTo>
                    <a:pt x="98" y="51"/>
                    <a:pt x="98" y="52"/>
                    <a:pt x="97" y="52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lose/>
                  <a:moveTo>
                    <a:pt x="101" y="54"/>
                  </a:moveTo>
                  <a:cubicBezTo>
                    <a:pt x="103" y="56"/>
                    <a:pt x="106" y="58"/>
                    <a:pt x="108" y="60"/>
                  </a:cubicBezTo>
                  <a:cubicBezTo>
                    <a:pt x="107" y="63"/>
                    <a:pt x="106" y="65"/>
                    <a:pt x="104" y="68"/>
                  </a:cubicBezTo>
                  <a:cubicBezTo>
                    <a:pt x="101" y="70"/>
                    <a:pt x="97" y="72"/>
                    <a:pt x="93" y="73"/>
                  </a:cubicBezTo>
                  <a:cubicBezTo>
                    <a:pt x="91" y="72"/>
                    <a:pt x="90" y="70"/>
                    <a:pt x="88" y="69"/>
                  </a:cubicBezTo>
                  <a:cubicBezTo>
                    <a:pt x="90" y="65"/>
                    <a:pt x="92" y="61"/>
                    <a:pt x="95" y="57"/>
                  </a:cubicBezTo>
                  <a:cubicBezTo>
                    <a:pt x="97" y="56"/>
                    <a:pt x="99" y="55"/>
                    <a:pt x="101" y="54"/>
                  </a:cubicBezTo>
                  <a:close/>
                  <a:moveTo>
                    <a:pt x="92" y="92"/>
                  </a:moveTo>
                  <a:cubicBezTo>
                    <a:pt x="89" y="92"/>
                    <a:pt x="86" y="93"/>
                    <a:pt x="84" y="93"/>
                  </a:cubicBezTo>
                  <a:cubicBezTo>
                    <a:pt x="82" y="92"/>
                    <a:pt x="80" y="90"/>
                    <a:pt x="78" y="89"/>
                  </a:cubicBezTo>
                  <a:cubicBezTo>
                    <a:pt x="79" y="87"/>
                    <a:pt x="80" y="85"/>
                    <a:pt x="81" y="84"/>
                  </a:cubicBezTo>
                  <a:cubicBezTo>
                    <a:pt x="85" y="82"/>
                    <a:pt x="89" y="80"/>
                    <a:pt x="94" y="78"/>
                  </a:cubicBezTo>
                  <a:cubicBezTo>
                    <a:pt x="95" y="79"/>
                    <a:pt x="96" y="80"/>
                    <a:pt x="98" y="81"/>
                  </a:cubicBezTo>
                  <a:cubicBezTo>
                    <a:pt x="96" y="85"/>
                    <a:pt x="94" y="89"/>
                    <a:pt x="92" y="92"/>
                  </a:cubicBezTo>
                  <a:close/>
                  <a:moveTo>
                    <a:pt x="89" y="98"/>
                  </a:moveTo>
                  <a:cubicBezTo>
                    <a:pt x="88" y="97"/>
                    <a:pt x="87" y="96"/>
                    <a:pt x="87" y="96"/>
                  </a:cubicBezTo>
                  <a:cubicBezTo>
                    <a:pt x="88" y="96"/>
                    <a:pt x="89" y="95"/>
                    <a:pt x="90" y="95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90" y="96"/>
                    <a:pt x="89" y="97"/>
                    <a:pt x="89" y="98"/>
                  </a:cubicBezTo>
                  <a:close/>
                  <a:moveTo>
                    <a:pt x="81" y="94"/>
                  </a:moveTo>
                  <a:cubicBezTo>
                    <a:pt x="79" y="94"/>
                    <a:pt x="77" y="95"/>
                    <a:pt x="75" y="96"/>
                  </a:cubicBezTo>
                  <a:cubicBezTo>
                    <a:pt x="76" y="94"/>
                    <a:pt x="77" y="92"/>
                    <a:pt x="77" y="91"/>
                  </a:cubicBezTo>
                  <a:cubicBezTo>
                    <a:pt x="79" y="92"/>
                    <a:pt x="80" y="93"/>
                    <a:pt x="81" y="94"/>
                  </a:cubicBezTo>
                  <a:close/>
                  <a:moveTo>
                    <a:pt x="83" y="78"/>
                  </a:moveTo>
                  <a:cubicBezTo>
                    <a:pt x="85" y="76"/>
                    <a:pt x="86" y="74"/>
                    <a:pt x="87" y="71"/>
                  </a:cubicBezTo>
                  <a:cubicBezTo>
                    <a:pt x="88" y="73"/>
                    <a:pt x="89" y="74"/>
                    <a:pt x="90" y="75"/>
                  </a:cubicBezTo>
                  <a:cubicBezTo>
                    <a:pt x="88" y="76"/>
                    <a:pt x="86" y="77"/>
                    <a:pt x="83" y="78"/>
                  </a:cubicBezTo>
                  <a:close/>
                  <a:moveTo>
                    <a:pt x="97" y="77"/>
                  </a:moveTo>
                  <a:cubicBezTo>
                    <a:pt x="98" y="76"/>
                    <a:pt x="99" y="76"/>
                    <a:pt x="101" y="75"/>
                  </a:cubicBezTo>
                  <a:cubicBezTo>
                    <a:pt x="100" y="76"/>
                    <a:pt x="99" y="78"/>
                    <a:pt x="99" y="79"/>
                  </a:cubicBezTo>
                  <a:cubicBezTo>
                    <a:pt x="98" y="78"/>
                    <a:pt x="98" y="78"/>
                    <a:pt x="97" y="77"/>
                  </a:cubicBezTo>
                  <a:close/>
                  <a:moveTo>
                    <a:pt x="86" y="66"/>
                  </a:moveTo>
                  <a:cubicBezTo>
                    <a:pt x="84" y="65"/>
                    <a:pt x="83" y="64"/>
                    <a:pt x="82" y="63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5" y="61"/>
                    <a:pt x="87" y="60"/>
                    <a:pt x="90" y="59"/>
                  </a:cubicBezTo>
                  <a:cubicBezTo>
                    <a:pt x="89" y="61"/>
                    <a:pt x="87" y="64"/>
                    <a:pt x="86" y="66"/>
                  </a:cubicBezTo>
                  <a:close/>
                  <a:moveTo>
                    <a:pt x="70" y="84"/>
                  </a:moveTo>
                  <a:cubicBezTo>
                    <a:pt x="66" y="86"/>
                    <a:pt x="63" y="87"/>
                    <a:pt x="59" y="88"/>
                  </a:cubicBezTo>
                  <a:cubicBezTo>
                    <a:pt x="61" y="85"/>
                    <a:pt x="63" y="82"/>
                    <a:pt x="64" y="79"/>
                  </a:cubicBezTo>
                  <a:cubicBezTo>
                    <a:pt x="66" y="81"/>
                    <a:pt x="68" y="82"/>
                    <a:pt x="70" y="84"/>
                  </a:cubicBezTo>
                  <a:close/>
                  <a:moveTo>
                    <a:pt x="62" y="75"/>
                  </a:moveTo>
                  <a:cubicBezTo>
                    <a:pt x="61" y="74"/>
                    <a:pt x="60" y="73"/>
                    <a:pt x="59" y="72"/>
                  </a:cubicBezTo>
                  <a:cubicBezTo>
                    <a:pt x="61" y="71"/>
                    <a:pt x="63" y="71"/>
                    <a:pt x="65" y="70"/>
                  </a:cubicBezTo>
                  <a:cubicBezTo>
                    <a:pt x="64" y="71"/>
                    <a:pt x="63" y="73"/>
                    <a:pt x="62" y="75"/>
                  </a:cubicBezTo>
                  <a:close/>
                  <a:moveTo>
                    <a:pt x="46" y="57"/>
                  </a:moveTo>
                  <a:cubicBezTo>
                    <a:pt x="53" y="56"/>
                    <a:pt x="59" y="55"/>
                    <a:pt x="65" y="54"/>
                  </a:cubicBezTo>
                  <a:cubicBezTo>
                    <a:pt x="62" y="59"/>
                    <a:pt x="59" y="64"/>
                    <a:pt x="56" y="69"/>
                  </a:cubicBezTo>
                  <a:cubicBezTo>
                    <a:pt x="53" y="66"/>
                    <a:pt x="49" y="62"/>
                    <a:pt x="46" y="59"/>
                  </a:cubicBezTo>
                  <a:cubicBezTo>
                    <a:pt x="46" y="58"/>
                    <a:pt x="46" y="58"/>
                    <a:pt x="46" y="57"/>
                  </a:cubicBezTo>
                  <a:close/>
                  <a:moveTo>
                    <a:pt x="55" y="70"/>
                  </a:moveTo>
                  <a:cubicBezTo>
                    <a:pt x="55" y="71"/>
                    <a:pt x="55" y="71"/>
                    <a:pt x="55" y="71"/>
                  </a:cubicBezTo>
                  <a:cubicBezTo>
                    <a:pt x="51" y="73"/>
                    <a:pt x="47" y="74"/>
                    <a:pt x="43" y="76"/>
                  </a:cubicBezTo>
                  <a:cubicBezTo>
                    <a:pt x="42" y="74"/>
                    <a:pt x="41" y="73"/>
                    <a:pt x="40" y="72"/>
                  </a:cubicBezTo>
                  <a:cubicBezTo>
                    <a:pt x="42" y="68"/>
                    <a:pt x="44" y="64"/>
                    <a:pt x="45" y="60"/>
                  </a:cubicBezTo>
                  <a:cubicBezTo>
                    <a:pt x="49" y="63"/>
                    <a:pt x="52" y="67"/>
                    <a:pt x="55" y="70"/>
                  </a:cubicBezTo>
                  <a:close/>
                  <a:moveTo>
                    <a:pt x="41" y="76"/>
                  </a:moveTo>
                  <a:cubicBezTo>
                    <a:pt x="40" y="77"/>
                    <a:pt x="39" y="77"/>
                    <a:pt x="39" y="77"/>
                  </a:cubicBezTo>
                  <a:cubicBezTo>
                    <a:pt x="39" y="76"/>
                    <a:pt x="39" y="75"/>
                    <a:pt x="39" y="75"/>
                  </a:cubicBezTo>
                  <a:cubicBezTo>
                    <a:pt x="40" y="75"/>
                    <a:pt x="40" y="76"/>
                    <a:pt x="41" y="76"/>
                  </a:cubicBezTo>
                  <a:close/>
                  <a:moveTo>
                    <a:pt x="45" y="77"/>
                  </a:moveTo>
                  <a:cubicBezTo>
                    <a:pt x="47" y="76"/>
                    <a:pt x="50" y="75"/>
                    <a:pt x="53" y="74"/>
                  </a:cubicBezTo>
                  <a:cubicBezTo>
                    <a:pt x="52" y="77"/>
                    <a:pt x="50" y="80"/>
                    <a:pt x="49" y="82"/>
                  </a:cubicBezTo>
                  <a:cubicBezTo>
                    <a:pt x="47" y="81"/>
                    <a:pt x="46" y="79"/>
                    <a:pt x="45" y="77"/>
                  </a:cubicBezTo>
                  <a:close/>
                  <a:moveTo>
                    <a:pt x="56" y="73"/>
                  </a:moveTo>
                  <a:cubicBezTo>
                    <a:pt x="56" y="73"/>
                    <a:pt x="57" y="73"/>
                    <a:pt x="58" y="73"/>
                  </a:cubicBezTo>
                  <a:cubicBezTo>
                    <a:pt x="59" y="74"/>
                    <a:pt x="60" y="75"/>
                    <a:pt x="62" y="76"/>
                  </a:cubicBezTo>
                  <a:cubicBezTo>
                    <a:pt x="59" y="81"/>
                    <a:pt x="57" y="85"/>
                    <a:pt x="55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4" y="88"/>
                    <a:pt x="52" y="87"/>
                    <a:pt x="51" y="86"/>
                  </a:cubicBezTo>
                  <a:cubicBezTo>
                    <a:pt x="51" y="85"/>
                    <a:pt x="51" y="85"/>
                    <a:pt x="50" y="84"/>
                  </a:cubicBezTo>
                  <a:cubicBezTo>
                    <a:pt x="52" y="81"/>
                    <a:pt x="54" y="77"/>
                    <a:pt x="56" y="73"/>
                  </a:cubicBezTo>
                  <a:close/>
                  <a:moveTo>
                    <a:pt x="58" y="91"/>
                  </a:moveTo>
                  <a:cubicBezTo>
                    <a:pt x="63" y="90"/>
                    <a:pt x="68" y="88"/>
                    <a:pt x="73" y="87"/>
                  </a:cubicBezTo>
                  <a:cubicBezTo>
                    <a:pt x="73" y="87"/>
                    <a:pt x="74" y="87"/>
                    <a:pt x="74" y="88"/>
                  </a:cubicBezTo>
                  <a:cubicBezTo>
                    <a:pt x="72" y="91"/>
                    <a:pt x="71" y="95"/>
                    <a:pt x="69" y="98"/>
                  </a:cubicBezTo>
                  <a:cubicBezTo>
                    <a:pt x="67" y="99"/>
                    <a:pt x="65" y="100"/>
                    <a:pt x="64" y="101"/>
                  </a:cubicBezTo>
                  <a:cubicBezTo>
                    <a:pt x="62" y="98"/>
                    <a:pt x="59" y="96"/>
                    <a:pt x="57" y="93"/>
                  </a:cubicBezTo>
                  <a:cubicBezTo>
                    <a:pt x="57" y="92"/>
                    <a:pt x="58" y="92"/>
                    <a:pt x="58" y="91"/>
                  </a:cubicBezTo>
                  <a:close/>
                  <a:moveTo>
                    <a:pt x="67" y="102"/>
                  </a:moveTo>
                  <a:cubicBezTo>
                    <a:pt x="67" y="102"/>
                    <a:pt x="67" y="103"/>
                    <a:pt x="66" y="104"/>
                  </a:cubicBezTo>
                  <a:cubicBezTo>
                    <a:pt x="66" y="103"/>
                    <a:pt x="66" y="103"/>
                    <a:pt x="65" y="102"/>
                  </a:cubicBezTo>
                  <a:cubicBezTo>
                    <a:pt x="66" y="102"/>
                    <a:pt x="67" y="102"/>
                    <a:pt x="67" y="102"/>
                  </a:cubicBezTo>
                  <a:close/>
                  <a:moveTo>
                    <a:pt x="73" y="99"/>
                  </a:moveTo>
                  <a:cubicBezTo>
                    <a:pt x="77" y="98"/>
                    <a:pt x="80" y="97"/>
                    <a:pt x="84" y="96"/>
                  </a:cubicBezTo>
                  <a:cubicBezTo>
                    <a:pt x="85" y="97"/>
                    <a:pt x="86" y="99"/>
                    <a:pt x="88" y="100"/>
                  </a:cubicBezTo>
                  <a:cubicBezTo>
                    <a:pt x="85" y="104"/>
                    <a:pt x="83" y="108"/>
                    <a:pt x="80" y="112"/>
                  </a:cubicBezTo>
                  <a:cubicBezTo>
                    <a:pt x="79" y="112"/>
                    <a:pt x="79" y="111"/>
                    <a:pt x="79" y="111"/>
                  </a:cubicBezTo>
                  <a:cubicBezTo>
                    <a:pt x="78" y="110"/>
                    <a:pt x="78" y="110"/>
                    <a:pt x="78" y="111"/>
                  </a:cubicBezTo>
                  <a:cubicBezTo>
                    <a:pt x="78" y="112"/>
                    <a:pt x="79" y="112"/>
                    <a:pt x="79" y="113"/>
                  </a:cubicBezTo>
                  <a:cubicBezTo>
                    <a:pt x="79" y="114"/>
                    <a:pt x="78" y="115"/>
                    <a:pt x="78" y="116"/>
                  </a:cubicBezTo>
                  <a:cubicBezTo>
                    <a:pt x="75" y="113"/>
                    <a:pt x="72" y="110"/>
                    <a:pt x="70" y="108"/>
                  </a:cubicBezTo>
                  <a:cubicBezTo>
                    <a:pt x="71" y="105"/>
                    <a:pt x="72" y="102"/>
                    <a:pt x="73" y="99"/>
                  </a:cubicBezTo>
                  <a:close/>
                  <a:moveTo>
                    <a:pt x="98" y="110"/>
                  </a:moveTo>
                  <a:cubicBezTo>
                    <a:pt x="97" y="112"/>
                    <a:pt x="95" y="114"/>
                    <a:pt x="94" y="116"/>
                  </a:cubicBezTo>
                  <a:cubicBezTo>
                    <a:pt x="92" y="116"/>
                    <a:pt x="91" y="116"/>
                    <a:pt x="89" y="117"/>
                  </a:cubicBezTo>
                  <a:cubicBezTo>
                    <a:pt x="92" y="113"/>
                    <a:pt x="94" y="110"/>
                    <a:pt x="97" y="107"/>
                  </a:cubicBezTo>
                  <a:cubicBezTo>
                    <a:pt x="97" y="107"/>
                    <a:pt x="97" y="107"/>
                    <a:pt x="97" y="107"/>
                  </a:cubicBezTo>
                  <a:cubicBezTo>
                    <a:pt x="97" y="108"/>
                    <a:pt x="98" y="109"/>
                    <a:pt x="98" y="110"/>
                  </a:cubicBezTo>
                  <a:close/>
                  <a:moveTo>
                    <a:pt x="106" y="121"/>
                  </a:moveTo>
                  <a:cubicBezTo>
                    <a:pt x="103" y="125"/>
                    <a:pt x="101" y="129"/>
                    <a:pt x="99" y="133"/>
                  </a:cubicBezTo>
                  <a:cubicBezTo>
                    <a:pt x="99" y="133"/>
                    <a:pt x="98" y="133"/>
                    <a:pt x="98" y="132"/>
                  </a:cubicBezTo>
                  <a:cubicBezTo>
                    <a:pt x="99" y="130"/>
                    <a:pt x="101" y="129"/>
                    <a:pt x="102" y="127"/>
                  </a:cubicBezTo>
                  <a:cubicBezTo>
                    <a:pt x="103" y="125"/>
                    <a:pt x="104" y="123"/>
                    <a:pt x="105" y="121"/>
                  </a:cubicBezTo>
                  <a:cubicBezTo>
                    <a:pt x="105" y="121"/>
                    <a:pt x="105" y="121"/>
                    <a:pt x="106" y="121"/>
                  </a:cubicBezTo>
                  <a:close/>
                  <a:moveTo>
                    <a:pt x="107" y="119"/>
                  </a:moveTo>
                  <a:cubicBezTo>
                    <a:pt x="107" y="118"/>
                    <a:pt x="108" y="117"/>
                    <a:pt x="108" y="116"/>
                  </a:cubicBezTo>
                  <a:cubicBezTo>
                    <a:pt x="109" y="116"/>
                    <a:pt x="109" y="116"/>
                    <a:pt x="109" y="116"/>
                  </a:cubicBezTo>
                  <a:cubicBezTo>
                    <a:pt x="108" y="117"/>
                    <a:pt x="107" y="118"/>
                    <a:pt x="107" y="119"/>
                  </a:cubicBezTo>
                  <a:cubicBezTo>
                    <a:pt x="107" y="119"/>
                    <a:pt x="107" y="119"/>
                    <a:pt x="107" y="119"/>
                  </a:cubicBezTo>
                  <a:close/>
                  <a:moveTo>
                    <a:pt x="170" y="128"/>
                  </a:moveTo>
                  <a:cubicBezTo>
                    <a:pt x="167" y="127"/>
                    <a:pt x="164" y="126"/>
                    <a:pt x="160" y="125"/>
                  </a:cubicBezTo>
                  <a:cubicBezTo>
                    <a:pt x="161" y="123"/>
                    <a:pt x="163" y="122"/>
                    <a:pt x="164" y="120"/>
                  </a:cubicBezTo>
                  <a:cubicBezTo>
                    <a:pt x="167" y="122"/>
                    <a:pt x="170" y="123"/>
                    <a:pt x="172" y="124"/>
                  </a:cubicBezTo>
                  <a:cubicBezTo>
                    <a:pt x="172" y="126"/>
                    <a:pt x="171" y="127"/>
                    <a:pt x="170" y="128"/>
                  </a:cubicBezTo>
                  <a:close/>
                  <a:moveTo>
                    <a:pt x="167" y="133"/>
                  </a:moveTo>
                  <a:cubicBezTo>
                    <a:pt x="167" y="133"/>
                    <a:pt x="167" y="134"/>
                    <a:pt x="166" y="134"/>
                  </a:cubicBezTo>
                  <a:cubicBezTo>
                    <a:pt x="164" y="133"/>
                    <a:pt x="161" y="131"/>
                    <a:pt x="158" y="130"/>
                  </a:cubicBezTo>
                  <a:cubicBezTo>
                    <a:pt x="158" y="130"/>
                    <a:pt x="157" y="130"/>
                    <a:pt x="156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60" y="130"/>
                    <a:pt x="163" y="132"/>
                    <a:pt x="167" y="133"/>
                  </a:cubicBezTo>
                  <a:close/>
                  <a:moveTo>
                    <a:pt x="164" y="137"/>
                  </a:moveTo>
                  <a:cubicBezTo>
                    <a:pt x="164" y="138"/>
                    <a:pt x="164" y="138"/>
                    <a:pt x="164" y="138"/>
                  </a:cubicBezTo>
                  <a:cubicBezTo>
                    <a:pt x="160" y="136"/>
                    <a:pt x="157" y="135"/>
                    <a:pt x="154" y="133"/>
                  </a:cubicBezTo>
                  <a:cubicBezTo>
                    <a:pt x="154" y="133"/>
                    <a:pt x="154" y="132"/>
                    <a:pt x="154" y="132"/>
                  </a:cubicBezTo>
                  <a:cubicBezTo>
                    <a:pt x="157" y="134"/>
                    <a:pt x="161" y="136"/>
                    <a:pt x="164" y="137"/>
                  </a:cubicBezTo>
                  <a:close/>
                  <a:moveTo>
                    <a:pt x="208" y="152"/>
                  </a:moveTo>
                  <a:cubicBezTo>
                    <a:pt x="206" y="152"/>
                    <a:pt x="205" y="151"/>
                    <a:pt x="204" y="151"/>
                  </a:cubicBezTo>
                  <a:cubicBezTo>
                    <a:pt x="202" y="151"/>
                    <a:pt x="200" y="151"/>
                    <a:pt x="198" y="150"/>
                  </a:cubicBezTo>
                  <a:cubicBezTo>
                    <a:pt x="198" y="150"/>
                    <a:pt x="198" y="150"/>
                    <a:pt x="198" y="149"/>
                  </a:cubicBezTo>
                  <a:cubicBezTo>
                    <a:pt x="202" y="150"/>
                    <a:pt x="205" y="150"/>
                    <a:pt x="209" y="150"/>
                  </a:cubicBezTo>
                  <a:cubicBezTo>
                    <a:pt x="208" y="150"/>
                    <a:pt x="208" y="151"/>
                    <a:pt x="208" y="152"/>
                  </a:cubicBezTo>
                  <a:close/>
                  <a:moveTo>
                    <a:pt x="125" y="132"/>
                  </a:move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4" y="132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5" y="132"/>
                  </a:cubicBezTo>
                  <a:close/>
                  <a:moveTo>
                    <a:pt x="226" y="165"/>
                  </a:moveTo>
                  <a:cubicBezTo>
                    <a:pt x="225" y="168"/>
                    <a:pt x="224" y="171"/>
                    <a:pt x="222" y="174"/>
                  </a:cubicBezTo>
                  <a:cubicBezTo>
                    <a:pt x="220" y="174"/>
                    <a:pt x="218" y="174"/>
                    <a:pt x="216" y="173"/>
                  </a:cubicBezTo>
                  <a:cubicBezTo>
                    <a:pt x="218" y="170"/>
                    <a:pt x="219" y="167"/>
                    <a:pt x="221" y="164"/>
                  </a:cubicBezTo>
                  <a:cubicBezTo>
                    <a:pt x="222" y="164"/>
                    <a:pt x="224" y="164"/>
                    <a:pt x="226" y="165"/>
                  </a:cubicBezTo>
                  <a:close/>
                  <a:moveTo>
                    <a:pt x="222" y="159"/>
                  </a:moveTo>
                  <a:cubicBezTo>
                    <a:pt x="223" y="159"/>
                    <a:pt x="223" y="158"/>
                    <a:pt x="223" y="158"/>
                  </a:cubicBezTo>
                  <a:cubicBezTo>
                    <a:pt x="225" y="158"/>
                    <a:pt x="227" y="158"/>
                    <a:pt x="229" y="158"/>
                  </a:cubicBezTo>
                  <a:cubicBezTo>
                    <a:pt x="229" y="159"/>
                    <a:pt x="228" y="160"/>
                    <a:pt x="228" y="160"/>
                  </a:cubicBezTo>
                  <a:cubicBezTo>
                    <a:pt x="226" y="160"/>
                    <a:pt x="224" y="160"/>
                    <a:pt x="222" y="159"/>
                  </a:cubicBezTo>
                  <a:close/>
                  <a:moveTo>
                    <a:pt x="229" y="165"/>
                  </a:moveTo>
                  <a:cubicBezTo>
                    <a:pt x="232" y="165"/>
                    <a:pt x="236" y="166"/>
                    <a:pt x="239" y="166"/>
                  </a:cubicBezTo>
                  <a:cubicBezTo>
                    <a:pt x="237" y="169"/>
                    <a:pt x="235" y="173"/>
                    <a:pt x="233" y="176"/>
                  </a:cubicBezTo>
                  <a:cubicBezTo>
                    <a:pt x="231" y="176"/>
                    <a:pt x="228" y="175"/>
                    <a:pt x="226" y="175"/>
                  </a:cubicBezTo>
                  <a:cubicBezTo>
                    <a:pt x="227" y="172"/>
                    <a:pt x="228" y="168"/>
                    <a:pt x="229" y="165"/>
                  </a:cubicBezTo>
                  <a:close/>
                  <a:moveTo>
                    <a:pt x="244" y="166"/>
                  </a:moveTo>
                  <a:cubicBezTo>
                    <a:pt x="245" y="166"/>
                    <a:pt x="246" y="166"/>
                    <a:pt x="247" y="167"/>
                  </a:cubicBezTo>
                  <a:cubicBezTo>
                    <a:pt x="244" y="170"/>
                    <a:pt x="242" y="173"/>
                    <a:pt x="240" y="177"/>
                  </a:cubicBezTo>
                  <a:cubicBezTo>
                    <a:pt x="240" y="177"/>
                    <a:pt x="240" y="177"/>
                    <a:pt x="239" y="177"/>
                  </a:cubicBezTo>
                  <a:cubicBezTo>
                    <a:pt x="241" y="173"/>
                    <a:pt x="242" y="170"/>
                    <a:pt x="244" y="166"/>
                  </a:cubicBezTo>
                  <a:close/>
                  <a:moveTo>
                    <a:pt x="277" y="159"/>
                  </a:moveTo>
                  <a:cubicBezTo>
                    <a:pt x="276" y="161"/>
                    <a:pt x="276" y="162"/>
                    <a:pt x="275" y="164"/>
                  </a:cubicBezTo>
                  <a:cubicBezTo>
                    <a:pt x="273" y="164"/>
                    <a:pt x="272" y="164"/>
                    <a:pt x="270" y="163"/>
                  </a:cubicBezTo>
                  <a:cubicBezTo>
                    <a:pt x="271" y="162"/>
                    <a:pt x="271" y="161"/>
                    <a:pt x="272" y="159"/>
                  </a:cubicBezTo>
                  <a:cubicBezTo>
                    <a:pt x="273" y="159"/>
                    <a:pt x="275" y="159"/>
                    <a:pt x="277" y="159"/>
                  </a:cubicBezTo>
                  <a:close/>
                  <a:moveTo>
                    <a:pt x="297" y="163"/>
                  </a:moveTo>
                  <a:cubicBezTo>
                    <a:pt x="295" y="163"/>
                    <a:pt x="293" y="163"/>
                    <a:pt x="290" y="164"/>
                  </a:cubicBezTo>
                  <a:cubicBezTo>
                    <a:pt x="291" y="162"/>
                    <a:pt x="292" y="160"/>
                    <a:pt x="292" y="159"/>
                  </a:cubicBezTo>
                  <a:cubicBezTo>
                    <a:pt x="294" y="159"/>
                    <a:pt x="297" y="159"/>
                    <a:pt x="299" y="158"/>
                  </a:cubicBezTo>
                  <a:cubicBezTo>
                    <a:pt x="298" y="160"/>
                    <a:pt x="298" y="162"/>
                    <a:pt x="297" y="163"/>
                  </a:cubicBezTo>
                  <a:close/>
                  <a:moveTo>
                    <a:pt x="287" y="164"/>
                  </a:moveTo>
                  <a:cubicBezTo>
                    <a:pt x="285" y="164"/>
                    <a:pt x="283" y="164"/>
                    <a:pt x="281" y="164"/>
                  </a:cubicBezTo>
                  <a:cubicBezTo>
                    <a:pt x="282" y="162"/>
                    <a:pt x="282" y="161"/>
                    <a:pt x="283" y="159"/>
                  </a:cubicBezTo>
                  <a:cubicBezTo>
                    <a:pt x="285" y="159"/>
                    <a:pt x="287" y="159"/>
                    <a:pt x="289" y="159"/>
                  </a:cubicBezTo>
                  <a:cubicBezTo>
                    <a:pt x="289" y="160"/>
                    <a:pt x="288" y="162"/>
                    <a:pt x="287" y="164"/>
                  </a:cubicBezTo>
                  <a:close/>
                  <a:moveTo>
                    <a:pt x="265" y="163"/>
                  </a:moveTo>
                  <a:cubicBezTo>
                    <a:pt x="264" y="163"/>
                    <a:pt x="263" y="163"/>
                    <a:pt x="263" y="163"/>
                  </a:cubicBezTo>
                  <a:cubicBezTo>
                    <a:pt x="259" y="163"/>
                    <a:pt x="256" y="163"/>
                    <a:pt x="253" y="163"/>
                  </a:cubicBezTo>
                  <a:cubicBezTo>
                    <a:pt x="254" y="161"/>
                    <a:pt x="255" y="160"/>
                    <a:pt x="256" y="159"/>
                  </a:cubicBezTo>
                  <a:cubicBezTo>
                    <a:pt x="259" y="159"/>
                    <a:pt x="263" y="159"/>
                    <a:pt x="267" y="159"/>
                  </a:cubicBezTo>
                  <a:cubicBezTo>
                    <a:pt x="267" y="161"/>
                    <a:pt x="266" y="162"/>
                    <a:pt x="265" y="163"/>
                  </a:cubicBezTo>
                  <a:close/>
                  <a:moveTo>
                    <a:pt x="259" y="167"/>
                  </a:moveTo>
                  <a:cubicBezTo>
                    <a:pt x="261" y="167"/>
                    <a:pt x="262" y="167"/>
                    <a:pt x="263" y="168"/>
                  </a:cubicBezTo>
                  <a:cubicBezTo>
                    <a:pt x="262" y="170"/>
                    <a:pt x="260" y="173"/>
                    <a:pt x="259" y="176"/>
                  </a:cubicBezTo>
                  <a:cubicBezTo>
                    <a:pt x="256" y="176"/>
                    <a:pt x="253" y="176"/>
                    <a:pt x="250" y="177"/>
                  </a:cubicBezTo>
                  <a:cubicBezTo>
                    <a:pt x="248" y="177"/>
                    <a:pt x="246" y="177"/>
                    <a:pt x="244" y="177"/>
                  </a:cubicBezTo>
                  <a:cubicBezTo>
                    <a:pt x="246" y="174"/>
                    <a:pt x="248" y="170"/>
                    <a:pt x="250" y="167"/>
                  </a:cubicBezTo>
                  <a:cubicBezTo>
                    <a:pt x="253" y="167"/>
                    <a:pt x="256" y="167"/>
                    <a:pt x="259" y="167"/>
                  </a:cubicBezTo>
                  <a:close/>
                  <a:moveTo>
                    <a:pt x="268" y="168"/>
                  </a:moveTo>
                  <a:cubicBezTo>
                    <a:pt x="270" y="168"/>
                    <a:pt x="272" y="168"/>
                    <a:pt x="273" y="168"/>
                  </a:cubicBezTo>
                  <a:cubicBezTo>
                    <a:pt x="272" y="170"/>
                    <a:pt x="272" y="172"/>
                    <a:pt x="271" y="174"/>
                  </a:cubicBezTo>
                  <a:cubicBezTo>
                    <a:pt x="269" y="174"/>
                    <a:pt x="267" y="175"/>
                    <a:pt x="264" y="175"/>
                  </a:cubicBezTo>
                  <a:cubicBezTo>
                    <a:pt x="266" y="173"/>
                    <a:pt x="267" y="170"/>
                    <a:pt x="268" y="168"/>
                  </a:cubicBezTo>
                  <a:close/>
                  <a:moveTo>
                    <a:pt x="279" y="168"/>
                  </a:moveTo>
                  <a:cubicBezTo>
                    <a:pt x="281" y="168"/>
                    <a:pt x="283" y="168"/>
                    <a:pt x="285" y="168"/>
                  </a:cubicBezTo>
                  <a:cubicBezTo>
                    <a:pt x="285" y="169"/>
                    <a:pt x="284" y="170"/>
                    <a:pt x="284" y="171"/>
                  </a:cubicBezTo>
                  <a:cubicBezTo>
                    <a:pt x="282" y="172"/>
                    <a:pt x="279" y="172"/>
                    <a:pt x="277" y="173"/>
                  </a:cubicBezTo>
                  <a:cubicBezTo>
                    <a:pt x="277" y="171"/>
                    <a:pt x="278" y="169"/>
                    <a:pt x="279" y="168"/>
                  </a:cubicBezTo>
                  <a:close/>
                  <a:moveTo>
                    <a:pt x="289" y="168"/>
                  </a:moveTo>
                  <a:cubicBezTo>
                    <a:pt x="291" y="167"/>
                    <a:pt x="294" y="167"/>
                    <a:pt x="297" y="167"/>
                  </a:cubicBezTo>
                  <a:cubicBezTo>
                    <a:pt x="297" y="167"/>
                    <a:pt x="297" y="168"/>
                    <a:pt x="296" y="168"/>
                  </a:cubicBezTo>
                  <a:cubicBezTo>
                    <a:pt x="294" y="169"/>
                    <a:pt x="291" y="170"/>
                    <a:pt x="288" y="170"/>
                  </a:cubicBezTo>
                  <a:cubicBezTo>
                    <a:pt x="288" y="169"/>
                    <a:pt x="289" y="168"/>
                    <a:pt x="289" y="168"/>
                  </a:cubicBezTo>
                  <a:close/>
                  <a:moveTo>
                    <a:pt x="303" y="163"/>
                  </a:moveTo>
                  <a:cubicBezTo>
                    <a:pt x="304" y="161"/>
                    <a:pt x="304" y="160"/>
                    <a:pt x="304" y="158"/>
                  </a:cubicBezTo>
                  <a:cubicBezTo>
                    <a:pt x="305" y="158"/>
                    <a:pt x="306" y="158"/>
                    <a:pt x="307" y="158"/>
                  </a:cubicBezTo>
                  <a:cubicBezTo>
                    <a:pt x="307" y="160"/>
                    <a:pt x="307" y="161"/>
                    <a:pt x="306" y="163"/>
                  </a:cubicBezTo>
                  <a:cubicBezTo>
                    <a:pt x="305" y="163"/>
                    <a:pt x="304" y="163"/>
                    <a:pt x="303" y="163"/>
                  </a:cubicBezTo>
                  <a:close/>
                  <a:moveTo>
                    <a:pt x="305" y="153"/>
                  </a:moveTo>
                  <a:cubicBezTo>
                    <a:pt x="306" y="153"/>
                    <a:pt x="306" y="152"/>
                    <a:pt x="306" y="152"/>
                  </a:cubicBezTo>
                  <a:cubicBezTo>
                    <a:pt x="307" y="151"/>
                    <a:pt x="308" y="151"/>
                    <a:pt x="309" y="151"/>
                  </a:cubicBezTo>
                  <a:cubicBezTo>
                    <a:pt x="309" y="152"/>
                    <a:pt x="309" y="152"/>
                    <a:pt x="308" y="153"/>
                  </a:cubicBezTo>
                  <a:cubicBezTo>
                    <a:pt x="307" y="153"/>
                    <a:pt x="306" y="153"/>
                    <a:pt x="305" y="153"/>
                  </a:cubicBezTo>
                  <a:close/>
                  <a:moveTo>
                    <a:pt x="300" y="154"/>
                  </a:moveTo>
                  <a:cubicBezTo>
                    <a:pt x="298" y="154"/>
                    <a:pt x="296" y="154"/>
                    <a:pt x="295" y="154"/>
                  </a:cubicBezTo>
                  <a:cubicBezTo>
                    <a:pt x="295" y="154"/>
                    <a:pt x="295" y="153"/>
                    <a:pt x="295" y="153"/>
                  </a:cubicBezTo>
                  <a:cubicBezTo>
                    <a:pt x="297" y="153"/>
                    <a:pt x="298" y="153"/>
                    <a:pt x="300" y="152"/>
                  </a:cubicBezTo>
                  <a:cubicBezTo>
                    <a:pt x="300" y="153"/>
                    <a:pt x="300" y="153"/>
                    <a:pt x="300" y="154"/>
                  </a:cubicBezTo>
                  <a:close/>
                  <a:moveTo>
                    <a:pt x="292" y="154"/>
                  </a:moveTo>
                  <a:cubicBezTo>
                    <a:pt x="291" y="154"/>
                    <a:pt x="291" y="154"/>
                    <a:pt x="290" y="154"/>
                  </a:cubicBezTo>
                  <a:cubicBezTo>
                    <a:pt x="289" y="154"/>
                    <a:pt x="287" y="154"/>
                    <a:pt x="285" y="154"/>
                  </a:cubicBezTo>
                  <a:cubicBezTo>
                    <a:pt x="285" y="154"/>
                    <a:pt x="285" y="154"/>
                    <a:pt x="285" y="154"/>
                  </a:cubicBezTo>
                  <a:cubicBezTo>
                    <a:pt x="287" y="154"/>
                    <a:pt x="290" y="154"/>
                    <a:pt x="292" y="153"/>
                  </a:cubicBezTo>
                  <a:cubicBezTo>
                    <a:pt x="292" y="154"/>
                    <a:pt x="292" y="154"/>
                    <a:pt x="292" y="154"/>
                  </a:cubicBezTo>
                  <a:close/>
                  <a:moveTo>
                    <a:pt x="251" y="159"/>
                  </a:moveTo>
                  <a:cubicBezTo>
                    <a:pt x="251" y="160"/>
                    <a:pt x="250" y="161"/>
                    <a:pt x="249" y="162"/>
                  </a:cubicBezTo>
                  <a:cubicBezTo>
                    <a:pt x="248" y="162"/>
                    <a:pt x="247" y="162"/>
                    <a:pt x="246" y="162"/>
                  </a:cubicBezTo>
                  <a:cubicBezTo>
                    <a:pt x="246" y="161"/>
                    <a:pt x="246" y="160"/>
                    <a:pt x="247" y="159"/>
                  </a:cubicBezTo>
                  <a:cubicBezTo>
                    <a:pt x="248" y="159"/>
                    <a:pt x="250" y="159"/>
                    <a:pt x="251" y="159"/>
                  </a:cubicBezTo>
                  <a:close/>
                  <a:moveTo>
                    <a:pt x="241" y="162"/>
                  </a:moveTo>
                  <a:cubicBezTo>
                    <a:pt x="238" y="161"/>
                    <a:pt x="234" y="161"/>
                    <a:pt x="231" y="161"/>
                  </a:cubicBezTo>
                  <a:cubicBezTo>
                    <a:pt x="231" y="160"/>
                    <a:pt x="232" y="159"/>
                    <a:pt x="232" y="158"/>
                  </a:cubicBezTo>
                  <a:cubicBezTo>
                    <a:pt x="235" y="159"/>
                    <a:pt x="239" y="159"/>
                    <a:pt x="242" y="159"/>
                  </a:cubicBezTo>
                  <a:cubicBezTo>
                    <a:pt x="242" y="160"/>
                    <a:pt x="241" y="161"/>
                    <a:pt x="241" y="162"/>
                  </a:cubicBezTo>
                  <a:close/>
                  <a:moveTo>
                    <a:pt x="219" y="158"/>
                  </a:moveTo>
                  <a:cubicBezTo>
                    <a:pt x="219" y="158"/>
                    <a:pt x="219" y="158"/>
                    <a:pt x="219" y="159"/>
                  </a:cubicBezTo>
                  <a:cubicBezTo>
                    <a:pt x="216" y="158"/>
                    <a:pt x="213" y="158"/>
                    <a:pt x="210" y="157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12" y="157"/>
                    <a:pt x="214" y="157"/>
                    <a:pt x="216" y="157"/>
                  </a:cubicBezTo>
                  <a:cubicBezTo>
                    <a:pt x="217" y="157"/>
                    <a:pt x="218" y="157"/>
                    <a:pt x="219" y="158"/>
                  </a:cubicBezTo>
                  <a:close/>
                  <a:moveTo>
                    <a:pt x="206" y="157"/>
                  </a:moveTo>
                  <a:cubicBezTo>
                    <a:pt x="204" y="156"/>
                    <a:pt x="203" y="156"/>
                    <a:pt x="201" y="156"/>
                  </a:cubicBezTo>
                  <a:cubicBezTo>
                    <a:pt x="203" y="156"/>
                    <a:pt x="204" y="156"/>
                    <a:pt x="206" y="156"/>
                  </a:cubicBezTo>
                  <a:cubicBezTo>
                    <a:pt x="206" y="156"/>
                    <a:pt x="206" y="157"/>
                    <a:pt x="206" y="157"/>
                  </a:cubicBezTo>
                  <a:close/>
                  <a:moveTo>
                    <a:pt x="169" y="147"/>
                  </a:moveTo>
                  <a:cubicBezTo>
                    <a:pt x="169" y="147"/>
                    <a:pt x="169" y="147"/>
                    <a:pt x="168" y="147"/>
                  </a:cubicBezTo>
                  <a:cubicBezTo>
                    <a:pt x="166" y="146"/>
                    <a:pt x="164" y="146"/>
                    <a:pt x="163" y="145"/>
                  </a:cubicBezTo>
                  <a:cubicBezTo>
                    <a:pt x="163" y="145"/>
                    <a:pt x="163" y="145"/>
                    <a:pt x="163" y="144"/>
                  </a:cubicBezTo>
                  <a:cubicBezTo>
                    <a:pt x="165" y="145"/>
                    <a:pt x="168" y="146"/>
                    <a:pt x="170" y="147"/>
                  </a:cubicBezTo>
                  <a:cubicBezTo>
                    <a:pt x="170" y="147"/>
                    <a:pt x="170" y="147"/>
                    <a:pt x="169" y="147"/>
                  </a:cubicBezTo>
                  <a:close/>
                  <a:moveTo>
                    <a:pt x="143" y="143"/>
                  </a:moveTo>
                  <a:cubicBezTo>
                    <a:pt x="143" y="143"/>
                    <a:pt x="142" y="143"/>
                    <a:pt x="142" y="143"/>
                  </a:cubicBezTo>
                  <a:cubicBezTo>
                    <a:pt x="141" y="143"/>
                    <a:pt x="139" y="143"/>
                    <a:pt x="138" y="142"/>
                  </a:cubicBezTo>
                  <a:cubicBezTo>
                    <a:pt x="138" y="142"/>
                    <a:pt x="138" y="141"/>
                    <a:pt x="139" y="141"/>
                  </a:cubicBezTo>
                  <a:cubicBezTo>
                    <a:pt x="140" y="142"/>
                    <a:pt x="142" y="142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lose/>
                  <a:moveTo>
                    <a:pt x="135" y="141"/>
                  </a:moveTo>
                  <a:cubicBezTo>
                    <a:pt x="135" y="141"/>
                    <a:pt x="134" y="141"/>
                    <a:pt x="134" y="142"/>
                  </a:cubicBezTo>
                  <a:cubicBezTo>
                    <a:pt x="133" y="141"/>
                    <a:pt x="131" y="141"/>
                    <a:pt x="130" y="141"/>
                  </a:cubicBezTo>
                  <a:cubicBezTo>
                    <a:pt x="129" y="140"/>
                    <a:pt x="127" y="139"/>
                    <a:pt x="126" y="138"/>
                  </a:cubicBezTo>
                  <a:cubicBezTo>
                    <a:pt x="126" y="137"/>
                    <a:pt x="126" y="137"/>
                    <a:pt x="127" y="136"/>
                  </a:cubicBezTo>
                  <a:cubicBezTo>
                    <a:pt x="128" y="136"/>
                    <a:pt x="129" y="136"/>
                    <a:pt x="131" y="136"/>
                  </a:cubicBezTo>
                  <a:cubicBezTo>
                    <a:pt x="132" y="137"/>
                    <a:pt x="134" y="138"/>
                    <a:pt x="136" y="139"/>
                  </a:cubicBezTo>
                  <a:cubicBezTo>
                    <a:pt x="135" y="140"/>
                    <a:pt x="135" y="140"/>
                    <a:pt x="135" y="141"/>
                  </a:cubicBezTo>
                  <a:close/>
                  <a:moveTo>
                    <a:pt x="118" y="135"/>
                  </a:moveTo>
                  <a:cubicBezTo>
                    <a:pt x="118" y="135"/>
                    <a:pt x="118" y="135"/>
                    <a:pt x="118" y="135"/>
                  </a:cubicBezTo>
                  <a:cubicBezTo>
                    <a:pt x="117" y="136"/>
                    <a:pt x="116" y="137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7"/>
                    <a:pt x="117" y="136"/>
                    <a:pt x="118" y="135"/>
                  </a:cubicBezTo>
                  <a:close/>
                  <a:moveTo>
                    <a:pt x="101" y="139"/>
                  </a:moveTo>
                  <a:cubicBezTo>
                    <a:pt x="101" y="139"/>
                    <a:pt x="101" y="139"/>
                    <a:pt x="101" y="140"/>
                  </a:cubicBezTo>
                  <a:cubicBezTo>
                    <a:pt x="103" y="141"/>
                    <a:pt x="104" y="142"/>
                    <a:pt x="106" y="144"/>
                  </a:cubicBezTo>
                  <a:cubicBezTo>
                    <a:pt x="105" y="144"/>
                    <a:pt x="105" y="145"/>
                    <a:pt x="105" y="145"/>
                  </a:cubicBezTo>
                  <a:cubicBezTo>
                    <a:pt x="102" y="144"/>
                    <a:pt x="99" y="143"/>
                    <a:pt x="96" y="142"/>
                  </a:cubicBezTo>
                  <a:cubicBezTo>
                    <a:pt x="97" y="140"/>
                    <a:pt x="98" y="139"/>
                    <a:pt x="99" y="137"/>
                  </a:cubicBezTo>
                  <a:cubicBezTo>
                    <a:pt x="100" y="138"/>
                    <a:pt x="100" y="139"/>
                    <a:pt x="101" y="139"/>
                  </a:cubicBezTo>
                  <a:close/>
                  <a:moveTo>
                    <a:pt x="115" y="145"/>
                  </a:moveTo>
                  <a:cubicBezTo>
                    <a:pt x="115" y="144"/>
                    <a:pt x="115" y="144"/>
                    <a:pt x="116" y="144"/>
                  </a:cubicBezTo>
                  <a:cubicBezTo>
                    <a:pt x="116" y="144"/>
                    <a:pt x="116" y="144"/>
                    <a:pt x="116" y="144"/>
                  </a:cubicBezTo>
                  <a:cubicBezTo>
                    <a:pt x="115" y="146"/>
                    <a:pt x="114" y="147"/>
                    <a:pt x="113" y="149"/>
                  </a:cubicBezTo>
                  <a:cubicBezTo>
                    <a:pt x="113" y="149"/>
                    <a:pt x="112" y="149"/>
                    <a:pt x="112" y="149"/>
                  </a:cubicBezTo>
                  <a:cubicBezTo>
                    <a:pt x="113" y="147"/>
                    <a:pt x="114" y="146"/>
                    <a:pt x="115" y="145"/>
                  </a:cubicBezTo>
                  <a:close/>
                  <a:moveTo>
                    <a:pt x="120" y="139"/>
                  </a:moveTo>
                  <a:cubicBezTo>
                    <a:pt x="120" y="138"/>
                    <a:pt x="120" y="138"/>
                    <a:pt x="121" y="137"/>
                  </a:cubicBezTo>
                  <a:cubicBezTo>
                    <a:pt x="121" y="137"/>
                    <a:pt x="121" y="137"/>
                    <a:pt x="121" y="138"/>
                  </a:cubicBezTo>
                  <a:cubicBezTo>
                    <a:pt x="120" y="138"/>
                    <a:pt x="120" y="138"/>
                    <a:pt x="120" y="139"/>
                  </a:cubicBezTo>
                  <a:cubicBezTo>
                    <a:pt x="120" y="139"/>
                    <a:pt x="120" y="139"/>
                    <a:pt x="120" y="139"/>
                  </a:cubicBezTo>
                  <a:close/>
                  <a:moveTo>
                    <a:pt x="144" y="148"/>
                  </a:moveTo>
                  <a:cubicBezTo>
                    <a:pt x="144" y="148"/>
                    <a:pt x="144" y="148"/>
                    <a:pt x="145" y="148"/>
                  </a:cubicBezTo>
                  <a:cubicBezTo>
                    <a:pt x="148" y="149"/>
                    <a:pt x="152" y="149"/>
                    <a:pt x="156" y="150"/>
                  </a:cubicBezTo>
                  <a:cubicBezTo>
                    <a:pt x="155" y="151"/>
                    <a:pt x="154" y="153"/>
                    <a:pt x="153" y="154"/>
                  </a:cubicBezTo>
                  <a:cubicBezTo>
                    <a:pt x="150" y="152"/>
                    <a:pt x="147" y="151"/>
                    <a:pt x="143" y="149"/>
                  </a:cubicBezTo>
                  <a:cubicBezTo>
                    <a:pt x="144" y="149"/>
                    <a:pt x="144" y="148"/>
                    <a:pt x="144" y="148"/>
                  </a:cubicBezTo>
                  <a:close/>
                  <a:moveTo>
                    <a:pt x="159" y="151"/>
                  </a:moveTo>
                  <a:cubicBezTo>
                    <a:pt x="161" y="151"/>
                    <a:pt x="163" y="151"/>
                    <a:pt x="164" y="151"/>
                  </a:cubicBezTo>
                  <a:cubicBezTo>
                    <a:pt x="165" y="151"/>
                    <a:pt x="166" y="152"/>
                    <a:pt x="166" y="152"/>
                  </a:cubicBezTo>
                  <a:cubicBezTo>
                    <a:pt x="165" y="154"/>
                    <a:pt x="164" y="156"/>
                    <a:pt x="162" y="158"/>
                  </a:cubicBezTo>
                  <a:cubicBezTo>
                    <a:pt x="160" y="157"/>
                    <a:pt x="158" y="156"/>
                    <a:pt x="157" y="155"/>
                  </a:cubicBezTo>
                  <a:cubicBezTo>
                    <a:pt x="157" y="154"/>
                    <a:pt x="158" y="152"/>
                    <a:pt x="159" y="151"/>
                  </a:cubicBezTo>
                  <a:close/>
                  <a:moveTo>
                    <a:pt x="170" y="153"/>
                  </a:moveTo>
                  <a:cubicBezTo>
                    <a:pt x="172" y="154"/>
                    <a:pt x="173" y="154"/>
                    <a:pt x="174" y="154"/>
                  </a:cubicBezTo>
                  <a:cubicBezTo>
                    <a:pt x="175" y="154"/>
                    <a:pt x="175" y="155"/>
                    <a:pt x="175" y="155"/>
                  </a:cubicBezTo>
                  <a:cubicBezTo>
                    <a:pt x="175" y="155"/>
                    <a:pt x="175" y="155"/>
                    <a:pt x="175" y="155"/>
                  </a:cubicBezTo>
                  <a:cubicBezTo>
                    <a:pt x="174" y="157"/>
                    <a:pt x="172" y="159"/>
                    <a:pt x="171" y="161"/>
                  </a:cubicBezTo>
                  <a:cubicBezTo>
                    <a:pt x="169" y="161"/>
                    <a:pt x="168" y="160"/>
                    <a:pt x="166" y="159"/>
                  </a:cubicBezTo>
                  <a:cubicBezTo>
                    <a:pt x="168" y="157"/>
                    <a:pt x="169" y="155"/>
                    <a:pt x="170" y="153"/>
                  </a:cubicBezTo>
                  <a:close/>
                  <a:moveTo>
                    <a:pt x="180" y="156"/>
                  </a:moveTo>
                  <a:cubicBezTo>
                    <a:pt x="182" y="157"/>
                    <a:pt x="185" y="157"/>
                    <a:pt x="187" y="158"/>
                  </a:cubicBezTo>
                  <a:cubicBezTo>
                    <a:pt x="186" y="160"/>
                    <a:pt x="184" y="163"/>
                    <a:pt x="183" y="165"/>
                  </a:cubicBezTo>
                  <a:cubicBezTo>
                    <a:pt x="181" y="164"/>
                    <a:pt x="178" y="164"/>
                    <a:pt x="176" y="163"/>
                  </a:cubicBezTo>
                  <a:cubicBezTo>
                    <a:pt x="177" y="160"/>
                    <a:pt x="179" y="158"/>
                    <a:pt x="180" y="156"/>
                  </a:cubicBezTo>
                  <a:close/>
                  <a:moveTo>
                    <a:pt x="193" y="159"/>
                  </a:moveTo>
                  <a:cubicBezTo>
                    <a:pt x="196" y="160"/>
                    <a:pt x="200" y="161"/>
                    <a:pt x="204" y="161"/>
                  </a:cubicBezTo>
                  <a:cubicBezTo>
                    <a:pt x="202" y="164"/>
                    <a:pt x="201" y="167"/>
                    <a:pt x="199" y="170"/>
                  </a:cubicBezTo>
                  <a:cubicBezTo>
                    <a:pt x="196" y="169"/>
                    <a:pt x="192" y="168"/>
                    <a:pt x="188" y="167"/>
                  </a:cubicBezTo>
                  <a:cubicBezTo>
                    <a:pt x="190" y="164"/>
                    <a:pt x="191" y="162"/>
                    <a:pt x="193" y="159"/>
                  </a:cubicBezTo>
                  <a:close/>
                  <a:moveTo>
                    <a:pt x="207" y="162"/>
                  </a:moveTo>
                  <a:cubicBezTo>
                    <a:pt x="210" y="163"/>
                    <a:pt x="213" y="163"/>
                    <a:pt x="216" y="163"/>
                  </a:cubicBezTo>
                  <a:cubicBezTo>
                    <a:pt x="215" y="166"/>
                    <a:pt x="213" y="169"/>
                    <a:pt x="211" y="172"/>
                  </a:cubicBezTo>
                  <a:cubicBezTo>
                    <a:pt x="209" y="172"/>
                    <a:pt x="206" y="171"/>
                    <a:pt x="203" y="171"/>
                  </a:cubicBezTo>
                  <a:cubicBezTo>
                    <a:pt x="205" y="168"/>
                    <a:pt x="206" y="165"/>
                    <a:pt x="207" y="162"/>
                  </a:cubicBezTo>
                  <a:close/>
                  <a:moveTo>
                    <a:pt x="312" y="157"/>
                  </a:moveTo>
                  <a:cubicBezTo>
                    <a:pt x="317" y="157"/>
                    <a:pt x="321" y="157"/>
                    <a:pt x="325" y="156"/>
                  </a:cubicBezTo>
                  <a:cubicBezTo>
                    <a:pt x="325" y="158"/>
                    <a:pt x="324" y="159"/>
                    <a:pt x="324" y="161"/>
                  </a:cubicBezTo>
                  <a:cubicBezTo>
                    <a:pt x="320" y="162"/>
                    <a:pt x="316" y="162"/>
                    <a:pt x="312" y="162"/>
                  </a:cubicBezTo>
                  <a:cubicBezTo>
                    <a:pt x="312" y="161"/>
                    <a:pt x="312" y="159"/>
                    <a:pt x="312" y="157"/>
                  </a:cubicBezTo>
                  <a:close/>
                  <a:moveTo>
                    <a:pt x="313" y="152"/>
                  </a:moveTo>
                  <a:cubicBezTo>
                    <a:pt x="313" y="152"/>
                    <a:pt x="313" y="151"/>
                    <a:pt x="313" y="150"/>
                  </a:cubicBezTo>
                  <a:cubicBezTo>
                    <a:pt x="318" y="150"/>
                    <a:pt x="323" y="149"/>
                    <a:pt x="327" y="148"/>
                  </a:cubicBezTo>
                  <a:cubicBezTo>
                    <a:pt x="327" y="149"/>
                    <a:pt x="327" y="150"/>
                    <a:pt x="327" y="151"/>
                  </a:cubicBezTo>
                  <a:cubicBezTo>
                    <a:pt x="322" y="152"/>
                    <a:pt x="318" y="152"/>
                    <a:pt x="313" y="152"/>
                  </a:cubicBezTo>
                  <a:close/>
                  <a:moveTo>
                    <a:pt x="325" y="145"/>
                  </a:moveTo>
                  <a:cubicBezTo>
                    <a:pt x="326" y="145"/>
                    <a:pt x="327" y="144"/>
                    <a:pt x="329" y="144"/>
                  </a:cubicBezTo>
                  <a:cubicBezTo>
                    <a:pt x="329" y="144"/>
                    <a:pt x="328" y="144"/>
                    <a:pt x="328" y="144"/>
                  </a:cubicBezTo>
                  <a:cubicBezTo>
                    <a:pt x="327" y="145"/>
                    <a:pt x="326" y="145"/>
                    <a:pt x="325" y="145"/>
                  </a:cubicBezTo>
                  <a:close/>
                  <a:moveTo>
                    <a:pt x="192" y="149"/>
                  </a:moveTo>
                  <a:cubicBezTo>
                    <a:pt x="191" y="148"/>
                    <a:pt x="190" y="148"/>
                    <a:pt x="189" y="148"/>
                  </a:cubicBezTo>
                  <a:cubicBezTo>
                    <a:pt x="188" y="148"/>
                    <a:pt x="187" y="147"/>
                    <a:pt x="186" y="147"/>
                  </a:cubicBezTo>
                  <a:cubicBezTo>
                    <a:pt x="186" y="147"/>
                    <a:pt x="186" y="147"/>
                    <a:pt x="186" y="146"/>
                  </a:cubicBezTo>
                  <a:cubicBezTo>
                    <a:pt x="188" y="147"/>
                    <a:pt x="190" y="148"/>
                    <a:pt x="193" y="148"/>
                  </a:cubicBezTo>
                  <a:cubicBezTo>
                    <a:pt x="192" y="148"/>
                    <a:pt x="192" y="149"/>
                    <a:pt x="192" y="149"/>
                  </a:cubicBezTo>
                  <a:close/>
                  <a:moveTo>
                    <a:pt x="181" y="145"/>
                  </a:moveTo>
                  <a:cubicBezTo>
                    <a:pt x="179" y="145"/>
                    <a:pt x="178" y="144"/>
                    <a:pt x="176" y="144"/>
                  </a:cubicBezTo>
                  <a:cubicBezTo>
                    <a:pt x="176" y="143"/>
                    <a:pt x="176" y="143"/>
                    <a:pt x="177" y="143"/>
                  </a:cubicBezTo>
                  <a:cubicBezTo>
                    <a:pt x="178" y="144"/>
                    <a:pt x="180" y="144"/>
                    <a:pt x="181" y="145"/>
                  </a:cubicBezTo>
                  <a:cubicBezTo>
                    <a:pt x="181" y="145"/>
                    <a:pt x="181" y="145"/>
                    <a:pt x="181" y="145"/>
                  </a:cubicBezTo>
                  <a:close/>
                  <a:moveTo>
                    <a:pt x="173" y="142"/>
                  </a:moveTo>
                  <a:cubicBezTo>
                    <a:pt x="171" y="141"/>
                    <a:pt x="168" y="140"/>
                    <a:pt x="166" y="139"/>
                  </a:cubicBezTo>
                  <a:cubicBezTo>
                    <a:pt x="166" y="139"/>
                    <a:pt x="167" y="139"/>
                    <a:pt x="167" y="139"/>
                  </a:cubicBezTo>
                  <a:cubicBezTo>
                    <a:pt x="169" y="140"/>
                    <a:pt x="171" y="141"/>
                    <a:pt x="173" y="142"/>
                  </a:cubicBezTo>
                  <a:cubicBezTo>
                    <a:pt x="173" y="142"/>
                    <a:pt x="173" y="142"/>
                    <a:pt x="173" y="142"/>
                  </a:cubicBezTo>
                  <a:close/>
                  <a:moveTo>
                    <a:pt x="160" y="143"/>
                  </a:moveTo>
                  <a:cubicBezTo>
                    <a:pt x="160" y="143"/>
                    <a:pt x="160" y="144"/>
                    <a:pt x="160" y="144"/>
                  </a:cubicBezTo>
                  <a:cubicBezTo>
                    <a:pt x="156" y="142"/>
                    <a:pt x="153" y="141"/>
                    <a:pt x="149" y="139"/>
                  </a:cubicBezTo>
                  <a:cubicBezTo>
                    <a:pt x="149" y="139"/>
                    <a:pt x="150" y="139"/>
                    <a:pt x="150" y="138"/>
                  </a:cubicBezTo>
                  <a:cubicBezTo>
                    <a:pt x="153" y="140"/>
                    <a:pt x="157" y="142"/>
                    <a:pt x="160" y="143"/>
                  </a:cubicBezTo>
                  <a:close/>
                  <a:moveTo>
                    <a:pt x="147" y="138"/>
                  </a:moveTo>
                  <a:cubicBezTo>
                    <a:pt x="146" y="138"/>
                    <a:pt x="145" y="137"/>
                    <a:pt x="144" y="137"/>
                  </a:cubicBezTo>
                  <a:cubicBezTo>
                    <a:pt x="143" y="136"/>
                    <a:pt x="143" y="136"/>
                    <a:pt x="142" y="135"/>
                  </a:cubicBezTo>
                  <a:cubicBezTo>
                    <a:pt x="142" y="135"/>
                    <a:pt x="142" y="135"/>
                    <a:pt x="142" y="134"/>
                  </a:cubicBezTo>
                  <a:cubicBezTo>
                    <a:pt x="144" y="135"/>
                    <a:pt x="146" y="136"/>
                    <a:pt x="147" y="137"/>
                  </a:cubicBezTo>
                  <a:cubicBezTo>
                    <a:pt x="147" y="137"/>
                    <a:pt x="147" y="138"/>
                    <a:pt x="147" y="138"/>
                  </a:cubicBezTo>
                  <a:close/>
                  <a:moveTo>
                    <a:pt x="139" y="134"/>
                  </a:moveTo>
                  <a:cubicBezTo>
                    <a:pt x="137" y="132"/>
                    <a:pt x="134" y="130"/>
                    <a:pt x="132" y="129"/>
                  </a:cubicBezTo>
                  <a:cubicBezTo>
                    <a:pt x="132" y="129"/>
                    <a:pt x="132" y="128"/>
                    <a:pt x="132" y="128"/>
                  </a:cubicBezTo>
                  <a:cubicBezTo>
                    <a:pt x="135" y="130"/>
                    <a:pt x="137" y="132"/>
                    <a:pt x="140" y="133"/>
                  </a:cubicBezTo>
                  <a:cubicBezTo>
                    <a:pt x="140" y="133"/>
                    <a:pt x="140" y="134"/>
                    <a:pt x="139" y="134"/>
                  </a:cubicBezTo>
                  <a:close/>
                  <a:moveTo>
                    <a:pt x="122" y="129"/>
                  </a:moveTo>
                  <a:cubicBezTo>
                    <a:pt x="122" y="129"/>
                    <a:pt x="122" y="129"/>
                    <a:pt x="122" y="130"/>
                  </a:cubicBezTo>
                  <a:cubicBezTo>
                    <a:pt x="121" y="130"/>
                    <a:pt x="121" y="130"/>
                    <a:pt x="121" y="131"/>
                  </a:cubicBezTo>
                  <a:cubicBezTo>
                    <a:pt x="121" y="131"/>
                    <a:pt x="120" y="131"/>
                    <a:pt x="120" y="130"/>
                  </a:cubicBezTo>
                  <a:cubicBezTo>
                    <a:pt x="120" y="130"/>
                    <a:pt x="121" y="129"/>
                    <a:pt x="121" y="128"/>
                  </a:cubicBezTo>
                  <a:cubicBezTo>
                    <a:pt x="122" y="129"/>
                    <a:pt x="122" y="129"/>
                    <a:pt x="122" y="129"/>
                  </a:cubicBezTo>
                  <a:close/>
                  <a:moveTo>
                    <a:pt x="111" y="128"/>
                  </a:moveTo>
                  <a:cubicBezTo>
                    <a:pt x="111" y="128"/>
                    <a:pt x="111" y="128"/>
                    <a:pt x="112" y="129"/>
                  </a:cubicBezTo>
                  <a:cubicBezTo>
                    <a:pt x="112" y="130"/>
                    <a:pt x="113" y="131"/>
                    <a:pt x="114" y="131"/>
                  </a:cubicBezTo>
                  <a:cubicBezTo>
                    <a:pt x="113" y="133"/>
                    <a:pt x="112" y="135"/>
                    <a:pt x="111" y="137"/>
                  </a:cubicBezTo>
                  <a:cubicBezTo>
                    <a:pt x="108" y="137"/>
                    <a:pt x="105" y="137"/>
                    <a:pt x="102" y="137"/>
                  </a:cubicBezTo>
                  <a:cubicBezTo>
                    <a:pt x="102" y="136"/>
                    <a:pt x="101" y="135"/>
                    <a:pt x="101" y="135"/>
                  </a:cubicBezTo>
                  <a:cubicBezTo>
                    <a:pt x="103" y="131"/>
                    <a:pt x="105" y="127"/>
                    <a:pt x="107" y="124"/>
                  </a:cubicBezTo>
                  <a:cubicBezTo>
                    <a:pt x="109" y="125"/>
                    <a:pt x="110" y="127"/>
                    <a:pt x="111" y="128"/>
                  </a:cubicBezTo>
                  <a:close/>
                  <a:moveTo>
                    <a:pt x="101" y="122"/>
                  </a:moveTo>
                  <a:cubicBezTo>
                    <a:pt x="99" y="124"/>
                    <a:pt x="97" y="127"/>
                    <a:pt x="95" y="130"/>
                  </a:cubicBezTo>
                  <a:cubicBezTo>
                    <a:pt x="94" y="128"/>
                    <a:pt x="93" y="127"/>
                    <a:pt x="92" y="126"/>
                  </a:cubicBezTo>
                  <a:cubicBezTo>
                    <a:pt x="93" y="124"/>
                    <a:pt x="95" y="122"/>
                    <a:pt x="96" y="120"/>
                  </a:cubicBezTo>
                  <a:cubicBezTo>
                    <a:pt x="97" y="120"/>
                    <a:pt x="98" y="120"/>
                    <a:pt x="99" y="120"/>
                  </a:cubicBezTo>
                  <a:cubicBezTo>
                    <a:pt x="101" y="120"/>
                    <a:pt x="101" y="116"/>
                    <a:pt x="99" y="116"/>
                  </a:cubicBezTo>
                  <a:cubicBezTo>
                    <a:pt x="100" y="115"/>
                    <a:pt x="100" y="114"/>
                    <a:pt x="101" y="114"/>
                  </a:cubicBezTo>
                  <a:cubicBezTo>
                    <a:pt x="101" y="115"/>
                    <a:pt x="102" y="117"/>
                    <a:pt x="103" y="118"/>
                  </a:cubicBezTo>
                  <a:cubicBezTo>
                    <a:pt x="102" y="119"/>
                    <a:pt x="102" y="121"/>
                    <a:pt x="101" y="122"/>
                  </a:cubicBezTo>
                  <a:close/>
                  <a:moveTo>
                    <a:pt x="81" y="134"/>
                  </a:moveTo>
                  <a:cubicBezTo>
                    <a:pt x="81" y="133"/>
                    <a:pt x="80" y="132"/>
                    <a:pt x="80" y="131"/>
                  </a:cubicBezTo>
                  <a:cubicBezTo>
                    <a:pt x="81" y="129"/>
                    <a:pt x="81" y="128"/>
                    <a:pt x="82" y="127"/>
                  </a:cubicBezTo>
                  <a:cubicBezTo>
                    <a:pt x="83" y="127"/>
                    <a:pt x="84" y="128"/>
                    <a:pt x="85" y="128"/>
                  </a:cubicBezTo>
                  <a:cubicBezTo>
                    <a:pt x="84" y="130"/>
                    <a:pt x="82" y="132"/>
                    <a:pt x="81" y="134"/>
                  </a:cubicBezTo>
                  <a:close/>
                  <a:moveTo>
                    <a:pt x="85" y="123"/>
                  </a:moveTo>
                  <a:cubicBezTo>
                    <a:pt x="85" y="123"/>
                    <a:pt x="85" y="122"/>
                    <a:pt x="86" y="122"/>
                  </a:cubicBezTo>
                  <a:cubicBezTo>
                    <a:pt x="86" y="123"/>
                    <a:pt x="87" y="124"/>
                    <a:pt x="88" y="125"/>
                  </a:cubicBezTo>
                  <a:cubicBezTo>
                    <a:pt x="87" y="125"/>
                    <a:pt x="87" y="125"/>
                    <a:pt x="87" y="125"/>
                  </a:cubicBezTo>
                  <a:cubicBezTo>
                    <a:pt x="86" y="125"/>
                    <a:pt x="86" y="124"/>
                    <a:pt x="85" y="123"/>
                  </a:cubicBezTo>
                  <a:close/>
                  <a:moveTo>
                    <a:pt x="80" y="119"/>
                  </a:moveTo>
                  <a:cubicBezTo>
                    <a:pt x="81" y="118"/>
                    <a:pt x="81" y="117"/>
                    <a:pt x="82" y="117"/>
                  </a:cubicBezTo>
                  <a:cubicBezTo>
                    <a:pt x="82" y="117"/>
                    <a:pt x="82" y="118"/>
                    <a:pt x="83" y="118"/>
                  </a:cubicBezTo>
                  <a:cubicBezTo>
                    <a:pt x="82" y="118"/>
                    <a:pt x="81" y="119"/>
                    <a:pt x="81" y="119"/>
                  </a:cubicBezTo>
                  <a:cubicBezTo>
                    <a:pt x="81" y="119"/>
                    <a:pt x="80" y="119"/>
                    <a:pt x="80" y="119"/>
                  </a:cubicBezTo>
                  <a:close/>
                  <a:moveTo>
                    <a:pt x="87" y="121"/>
                  </a:moveTo>
                  <a:cubicBezTo>
                    <a:pt x="88" y="121"/>
                    <a:pt x="89" y="121"/>
                    <a:pt x="90" y="121"/>
                  </a:cubicBezTo>
                  <a:cubicBezTo>
                    <a:pt x="90" y="121"/>
                    <a:pt x="89" y="122"/>
                    <a:pt x="89" y="123"/>
                  </a:cubicBezTo>
                  <a:cubicBezTo>
                    <a:pt x="88" y="122"/>
                    <a:pt x="88" y="122"/>
                    <a:pt x="87" y="121"/>
                  </a:cubicBezTo>
                  <a:close/>
                  <a:moveTo>
                    <a:pt x="85" y="118"/>
                  </a:moveTo>
                  <a:cubicBezTo>
                    <a:pt x="85" y="118"/>
                    <a:pt x="85" y="118"/>
                    <a:pt x="84" y="118"/>
                  </a:cubicBezTo>
                  <a:cubicBezTo>
                    <a:pt x="84" y="117"/>
                    <a:pt x="83" y="116"/>
                    <a:pt x="82" y="116"/>
                  </a:cubicBezTo>
                  <a:cubicBezTo>
                    <a:pt x="85" y="111"/>
                    <a:pt x="88" y="106"/>
                    <a:pt x="90" y="102"/>
                  </a:cubicBezTo>
                  <a:cubicBezTo>
                    <a:pt x="92" y="103"/>
                    <a:pt x="93" y="104"/>
                    <a:pt x="94" y="105"/>
                  </a:cubicBezTo>
                  <a:cubicBezTo>
                    <a:pt x="91" y="109"/>
                    <a:pt x="88" y="113"/>
                    <a:pt x="85" y="118"/>
                  </a:cubicBezTo>
                  <a:close/>
                  <a:moveTo>
                    <a:pt x="79" y="124"/>
                  </a:moveTo>
                  <a:cubicBezTo>
                    <a:pt x="79" y="124"/>
                    <a:pt x="80" y="125"/>
                    <a:pt x="80" y="125"/>
                  </a:cubicBezTo>
                  <a:cubicBezTo>
                    <a:pt x="79" y="126"/>
                    <a:pt x="79" y="127"/>
                    <a:pt x="78" y="128"/>
                  </a:cubicBezTo>
                  <a:cubicBezTo>
                    <a:pt x="78" y="127"/>
                    <a:pt x="77" y="126"/>
                    <a:pt x="77" y="125"/>
                  </a:cubicBezTo>
                  <a:cubicBezTo>
                    <a:pt x="77" y="125"/>
                    <a:pt x="77" y="125"/>
                    <a:pt x="77" y="124"/>
                  </a:cubicBezTo>
                  <a:cubicBezTo>
                    <a:pt x="78" y="124"/>
                    <a:pt x="78" y="124"/>
                    <a:pt x="79" y="124"/>
                  </a:cubicBezTo>
                  <a:close/>
                  <a:moveTo>
                    <a:pt x="75" y="128"/>
                  </a:moveTo>
                  <a:cubicBezTo>
                    <a:pt x="75" y="129"/>
                    <a:pt x="76" y="130"/>
                    <a:pt x="76" y="130"/>
                  </a:cubicBezTo>
                  <a:cubicBezTo>
                    <a:pt x="75" y="133"/>
                    <a:pt x="73" y="135"/>
                    <a:pt x="72" y="137"/>
                  </a:cubicBezTo>
                  <a:cubicBezTo>
                    <a:pt x="72" y="137"/>
                    <a:pt x="71" y="136"/>
                    <a:pt x="71" y="135"/>
                  </a:cubicBezTo>
                  <a:cubicBezTo>
                    <a:pt x="72" y="133"/>
                    <a:pt x="73" y="130"/>
                    <a:pt x="75" y="128"/>
                  </a:cubicBezTo>
                  <a:close/>
                  <a:moveTo>
                    <a:pt x="88" y="131"/>
                  </a:moveTo>
                  <a:cubicBezTo>
                    <a:pt x="89" y="131"/>
                    <a:pt x="90" y="132"/>
                    <a:pt x="91" y="132"/>
                  </a:cubicBezTo>
                  <a:cubicBezTo>
                    <a:pt x="92" y="133"/>
                    <a:pt x="93" y="131"/>
                    <a:pt x="93" y="131"/>
                  </a:cubicBezTo>
                  <a:cubicBezTo>
                    <a:pt x="92" y="130"/>
                    <a:pt x="91" y="129"/>
                    <a:pt x="90" y="128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1" y="129"/>
                    <a:pt x="92" y="131"/>
                    <a:pt x="94" y="132"/>
                  </a:cubicBezTo>
                  <a:cubicBezTo>
                    <a:pt x="91" y="135"/>
                    <a:pt x="88" y="139"/>
                    <a:pt x="85" y="143"/>
                  </a:cubicBezTo>
                  <a:cubicBezTo>
                    <a:pt x="84" y="142"/>
                    <a:pt x="83" y="141"/>
                    <a:pt x="83" y="140"/>
                  </a:cubicBezTo>
                  <a:cubicBezTo>
                    <a:pt x="84" y="137"/>
                    <a:pt x="86" y="134"/>
                    <a:pt x="88" y="131"/>
                  </a:cubicBezTo>
                  <a:close/>
                  <a:moveTo>
                    <a:pt x="97" y="135"/>
                  </a:moveTo>
                  <a:cubicBezTo>
                    <a:pt x="97" y="135"/>
                    <a:pt x="97" y="135"/>
                    <a:pt x="97" y="136"/>
                  </a:cubicBezTo>
                  <a:cubicBezTo>
                    <a:pt x="95" y="140"/>
                    <a:pt x="92" y="145"/>
                    <a:pt x="90" y="150"/>
                  </a:cubicBezTo>
                  <a:cubicBezTo>
                    <a:pt x="89" y="149"/>
                    <a:pt x="89" y="148"/>
                    <a:pt x="88" y="148"/>
                  </a:cubicBezTo>
                  <a:cubicBezTo>
                    <a:pt x="91" y="144"/>
                    <a:pt x="94" y="139"/>
                    <a:pt x="97" y="135"/>
                  </a:cubicBezTo>
                  <a:close/>
                  <a:moveTo>
                    <a:pt x="96" y="143"/>
                  </a:moveTo>
                  <a:cubicBezTo>
                    <a:pt x="98" y="144"/>
                    <a:pt x="100" y="146"/>
                    <a:pt x="102" y="148"/>
                  </a:cubicBezTo>
                  <a:cubicBezTo>
                    <a:pt x="100" y="151"/>
                    <a:pt x="98" y="154"/>
                    <a:pt x="95" y="156"/>
                  </a:cubicBezTo>
                  <a:cubicBezTo>
                    <a:pt x="94" y="155"/>
                    <a:pt x="92" y="153"/>
                    <a:pt x="91" y="151"/>
                  </a:cubicBezTo>
                  <a:cubicBezTo>
                    <a:pt x="92" y="148"/>
                    <a:pt x="94" y="145"/>
                    <a:pt x="96" y="143"/>
                  </a:cubicBezTo>
                  <a:close/>
                  <a:moveTo>
                    <a:pt x="117" y="151"/>
                  </a:moveTo>
                  <a:cubicBezTo>
                    <a:pt x="118" y="149"/>
                    <a:pt x="120" y="147"/>
                    <a:pt x="121" y="145"/>
                  </a:cubicBezTo>
                  <a:cubicBezTo>
                    <a:pt x="124" y="145"/>
                    <a:pt x="128" y="146"/>
                    <a:pt x="131" y="146"/>
                  </a:cubicBezTo>
                  <a:cubicBezTo>
                    <a:pt x="129" y="149"/>
                    <a:pt x="128" y="153"/>
                    <a:pt x="126" y="156"/>
                  </a:cubicBezTo>
                  <a:cubicBezTo>
                    <a:pt x="123" y="154"/>
                    <a:pt x="120" y="153"/>
                    <a:pt x="117" y="151"/>
                  </a:cubicBezTo>
                  <a:close/>
                  <a:moveTo>
                    <a:pt x="133" y="152"/>
                  </a:moveTo>
                  <a:cubicBezTo>
                    <a:pt x="133" y="151"/>
                    <a:pt x="134" y="149"/>
                    <a:pt x="135" y="148"/>
                  </a:cubicBezTo>
                  <a:cubicBezTo>
                    <a:pt x="136" y="149"/>
                    <a:pt x="137" y="150"/>
                    <a:pt x="138" y="150"/>
                  </a:cubicBezTo>
                  <a:cubicBezTo>
                    <a:pt x="136" y="153"/>
                    <a:pt x="135" y="156"/>
                    <a:pt x="133" y="159"/>
                  </a:cubicBezTo>
                  <a:cubicBezTo>
                    <a:pt x="132" y="159"/>
                    <a:pt x="131" y="158"/>
                    <a:pt x="130" y="158"/>
                  </a:cubicBezTo>
                  <a:cubicBezTo>
                    <a:pt x="131" y="156"/>
                    <a:pt x="132" y="154"/>
                    <a:pt x="133" y="152"/>
                  </a:cubicBezTo>
                  <a:close/>
                  <a:moveTo>
                    <a:pt x="142" y="152"/>
                  </a:moveTo>
                  <a:cubicBezTo>
                    <a:pt x="145" y="154"/>
                    <a:pt x="148" y="156"/>
                    <a:pt x="151" y="157"/>
                  </a:cubicBezTo>
                  <a:cubicBezTo>
                    <a:pt x="150" y="159"/>
                    <a:pt x="149" y="161"/>
                    <a:pt x="148" y="163"/>
                  </a:cubicBezTo>
                  <a:cubicBezTo>
                    <a:pt x="148" y="163"/>
                    <a:pt x="147" y="164"/>
                    <a:pt x="147" y="165"/>
                  </a:cubicBezTo>
                  <a:cubicBezTo>
                    <a:pt x="145" y="165"/>
                    <a:pt x="143" y="164"/>
                    <a:pt x="142" y="163"/>
                  </a:cubicBezTo>
                  <a:cubicBezTo>
                    <a:pt x="140" y="163"/>
                    <a:pt x="138" y="162"/>
                    <a:pt x="137" y="161"/>
                  </a:cubicBezTo>
                  <a:cubicBezTo>
                    <a:pt x="138" y="158"/>
                    <a:pt x="140" y="155"/>
                    <a:pt x="142" y="152"/>
                  </a:cubicBezTo>
                  <a:close/>
                  <a:moveTo>
                    <a:pt x="155" y="159"/>
                  </a:moveTo>
                  <a:cubicBezTo>
                    <a:pt x="156" y="160"/>
                    <a:pt x="158" y="161"/>
                    <a:pt x="160" y="161"/>
                  </a:cubicBezTo>
                  <a:cubicBezTo>
                    <a:pt x="159" y="163"/>
                    <a:pt x="158" y="164"/>
                    <a:pt x="157" y="165"/>
                  </a:cubicBezTo>
                  <a:cubicBezTo>
                    <a:pt x="157" y="166"/>
                    <a:pt x="156" y="167"/>
                    <a:pt x="155" y="168"/>
                  </a:cubicBezTo>
                  <a:cubicBezTo>
                    <a:pt x="154" y="168"/>
                    <a:pt x="152" y="167"/>
                    <a:pt x="151" y="167"/>
                  </a:cubicBezTo>
                  <a:cubicBezTo>
                    <a:pt x="152" y="164"/>
                    <a:pt x="153" y="162"/>
                    <a:pt x="155" y="159"/>
                  </a:cubicBezTo>
                  <a:close/>
                  <a:moveTo>
                    <a:pt x="173" y="167"/>
                  </a:moveTo>
                  <a:cubicBezTo>
                    <a:pt x="176" y="168"/>
                    <a:pt x="178" y="168"/>
                    <a:pt x="181" y="169"/>
                  </a:cubicBezTo>
                  <a:cubicBezTo>
                    <a:pt x="180" y="171"/>
                    <a:pt x="179" y="172"/>
                    <a:pt x="178" y="173"/>
                  </a:cubicBezTo>
                  <a:cubicBezTo>
                    <a:pt x="175" y="173"/>
                    <a:pt x="172" y="172"/>
                    <a:pt x="170" y="172"/>
                  </a:cubicBezTo>
                  <a:cubicBezTo>
                    <a:pt x="171" y="170"/>
                    <a:pt x="172" y="168"/>
                    <a:pt x="173" y="167"/>
                  </a:cubicBezTo>
                  <a:close/>
                  <a:moveTo>
                    <a:pt x="186" y="171"/>
                  </a:moveTo>
                  <a:cubicBezTo>
                    <a:pt x="189" y="172"/>
                    <a:pt x="193" y="173"/>
                    <a:pt x="197" y="174"/>
                  </a:cubicBezTo>
                  <a:cubicBezTo>
                    <a:pt x="197" y="175"/>
                    <a:pt x="196" y="175"/>
                    <a:pt x="196" y="176"/>
                  </a:cubicBezTo>
                  <a:cubicBezTo>
                    <a:pt x="193" y="175"/>
                    <a:pt x="191" y="175"/>
                    <a:pt x="188" y="175"/>
                  </a:cubicBezTo>
                  <a:cubicBezTo>
                    <a:pt x="187" y="175"/>
                    <a:pt x="185" y="174"/>
                    <a:pt x="184" y="174"/>
                  </a:cubicBezTo>
                  <a:cubicBezTo>
                    <a:pt x="184" y="173"/>
                    <a:pt x="185" y="172"/>
                    <a:pt x="186" y="171"/>
                  </a:cubicBezTo>
                  <a:close/>
                  <a:moveTo>
                    <a:pt x="200" y="175"/>
                  </a:moveTo>
                  <a:cubicBezTo>
                    <a:pt x="202" y="175"/>
                    <a:pt x="204" y="176"/>
                    <a:pt x="206" y="176"/>
                  </a:cubicBezTo>
                  <a:cubicBezTo>
                    <a:pt x="204" y="176"/>
                    <a:pt x="202" y="176"/>
                    <a:pt x="200" y="176"/>
                  </a:cubicBezTo>
                  <a:cubicBezTo>
                    <a:pt x="200" y="176"/>
                    <a:pt x="200" y="175"/>
                    <a:pt x="200" y="175"/>
                  </a:cubicBezTo>
                  <a:close/>
                  <a:moveTo>
                    <a:pt x="305" y="170"/>
                  </a:moveTo>
                  <a:cubicBezTo>
                    <a:pt x="305" y="170"/>
                    <a:pt x="305" y="170"/>
                    <a:pt x="305" y="170"/>
                  </a:cubicBezTo>
                  <a:cubicBezTo>
                    <a:pt x="304" y="171"/>
                    <a:pt x="304" y="171"/>
                    <a:pt x="303" y="171"/>
                  </a:cubicBezTo>
                  <a:cubicBezTo>
                    <a:pt x="304" y="170"/>
                    <a:pt x="304" y="170"/>
                    <a:pt x="305" y="170"/>
                  </a:cubicBezTo>
                  <a:close/>
                  <a:moveTo>
                    <a:pt x="311" y="166"/>
                  </a:moveTo>
                  <a:cubicBezTo>
                    <a:pt x="311" y="166"/>
                    <a:pt x="311" y="166"/>
                    <a:pt x="311" y="166"/>
                  </a:cubicBezTo>
                  <a:cubicBezTo>
                    <a:pt x="315" y="165"/>
                    <a:pt x="319" y="165"/>
                    <a:pt x="323" y="164"/>
                  </a:cubicBezTo>
                  <a:cubicBezTo>
                    <a:pt x="323" y="165"/>
                    <a:pt x="323" y="166"/>
                    <a:pt x="322" y="167"/>
                  </a:cubicBezTo>
                  <a:cubicBezTo>
                    <a:pt x="318" y="168"/>
                    <a:pt x="314" y="168"/>
                    <a:pt x="310" y="169"/>
                  </a:cubicBezTo>
                  <a:cubicBezTo>
                    <a:pt x="310" y="168"/>
                    <a:pt x="311" y="167"/>
                    <a:pt x="311" y="166"/>
                  </a:cubicBezTo>
                  <a:close/>
                  <a:moveTo>
                    <a:pt x="328" y="164"/>
                  </a:moveTo>
                  <a:cubicBezTo>
                    <a:pt x="332" y="163"/>
                    <a:pt x="335" y="163"/>
                    <a:pt x="338" y="162"/>
                  </a:cubicBezTo>
                  <a:cubicBezTo>
                    <a:pt x="338" y="162"/>
                    <a:pt x="338" y="163"/>
                    <a:pt x="338" y="163"/>
                  </a:cubicBezTo>
                  <a:cubicBezTo>
                    <a:pt x="334" y="164"/>
                    <a:pt x="331" y="165"/>
                    <a:pt x="328" y="166"/>
                  </a:cubicBezTo>
                  <a:cubicBezTo>
                    <a:pt x="328" y="165"/>
                    <a:pt x="328" y="164"/>
                    <a:pt x="328" y="164"/>
                  </a:cubicBezTo>
                  <a:close/>
                  <a:moveTo>
                    <a:pt x="342" y="161"/>
                  </a:moveTo>
                  <a:cubicBezTo>
                    <a:pt x="346" y="161"/>
                    <a:pt x="349" y="160"/>
                    <a:pt x="353" y="159"/>
                  </a:cubicBezTo>
                  <a:cubicBezTo>
                    <a:pt x="353" y="159"/>
                    <a:pt x="353" y="160"/>
                    <a:pt x="353" y="160"/>
                  </a:cubicBezTo>
                  <a:cubicBezTo>
                    <a:pt x="349" y="161"/>
                    <a:pt x="345" y="162"/>
                    <a:pt x="341" y="163"/>
                  </a:cubicBezTo>
                  <a:cubicBezTo>
                    <a:pt x="341" y="162"/>
                    <a:pt x="342" y="162"/>
                    <a:pt x="342" y="161"/>
                  </a:cubicBezTo>
                  <a:close/>
                  <a:moveTo>
                    <a:pt x="358" y="158"/>
                  </a:moveTo>
                  <a:cubicBezTo>
                    <a:pt x="359" y="158"/>
                    <a:pt x="360" y="157"/>
                    <a:pt x="361" y="157"/>
                  </a:cubicBezTo>
                  <a:cubicBezTo>
                    <a:pt x="364" y="157"/>
                    <a:pt x="366" y="156"/>
                    <a:pt x="369" y="155"/>
                  </a:cubicBezTo>
                  <a:cubicBezTo>
                    <a:pt x="369" y="155"/>
                    <a:pt x="368" y="156"/>
                    <a:pt x="368" y="156"/>
                  </a:cubicBezTo>
                  <a:cubicBezTo>
                    <a:pt x="365" y="157"/>
                    <a:pt x="361" y="158"/>
                    <a:pt x="358" y="159"/>
                  </a:cubicBezTo>
                  <a:cubicBezTo>
                    <a:pt x="358" y="158"/>
                    <a:pt x="358" y="158"/>
                    <a:pt x="358" y="158"/>
                  </a:cubicBezTo>
                  <a:close/>
                  <a:moveTo>
                    <a:pt x="374" y="154"/>
                  </a:moveTo>
                  <a:cubicBezTo>
                    <a:pt x="375" y="153"/>
                    <a:pt x="377" y="152"/>
                    <a:pt x="378" y="152"/>
                  </a:cubicBezTo>
                  <a:cubicBezTo>
                    <a:pt x="378" y="152"/>
                    <a:pt x="378" y="153"/>
                    <a:pt x="378" y="153"/>
                  </a:cubicBezTo>
                  <a:cubicBezTo>
                    <a:pt x="376" y="154"/>
                    <a:pt x="375" y="154"/>
                    <a:pt x="373" y="155"/>
                  </a:cubicBezTo>
                  <a:cubicBezTo>
                    <a:pt x="373" y="154"/>
                    <a:pt x="374" y="154"/>
                    <a:pt x="374" y="154"/>
                  </a:cubicBezTo>
                  <a:close/>
                  <a:moveTo>
                    <a:pt x="428" y="131"/>
                  </a:moveTo>
                  <a:cubicBezTo>
                    <a:pt x="426" y="132"/>
                    <a:pt x="424" y="134"/>
                    <a:pt x="422" y="135"/>
                  </a:cubicBezTo>
                  <a:cubicBezTo>
                    <a:pt x="422" y="133"/>
                    <a:pt x="423" y="131"/>
                    <a:pt x="423" y="128"/>
                  </a:cubicBezTo>
                  <a:cubicBezTo>
                    <a:pt x="425" y="127"/>
                    <a:pt x="428" y="125"/>
                    <a:pt x="430" y="124"/>
                  </a:cubicBezTo>
                  <a:cubicBezTo>
                    <a:pt x="430" y="126"/>
                    <a:pt x="429" y="128"/>
                    <a:pt x="429" y="131"/>
                  </a:cubicBezTo>
                  <a:cubicBezTo>
                    <a:pt x="429" y="131"/>
                    <a:pt x="428" y="131"/>
                    <a:pt x="428" y="131"/>
                  </a:cubicBezTo>
                  <a:close/>
                  <a:moveTo>
                    <a:pt x="417" y="138"/>
                  </a:moveTo>
                  <a:cubicBezTo>
                    <a:pt x="415" y="139"/>
                    <a:pt x="413" y="141"/>
                    <a:pt x="411" y="142"/>
                  </a:cubicBezTo>
                  <a:cubicBezTo>
                    <a:pt x="410" y="142"/>
                    <a:pt x="410" y="142"/>
                    <a:pt x="410" y="142"/>
                  </a:cubicBezTo>
                  <a:cubicBezTo>
                    <a:pt x="410" y="142"/>
                    <a:pt x="409" y="142"/>
                    <a:pt x="409" y="143"/>
                  </a:cubicBezTo>
                  <a:cubicBezTo>
                    <a:pt x="410" y="140"/>
                    <a:pt x="410" y="138"/>
                    <a:pt x="411" y="136"/>
                  </a:cubicBezTo>
                  <a:cubicBezTo>
                    <a:pt x="414" y="134"/>
                    <a:pt x="417" y="132"/>
                    <a:pt x="419" y="130"/>
                  </a:cubicBezTo>
                  <a:cubicBezTo>
                    <a:pt x="419" y="133"/>
                    <a:pt x="418" y="136"/>
                    <a:pt x="417" y="138"/>
                  </a:cubicBezTo>
                  <a:close/>
                  <a:moveTo>
                    <a:pt x="406" y="143"/>
                  </a:moveTo>
                  <a:cubicBezTo>
                    <a:pt x="406" y="142"/>
                    <a:pt x="406" y="140"/>
                    <a:pt x="407" y="138"/>
                  </a:cubicBezTo>
                  <a:cubicBezTo>
                    <a:pt x="407" y="138"/>
                    <a:pt x="407" y="138"/>
                    <a:pt x="408" y="137"/>
                  </a:cubicBezTo>
                  <a:cubicBezTo>
                    <a:pt x="407" y="139"/>
                    <a:pt x="407" y="141"/>
                    <a:pt x="406" y="143"/>
                  </a:cubicBezTo>
                  <a:close/>
                  <a:moveTo>
                    <a:pt x="397" y="147"/>
                  </a:moveTo>
                  <a:cubicBezTo>
                    <a:pt x="392" y="149"/>
                    <a:pt x="387" y="151"/>
                    <a:pt x="382" y="152"/>
                  </a:cubicBezTo>
                  <a:cubicBezTo>
                    <a:pt x="383" y="151"/>
                    <a:pt x="383" y="151"/>
                    <a:pt x="383" y="150"/>
                  </a:cubicBezTo>
                  <a:cubicBezTo>
                    <a:pt x="388" y="148"/>
                    <a:pt x="393" y="146"/>
                    <a:pt x="398" y="143"/>
                  </a:cubicBezTo>
                  <a:cubicBezTo>
                    <a:pt x="397" y="144"/>
                    <a:pt x="397" y="146"/>
                    <a:pt x="397" y="147"/>
                  </a:cubicBezTo>
                  <a:close/>
                  <a:moveTo>
                    <a:pt x="375" y="160"/>
                  </a:moveTo>
                  <a:cubicBezTo>
                    <a:pt x="375" y="160"/>
                    <a:pt x="375" y="160"/>
                    <a:pt x="375" y="161"/>
                  </a:cubicBezTo>
                  <a:cubicBezTo>
                    <a:pt x="374" y="161"/>
                    <a:pt x="373" y="162"/>
                    <a:pt x="371" y="162"/>
                  </a:cubicBezTo>
                  <a:cubicBezTo>
                    <a:pt x="372" y="162"/>
                    <a:pt x="372" y="162"/>
                    <a:pt x="372" y="161"/>
                  </a:cubicBezTo>
                  <a:cubicBezTo>
                    <a:pt x="373" y="161"/>
                    <a:pt x="374" y="160"/>
                    <a:pt x="375" y="160"/>
                  </a:cubicBezTo>
                  <a:close/>
                  <a:moveTo>
                    <a:pt x="433" y="128"/>
                  </a:moveTo>
                  <a:cubicBezTo>
                    <a:pt x="434" y="126"/>
                    <a:pt x="434" y="123"/>
                    <a:pt x="435" y="121"/>
                  </a:cubicBezTo>
                  <a:cubicBezTo>
                    <a:pt x="436" y="120"/>
                    <a:pt x="438" y="119"/>
                    <a:pt x="439" y="118"/>
                  </a:cubicBezTo>
                  <a:cubicBezTo>
                    <a:pt x="439" y="120"/>
                    <a:pt x="438" y="123"/>
                    <a:pt x="437" y="125"/>
                  </a:cubicBezTo>
                  <a:cubicBezTo>
                    <a:pt x="436" y="126"/>
                    <a:pt x="434" y="127"/>
                    <a:pt x="433" y="128"/>
                  </a:cubicBezTo>
                  <a:close/>
                  <a:moveTo>
                    <a:pt x="398" y="138"/>
                  </a:moveTo>
                  <a:cubicBezTo>
                    <a:pt x="394" y="140"/>
                    <a:pt x="390" y="142"/>
                    <a:pt x="386" y="144"/>
                  </a:cubicBezTo>
                  <a:cubicBezTo>
                    <a:pt x="386" y="144"/>
                    <a:pt x="386" y="143"/>
                    <a:pt x="387" y="142"/>
                  </a:cubicBezTo>
                  <a:cubicBezTo>
                    <a:pt x="391" y="141"/>
                    <a:pt x="395" y="139"/>
                    <a:pt x="399" y="138"/>
                  </a:cubicBezTo>
                  <a:cubicBezTo>
                    <a:pt x="399" y="138"/>
                    <a:pt x="398" y="138"/>
                    <a:pt x="398" y="138"/>
                  </a:cubicBezTo>
                  <a:close/>
                  <a:moveTo>
                    <a:pt x="380" y="147"/>
                  </a:moveTo>
                  <a:cubicBezTo>
                    <a:pt x="379" y="147"/>
                    <a:pt x="377" y="148"/>
                    <a:pt x="375" y="149"/>
                  </a:cubicBezTo>
                  <a:cubicBezTo>
                    <a:pt x="375" y="148"/>
                    <a:pt x="375" y="147"/>
                    <a:pt x="375" y="146"/>
                  </a:cubicBezTo>
                  <a:cubicBezTo>
                    <a:pt x="377" y="145"/>
                    <a:pt x="379" y="145"/>
                    <a:pt x="381" y="144"/>
                  </a:cubicBezTo>
                  <a:cubicBezTo>
                    <a:pt x="381" y="145"/>
                    <a:pt x="381" y="146"/>
                    <a:pt x="380" y="147"/>
                  </a:cubicBezTo>
                  <a:close/>
                  <a:moveTo>
                    <a:pt x="370" y="151"/>
                  </a:moveTo>
                  <a:cubicBezTo>
                    <a:pt x="369" y="151"/>
                    <a:pt x="367" y="152"/>
                    <a:pt x="366" y="152"/>
                  </a:cubicBezTo>
                  <a:cubicBezTo>
                    <a:pt x="363" y="153"/>
                    <a:pt x="361" y="153"/>
                    <a:pt x="359" y="154"/>
                  </a:cubicBezTo>
                  <a:cubicBezTo>
                    <a:pt x="359" y="153"/>
                    <a:pt x="359" y="151"/>
                    <a:pt x="360" y="150"/>
                  </a:cubicBezTo>
                  <a:cubicBezTo>
                    <a:pt x="364" y="149"/>
                    <a:pt x="368" y="148"/>
                    <a:pt x="371" y="147"/>
                  </a:cubicBezTo>
                  <a:cubicBezTo>
                    <a:pt x="371" y="148"/>
                    <a:pt x="371" y="149"/>
                    <a:pt x="370" y="151"/>
                  </a:cubicBezTo>
                  <a:close/>
                  <a:moveTo>
                    <a:pt x="354" y="155"/>
                  </a:moveTo>
                  <a:cubicBezTo>
                    <a:pt x="350" y="156"/>
                    <a:pt x="347" y="157"/>
                    <a:pt x="343" y="158"/>
                  </a:cubicBezTo>
                  <a:cubicBezTo>
                    <a:pt x="343" y="156"/>
                    <a:pt x="343" y="155"/>
                    <a:pt x="344" y="153"/>
                  </a:cubicBezTo>
                  <a:cubicBezTo>
                    <a:pt x="348" y="153"/>
                    <a:pt x="352" y="152"/>
                    <a:pt x="356" y="151"/>
                  </a:cubicBezTo>
                  <a:cubicBezTo>
                    <a:pt x="355" y="152"/>
                    <a:pt x="355" y="154"/>
                    <a:pt x="354" y="155"/>
                  </a:cubicBezTo>
                  <a:close/>
                  <a:moveTo>
                    <a:pt x="339" y="159"/>
                  </a:moveTo>
                  <a:cubicBezTo>
                    <a:pt x="336" y="159"/>
                    <a:pt x="332" y="160"/>
                    <a:pt x="329" y="160"/>
                  </a:cubicBezTo>
                  <a:cubicBezTo>
                    <a:pt x="329" y="159"/>
                    <a:pt x="330" y="157"/>
                    <a:pt x="330" y="155"/>
                  </a:cubicBezTo>
                  <a:cubicBezTo>
                    <a:pt x="333" y="155"/>
                    <a:pt x="337" y="154"/>
                    <a:pt x="341" y="154"/>
                  </a:cubicBezTo>
                  <a:cubicBezTo>
                    <a:pt x="340" y="155"/>
                    <a:pt x="340" y="157"/>
                    <a:pt x="339" y="159"/>
                  </a:cubicBezTo>
                  <a:close/>
                  <a:moveTo>
                    <a:pt x="330" y="150"/>
                  </a:moveTo>
                  <a:cubicBezTo>
                    <a:pt x="330" y="150"/>
                    <a:pt x="330" y="149"/>
                    <a:pt x="330" y="148"/>
                  </a:cubicBezTo>
                  <a:cubicBezTo>
                    <a:pt x="335" y="147"/>
                    <a:pt x="339" y="147"/>
                    <a:pt x="343" y="146"/>
                  </a:cubicBezTo>
                  <a:cubicBezTo>
                    <a:pt x="343" y="147"/>
                    <a:pt x="343" y="148"/>
                    <a:pt x="342" y="149"/>
                  </a:cubicBezTo>
                  <a:cubicBezTo>
                    <a:pt x="338" y="149"/>
                    <a:pt x="334" y="150"/>
                    <a:pt x="330" y="150"/>
                  </a:cubicBezTo>
                  <a:close/>
                  <a:moveTo>
                    <a:pt x="331" y="144"/>
                  </a:moveTo>
                  <a:cubicBezTo>
                    <a:pt x="331" y="144"/>
                    <a:pt x="331" y="144"/>
                    <a:pt x="331" y="144"/>
                  </a:cubicBezTo>
                  <a:cubicBezTo>
                    <a:pt x="335" y="142"/>
                    <a:pt x="340" y="141"/>
                    <a:pt x="345" y="139"/>
                  </a:cubicBezTo>
                  <a:cubicBezTo>
                    <a:pt x="345" y="140"/>
                    <a:pt x="345" y="141"/>
                    <a:pt x="344" y="142"/>
                  </a:cubicBezTo>
                  <a:cubicBezTo>
                    <a:pt x="340" y="143"/>
                    <a:pt x="335" y="143"/>
                    <a:pt x="331" y="144"/>
                  </a:cubicBezTo>
                  <a:close/>
                  <a:moveTo>
                    <a:pt x="260" y="153"/>
                  </a:moveTo>
                  <a:cubicBezTo>
                    <a:pt x="260" y="153"/>
                    <a:pt x="260" y="153"/>
                    <a:pt x="260" y="153"/>
                  </a:cubicBezTo>
                  <a:cubicBezTo>
                    <a:pt x="262" y="153"/>
                    <a:pt x="263" y="153"/>
                    <a:pt x="264" y="153"/>
                  </a:cubicBezTo>
                  <a:cubicBezTo>
                    <a:pt x="263" y="153"/>
                    <a:pt x="261" y="153"/>
                    <a:pt x="260" y="153"/>
                  </a:cubicBezTo>
                  <a:close/>
                  <a:moveTo>
                    <a:pt x="255" y="153"/>
                  </a:moveTo>
                  <a:cubicBezTo>
                    <a:pt x="253" y="154"/>
                    <a:pt x="251" y="154"/>
                    <a:pt x="248" y="154"/>
                  </a:cubicBezTo>
                  <a:cubicBezTo>
                    <a:pt x="249" y="153"/>
                    <a:pt x="249" y="153"/>
                    <a:pt x="249" y="152"/>
                  </a:cubicBezTo>
                  <a:cubicBezTo>
                    <a:pt x="251" y="152"/>
                    <a:pt x="253" y="152"/>
                    <a:pt x="256" y="153"/>
                  </a:cubicBezTo>
                  <a:cubicBezTo>
                    <a:pt x="256" y="153"/>
                    <a:pt x="255" y="153"/>
                    <a:pt x="255" y="153"/>
                  </a:cubicBezTo>
                  <a:close/>
                  <a:moveTo>
                    <a:pt x="231" y="153"/>
                  </a:moveTo>
                  <a:cubicBezTo>
                    <a:pt x="229" y="153"/>
                    <a:pt x="227" y="153"/>
                    <a:pt x="225" y="153"/>
                  </a:cubicBezTo>
                  <a:cubicBezTo>
                    <a:pt x="225" y="152"/>
                    <a:pt x="225" y="151"/>
                    <a:pt x="226" y="150"/>
                  </a:cubicBezTo>
                  <a:cubicBezTo>
                    <a:pt x="228" y="150"/>
                    <a:pt x="230" y="150"/>
                    <a:pt x="232" y="151"/>
                  </a:cubicBezTo>
                  <a:cubicBezTo>
                    <a:pt x="232" y="152"/>
                    <a:pt x="232" y="153"/>
                    <a:pt x="231" y="153"/>
                  </a:cubicBezTo>
                  <a:close/>
                  <a:moveTo>
                    <a:pt x="195" y="144"/>
                  </a:moveTo>
                  <a:cubicBezTo>
                    <a:pt x="193" y="143"/>
                    <a:pt x="191" y="143"/>
                    <a:pt x="188" y="142"/>
                  </a:cubicBezTo>
                  <a:cubicBezTo>
                    <a:pt x="189" y="142"/>
                    <a:pt x="189" y="141"/>
                    <a:pt x="189" y="141"/>
                  </a:cubicBezTo>
                  <a:cubicBezTo>
                    <a:pt x="192" y="141"/>
                    <a:pt x="194" y="142"/>
                    <a:pt x="196" y="142"/>
                  </a:cubicBezTo>
                  <a:cubicBezTo>
                    <a:pt x="196" y="143"/>
                    <a:pt x="195" y="144"/>
                    <a:pt x="195" y="144"/>
                  </a:cubicBezTo>
                  <a:close/>
                  <a:moveTo>
                    <a:pt x="184" y="141"/>
                  </a:moveTo>
                  <a:cubicBezTo>
                    <a:pt x="182" y="140"/>
                    <a:pt x="181" y="139"/>
                    <a:pt x="179" y="139"/>
                  </a:cubicBezTo>
                  <a:cubicBezTo>
                    <a:pt x="179" y="138"/>
                    <a:pt x="179" y="138"/>
                    <a:pt x="180" y="138"/>
                  </a:cubicBezTo>
                  <a:cubicBezTo>
                    <a:pt x="181" y="138"/>
                    <a:pt x="183" y="139"/>
                    <a:pt x="185" y="139"/>
                  </a:cubicBezTo>
                  <a:cubicBezTo>
                    <a:pt x="185" y="140"/>
                    <a:pt x="184" y="140"/>
                    <a:pt x="184" y="141"/>
                  </a:cubicBezTo>
                  <a:close/>
                  <a:moveTo>
                    <a:pt x="176" y="138"/>
                  </a:moveTo>
                  <a:cubicBezTo>
                    <a:pt x="173" y="137"/>
                    <a:pt x="171" y="136"/>
                    <a:pt x="169" y="135"/>
                  </a:cubicBezTo>
                  <a:cubicBezTo>
                    <a:pt x="169" y="135"/>
                    <a:pt x="169" y="134"/>
                    <a:pt x="169" y="134"/>
                  </a:cubicBezTo>
                  <a:cubicBezTo>
                    <a:pt x="172" y="135"/>
                    <a:pt x="174" y="136"/>
                    <a:pt x="176" y="137"/>
                  </a:cubicBezTo>
                  <a:cubicBezTo>
                    <a:pt x="176" y="137"/>
                    <a:pt x="176" y="137"/>
                    <a:pt x="176" y="138"/>
                  </a:cubicBezTo>
                  <a:close/>
                  <a:moveTo>
                    <a:pt x="172" y="129"/>
                  </a:moveTo>
                  <a:cubicBezTo>
                    <a:pt x="173" y="128"/>
                    <a:pt x="174" y="126"/>
                    <a:pt x="174" y="125"/>
                  </a:cubicBezTo>
                  <a:cubicBezTo>
                    <a:pt x="177" y="126"/>
                    <a:pt x="179" y="127"/>
                    <a:pt x="182" y="128"/>
                  </a:cubicBezTo>
                  <a:cubicBezTo>
                    <a:pt x="181" y="129"/>
                    <a:pt x="180" y="130"/>
                    <a:pt x="179" y="132"/>
                  </a:cubicBezTo>
                  <a:cubicBezTo>
                    <a:pt x="177" y="131"/>
                    <a:pt x="175" y="130"/>
                    <a:pt x="172" y="129"/>
                  </a:cubicBezTo>
                  <a:close/>
                  <a:moveTo>
                    <a:pt x="155" y="128"/>
                  </a:moveTo>
                  <a:cubicBezTo>
                    <a:pt x="155" y="128"/>
                    <a:pt x="155" y="128"/>
                    <a:pt x="154" y="128"/>
                  </a:cubicBezTo>
                  <a:cubicBezTo>
                    <a:pt x="153" y="127"/>
                    <a:pt x="150" y="126"/>
                    <a:pt x="148" y="125"/>
                  </a:cubicBezTo>
                  <a:cubicBezTo>
                    <a:pt x="149" y="125"/>
                    <a:pt x="149" y="125"/>
                    <a:pt x="149" y="124"/>
                  </a:cubicBezTo>
                  <a:cubicBezTo>
                    <a:pt x="151" y="125"/>
                    <a:pt x="153" y="127"/>
                    <a:pt x="155" y="128"/>
                  </a:cubicBezTo>
                  <a:close/>
                  <a:moveTo>
                    <a:pt x="150" y="130"/>
                  </a:moveTo>
                  <a:cubicBezTo>
                    <a:pt x="151" y="130"/>
                    <a:pt x="151" y="131"/>
                    <a:pt x="152" y="131"/>
                  </a:cubicBezTo>
                  <a:cubicBezTo>
                    <a:pt x="152" y="131"/>
                    <a:pt x="152" y="132"/>
                    <a:pt x="151" y="132"/>
                  </a:cubicBezTo>
                  <a:cubicBezTo>
                    <a:pt x="150" y="131"/>
                    <a:pt x="148" y="130"/>
                    <a:pt x="146" y="129"/>
                  </a:cubicBezTo>
                  <a:cubicBezTo>
                    <a:pt x="146" y="129"/>
                    <a:pt x="146" y="128"/>
                    <a:pt x="146" y="128"/>
                  </a:cubicBezTo>
                  <a:cubicBezTo>
                    <a:pt x="148" y="129"/>
                    <a:pt x="149" y="129"/>
                    <a:pt x="150" y="130"/>
                  </a:cubicBezTo>
                  <a:close/>
                  <a:moveTo>
                    <a:pt x="144" y="128"/>
                  </a:moveTo>
                  <a:cubicBezTo>
                    <a:pt x="141" y="126"/>
                    <a:pt x="138" y="125"/>
                    <a:pt x="136" y="124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9" y="124"/>
                    <a:pt x="142" y="126"/>
                    <a:pt x="144" y="127"/>
                  </a:cubicBezTo>
                  <a:cubicBezTo>
                    <a:pt x="144" y="127"/>
                    <a:pt x="144" y="127"/>
                    <a:pt x="144" y="128"/>
                  </a:cubicBezTo>
                  <a:close/>
                  <a:moveTo>
                    <a:pt x="133" y="122"/>
                  </a:moveTo>
                  <a:cubicBezTo>
                    <a:pt x="132" y="122"/>
                    <a:pt x="132" y="122"/>
                    <a:pt x="132" y="122"/>
                  </a:cubicBezTo>
                  <a:cubicBezTo>
                    <a:pt x="132" y="121"/>
                    <a:pt x="132" y="121"/>
                    <a:pt x="133" y="120"/>
                  </a:cubicBezTo>
                  <a:cubicBezTo>
                    <a:pt x="133" y="121"/>
                    <a:pt x="133" y="121"/>
                    <a:pt x="134" y="121"/>
                  </a:cubicBezTo>
                  <a:cubicBezTo>
                    <a:pt x="133" y="121"/>
                    <a:pt x="133" y="122"/>
                    <a:pt x="133" y="122"/>
                  </a:cubicBezTo>
                  <a:close/>
                  <a:moveTo>
                    <a:pt x="128" y="120"/>
                  </a:moveTo>
                  <a:cubicBezTo>
                    <a:pt x="127" y="120"/>
                    <a:pt x="127" y="120"/>
                    <a:pt x="126" y="119"/>
                  </a:cubicBezTo>
                  <a:cubicBezTo>
                    <a:pt x="126" y="118"/>
                    <a:pt x="127" y="118"/>
                    <a:pt x="127" y="117"/>
                  </a:cubicBezTo>
                  <a:cubicBezTo>
                    <a:pt x="128" y="117"/>
                    <a:pt x="129" y="118"/>
                    <a:pt x="130" y="118"/>
                  </a:cubicBezTo>
                  <a:cubicBezTo>
                    <a:pt x="129" y="119"/>
                    <a:pt x="129" y="120"/>
                    <a:pt x="128" y="120"/>
                  </a:cubicBezTo>
                  <a:close/>
                  <a:moveTo>
                    <a:pt x="123" y="118"/>
                  </a:moveTo>
                  <a:cubicBezTo>
                    <a:pt x="122" y="118"/>
                    <a:pt x="120" y="117"/>
                    <a:pt x="119" y="117"/>
                  </a:cubicBezTo>
                  <a:cubicBezTo>
                    <a:pt x="119" y="116"/>
                    <a:pt x="118" y="117"/>
                    <a:pt x="118" y="118"/>
                  </a:cubicBezTo>
                  <a:cubicBezTo>
                    <a:pt x="118" y="117"/>
                    <a:pt x="117" y="117"/>
                    <a:pt x="116" y="116"/>
                  </a:cubicBezTo>
                  <a:cubicBezTo>
                    <a:pt x="115" y="116"/>
                    <a:pt x="114" y="117"/>
                    <a:pt x="114" y="118"/>
                  </a:cubicBezTo>
                  <a:cubicBezTo>
                    <a:pt x="115" y="121"/>
                    <a:pt x="117" y="123"/>
                    <a:pt x="118" y="125"/>
                  </a:cubicBezTo>
                  <a:cubicBezTo>
                    <a:pt x="118" y="126"/>
                    <a:pt x="117" y="127"/>
                    <a:pt x="116" y="128"/>
                  </a:cubicBezTo>
                  <a:cubicBezTo>
                    <a:pt x="114" y="127"/>
                    <a:pt x="112" y="126"/>
                    <a:pt x="110" y="123"/>
                  </a:cubicBezTo>
                  <a:cubicBezTo>
                    <a:pt x="110" y="123"/>
                    <a:pt x="109" y="122"/>
                    <a:pt x="109" y="122"/>
                  </a:cubicBezTo>
                  <a:cubicBezTo>
                    <a:pt x="109" y="120"/>
                    <a:pt x="110" y="119"/>
                    <a:pt x="111" y="118"/>
                  </a:cubicBezTo>
                  <a:cubicBezTo>
                    <a:pt x="111" y="118"/>
                    <a:pt x="111" y="118"/>
                    <a:pt x="112" y="119"/>
                  </a:cubicBezTo>
                  <a:cubicBezTo>
                    <a:pt x="113" y="119"/>
                    <a:pt x="114" y="117"/>
                    <a:pt x="113" y="117"/>
                  </a:cubicBezTo>
                  <a:cubicBezTo>
                    <a:pt x="113" y="116"/>
                    <a:pt x="112" y="116"/>
                    <a:pt x="112" y="116"/>
                  </a:cubicBezTo>
                  <a:cubicBezTo>
                    <a:pt x="114" y="114"/>
                    <a:pt x="116" y="111"/>
                    <a:pt x="117" y="109"/>
                  </a:cubicBezTo>
                  <a:cubicBezTo>
                    <a:pt x="120" y="111"/>
                    <a:pt x="122" y="113"/>
                    <a:pt x="124" y="115"/>
                  </a:cubicBezTo>
                  <a:cubicBezTo>
                    <a:pt x="124" y="116"/>
                    <a:pt x="123" y="117"/>
                    <a:pt x="123" y="118"/>
                  </a:cubicBezTo>
                  <a:close/>
                  <a:moveTo>
                    <a:pt x="110" y="114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1" y="111"/>
                    <a:pt x="113" y="108"/>
                    <a:pt x="114" y="105"/>
                  </a:cubicBezTo>
                  <a:cubicBezTo>
                    <a:pt x="115" y="105"/>
                    <a:pt x="115" y="106"/>
                    <a:pt x="115" y="106"/>
                  </a:cubicBezTo>
                  <a:cubicBezTo>
                    <a:pt x="114" y="109"/>
                    <a:pt x="112" y="112"/>
                    <a:pt x="110" y="114"/>
                  </a:cubicBezTo>
                  <a:close/>
                  <a:moveTo>
                    <a:pt x="107" y="112"/>
                  </a:moveTo>
                  <a:cubicBezTo>
                    <a:pt x="106" y="111"/>
                    <a:pt x="105" y="110"/>
                    <a:pt x="104" y="110"/>
                  </a:cubicBezTo>
                  <a:cubicBezTo>
                    <a:pt x="106" y="106"/>
                    <a:pt x="108" y="103"/>
                    <a:pt x="111" y="99"/>
                  </a:cubicBezTo>
                  <a:cubicBezTo>
                    <a:pt x="111" y="100"/>
                    <a:pt x="112" y="101"/>
                    <a:pt x="112" y="102"/>
                  </a:cubicBezTo>
                  <a:cubicBezTo>
                    <a:pt x="111" y="105"/>
                    <a:pt x="109" y="109"/>
                    <a:pt x="107" y="112"/>
                  </a:cubicBezTo>
                  <a:close/>
                  <a:moveTo>
                    <a:pt x="106" y="114"/>
                  </a:moveTo>
                  <a:cubicBezTo>
                    <a:pt x="105" y="115"/>
                    <a:pt x="105" y="115"/>
                    <a:pt x="104" y="116"/>
                  </a:cubicBezTo>
                  <a:cubicBezTo>
                    <a:pt x="103" y="115"/>
                    <a:pt x="103" y="114"/>
                    <a:pt x="102" y="112"/>
                  </a:cubicBezTo>
                  <a:cubicBezTo>
                    <a:pt x="102" y="112"/>
                    <a:pt x="102" y="112"/>
                    <a:pt x="102" y="111"/>
                  </a:cubicBezTo>
                  <a:cubicBezTo>
                    <a:pt x="103" y="112"/>
                    <a:pt x="105" y="113"/>
                    <a:pt x="106" y="114"/>
                  </a:cubicBezTo>
                  <a:close/>
                  <a:moveTo>
                    <a:pt x="109" y="66"/>
                  </a:moveTo>
                  <a:cubicBezTo>
                    <a:pt x="109" y="65"/>
                    <a:pt x="110" y="63"/>
                    <a:pt x="110" y="62"/>
                  </a:cubicBezTo>
                  <a:cubicBezTo>
                    <a:pt x="111" y="63"/>
                    <a:pt x="112" y="63"/>
                    <a:pt x="112" y="64"/>
                  </a:cubicBezTo>
                  <a:cubicBezTo>
                    <a:pt x="111" y="64"/>
                    <a:pt x="110" y="65"/>
                    <a:pt x="109" y="66"/>
                  </a:cubicBezTo>
                  <a:close/>
                  <a:moveTo>
                    <a:pt x="111" y="61"/>
                  </a:moveTo>
                  <a:cubicBezTo>
                    <a:pt x="113" y="57"/>
                    <a:pt x="115" y="53"/>
                    <a:pt x="117" y="49"/>
                  </a:cubicBezTo>
                  <a:cubicBezTo>
                    <a:pt x="119" y="52"/>
                    <a:pt x="122" y="55"/>
                    <a:pt x="125" y="58"/>
                  </a:cubicBezTo>
                  <a:cubicBezTo>
                    <a:pt x="121" y="60"/>
                    <a:pt x="117" y="61"/>
                    <a:pt x="114" y="63"/>
                  </a:cubicBezTo>
                  <a:cubicBezTo>
                    <a:pt x="113" y="63"/>
                    <a:pt x="112" y="62"/>
                    <a:pt x="111" y="61"/>
                  </a:cubicBezTo>
                  <a:close/>
                  <a:moveTo>
                    <a:pt x="114" y="44"/>
                  </a:moveTo>
                  <a:cubicBezTo>
                    <a:pt x="113" y="43"/>
                    <a:pt x="112" y="42"/>
                    <a:pt x="111" y="41"/>
                  </a:cubicBezTo>
                  <a:cubicBezTo>
                    <a:pt x="114" y="39"/>
                    <a:pt x="118" y="38"/>
                    <a:pt x="121" y="37"/>
                  </a:cubicBezTo>
                  <a:cubicBezTo>
                    <a:pt x="119" y="39"/>
                    <a:pt x="118" y="41"/>
                    <a:pt x="117" y="43"/>
                  </a:cubicBezTo>
                  <a:cubicBezTo>
                    <a:pt x="116" y="44"/>
                    <a:pt x="115" y="44"/>
                    <a:pt x="114" y="44"/>
                  </a:cubicBezTo>
                  <a:close/>
                  <a:moveTo>
                    <a:pt x="124" y="35"/>
                  </a:moveTo>
                  <a:cubicBezTo>
                    <a:pt x="125" y="35"/>
                    <a:pt x="126" y="35"/>
                    <a:pt x="126" y="34"/>
                  </a:cubicBezTo>
                  <a:cubicBezTo>
                    <a:pt x="128" y="36"/>
                    <a:pt x="129" y="37"/>
                    <a:pt x="131" y="38"/>
                  </a:cubicBezTo>
                  <a:cubicBezTo>
                    <a:pt x="127" y="39"/>
                    <a:pt x="124" y="41"/>
                    <a:pt x="120" y="42"/>
                  </a:cubicBezTo>
                  <a:cubicBezTo>
                    <a:pt x="122" y="40"/>
                    <a:pt x="123" y="38"/>
                    <a:pt x="124" y="35"/>
                  </a:cubicBezTo>
                  <a:close/>
                  <a:moveTo>
                    <a:pt x="124" y="30"/>
                  </a:moveTo>
                  <a:cubicBezTo>
                    <a:pt x="122" y="29"/>
                    <a:pt x="120" y="27"/>
                    <a:pt x="118" y="26"/>
                  </a:cubicBezTo>
                  <a:cubicBezTo>
                    <a:pt x="122" y="25"/>
                    <a:pt x="126" y="24"/>
                    <a:pt x="130" y="23"/>
                  </a:cubicBezTo>
                  <a:cubicBezTo>
                    <a:pt x="128" y="25"/>
                    <a:pt x="126" y="28"/>
                    <a:pt x="125" y="30"/>
                  </a:cubicBezTo>
                  <a:cubicBezTo>
                    <a:pt x="125" y="30"/>
                    <a:pt x="124" y="30"/>
                    <a:pt x="124" y="30"/>
                  </a:cubicBezTo>
                  <a:close/>
                  <a:moveTo>
                    <a:pt x="100" y="30"/>
                  </a:moveTo>
                  <a:cubicBezTo>
                    <a:pt x="102" y="31"/>
                    <a:pt x="104" y="33"/>
                    <a:pt x="105" y="35"/>
                  </a:cubicBezTo>
                  <a:cubicBezTo>
                    <a:pt x="105" y="36"/>
                    <a:pt x="104" y="37"/>
                    <a:pt x="103" y="39"/>
                  </a:cubicBezTo>
                  <a:cubicBezTo>
                    <a:pt x="98" y="40"/>
                    <a:pt x="93" y="42"/>
                    <a:pt x="89" y="43"/>
                  </a:cubicBezTo>
                  <a:cubicBezTo>
                    <a:pt x="87" y="42"/>
                    <a:pt x="85" y="41"/>
                    <a:pt x="84" y="39"/>
                  </a:cubicBezTo>
                  <a:cubicBezTo>
                    <a:pt x="85" y="37"/>
                    <a:pt x="86" y="35"/>
                    <a:pt x="87" y="33"/>
                  </a:cubicBezTo>
                  <a:cubicBezTo>
                    <a:pt x="91" y="32"/>
                    <a:pt x="96" y="31"/>
                    <a:pt x="100" y="30"/>
                  </a:cubicBezTo>
                  <a:close/>
                  <a:moveTo>
                    <a:pt x="88" y="43"/>
                  </a:moveTo>
                  <a:cubicBezTo>
                    <a:pt x="86" y="44"/>
                    <a:pt x="83" y="45"/>
                    <a:pt x="81" y="45"/>
                  </a:cubicBezTo>
                  <a:cubicBezTo>
                    <a:pt x="82" y="43"/>
                    <a:pt x="83" y="41"/>
                    <a:pt x="84" y="39"/>
                  </a:cubicBezTo>
                  <a:cubicBezTo>
                    <a:pt x="85" y="41"/>
                    <a:pt x="87" y="42"/>
                    <a:pt x="88" y="43"/>
                  </a:cubicBezTo>
                  <a:close/>
                  <a:moveTo>
                    <a:pt x="93" y="47"/>
                  </a:moveTo>
                  <a:cubicBezTo>
                    <a:pt x="94" y="48"/>
                    <a:pt x="95" y="49"/>
                    <a:pt x="96" y="49"/>
                  </a:cubicBezTo>
                  <a:cubicBezTo>
                    <a:pt x="95" y="51"/>
                    <a:pt x="94" y="52"/>
                    <a:pt x="93" y="54"/>
                  </a:cubicBezTo>
                  <a:cubicBezTo>
                    <a:pt x="89" y="56"/>
                    <a:pt x="84" y="58"/>
                    <a:pt x="80" y="60"/>
                  </a:cubicBezTo>
                  <a:cubicBezTo>
                    <a:pt x="78" y="59"/>
                    <a:pt x="77" y="57"/>
                    <a:pt x="76" y="56"/>
                  </a:cubicBezTo>
                  <a:cubicBezTo>
                    <a:pt x="76" y="54"/>
                    <a:pt x="77" y="52"/>
                    <a:pt x="78" y="51"/>
                  </a:cubicBezTo>
                  <a:cubicBezTo>
                    <a:pt x="83" y="49"/>
                    <a:pt x="88" y="48"/>
                    <a:pt x="93" y="47"/>
                  </a:cubicBezTo>
                  <a:close/>
                  <a:moveTo>
                    <a:pt x="74" y="54"/>
                  </a:moveTo>
                  <a:cubicBezTo>
                    <a:pt x="73" y="53"/>
                    <a:pt x="73" y="53"/>
                    <a:pt x="72" y="52"/>
                  </a:cubicBezTo>
                  <a:cubicBezTo>
                    <a:pt x="73" y="52"/>
                    <a:pt x="74" y="52"/>
                    <a:pt x="75" y="51"/>
                  </a:cubicBezTo>
                  <a:cubicBezTo>
                    <a:pt x="75" y="52"/>
                    <a:pt x="74" y="53"/>
                    <a:pt x="74" y="54"/>
                  </a:cubicBezTo>
                  <a:close/>
                  <a:moveTo>
                    <a:pt x="73" y="55"/>
                  </a:moveTo>
                  <a:cubicBezTo>
                    <a:pt x="71" y="58"/>
                    <a:pt x="69" y="62"/>
                    <a:pt x="67" y="66"/>
                  </a:cubicBezTo>
                  <a:cubicBezTo>
                    <a:pt x="64" y="67"/>
                    <a:pt x="61" y="69"/>
                    <a:pt x="57" y="70"/>
                  </a:cubicBezTo>
                  <a:cubicBezTo>
                    <a:pt x="60" y="65"/>
                    <a:pt x="63" y="59"/>
                    <a:pt x="66" y="53"/>
                  </a:cubicBezTo>
                  <a:cubicBezTo>
                    <a:pt x="68" y="53"/>
                    <a:pt x="69" y="53"/>
                    <a:pt x="71" y="52"/>
                  </a:cubicBezTo>
                  <a:cubicBezTo>
                    <a:pt x="72" y="53"/>
                    <a:pt x="73" y="54"/>
                    <a:pt x="73" y="55"/>
                  </a:cubicBezTo>
                  <a:close/>
                  <a:moveTo>
                    <a:pt x="41" y="55"/>
                  </a:moveTo>
                  <a:cubicBezTo>
                    <a:pt x="37" y="55"/>
                    <a:pt x="34" y="56"/>
                    <a:pt x="31" y="57"/>
                  </a:cubicBezTo>
                  <a:cubicBezTo>
                    <a:pt x="32" y="54"/>
                    <a:pt x="33" y="51"/>
                    <a:pt x="35" y="47"/>
                  </a:cubicBezTo>
                  <a:cubicBezTo>
                    <a:pt x="37" y="50"/>
                    <a:pt x="39" y="52"/>
                    <a:pt x="41" y="55"/>
                  </a:cubicBezTo>
                  <a:close/>
                  <a:moveTo>
                    <a:pt x="43" y="58"/>
                  </a:moveTo>
                  <a:cubicBezTo>
                    <a:pt x="42" y="62"/>
                    <a:pt x="40" y="66"/>
                    <a:pt x="38" y="70"/>
                  </a:cubicBezTo>
                  <a:cubicBezTo>
                    <a:pt x="35" y="67"/>
                    <a:pt x="32" y="64"/>
                    <a:pt x="29" y="62"/>
                  </a:cubicBezTo>
                  <a:cubicBezTo>
                    <a:pt x="29" y="61"/>
                    <a:pt x="30" y="60"/>
                    <a:pt x="30" y="60"/>
                  </a:cubicBezTo>
                  <a:cubicBezTo>
                    <a:pt x="34" y="59"/>
                    <a:pt x="39" y="58"/>
                    <a:pt x="43" y="58"/>
                  </a:cubicBezTo>
                  <a:close/>
                  <a:moveTo>
                    <a:pt x="29" y="63"/>
                  </a:moveTo>
                  <a:cubicBezTo>
                    <a:pt x="32" y="65"/>
                    <a:pt x="34" y="69"/>
                    <a:pt x="37" y="72"/>
                  </a:cubicBezTo>
                  <a:cubicBezTo>
                    <a:pt x="36" y="74"/>
                    <a:pt x="35" y="76"/>
                    <a:pt x="34" y="78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1" y="76"/>
                    <a:pt x="28" y="73"/>
                    <a:pt x="26" y="71"/>
                  </a:cubicBezTo>
                  <a:cubicBezTo>
                    <a:pt x="27" y="68"/>
                    <a:pt x="28" y="65"/>
                    <a:pt x="29" y="63"/>
                  </a:cubicBezTo>
                  <a:close/>
                  <a:moveTo>
                    <a:pt x="21" y="68"/>
                  </a:moveTo>
                  <a:cubicBezTo>
                    <a:pt x="20" y="66"/>
                    <a:pt x="18" y="65"/>
                    <a:pt x="16" y="63"/>
                  </a:cubicBezTo>
                  <a:cubicBezTo>
                    <a:pt x="16" y="63"/>
                    <a:pt x="16" y="62"/>
                    <a:pt x="16" y="62"/>
                  </a:cubicBezTo>
                  <a:cubicBezTo>
                    <a:pt x="19" y="62"/>
                    <a:pt x="22" y="61"/>
                    <a:pt x="24" y="61"/>
                  </a:cubicBezTo>
                  <a:cubicBezTo>
                    <a:pt x="23" y="63"/>
                    <a:pt x="22" y="65"/>
                    <a:pt x="21" y="68"/>
                  </a:cubicBezTo>
                  <a:close/>
                  <a:moveTo>
                    <a:pt x="44" y="90"/>
                  </a:moveTo>
                  <a:cubicBezTo>
                    <a:pt x="44" y="91"/>
                    <a:pt x="43" y="92"/>
                    <a:pt x="43" y="93"/>
                  </a:cubicBezTo>
                  <a:cubicBezTo>
                    <a:pt x="39" y="94"/>
                    <a:pt x="36" y="95"/>
                    <a:pt x="32" y="96"/>
                  </a:cubicBezTo>
                  <a:cubicBezTo>
                    <a:pt x="33" y="91"/>
                    <a:pt x="35" y="87"/>
                    <a:pt x="37" y="82"/>
                  </a:cubicBezTo>
                  <a:cubicBezTo>
                    <a:pt x="39" y="85"/>
                    <a:pt x="42" y="88"/>
                    <a:pt x="44" y="90"/>
                  </a:cubicBezTo>
                  <a:close/>
                  <a:moveTo>
                    <a:pt x="47" y="91"/>
                  </a:moveTo>
                  <a:cubicBezTo>
                    <a:pt x="48" y="90"/>
                    <a:pt x="48" y="88"/>
                    <a:pt x="49" y="87"/>
                  </a:cubicBezTo>
                  <a:cubicBezTo>
                    <a:pt x="50" y="88"/>
                    <a:pt x="51" y="90"/>
                    <a:pt x="52" y="91"/>
                  </a:cubicBezTo>
                  <a:cubicBezTo>
                    <a:pt x="50" y="91"/>
                    <a:pt x="49" y="92"/>
                    <a:pt x="48" y="92"/>
                  </a:cubicBezTo>
                  <a:cubicBezTo>
                    <a:pt x="47" y="92"/>
                    <a:pt x="47" y="91"/>
                    <a:pt x="47" y="91"/>
                  </a:cubicBezTo>
                  <a:close/>
                  <a:moveTo>
                    <a:pt x="53" y="93"/>
                  </a:moveTo>
                  <a:cubicBezTo>
                    <a:pt x="53" y="93"/>
                    <a:pt x="53" y="93"/>
                    <a:pt x="53" y="93"/>
                  </a:cubicBezTo>
                  <a:cubicBezTo>
                    <a:pt x="53" y="94"/>
                    <a:pt x="52" y="95"/>
                    <a:pt x="52" y="96"/>
                  </a:cubicBezTo>
                  <a:cubicBezTo>
                    <a:pt x="51" y="95"/>
                    <a:pt x="50" y="94"/>
                    <a:pt x="49" y="94"/>
                  </a:cubicBezTo>
                  <a:cubicBezTo>
                    <a:pt x="50" y="93"/>
                    <a:pt x="52" y="93"/>
                    <a:pt x="53" y="93"/>
                  </a:cubicBezTo>
                  <a:close/>
                  <a:moveTo>
                    <a:pt x="54" y="99"/>
                  </a:moveTo>
                  <a:cubicBezTo>
                    <a:pt x="55" y="98"/>
                    <a:pt x="55" y="97"/>
                    <a:pt x="56" y="96"/>
                  </a:cubicBezTo>
                  <a:cubicBezTo>
                    <a:pt x="57" y="98"/>
                    <a:pt x="59" y="100"/>
                    <a:pt x="60" y="102"/>
                  </a:cubicBezTo>
                  <a:cubicBezTo>
                    <a:pt x="60" y="103"/>
                    <a:pt x="59" y="103"/>
                    <a:pt x="58" y="103"/>
                  </a:cubicBezTo>
                  <a:cubicBezTo>
                    <a:pt x="57" y="102"/>
                    <a:pt x="56" y="100"/>
                    <a:pt x="54" y="99"/>
                  </a:cubicBezTo>
                  <a:close/>
                  <a:moveTo>
                    <a:pt x="56" y="104"/>
                  </a:moveTo>
                  <a:cubicBezTo>
                    <a:pt x="54" y="105"/>
                    <a:pt x="52" y="106"/>
                    <a:pt x="50" y="107"/>
                  </a:cubicBezTo>
                  <a:cubicBezTo>
                    <a:pt x="51" y="105"/>
                    <a:pt x="52" y="103"/>
                    <a:pt x="53" y="101"/>
                  </a:cubicBezTo>
                  <a:cubicBezTo>
                    <a:pt x="54" y="102"/>
                    <a:pt x="55" y="103"/>
                    <a:pt x="56" y="104"/>
                  </a:cubicBezTo>
                  <a:close/>
                  <a:moveTo>
                    <a:pt x="62" y="104"/>
                  </a:moveTo>
                  <a:cubicBezTo>
                    <a:pt x="62" y="105"/>
                    <a:pt x="63" y="107"/>
                    <a:pt x="64" y="108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3" y="108"/>
                    <a:pt x="61" y="106"/>
                    <a:pt x="60" y="105"/>
                  </a:cubicBezTo>
                  <a:cubicBezTo>
                    <a:pt x="60" y="105"/>
                    <a:pt x="61" y="104"/>
                    <a:pt x="62" y="104"/>
                  </a:cubicBezTo>
                  <a:close/>
                  <a:moveTo>
                    <a:pt x="68" y="112"/>
                  </a:moveTo>
                  <a:cubicBezTo>
                    <a:pt x="70" y="115"/>
                    <a:pt x="72" y="118"/>
                    <a:pt x="75" y="120"/>
                  </a:cubicBezTo>
                  <a:cubicBezTo>
                    <a:pt x="75" y="120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2" y="118"/>
                    <a:pt x="70" y="116"/>
                    <a:pt x="68" y="113"/>
                  </a:cubicBezTo>
                  <a:cubicBezTo>
                    <a:pt x="68" y="113"/>
                    <a:pt x="68" y="113"/>
                    <a:pt x="68" y="112"/>
                  </a:cubicBezTo>
                  <a:close/>
                  <a:moveTo>
                    <a:pt x="71" y="122"/>
                  </a:moveTo>
                  <a:cubicBezTo>
                    <a:pt x="69" y="123"/>
                    <a:pt x="67" y="124"/>
                    <a:pt x="65" y="125"/>
                  </a:cubicBezTo>
                  <a:cubicBezTo>
                    <a:pt x="64" y="124"/>
                    <a:pt x="64" y="124"/>
                    <a:pt x="64" y="123"/>
                  </a:cubicBezTo>
                  <a:cubicBezTo>
                    <a:pt x="65" y="121"/>
                    <a:pt x="65" y="119"/>
                    <a:pt x="66" y="117"/>
                  </a:cubicBezTo>
                  <a:cubicBezTo>
                    <a:pt x="68" y="119"/>
                    <a:pt x="69" y="120"/>
                    <a:pt x="71" y="122"/>
                  </a:cubicBezTo>
                  <a:close/>
                  <a:moveTo>
                    <a:pt x="63" y="125"/>
                  </a:moveTo>
                  <a:cubicBezTo>
                    <a:pt x="63" y="125"/>
                    <a:pt x="63" y="125"/>
                    <a:pt x="64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lose/>
                  <a:moveTo>
                    <a:pt x="53" y="139"/>
                  </a:moveTo>
                  <a:cubicBezTo>
                    <a:pt x="52" y="137"/>
                    <a:pt x="50" y="136"/>
                    <a:pt x="49" y="134"/>
                  </a:cubicBezTo>
                  <a:cubicBezTo>
                    <a:pt x="51" y="133"/>
                    <a:pt x="53" y="133"/>
                    <a:pt x="55" y="132"/>
                  </a:cubicBezTo>
                  <a:cubicBezTo>
                    <a:pt x="54" y="134"/>
                    <a:pt x="54" y="137"/>
                    <a:pt x="53" y="139"/>
                  </a:cubicBezTo>
                  <a:close/>
                  <a:moveTo>
                    <a:pt x="66" y="144"/>
                  </a:moveTo>
                  <a:cubicBezTo>
                    <a:pt x="66" y="145"/>
                    <a:pt x="67" y="145"/>
                    <a:pt x="67" y="146"/>
                  </a:cubicBezTo>
                  <a:cubicBezTo>
                    <a:pt x="66" y="148"/>
                    <a:pt x="65" y="150"/>
                    <a:pt x="64" y="153"/>
                  </a:cubicBezTo>
                  <a:cubicBezTo>
                    <a:pt x="63" y="152"/>
                    <a:pt x="63" y="152"/>
                    <a:pt x="63" y="151"/>
                  </a:cubicBezTo>
                  <a:cubicBezTo>
                    <a:pt x="64" y="149"/>
                    <a:pt x="65" y="147"/>
                    <a:pt x="66" y="144"/>
                  </a:cubicBezTo>
                  <a:close/>
                  <a:moveTo>
                    <a:pt x="68" y="140"/>
                  </a:moveTo>
                  <a:cubicBezTo>
                    <a:pt x="69" y="139"/>
                    <a:pt x="69" y="138"/>
                    <a:pt x="70" y="137"/>
                  </a:cubicBezTo>
                  <a:cubicBezTo>
                    <a:pt x="70" y="137"/>
                    <a:pt x="71" y="138"/>
                    <a:pt x="71" y="139"/>
                  </a:cubicBezTo>
                  <a:cubicBezTo>
                    <a:pt x="71" y="140"/>
                    <a:pt x="70" y="141"/>
                    <a:pt x="69" y="142"/>
                  </a:cubicBezTo>
                  <a:cubicBezTo>
                    <a:pt x="69" y="142"/>
                    <a:pt x="68" y="141"/>
                    <a:pt x="68" y="140"/>
                  </a:cubicBezTo>
                  <a:close/>
                  <a:moveTo>
                    <a:pt x="73" y="142"/>
                  </a:moveTo>
                  <a:cubicBezTo>
                    <a:pt x="74" y="143"/>
                    <a:pt x="74" y="144"/>
                    <a:pt x="75" y="145"/>
                  </a:cubicBezTo>
                  <a:cubicBezTo>
                    <a:pt x="74" y="146"/>
                    <a:pt x="74" y="147"/>
                    <a:pt x="74" y="149"/>
                  </a:cubicBezTo>
                  <a:cubicBezTo>
                    <a:pt x="73" y="147"/>
                    <a:pt x="72" y="146"/>
                    <a:pt x="71" y="145"/>
                  </a:cubicBezTo>
                  <a:cubicBezTo>
                    <a:pt x="72" y="144"/>
                    <a:pt x="72" y="143"/>
                    <a:pt x="73" y="142"/>
                  </a:cubicBezTo>
                  <a:close/>
                  <a:moveTo>
                    <a:pt x="77" y="155"/>
                  </a:moveTo>
                  <a:cubicBezTo>
                    <a:pt x="77" y="155"/>
                    <a:pt x="77" y="155"/>
                    <a:pt x="77" y="155"/>
                  </a:cubicBezTo>
                  <a:cubicBezTo>
                    <a:pt x="77" y="155"/>
                    <a:pt x="77" y="155"/>
                    <a:pt x="77" y="155"/>
                  </a:cubicBezTo>
                  <a:cubicBezTo>
                    <a:pt x="77" y="153"/>
                    <a:pt x="78" y="151"/>
                    <a:pt x="79" y="149"/>
                  </a:cubicBezTo>
                  <a:cubicBezTo>
                    <a:pt x="79" y="149"/>
                    <a:pt x="79" y="150"/>
                    <a:pt x="80" y="150"/>
                  </a:cubicBezTo>
                  <a:cubicBezTo>
                    <a:pt x="79" y="152"/>
                    <a:pt x="78" y="153"/>
                    <a:pt x="77" y="155"/>
                  </a:cubicBezTo>
                  <a:close/>
                  <a:moveTo>
                    <a:pt x="80" y="146"/>
                  </a:moveTo>
                  <a:cubicBezTo>
                    <a:pt x="80" y="144"/>
                    <a:pt x="81" y="142"/>
                    <a:pt x="82" y="140"/>
                  </a:cubicBezTo>
                  <a:cubicBezTo>
                    <a:pt x="83" y="141"/>
                    <a:pt x="84" y="143"/>
                    <a:pt x="84" y="144"/>
                  </a:cubicBezTo>
                  <a:cubicBezTo>
                    <a:pt x="83" y="145"/>
                    <a:pt x="82" y="147"/>
                    <a:pt x="81" y="148"/>
                  </a:cubicBezTo>
                  <a:cubicBezTo>
                    <a:pt x="81" y="148"/>
                    <a:pt x="80" y="147"/>
                    <a:pt x="80" y="146"/>
                  </a:cubicBezTo>
                  <a:close/>
                  <a:moveTo>
                    <a:pt x="87" y="149"/>
                  </a:moveTo>
                  <a:cubicBezTo>
                    <a:pt x="88" y="150"/>
                    <a:pt x="88" y="151"/>
                    <a:pt x="88" y="152"/>
                  </a:cubicBezTo>
                  <a:cubicBezTo>
                    <a:pt x="88" y="152"/>
                    <a:pt x="88" y="153"/>
                    <a:pt x="88" y="153"/>
                  </a:cubicBezTo>
                  <a:cubicBezTo>
                    <a:pt x="87" y="153"/>
                    <a:pt x="86" y="152"/>
                    <a:pt x="85" y="151"/>
                  </a:cubicBezTo>
                  <a:cubicBezTo>
                    <a:pt x="86" y="151"/>
                    <a:pt x="86" y="150"/>
                    <a:pt x="87" y="149"/>
                  </a:cubicBezTo>
                  <a:close/>
                  <a:moveTo>
                    <a:pt x="89" y="153"/>
                  </a:moveTo>
                  <a:cubicBezTo>
                    <a:pt x="90" y="154"/>
                    <a:pt x="91" y="155"/>
                    <a:pt x="92" y="156"/>
                  </a:cubicBezTo>
                  <a:cubicBezTo>
                    <a:pt x="91" y="156"/>
                    <a:pt x="90" y="155"/>
                    <a:pt x="89" y="154"/>
                  </a:cubicBezTo>
                  <a:cubicBezTo>
                    <a:pt x="89" y="154"/>
                    <a:pt x="89" y="154"/>
                    <a:pt x="89" y="153"/>
                  </a:cubicBezTo>
                  <a:close/>
                  <a:moveTo>
                    <a:pt x="99" y="164"/>
                  </a:moveTo>
                  <a:cubicBezTo>
                    <a:pt x="100" y="165"/>
                    <a:pt x="101" y="165"/>
                    <a:pt x="102" y="166"/>
                  </a:cubicBezTo>
                  <a:cubicBezTo>
                    <a:pt x="101" y="167"/>
                    <a:pt x="100" y="169"/>
                    <a:pt x="99" y="170"/>
                  </a:cubicBezTo>
                  <a:cubicBezTo>
                    <a:pt x="98" y="169"/>
                    <a:pt x="96" y="169"/>
                    <a:pt x="94" y="168"/>
                  </a:cubicBezTo>
                  <a:cubicBezTo>
                    <a:pt x="96" y="167"/>
                    <a:pt x="98" y="166"/>
                    <a:pt x="99" y="164"/>
                  </a:cubicBezTo>
                  <a:close/>
                  <a:moveTo>
                    <a:pt x="103" y="172"/>
                  </a:moveTo>
                  <a:cubicBezTo>
                    <a:pt x="104" y="171"/>
                    <a:pt x="105" y="169"/>
                    <a:pt x="106" y="168"/>
                  </a:cubicBezTo>
                  <a:cubicBezTo>
                    <a:pt x="110" y="170"/>
                    <a:pt x="113" y="171"/>
                    <a:pt x="117" y="172"/>
                  </a:cubicBezTo>
                  <a:cubicBezTo>
                    <a:pt x="116" y="174"/>
                    <a:pt x="115" y="177"/>
                    <a:pt x="115" y="179"/>
                  </a:cubicBezTo>
                  <a:cubicBezTo>
                    <a:pt x="111" y="177"/>
                    <a:pt x="107" y="175"/>
                    <a:pt x="103" y="172"/>
                  </a:cubicBezTo>
                  <a:cubicBezTo>
                    <a:pt x="103" y="172"/>
                    <a:pt x="103" y="172"/>
                    <a:pt x="103" y="172"/>
                  </a:cubicBezTo>
                  <a:close/>
                  <a:moveTo>
                    <a:pt x="123" y="174"/>
                  </a:moveTo>
                  <a:cubicBezTo>
                    <a:pt x="123" y="174"/>
                    <a:pt x="124" y="174"/>
                    <a:pt x="125" y="174"/>
                  </a:cubicBezTo>
                  <a:cubicBezTo>
                    <a:pt x="124" y="177"/>
                    <a:pt x="122" y="180"/>
                    <a:pt x="121" y="183"/>
                  </a:cubicBezTo>
                  <a:cubicBezTo>
                    <a:pt x="120" y="182"/>
                    <a:pt x="119" y="182"/>
                    <a:pt x="118" y="181"/>
                  </a:cubicBezTo>
                  <a:cubicBezTo>
                    <a:pt x="120" y="179"/>
                    <a:pt x="121" y="176"/>
                    <a:pt x="123" y="174"/>
                  </a:cubicBezTo>
                  <a:close/>
                  <a:moveTo>
                    <a:pt x="125" y="170"/>
                  </a:moveTo>
                  <a:cubicBezTo>
                    <a:pt x="125" y="168"/>
                    <a:pt x="126" y="166"/>
                    <a:pt x="127" y="163"/>
                  </a:cubicBezTo>
                  <a:cubicBezTo>
                    <a:pt x="128" y="164"/>
                    <a:pt x="129" y="164"/>
                    <a:pt x="130" y="165"/>
                  </a:cubicBezTo>
                  <a:cubicBezTo>
                    <a:pt x="129" y="167"/>
                    <a:pt x="128" y="168"/>
                    <a:pt x="127" y="170"/>
                  </a:cubicBezTo>
                  <a:cubicBezTo>
                    <a:pt x="126" y="170"/>
                    <a:pt x="125" y="170"/>
                    <a:pt x="125" y="170"/>
                  </a:cubicBezTo>
                  <a:close/>
                  <a:moveTo>
                    <a:pt x="134" y="167"/>
                  </a:moveTo>
                  <a:cubicBezTo>
                    <a:pt x="137" y="168"/>
                    <a:pt x="140" y="169"/>
                    <a:pt x="144" y="171"/>
                  </a:cubicBezTo>
                  <a:cubicBezTo>
                    <a:pt x="143" y="172"/>
                    <a:pt x="143" y="173"/>
                    <a:pt x="142" y="174"/>
                  </a:cubicBezTo>
                  <a:cubicBezTo>
                    <a:pt x="139" y="173"/>
                    <a:pt x="135" y="172"/>
                    <a:pt x="132" y="171"/>
                  </a:cubicBezTo>
                  <a:cubicBezTo>
                    <a:pt x="132" y="170"/>
                    <a:pt x="133" y="168"/>
                    <a:pt x="134" y="167"/>
                  </a:cubicBezTo>
                  <a:close/>
                  <a:moveTo>
                    <a:pt x="149" y="172"/>
                  </a:moveTo>
                  <a:cubicBezTo>
                    <a:pt x="150" y="173"/>
                    <a:pt x="150" y="173"/>
                    <a:pt x="151" y="173"/>
                  </a:cubicBezTo>
                  <a:cubicBezTo>
                    <a:pt x="150" y="174"/>
                    <a:pt x="150" y="175"/>
                    <a:pt x="149" y="175"/>
                  </a:cubicBezTo>
                  <a:cubicBezTo>
                    <a:pt x="149" y="175"/>
                    <a:pt x="148" y="175"/>
                    <a:pt x="148" y="175"/>
                  </a:cubicBezTo>
                  <a:cubicBezTo>
                    <a:pt x="148" y="174"/>
                    <a:pt x="148" y="173"/>
                    <a:pt x="149" y="172"/>
                  </a:cubicBezTo>
                  <a:close/>
                  <a:moveTo>
                    <a:pt x="147" y="179"/>
                  </a:moveTo>
                  <a:cubicBezTo>
                    <a:pt x="146" y="180"/>
                    <a:pt x="146" y="180"/>
                    <a:pt x="146" y="181"/>
                  </a:cubicBezTo>
                  <a:cubicBezTo>
                    <a:pt x="146" y="180"/>
                    <a:pt x="146" y="180"/>
                    <a:pt x="146" y="179"/>
                  </a:cubicBezTo>
                  <a:cubicBezTo>
                    <a:pt x="147" y="179"/>
                    <a:pt x="147" y="179"/>
                    <a:pt x="147" y="179"/>
                  </a:cubicBezTo>
                  <a:close/>
                  <a:moveTo>
                    <a:pt x="142" y="187"/>
                  </a:moveTo>
                  <a:cubicBezTo>
                    <a:pt x="142" y="189"/>
                    <a:pt x="141" y="190"/>
                    <a:pt x="141" y="192"/>
                  </a:cubicBezTo>
                  <a:cubicBezTo>
                    <a:pt x="140" y="191"/>
                    <a:pt x="139" y="191"/>
                    <a:pt x="138" y="191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40" y="190"/>
                    <a:pt x="141" y="188"/>
                    <a:pt x="142" y="187"/>
                  </a:cubicBezTo>
                  <a:close/>
                  <a:moveTo>
                    <a:pt x="151" y="184"/>
                  </a:moveTo>
                  <a:cubicBezTo>
                    <a:pt x="151" y="183"/>
                    <a:pt x="152" y="182"/>
                    <a:pt x="153" y="181"/>
                  </a:cubicBezTo>
                  <a:cubicBezTo>
                    <a:pt x="154" y="181"/>
                    <a:pt x="156" y="182"/>
                    <a:pt x="158" y="182"/>
                  </a:cubicBezTo>
                  <a:cubicBezTo>
                    <a:pt x="156" y="185"/>
                    <a:pt x="153" y="191"/>
                    <a:pt x="150" y="194"/>
                  </a:cubicBezTo>
                  <a:cubicBezTo>
                    <a:pt x="148" y="193"/>
                    <a:pt x="146" y="193"/>
                    <a:pt x="144" y="192"/>
                  </a:cubicBezTo>
                  <a:cubicBezTo>
                    <a:pt x="146" y="190"/>
                    <a:pt x="149" y="186"/>
                    <a:pt x="151" y="184"/>
                  </a:cubicBezTo>
                  <a:close/>
                  <a:moveTo>
                    <a:pt x="166" y="180"/>
                  </a:moveTo>
                  <a:cubicBezTo>
                    <a:pt x="166" y="179"/>
                    <a:pt x="165" y="179"/>
                    <a:pt x="165" y="179"/>
                  </a:cubicBezTo>
                  <a:cubicBezTo>
                    <a:pt x="165" y="178"/>
                    <a:pt x="165" y="178"/>
                    <a:pt x="166" y="177"/>
                  </a:cubicBezTo>
                  <a:cubicBezTo>
                    <a:pt x="169" y="178"/>
                    <a:pt x="171" y="179"/>
                    <a:pt x="174" y="179"/>
                  </a:cubicBezTo>
                  <a:cubicBezTo>
                    <a:pt x="174" y="180"/>
                    <a:pt x="173" y="180"/>
                    <a:pt x="173" y="181"/>
                  </a:cubicBezTo>
                  <a:cubicBezTo>
                    <a:pt x="171" y="181"/>
                    <a:pt x="169" y="180"/>
                    <a:pt x="166" y="180"/>
                  </a:cubicBezTo>
                  <a:close/>
                  <a:moveTo>
                    <a:pt x="180" y="180"/>
                  </a:moveTo>
                  <a:cubicBezTo>
                    <a:pt x="181" y="180"/>
                    <a:pt x="182" y="180"/>
                    <a:pt x="184" y="181"/>
                  </a:cubicBezTo>
                  <a:cubicBezTo>
                    <a:pt x="186" y="181"/>
                    <a:pt x="189" y="181"/>
                    <a:pt x="192" y="182"/>
                  </a:cubicBezTo>
                  <a:cubicBezTo>
                    <a:pt x="191" y="183"/>
                    <a:pt x="191" y="184"/>
                    <a:pt x="190" y="185"/>
                  </a:cubicBezTo>
                  <a:cubicBezTo>
                    <a:pt x="186" y="184"/>
                    <a:pt x="182" y="183"/>
                    <a:pt x="178" y="182"/>
                  </a:cubicBezTo>
                  <a:cubicBezTo>
                    <a:pt x="178" y="182"/>
                    <a:pt x="179" y="181"/>
                    <a:pt x="180" y="180"/>
                  </a:cubicBezTo>
                  <a:close/>
                  <a:moveTo>
                    <a:pt x="196" y="182"/>
                  </a:moveTo>
                  <a:cubicBezTo>
                    <a:pt x="199" y="182"/>
                    <a:pt x="202" y="183"/>
                    <a:pt x="205" y="183"/>
                  </a:cubicBezTo>
                  <a:cubicBezTo>
                    <a:pt x="204" y="184"/>
                    <a:pt x="203" y="186"/>
                    <a:pt x="202" y="188"/>
                  </a:cubicBezTo>
                  <a:cubicBezTo>
                    <a:pt x="199" y="187"/>
                    <a:pt x="196" y="186"/>
                    <a:pt x="193" y="186"/>
                  </a:cubicBezTo>
                  <a:cubicBezTo>
                    <a:pt x="194" y="185"/>
                    <a:pt x="195" y="183"/>
                    <a:pt x="196" y="182"/>
                  </a:cubicBezTo>
                  <a:close/>
                  <a:moveTo>
                    <a:pt x="210" y="183"/>
                  </a:moveTo>
                  <a:cubicBezTo>
                    <a:pt x="213" y="184"/>
                    <a:pt x="215" y="184"/>
                    <a:pt x="218" y="184"/>
                  </a:cubicBezTo>
                  <a:cubicBezTo>
                    <a:pt x="217" y="186"/>
                    <a:pt x="216" y="188"/>
                    <a:pt x="215" y="190"/>
                  </a:cubicBezTo>
                  <a:cubicBezTo>
                    <a:pt x="212" y="189"/>
                    <a:pt x="210" y="189"/>
                    <a:pt x="207" y="188"/>
                  </a:cubicBezTo>
                  <a:cubicBezTo>
                    <a:pt x="208" y="187"/>
                    <a:pt x="209" y="185"/>
                    <a:pt x="210" y="183"/>
                  </a:cubicBezTo>
                  <a:close/>
                  <a:moveTo>
                    <a:pt x="222" y="184"/>
                  </a:moveTo>
                  <a:cubicBezTo>
                    <a:pt x="224" y="184"/>
                    <a:pt x="226" y="184"/>
                    <a:pt x="228" y="184"/>
                  </a:cubicBezTo>
                  <a:cubicBezTo>
                    <a:pt x="227" y="186"/>
                    <a:pt x="225" y="188"/>
                    <a:pt x="224" y="190"/>
                  </a:cubicBezTo>
                  <a:cubicBezTo>
                    <a:pt x="223" y="190"/>
                    <a:pt x="221" y="190"/>
                    <a:pt x="219" y="190"/>
                  </a:cubicBezTo>
                  <a:cubicBezTo>
                    <a:pt x="220" y="188"/>
                    <a:pt x="221" y="186"/>
                    <a:pt x="222" y="184"/>
                  </a:cubicBezTo>
                  <a:close/>
                  <a:moveTo>
                    <a:pt x="232" y="191"/>
                  </a:moveTo>
                  <a:cubicBezTo>
                    <a:pt x="233" y="189"/>
                    <a:pt x="234" y="186"/>
                    <a:pt x="236" y="184"/>
                  </a:cubicBezTo>
                  <a:cubicBezTo>
                    <a:pt x="236" y="184"/>
                    <a:pt x="236" y="184"/>
                    <a:pt x="236" y="184"/>
                  </a:cubicBezTo>
                  <a:cubicBezTo>
                    <a:pt x="235" y="186"/>
                    <a:pt x="233" y="189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lose/>
                  <a:moveTo>
                    <a:pt x="260" y="184"/>
                  </a:moveTo>
                  <a:cubicBezTo>
                    <a:pt x="262" y="184"/>
                    <a:pt x="264" y="184"/>
                    <a:pt x="266" y="183"/>
                  </a:cubicBezTo>
                  <a:cubicBezTo>
                    <a:pt x="266" y="185"/>
                    <a:pt x="265" y="187"/>
                    <a:pt x="264" y="189"/>
                  </a:cubicBezTo>
                  <a:cubicBezTo>
                    <a:pt x="261" y="190"/>
                    <a:pt x="258" y="190"/>
                    <a:pt x="256" y="190"/>
                  </a:cubicBezTo>
                  <a:cubicBezTo>
                    <a:pt x="257" y="188"/>
                    <a:pt x="258" y="186"/>
                    <a:pt x="260" y="184"/>
                  </a:cubicBezTo>
                  <a:close/>
                  <a:moveTo>
                    <a:pt x="271" y="183"/>
                  </a:moveTo>
                  <a:cubicBezTo>
                    <a:pt x="274" y="183"/>
                    <a:pt x="277" y="183"/>
                    <a:pt x="280" y="182"/>
                  </a:cubicBezTo>
                  <a:cubicBezTo>
                    <a:pt x="279" y="184"/>
                    <a:pt x="278" y="186"/>
                    <a:pt x="278" y="188"/>
                  </a:cubicBezTo>
                  <a:cubicBezTo>
                    <a:pt x="275" y="188"/>
                    <a:pt x="271" y="189"/>
                    <a:pt x="268" y="189"/>
                  </a:cubicBezTo>
                  <a:cubicBezTo>
                    <a:pt x="269" y="187"/>
                    <a:pt x="270" y="185"/>
                    <a:pt x="271" y="183"/>
                  </a:cubicBezTo>
                  <a:close/>
                  <a:moveTo>
                    <a:pt x="276" y="193"/>
                  </a:moveTo>
                  <a:cubicBezTo>
                    <a:pt x="276" y="193"/>
                    <a:pt x="276" y="193"/>
                    <a:pt x="276" y="194"/>
                  </a:cubicBezTo>
                  <a:cubicBezTo>
                    <a:pt x="272" y="194"/>
                    <a:pt x="269" y="195"/>
                    <a:pt x="266" y="195"/>
                  </a:cubicBezTo>
                  <a:cubicBezTo>
                    <a:pt x="266" y="195"/>
                    <a:pt x="265" y="195"/>
                    <a:pt x="265" y="195"/>
                  </a:cubicBezTo>
                  <a:cubicBezTo>
                    <a:pt x="266" y="195"/>
                    <a:pt x="266" y="194"/>
                    <a:pt x="266" y="194"/>
                  </a:cubicBezTo>
                  <a:cubicBezTo>
                    <a:pt x="269" y="194"/>
                    <a:pt x="273" y="193"/>
                    <a:pt x="276" y="193"/>
                  </a:cubicBezTo>
                  <a:close/>
                  <a:moveTo>
                    <a:pt x="280" y="192"/>
                  </a:moveTo>
                  <a:cubicBezTo>
                    <a:pt x="283" y="192"/>
                    <a:pt x="287" y="192"/>
                    <a:pt x="290" y="191"/>
                  </a:cubicBezTo>
                  <a:cubicBezTo>
                    <a:pt x="290" y="191"/>
                    <a:pt x="290" y="192"/>
                    <a:pt x="289" y="192"/>
                  </a:cubicBezTo>
                  <a:cubicBezTo>
                    <a:pt x="286" y="192"/>
                    <a:pt x="283" y="193"/>
                    <a:pt x="280" y="193"/>
                  </a:cubicBezTo>
                  <a:cubicBezTo>
                    <a:pt x="280" y="193"/>
                    <a:pt x="280" y="193"/>
                    <a:pt x="280" y="192"/>
                  </a:cubicBezTo>
                  <a:close/>
                  <a:moveTo>
                    <a:pt x="296" y="197"/>
                  </a:moveTo>
                  <a:cubicBezTo>
                    <a:pt x="296" y="197"/>
                    <a:pt x="297" y="197"/>
                    <a:pt x="298" y="197"/>
                  </a:cubicBezTo>
                  <a:cubicBezTo>
                    <a:pt x="297" y="200"/>
                    <a:pt x="296" y="203"/>
                    <a:pt x="296" y="206"/>
                  </a:cubicBezTo>
                  <a:cubicBezTo>
                    <a:pt x="295" y="206"/>
                    <a:pt x="294" y="206"/>
                    <a:pt x="293" y="206"/>
                  </a:cubicBezTo>
                  <a:cubicBezTo>
                    <a:pt x="294" y="203"/>
                    <a:pt x="295" y="200"/>
                    <a:pt x="296" y="197"/>
                  </a:cubicBezTo>
                  <a:close/>
                  <a:moveTo>
                    <a:pt x="297" y="191"/>
                  </a:moveTo>
                  <a:cubicBezTo>
                    <a:pt x="297" y="191"/>
                    <a:pt x="297" y="190"/>
                    <a:pt x="297" y="190"/>
                  </a:cubicBezTo>
                  <a:cubicBezTo>
                    <a:pt x="298" y="190"/>
                    <a:pt x="299" y="190"/>
                    <a:pt x="300" y="189"/>
                  </a:cubicBezTo>
                  <a:cubicBezTo>
                    <a:pt x="300" y="190"/>
                    <a:pt x="300" y="190"/>
                    <a:pt x="300" y="190"/>
                  </a:cubicBezTo>
                  <a:cubicBezTo>
                    <a:pt x="299" y="191"/>
                    <a:pt x="298" y="191"/>
                    <a:pt x="297" y="191"/>
                  </a:cubicBezTo>
                  <a:close/>
                  <a:moveTo>
                    <a:pt x="298" y="185"/>
                  </a:moveTo>
                  <a:cubicBezTo>
                    <a:pt x="299" y="183"/>
                    <a:pt x="299" y="181"/>
                    <a:pt x="300" y="178"/>
                  </a:cubicBezTo>
                  <a:cubicBezTo>
                    <a:pt x="301" y="178"/>
                    <a:pt x="302" y="178"/>
                    <a:pt x="303" y="177"/>
                  </a:cubicBezTo>
                  <a:cubicBezTo>
                    <a:pt x="303" y="179"/>
                    <a:pt x="303" y="180"/>
                    <a:pt x="303" y="181"/>
                  </a:cubicBezTo>
                  <a:cubicBezTo>
                    <a:pt x="302" y="182"/>
                    <a:pt x="302" y="183"/>
                    <a:pt x="302" y="184"/>
                  </a:cubicBezTo>
                  <a:cubicBezTo>
                    <a:pt x="300" y="185"/>
                    <a:pt x="299" y="185"/>
                    <a:pt x="298" y="185"/>
                  </a:cubicBezTo>
                  <a:close/>
                  <a:moveTo>
                    <a:pt x="307" y="182"/>
                  </a:moveTo>
                  <a:cubicBezTo>
                    <a:pt x="308" y="180"/>
                    <a:pt x="308" y="178"/>
                    <a:pt x="309" y="176"/>
                  </a:cubicBezTo>
                  <a:cubicBezTo>
                    <a:pt x="313" y="175"/>
                    <a:pt x="317" y="174"/>
                    <a:pt x="321" y="173"/>
                  </a:cubicBezTo>
                  <a:cubicBezTo>
                    <a:pt x="320" y="175"/>
                    <a:pt x="320" y="177"/>
                    <a:pt x="319" y="179"/>
                  </a:cubicBezTo>
                  <a:cubicBezTo>
                    <a:pt x="319" y="180"/>
                    <a:pt x="319" y="180"/>
                    <a:pt x="318" y="181"/>
                  </a:cubicBezTo>
                  <a:cubicBezTo>
                    <a:pt x="315" y="182"/>
                    <a:pt x="311" y="183"/>
                    <a:pt x="307" y="183"/>
                  </a:cubicBezTo>
                  <a:cubicBezTo>
                    <a:pt x="307" y="183"/>
                    <a:pt x="307" y="182"/>
                    <a:pt x="307" y="182"/>
                  </a:cubicBezTo>
                  <a:close/>
                  <a:moveTo>
                    <a:pt x="326" y="172"/>
                  </a:moveTo>
                  <a:cubicBezTo>
                    <a:pt x="327" y="172"/>
                    <a:pt x="328" y="172"/>
                    <a:pt x="329" y="171"/>
                  </a:cubicBezTo>
                  <a:cubicBezTo>
                    <a:pt x="331" y="171"/>
                    <a:pt x="333" y="170"/>
                    <a:pt x="336" y="170"/>
                  </a:cubicBezTo>
                  <a:cubicBezTo>
                    <a:pt x="335" y="172"/>
                    <a:pt x="334" y="174"/>
                    <a:pt x="334" y="177"/>
                  </a:cubicBezTo>
                  <a:cubicBezTo>
                    <a:pt x="330" y="178"/>
                    <a:pt x="327" y="179"/>
                    <a:pt x="324" y="179"/>
                  </a:cubicBezTo>
                  <a:cubicBezTo>
                    <a:pt x="325" y="177"/>
                    <a:pt x="326" y="175"/>
                    <a:pt x="326" y="172"/>
                  </a:cubicBezTo>
                  <a:close/>
                  <a:moveTo>
                    <a:pt x="340" y="169"/>
                  </a:moveTo>
                  <a:cubicBezTo>
                    <a:pt x="344" y="168"/>
                    <a:pt x="347" y="167"/>
                    <a:pt x="351" y="166"/>
                  </a:cubicBezTo>
                  <a:cubicBezTo>
                    <a:pt x="351" y="167"/>
                    <a:pt x="351" y="167"/>
                    <a:pt x="351" y="167"/>
                  </a:cubicBezTo>
                  <a:cubicBezTo>
                    <a:pt x="351" y="169"/>
                    <a:pt x="350" y="170"/>
                    <a:pt x="350" y="171"/>
                  </a:cubicBezTo>
                  <a:cubicBezTo>
                    <a:pt x="346" y="173"/>
                    <a:pt x="342" y="174"/>
                    <a:pt x="338" y="175"/>
                  </a:cubicBezTo>
                  <a:cubicBezTo>
                    <a:pt x="338" y="173"/>
                    <a:pt x="339" y="171"/>
                    <a:pt x="340" y="169"/>
                  </a:cubicBezTo>
                  <a:close/>
                  <a:moveTo>
                    <a:pt x="356" y="165"/>
                  </a:moveTo>
                  <a:cubicBezTo>
                    <a:pt x="360" y="164"/>
                    <a:pt x="363" y="164"/>
                    <a:pt x="366" y="163"/>
                  </a:cubicBezTo>
                  <a:cubicBezTo>
                    <a:pt x="366" y="163"/>
                    <a:pt x="366" y="164"/>
                    <a:pt x="365" y="165"/>
                  </a:cubicBezTo>
                  <a:cubicBezTo>
                    <a:pt x="362" y="166"/>
                    <a:pt x="359" y="168"/>
                    <a:pt x="355" y="169"/>
                  </a:cubicBezTo>
                  <a:cubicBezTo>
                    <a:pt x="356" y="168"/>
                    <a:pt x="356" y="166"/>
                    <a:pt x="356" y="165"/>
                  </a:cubicBezTo>
                  <a:close/>
                  <a:moveTo>
                    <a:pt x="363" y="172"/>
                  </a:moveTo>
                  <a:cubicBezTo>
                    <a:pt x="362" y="174"/>
                    <a:pt x="361" y="175"/>
                    <a:pt x="361" y="177"/>
                  </a:cubicBezTo>
                  <a:cubicBezTo>
                    <a:pt x="358" y="178"/>
                    <a:pt x="356" y="179"/>
                    <a:pt x="353" y="179"/>
                  </a:cubicBezTo>
                  <a:cubicBezTo>
                    <a:pt x="353" y="178"/>
                    <a:pt x="354" y="177"/>
                    <a:pt x="354" y="175"/>
                  </a:cubicBezTo>
                  <a:cubicBezTo>
                    <a:pt x="357" y="174"/>
                    <a:pt x="360" y="173"/>
                    <a:pt x="363" y="172"/>
                  </a:cubicBezTo>
                  <a:close/>
                  <a:moveTo>
                    <a:pt x="368" y="174"/>
                  </a:moveTo>
                  <a:cubicBezTo>
                    <a:pt x="369" y="173"/>
                    <a:pt x="369" y="171"/>
                    <a:pt x="369" y="170"/>
                  </a:cubicBezTo>
                  <a:cubicBezTo>
                    <a:pt x="371" y="169"/>
                    <a:pt x="372" y="169"/>
                    <a:pt x="373" y="168"/>
                  </a:cubicBezTo>
                  <a:cubicBezTo>
                    <a:pt x="372" y="170"/>
                    <a:pt x="371" y="171"/>
                    <a:pt x="371" y="173"/>
                  </a:cubicBezTo>
                  <a:cubicBezTo>
                    <a:pt x="370" y="173"/>
                    <a:pt x="369" y="174"/>
                    <a:pt x="368" y="174"/>
                  </a:cubicBezTo>
                  <a:cubicBezTo>
                    <a:pt x="368" y="174"/>
                    <a:pt x="368" y="174"/>
                    <a:pt x="368" y="174"/>
                  </a:cubicBezTo>
                  <a:close/>
                  <a:moveTo>
                    <a:pt x="375" y="170"/>
                  </a:moveTo>
                  <a:cubicBezTo>
                    <a:pt x="376" y="169"/>
                    <a:pt x="376" y="167"/>
                    <a:pt x="377" y="166"/>
                  </a:cubicBezTo>
                  <a:cubicBezTo>
                    <a:pt x="378" y="166"/>
                    <a:pt x="380" y="165"/>
                    <a:pt x="381" y="164"/>
                  </a:cubicBezTo>
                  <a:cubicBezTo>
                    <a:pt x="385" y="163"/>
                    <a:pt x="388" y="161"/>
                    <a:pt x="391" y="160"/>
                  </a:cubicBezTo>
                  <a:cubicBezTo>
                    <a:pt x="387" y="162"/>
                    <a:pt x="383" y="165"/>
                    <a:pt x="379" y="168"/>
                  </a:cubicBezTo>
                  <a:cubicBezTo>
                    <a:pt x="378" y="168"/>
                    <a:pt x="377" y="169"/>
                    <a:pt x="375" y="170"/>
                  </a:cubicBezTo>
                  <a:close/>
                  <a:moveTo>
                    <a:pt x="443" y="121"/>
                  </a:moveTo>
                  <a:cubicBezTo>
                    <a:pt x="444" y="119"/>
                    <a:pt x="444" y="117"/>
                    <a:pt x="444" y="115"/>
                  </a:cubicBezTo>
                  <a:cubicBezTo>
                    <a:pt x="446" y="114"/>
                    <a:pt x="448" y="112"/>
                    <a:pt x="450" y="111"/>
                  </a:cubicBezTo>
                  <a:cubicBezTo>
                    <a:pt x="450" y="113"/>
                    <a:pt x="449" y="115"/>
                    <a:pt x="449" y="118"/>
                  </a:cubicBezTo>
                  <a:cubicBezTo>
                    <a:pt x="447" y="119"/>
                    <a:pt x="445" y="120"/>
                    <a:pt x="443" y="121"/>
                  </a:cubicBezTo>
                  <a:close/>
                  <a:moveTo>
                    <a:pt x="407" y="130"/>
                  </a:moveTo>
                  <a:cubicBezTo>
                    <a:pt x="407" y="130"/>
                    <a:pt x="407" y="130"/>
                    <a:pt x="407" y="130"/>
                  </a:cubicBezTo>
                  <a:cubicBezTo>
                    <a:pt x="407" y="130"/>
                    <a:pt x="407" y="130"/>
                    <a:pt x="408" y="130"/>
                  </a:cubicBezTo>
                  <a:cubicBezTo>
                    <a:pt x="407" y="130"/>
                    <a:pt x="407" y="130"/>
                    <a:pt x="407" y="130"/>
                  </a:cubicBezTo>
                  <a:close/>
                  <a:moveTo>
                    <a:pt x="399" y="133"/>
                  </a:moveTo>
                  <a:cubicBezTo>
                    <a:pt x="396" y="134"/>
                    <a:pt x="392" y="136"/>
                    <a:pt x="389" y="137"/>
                  </a:cubicBezTo>
                  <a:cubicBezTo>
                    <a:pt x="389" y="136"/>
                    <a:pt x="390" y="136"/>
                    <a:pt x="390" y="135"/>
                  </a:cubicBezTo>
                  <a:cubicBezTo>
                    <a:pt x="393" y="134"/>
                    <a:pt x="396" y="133"/>
                    <a:pt x="399" y="132"/>
                  </a:cubicBezTo>
                  <a:cubicBezTo>
                    <a:pt x="399" y="133"/>
                    <a:pt x="399" y="133"/>
                    <a:pt x="399" y="133"/>
                  </a:cubicBezTo>
                  <a:close/>
                  <a:moveTo>
                    <a:pt x="373" y="142"/>
                  </a:moveTo>
                  <a:cubicBezTo>
                    <a:pt x="369" y="143"/>
                    <a:pt x="365" y="144"/>
                    <a:pt x="361" y="145"/>
                  </a:cubicBezTo>
                  <a:cubicBezTo>
                    <a:pt x="361" y="144"/>
                    <a:pt x="362" y="143"/>
                    <a:pt x="362" y="142"/>
                  </a:cubicBezTo>
                  <a:cubicBezTo>
                    <a:pt x="366" y="141"/>
                    <a:pt x="370" y="140"/>
                    <a:pt x="374" y="139"/>
                  </a:cubicBezTo>
                  <a:cubicBezTo>
                    <a:pt x="374" y="140"/>
                    <a:pt x="373" y="141"/>
                    <a:pt x="373" y="142"/>
                  </a:cubicBezTo>
                  <a:close/>
                  <a:moveTo>
                    <a:pt x="357" y="146"/>
                  </a:moveTo>
                  <a:cubicBezTo>
                    <a:pt x="353" y="147"/>
                    <a:pt x="349" y="147"/>
                    <a:pt x="345" y="148"/>
                  </a:cubicBezTo>
                  <a:cubicBezTo>
                    <a:pt x="345" y="147"/>
                    <a:pt x="345" y="146"/>
                    <a:pt x="346" y="145"/>
                  </a:cubicBezTo>
                  <a:cubicBezTo>
                    <a:pt x="350" y="145"/>
                    <a:pt x="354" y="144"/>
                    <a:pt x="358" y="143"/>
                  </a:cubicBezTo>
                  <a:cubicBezTo>
                    <a:pt x="358" y="144"/>
                    <a:pt x="358" y="145"/>
                    <a:pt x="357" y="146"/>
                  </a:cubicBezTo>
                  <a:close/>
                  <a:moveTo>
                    <a:pt x="347" y="141"/>
                  </a:moveTo>
                  <a:cubicBezTo>
                    <a:pt x="347" y="140"/>
                    <a:pt x="347" y="139"/>
                    <a:pt x="347" y="138"/>
                  </a:cubicBezTo>
                  <a:cubicBezTo>
                    <a:pt x="348" y="138"/>
                    <a:pt x="348" y="138"/>
                    <a:pt x="349" y="138"/>
                  </a:cubicBezTo>
                  <a:cubicBezTo>
                    <a:pt x="353" y="137"/>
                    <a:pt x="357" y="136"/>
                    <a:pt x="361" y="135"/>
                  </a:cubicBezTo>
                  <a:cubicBezTo>
                    <a:pt x="361" y="136"/>
                    <a:pt x="360" y="138"/>
                    <a:pt x="360" y="139"/>
                  </a:cubicBezTo>
                  <a:cubicBezTo>
                    <a:pt x="355" y="140"/>
                    <a:pt x="351" y="141"/>
                    <a:pt x="347" y="141"/>
                  </a:cubicBezTo>
                  <a:close/>
                  <a:moveTo>
                    <a:pt x="311" y="142"/>
                  </a:moveTo>
                  <a:cubicBezTo>
                    <a:pt x="310" y="142"/>
                    <a:pt x="308" y="142"/>
                    <a:pt x="307" y="143"/>
                  </a:cubicBezTo>
                  <a:cubicBezTo>
                    <a:pt x="307" y="143"/>
                    <a:pt x="307" y="142"/>
                    <a:pt x="307" y="142"/>
                  </a:cubicBezTo>
                  <a:cubicBezTo>
                    <a:pt x="309" y="142"/>
                    <a:pt x="310" y="142"/>
                    <a:pt x="311" y="142"/>
                  </a:cubicBezTo>
                  <a:cubicBezTo>
                    <a:pt x="311" y="142"/>
                    <a:pt x="311" y="142"/>
                    <a:pt x="311" y="142"/>
                  </a:cubicBezTo>
                  <a:close/>
                  <a:moveTo>
                    <a:pt x="304" y="143"/>
                  </a:moveTo>
                  <a:cubicBezTo>
                    <a:pt x="302" y="144"/>
                    <a:pt x="301" y="144"/>
                    <a:pt x="299" y="144"/>
                  </a:cubicBezTo>
                  <a:cubicBezTo>
                    <a:pt x="300" y="144"/>
                    <a:pt x="300" y="143"/>
                    <a:pt x="300" y="142"/>
                  </a:cubicBezTo>
                  <a:cubicBezTo>
                    <a:pt x="302" y="142"/>
                    <a:pt x="303" y="142"/>
                    <a:pt x="304" y="142"/>
                  </a:cubicBezTo>
                  <a:cubicBezTo>
                    <a:pt x="304" y="143"/>
                    <a:pt x="304" y="143"/>
                    <a:pt x="304" y="143"/>
                  </a:cubicBezTo>
                  <a:close/>
                  <a:moveTo>
                    <a:pt x="271" y="149"/>
                  </a:moveTo>
                  <a:cubicBezTo>
                    <a:pt x="268" y="149"/>
                    <a:pt x="266" y="149"/>
                    <a:pt x="263" y="149"/>
                  </a:cubicBezTo>
                  <a:cubicBezTo>
                    <a:pt x="264" y="147"/>
                    <a:pt x="266" y="145"/>
                    <a:pt x="267" y="143"/>
                  </a:cubicBezTo>
                  <a:cubicBezTo>
                    <a:pt x="267" y="142"/>
                    <a:pt x="268" y="142"/>
                    <a:pt x="268" y="142"/>
                  </a:cubicBezTo>
                  <a:cubicBezTo>
                    <a:pt x="269" y="142"/>
                    <a:pt x="271" y="142"/>
                    <a:pt x="273" y="142"/>
                  </a:cubicBezTo>
                  <a:cubicBezTo>
                    <a:pt x="272" y="144"/>
                    <a:pt x="272" y="146"/>
                    <a:pt x="271" y="149"/>
                  </a:cubicBezTo>
                  <a:close/>
                  <a:moveTo>
                    <a:pt x="258" y="149"/>
                  </a:moveTo>
                  <a:cubicBezTo>
                    <a:pt x="255" y="149"/>
                    <a:pt x="253" y="149"/>
                    <a:pt x="250" y="149"/>
                  </a:cubicBezTo>
                  <a:cubicBezTo>
                    <a:pt x="251" y="146"/>
                    <a:pt x="252" y="143"/>
                    <a:pt x="252" y="140"/>
                  </a:cubicBezTo>
                  <a:cubicBezTo>
                    <a:pt x="256" y="141"/>
                    <a:pt x="260" y="141"/>
                    <a:pt x="263" y="141"/>
                  </a:cubicBezTo>
                  <a:cubicBezTo>
                    <a:pt x="262" y="144"/>
                    <a:pt x="260" y="146"/>
                    <a:pt x="258" y="149"/>
                  </a:cubicBezTo>
                  <a:close/>
                  <a:moveTo>
                    <a:pt x="239" y="138"/>
                  </a:moveTo>
                  <a:cubicBezTo>
                    <a:pt x="237" y="141"/>
                    <a:pt x="236" y="144"/>
                    <a:pt x="234" y="147"/>
                  </a:cubicBezTo>
                  <a:cubicBezTo>
                    <a:pt x="232" y="146"/>
                    <a:pt x="229" y="146"/>
                    <a:pt x="227" y="145"/>
                  </a:cubicBezTo>
                  <a:cubicBezTo>
                    <a:pt x="227" y="143"/>
                    <a:pt x="228" y="140"/>
                    <a:pt x="228" y="137"/>
                  </a:cubicBezTo>
                  <a:cubicBezTo>
                    <a:pt x="231" y="137"/>
                    <a:pt x="234" y="137"/>
                    <a:pt x="237" y="138"/>
                  </a:cubicBezTo>
                  <a:cubicBezTo>
                    <a:pt x="238" y="138"/>
                    <a:pt x="238" y="138"/>
                    <a:pt x="239" y="138"/>
                  </a:cubicBezTo>
                  <a:close/>
                  <a:moveTo>
                    <a:pt x="214" y="135"/>
                  </a:moveTo>
                  <a:cubicBezTo>
                    <a:pt x="214" y="138"/>
                    <a:pt x="213" y="140"/>
                    <a:pt x="212" y="142"/>
                  </a:cubicBezTo>
                  <a:cubicBezTo>
                    <a:pt x="209" y="141"/>
                    <a:pt x="207" y="141"/>
                    <a:pt x="205" y="140"/>
                  </a:cubicBezTo>
                  <a:cubicBezTo>
                    <a:pt x="206" y="138"/>
                    <a:pt x="207" y="136"/>
                    <a:pt x="209" y="135"/>
                  </a:cubicBezTo>
                  <a:cubicBezTo>
                    <a:pt x="211" y="135"/>
                    <a:pt x="212" y="135"/>
                    <a:pt x="214" y="135"/>
                  </a:cubicBezTo>
                  <a:close/>
                  <a:moveTo>
                    <a:pt x="199" y="138"/>
                  </a:moveTo>
                  <a:cubicBezTo>
                    <a:pt x="197" y="138"/>
                    <a:pt x="194" y="137"/>
                    <a:pt x="192" y="136"/>
                  </a:cubicBezTo>
                  <a:cubicBezTo>
                    <a:pt x="193" y="135"/>
                    <a:pt x="194" y="133"/>
                    <a:pt x="195" y="131"/>
                  </a:cubicBezTo>
                  <a:cubicBezTo>
                    <a:pt x="197" y="132"/>
                    <a:pt x="200" y="133"/>
                    <a:pt x="202" y="133"/>
                  </a:cubicBezTo>
                  <a:cubicBezTo>
                    <a:pt x="201" y="135"/>
                    <a:pt x="200" y="137"/>
                    <a:pt x="199" y="138"/>
                  </a:cubicBezTo>
                  <a:close/>
                  <a:moveTo>
                    <a:pt x="188" y="135"/>
                  </a:moveTo>
                  <a:cubicBezTo>
                    <a:pt x="186" y="134"/>
                    <a:pt x="184" y="134"/>
                    <a:pt x="182" y="133"/>
                  </a:cubicBezTo>
                  <a:cubicBezTo>
                    <a:pt x="183" y="131"/>
                    <a:pt x="183" y="130"/>
                    <a:pt x="184" y="128"/>
                  </a:cubicBezTo>
                  <a:cubicBezTo>
                    <a:pt x="184" y="128"/>
                    <a:pt x="185" y="129"/>
                    <a:pt x="185" y="129"/>
                  </a:cubicBezTo>
                  <a:cubicBezTo>
                    <a:pt x="185" y="129"/>
                    <a:pt x="186" y="129"/>
                    <a:pt x="186" y="129"/>
                  </a:cubicBezTo>
                  <a:cubicBezTo>
                    <a:pt x="187" y="129"/>
                    <a:pt x="189" y="130"/>
                    <a:pt x="191" y="130"/>
                  </a:cubicBezTo>
                  <a:cubicBezTo>
                    <a:pt x="190" y="132"/>
                    <a:pt x="189" y="133"/>
                    <a:pt x="188" y="135"/>
                  </a:cubicBezTo>
                  <a:close/>
                  <a:moveTo>
                    <a:pt x="149" y="106"/>
                  </a:moveTo>
                  <a:cubicBezTo>
                    <a:pt x="150" y="107"/>
                    <a:pt x="151" y="109"/>
                    <a:pt x="153" y="111"/>
                  </a:cubicBezTo>
                  <a:cubicBezTo>
                    <a:pt x="152" y="110"/>
                    <a:pt x="151" y="110"/>
                    <a:pt x="150" y="109"/>
                  </a:cubicBezTo>
                  <a:cubicBezTo>
                    <a:pt x="149" y="109"/>
                    <a:pt x="148" y="108"/>
                    <a:pt x="148" y="108"/>
                  </a:cubicBezTo>
                  <a:cubicBezTo>
                    <a:pt x="148" y="107"/>
                    <a:pt x="149" y="106"/>
                    <a:pt x="149" y="106"/>
                  </a:cubicBezTo>
                  <a:close/>
                  <a:moveTo>
                    <a:pt x="155" y="116"/>
                  </a:moveTo>
                  <a:cubicBezTo>
                    <a:pt x="153" y="117"/>
                    <a:pt x="152" y="118"/>
                    <a:pt x="150" y="120"/>
                  </a:cubicBezTo>
                  <a:cubicBezTo>
                    <a:pt x="147" y="118"/>
                    <a:pt x="145" y="116"/>
                    <a:pt x="142" y="114"/>
                  </a:cubicBezTo>
                  <a:cubicBezTo>
                    <a:pt x="144" y="113"/>
                    <a:pt x="145" y="112"/>
                    <a:pt x="146" y="110"/>
                  </a:cubicBezTo>
                  <a:cubicBezTo>
                    <a:pt x="149" y="112"/>
                    <a:pt x="152" y="114"/>
                    <a:pt x="155" y="116"/>
                  </a:cubicBezTo>
                  <a:close/>
                  <a:moveTo>
                    <a:pt x="147" y="123"/>
                  </a:moveTo>
                  <a:cubicBezTo>
                    <a:pt x="147" y="123"/>
                    <a:pt x="146" y="124"/>
                    <a:pt x="146" y="124"/>
                  </a:cubicBezTo>
                  <a:cubicBezTo>
                    <a:pt x="143" y="123"/>
                    <a:pt x="141" y="122"/>
                    <a:pt x="138" y="120"/>
                  </a:cubicBezTo>
                  <a:cubicBezTo>
                    <a:pt x="139" y="119"/>
                    <a:pt x="140" y="118"/>
                    <a:pt x="141" y="117"/>
                  </a:cubicBezTo>
                  <a:cubicBezTo>
                    <a:pt x="143" y="119"/>
                    <a:pt x="145" y="121"/>
                    <a:pt x="147" y="123"/>
                  </a:cubicBezTo>
                  <a:close/>
                  <a:moveTo>
                    <a:pt x="136" y="119"/>
                  </a:moveTo>
                  <a:cubicBezTo>
                    <a:pt x="135" y="119"/>
                    <a:pt x="135" y="118"/>
                    <a:pt x="134" y="118"/>
                  </a:cubicBezTo>
                  <a:cubicBezTo>
                    <a:pt x="135" y="117"/>
                    <a:pt x="137" y="115"/>
                    <a:pt x="138" y="114"/>
                  </a:cubicBezTo>
                  <a:cubicBezTo>
                    <a:pt x="138" y="114"/>
                    <a:pt x="138" y="115"/>
                    <a:pt x="139" y="115"/>
                  </a:cubicBezTo>
                  <a:cubicBezTo>
                    <a:pt x="138" y="116"/>
                    <a:pt x="137" y="118"/>
                    <a:pt x="136" y="119"/>
                  </a:cubicBezTo>
                  <a:close/>
                  <a:moveTo>
                    <a:pt x="131" y="116"/>
                  </a:moveTo>
                  <a:cubicBezTo>
                    <a:pt x="130" y="116"/>
                    <a:pt x="129" y="115"/>
                    <a:pt x="128" y="115"/>
                  </a:cubicBezTo>
                  <a:cubicBezTo>
                    <a:pt x="130" y="111"/>
                    <a:pt x="131" y="108"/>
                    <a:pt x="133" y="104"/>
                  </a:cubicBezTo>
                  <a:cubicBezTo>
                    <a:pt x="133" y="106"/>
                    <a:pt x="134" y="108"/>
                    <a:pt x="135" y="110"/>
                  </a:cubicBezTo>
                  <a:cubicBezTo>
                    <a:pt x="134" y="112"/>
                    <a:pt x="132" y="114"/>
                    <a:pt x="131" y="116"/>
                  </a:cubicBezTo>
                  <a:close/>
                  <a:moveTo>
                    <a:pt x="126" y="113"/>
                  </a:moveTo>
                  <a:cubicBezTo>
                    <a:pt x="123" y="111"/>
                    <a:pt x="121" y="109"/>
                    <a:pt x="119" y="107"/>
                  </a:cubicBezTo>
                  <a:cubicBezTo>
                    <a:pt x="121" y="104"/>
                    <a:pt x="123" y="100"/>
                    <a:pt x="126" y="97"/>
                  </a:cubicBezTo>
                  <a:cubicBezTo>
                    <a:pt x="128" y="98"/>
                    <a:pt x="129" y="100"/>
                    <a:pt x="131" y="101"/>
                  </a:cubicBezTo>
                  <a:cubicBezTo>
                    <a:pt x="129" y="105"/>
                    <a:pt x="127" y="109"/>
                    <a:pt x="126" y="113"/>
                  </a:cubicBezTo>
                  <a:close/>
                  <a:moveTo>
                    <a:pt x="116" y="105"/>
                  </a:moveTo>
                  <a:cubicBezTo>
                    <a:pt x="116" y="104"/>
                    <a:pt x="116" y="104"/>
                    <a:pt x="115" y="103"/>
                  </a:cubicBezTo>
                  <a:cubicBezTo>
                    <a:pt x="117" y="100"/>
                    <a:pt x="118" y="96"/>
                    <a:pt x="120" y="92"/>
                  </a:cubicBezTo>
                  <a:cubicBezTo>
                    <a:pt x="121" y="93"/>
                    <a:pt x="122" y="94"/>
                    <a:pt x="124" y="95"/>
                  </a:cubicBezTo>
                  <a:cubicBezTo>
                    <a:pt x="121" y="98"/>
                    <a:pt x="119" y="102"/>
                    <a:pt x="116" y="105"/>
                  </a:cubicBezTo>
                  <a:close/>
                  <a:moveTo>
                    <a:pt x="113" y="101"/>
                  </a:moveTo>
                  <a:cubicBezTo>
                    <a:pt x="112" y="100"/>
                    <a:pt x="112" y="99"/>
                    <a:pt x="111" y="98"/>
                  </a:cubicBezTo>
                  <a:cubicBezTo>
                    <a:pt x="113" y="95"/>
                    <a:pt x="115" y="93"/>
                    <a:pt x="116" y="90"/>
                  </a:cubicBezTo>
                  <a:cubicBezTo>
                    <a:pt x="117" y="90"/>
                    <a:pt x="117" y="90"/>
                    <a:pt x="118" y="91"/>
                  </a:cubicBezTo>
                  <a:cubicBezTo>
                    <a:pt x="116" y="94"/>
                    <a:pt x="115" y="98"/>
                    <a:pt x="113" y="101"/>
                  </a:cubicBezTo>
                  <a:close/>
                  <a:moveTo>
                    <a:pt x="110" y="95"/>
                  </a:moveTo>
                  <a:cubicBezTo>
                    <a:pt x="109" y="94"/>
                    <a:pt x="109" y="94"/>
                    <a:pt x="109" y="94"/>
                  </a:cubicBezTo>
                  <a:cubicBezTo>
                    <a:pt x="109" y="93"/>
                    <a:pt x="108" y="93"/>
                    <a:pt x="109" y="94"/>
                  </a:cubicBezTo>
                  <a:cubicBezTo>
                    <a:pt x="109" y="94"/>
                    <a:pt x="109" y="95"/>
                    <a:pt x="109" y="95"/>
                  </a:cubicBezTo>
                  <a:cubicBezTo>
                    <a:pt x="106" y="99"/>
                    <a:pt x="104" y="103"/>
                    <a:pt x="101" y="107"/>
                  </a:cubicBezTo>
                  <a:cubicBezTo>
                    <a:pt x="100" y="106"/>
                    <a:pt x="99" y="106"/>
                    <a:pt x="98" y="105"/>
                  </a:cubicBezTo>
                  <a:cubicBezTo>
                    <a:pt x="103" y="99"/>
                    <a:pt x="107" y="92"/>
                    <a:pt x="112" y="86"/>
                  </a:cubicBezTo>
                  <a:cubicBezTo>
                    <a:pt x="113" y="87"/>
                    <a:pt x="113" y="87"/>
                    <a:pt x="114" y="88"/>
                  </a:cubicBezTo>
                  <a:cubicBezTo>
                    <a:pt x="113" y="90"/>
                    <a:pt x="111" y="92"/>
                    <a:pt x="110" y="95"/>
                  </a:cubicBezTo>
                  <a:close/>
                  <a:moveTo>
                    <a:pt x="113" y="85"/>
                  </a:moveTo>
                  <a:cubicBezTo>
                    <a:pt x="116" y="81"/>
                    <a:pt x="119" y="77"/>
                    <a:pt x="121" y="73"/>
                  </a:cubicBezTo>
                  <a:cubicBezTo>
                    <a:pt x="121" y="73"/>
                    <a:pt x="121" y="74"/>
                    <a:pt x="121" y="74"/>
                  </a:cubicBezTo>
                  <a:cubicBezTo>
                    <a:pt x="119" y="78"/>
                    <a:pt x="117" y="82"/>
                    <a:pt x="115" y="86"/>
                  </a:cubicBezTo>
                  <a:cubicBezTo>
                    <a:pt x="115" y="86"/>
                    <a:pt x="114" y="85"/>
                    <a:pt x="113" y="85"/>
                  </a:cubicBezTo>
                  <a:close/>
                  <a:moveTo>
                    <a:pt x="118" y="66"/>
                  </a:moveTo>
                  <a:cubicBezTo>
                    <a:pt x="120" y="65"/>
                    <a:pt x="123" y="63"/>
                    <a:pt x="126" y="62"/>
                  </a:cubicBezTo>
                  <a:cubicBezTo>
                    <a:pt x="124" y="64"/>
                    <a:pt x="123" y="67"/>
                    <a:pt x="121" y="69"/>
                  </a:cubicBezTo>
                  <a:cubicBezTo>
                    <a:pt x="120" y="68"/>
                    <a:pt x="119" y="67"/>
                    <a:pt x="118" y="66"/>
                  </a:cubicBezTo>
                  <a:close/>
                  <a:moveTo>
                    <a:pt x="136" y="41"/>
                  </a:moveTo>
                  <a:cubicBezTo>
                    <a:pt x="136" y="41"/>
                    <a:pt x="137" y="41"/>
                    <a:pt x="137" y="41"/>
                  </a:cubicBezTo>
                  <a:cubicBezTo>
                    <a:pt x="137" y="41"/>
                    <a:pt x="137" y="40"/>
                    <a:pt x="137" y="40"/>
                  </a:cubicBezTo>
                  <a:cubicBezTo>
                    <a:pt x="137" y="41"/>
                    <a:pt x="137" y="41"/>
                    <a:pt x="137" y="41"/>
                  </a:cubicBezTo>
                  <a:cubicBezTo>
                    <a:pt x="137" y="41"/>
                    <a:pt x="136" y="41"/>
                    <a:pt x="136" y="41"/>
                  </a:cubicBezTo>
                  <a:close/>
                  <a:moveTo>
                    <a:pt x="136" y="17"/>
                  </a:moveTo>
                  <a:cubicBezTo>
                    <a:pt x="136" y="17"/>
                    <a:pt x="136" y="17"/>
                    <a:pt x="136" y="16"/>
                  </a:cubicBezTo>
                  <a:cubicBezTo>
                    <a:pt x="136" y="17"/>
                    <a:pt x="137" y="17"/>
                    <a:pt x="137" y="17"/>
                  </a:cubicBezTo>
                  <a:cubicBezTo>
                    <a:pt x="137" y="17"/>
                    <a:pt x="136" y="17"/>
                    <a:pt x="136" y="17"/>
                  </a:cubicBezTo>
                  <a:close/>
                  <a:moveTo>
                    <a:pt x="82" y="38"/>
                  </a:moveTo>
                  <a:cubicBezTo>
                    <a:pt x="81" y="37"/>
                    <a:pt x="80" y="36"/>
                    <a:pt x="78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80" y="36"/>
                    <a:pt x="81" y="37"/>
                    <a:pt x="82" y="38"/>
                  </a:cubicBezTo>
                  <a:cubicBezTo>
                    <a:pt x="81" y="41"/>
                    <a:pt x="79" y="43"/>
                    <a:pt x="78" y="46"/>
                  </a:cubicBezTo>
                  <a:cubicBezTo>
                    <a:pt x="75" y="47"/>
                    <a:pt x="72" y="47"/>
                    <a:pt x="69" y="48"/>
                  </a:cubicBezTo>
                  <a:cubicBezTo>
                    <a:pt x="69" y="48"/>
                    <a:pt x="69" y="48"/>
                    <a:pt x="68" y="48"/>
                  </a:cubicBezTo>
                  <a:cubicBezTo>
                    <a:pt x="70" y="44"/>
                    <a:pt x="72" y="40"/>
                    <a:pt x="73" y="36"/>
                  </a:cubicBezTo>
                  <a:cubicBezTo>
                    <a:pt x="75" y="36"/>
                    <a:pt x="76" y="36"/>
                    <a:pt x="78" y="35"/>
                  </a:cubicBezTo>
                  <a:cubicBezTo>
                    <a:pt x="80" y="35"/>
                    <a:pt x="83" y="34"/>
                    <a:pt x="85" y="33"/>
                  </a:cubicBezTo>
                  <a:cubicBezTo>
                    <a:pt x="84" y="35"/>
                    <a:pt x="83" y="37"/>
                    <a:pt x="82" y="38"/>
                  </a:cubicBezTo>
                  <a:close/>
                  <a:moveTo>
                    <a:pt x="68" y="47"/>
                  </a:moveTo>
                  <a:cubicBezTo>
                    <a:pt x="66" y="44"/>
                    <a:pt x="64" y="42"/>
                    <a:pt x="61" y="39"/>
                  </a:cubicBezTo>
                  <a:cubicBezTo>
                    <a:pt x="65" y="38"/>
                    <a:pt x="69" y="37"/>
                    <a:pt x="73" y="36"/>
                  </a:cubicBezTo>
                  <a:cubicBezTo>
                    <a:pt x="71" y="40"/>
                    <a:pt x="70" y="43"/>
                    <a:pt x="68" y="47"/>
                  </a:cubicBezTo>
                  <a:close/>
                  <a:moveTo>
                    <a:pt x="56" y="37"/>
                  </a:moveTo>
                  <a:cubicBezTo>
                    <a:pt x="56" y="36"/>
                    <a:pt x="57" y="35"/>
                    <a:pt x="57" y="34"/>
                  </a:cubicBezTo>
                  <a:cubicBezTo>
                    <a:pt x="57" y="34"/>
                    <a:pt x="57" y="34"/>
                    <a:pt x="58" y="34"/>
                  </a:cubicBezTo>
                  <a:cubicBezTo>
                    <a:pt x="63" y="33"/>
                    <a:pt x="69" y="33"/>
                    <a:pt x="74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2"/>
                    <a:pt x="75" y="32"/>
                    <a:pt x="74" y="32"/>
                  </a:cubicBezTo>
                  <a:cubicBezTo>
                    <a:pt x="68" y="34"/>
                    <a:pt x="62" y="35"/>
                    <a:pt x="56" y="37"/>
                  </a:cubicBezTo>
                  <a:close/>
                  <a:moveTo>
                    <a:pt x="56" y="34"/>
                  </a:moveTo>
                  <a:cubicBezTo>
                    <a:pt x="56" y="35"/>
                    <a:pt x="55" y="36"/>
                    <a:pt x="54" y="37"/>
                  </a:cubicBezTo>
                  <a:cubicBezTo>
                    <a:pt x="49" y="38"/>
                    <a:pt x="43" y="39"/>
                    <a:pt x="37" y="40"/>
                  </a:cubicBezTo>
                  <a:cubicBezTo>
                    <a:pt x="38" y="39"/>
                    <a:pt x="38" y="38"/>
                    <a:pt x="38" y="37"/>
                  </a:cubicBezTo>
                  <a:cubicBezTo>
                    <a:pt x="44" y="36"/>
                    <a:pt x="50" y="35"/>
                    <a:pt x="56" y="34"/>
                  </a:cubicBezTo>
                  <a:close/>
                  <a:moveTo>
                    <a:pt x="34" y="41"/>
                  </a:moveTo>
                  <a:cubicBezTo>
                    <a:pt x="29" y="41"/>
                    <a:pt x="24" y="42"/>
                    <a:pt x="19" y="42"/>
                  </a:cubicBezTo>
                  <a:cubicBezTo>
                    <a:pt x="24" y="40"/>
                    <a:pt x="30" y="39"/>
                    <a:pt x="36" y="38"/>
                  </a:cubicBezTo>
                  <a:cubicBezTo>
                    <a:pt x="35" y="39"/>
                    <a:pt x="35" y="40"/>
                    <a:pt x="34" y="41"/>
                  </a:cubicBezTo>
                  <a:close/>
                  <a:moveTo>
                    <a:pt x="24" y="59"/>
                  </a:moveTo>
                  <a:cubicBezTo>
                    <a:pt x="22" y="59"/>
                    <a:pt x="19" y="60"/>
                    <a:pt x="16" y="61"/>
                  </a:cubicBezTo>
                  <a:cubicBezTo>
                    <a:pt x="17" y="58"/>
                    <a:pt x="17" y="56"/>
                    <a:pt x="18" y="54"/>
                  </a:cubicBezTo>
                  <a:cubicBezTo>
                    <a:pt x="20" y="55"/>
                    <a:pt x="22" y="57"/>
                    <a:pt x="24" y="59"/>
                  </a:cubicBezTo>
                  <a:close/>
                  <a:moveTo>
                    <a:pt x="15" y="64"/>
                  </a:moveTo>
                  <a:cubicBezTo>
                    <a:pt x="15" y="64"/>
                    <a:pt x="15" y="64"/>
                    <a:pt x="15" y="64"/>
                  </a:cubicBezTo>
                  <a:cubicBezTo>
                    <a:pt x="17" y="65"/>
                    <a:pt x="19" y="67"/>
                    <a:pt x="21" y="68"/>
                  </a:cubicBezTo>
                  <a:cubicBezTo>
                    <a:pt x="19" y="73"/>
                    <a:pt x="18" y="77"/>
                    <a:pt x="17" y="82"/>
                  </a:cubicBezTo>
                  <a:cubicBezTo>
                    <a:pt x="17" y="82"/>
                    <a:pt x="16" y="82"/>
                    <a:pt x="16" y="82"/>
                  </a:cubicBezTo>
                  <a:cubicBezTo>
                    <a:pt x="16" y="76"/>
                    <a:pt x="16" y="70"/>
                    <a:pt x="15" y="64"/>
                  </a:cubicBezTo>
                  <a:close/>
                  <a:moveTo>
                    <a:pt x="25" y="72"/>
                  </a:moveTo>
                  <a:cubicBezTo>
                    <a:pt x="28" y="74"/>
                    <a:pt x="30" y="76"/>
                    <a:pt x="33" y="79"/>
                  </a:cubicBezTo>
                  <a:cubicBezTo>
                    <a:pt x="29" y="80"/>
                    <a:pt x="26" y="80"/>
                    <a:pt x="22" y="81"/>
                  </a:cubicBezTo>
                  <a:cubicBezTo>
                    <a:pt x="23" y="78"/>
                    <a:pt x="24" y="75"/>
                    <a:pt x="25" y="72"/>
                  </a:cubicBezTo>
                  <a:close/>
                  <a:moveTo>
                    <a:pt x="32" y="97"/>
                  </a:moveTo>
                  <a:cubicBezTo>
                    <a:pt x="35" y="96"/>
                    <a:pt x="39" y="96"/>
                    <a:pt x="42" y="95"/>
                  </a:cubicBezTo>
                  <a:cubicBezTo>
                    <a:pt x="40" y="98"/>
                    <a:pt x="39" y="102"/>
                    <a:pt x="37" y="105"/>
                  </a:cubicBezTo>
                  <a:cubicBezTo>
                    <a:pt x="35" y="103"/>
                    <a:pt x="33" y="101"/>
                    <a:pt x="31" y="99"/>
                  </a:cubicBezTo>
                  <a:cubicBezTo>
                    <a:pt x="31" y="98"/>
                    <a:pt x="31" y="97"/>
                    <a:pt x="32" y="97"/>
                  </a:cubicBezTo>
                  <a:close/>
                  <a:moveTo>
                    <a:pt x="45" y="111"/>
                  </a:moveTo>
                  <a:cubicBezTo>
                    <a:pt x="44" y="111"/>
                    <a:pt x="44" y="111"/>
                    <a:pt x="44" y="112"/>
                  </a:cubicBezTo>
                  <a:cubicBezTo>
                    <a:pt x="44" y="112"/>
                    <a:pt x="44" y="111"/>
                    <a:pt x="44" y="111"/>
                  </a:cubicBezTo>
                  <a:cubicBezTo>
                    <a:pt x="44" y="111"/>
                    <a:pt x="44" y="111"/>
                    <a:pt x="45" y="111"/>
                  </a:cubicBezTo>
                  <a:close/>
                  <a:moveTo>
                    <a:pt x="49" y="109"/>
                  </a:moveTo>
                  <a:cubicBezTo>
                    <a:pt x="52" y="108"/>
                    <a:pt x="55" y="107"/>
                    <a:pt x="58" y="106"/>
                  </a:cubicBezTo>
                  <a:cubicBezTo>
                    <a:pt x="59" y="108"/>
                    <a:pt x="61" y="110"/>
                    <a:pt x="63" y="112"/>
                  </a:cubicBezTo>
                  <a:cubicBezTo>
                    <a:pt x="61" y="117"/>
                    <a:pt x="59" y="121"/>
                    <a:pt x="57" y="126"/>
                  </a:cubicBezTo>
                  <a:cubicBezTo>
                    <a:pt x="54" y="122"/>
                    <a:pt x="50" y="118"/>
                    <a:pt x="47" y="115"/>
                  </a:cubicBezTo>
                  <a:cubicBezTo>
                    <a:pt x="48" y="113"/>
                    <a:pt x="49" y="111"/>
                    <a:pt x="49" y="109"/>
                  </a:cubicBezTo>
                  <a:close/>
                  <a:moveTo>
                    <a:pt x="54" y="129"/>
                  </a:moveTo>
                  <a:cubicBezTo>
                    <a:pt x="52" y="130"/>
                    <a:pt x="49" y="131"/>
                    <a:pt x="46" y="131"/>
                  </a:cubicBezTo>
                  <a:cubicBezTo>
                    <a:pt x="45" y="130"/>
                    <a:pt x="43" y="128"/>
                    <a:pt x="42" y="127"/>
                  </a:cubicBezTo>
                  <a:cubicBezTo>
                    <a:pt x="43" y="124"/>
                    <a:pt x="44" y="121"/>
                    <a:pt x="46" y="118"/>
                  </a:cubicBezTo>
                  <a:cubicBezTo>
                    <a:pt x="48" y="121"/>
                    <a:pt x="51" y="125"/>
                    <a:pt x="54" y="129"/>
                  </a:cubicBezTo>
                  <a:close/>
                  <a:moveTo>
                    <a:pt x="43" y="132"/>
                  </a:moveTo>
                  <a:cubicBezTo>
                    <a:pt x="42" y="132"/>
                    <a:pt x="41" y="132"/>
                    <a:pt x="40" y="132"/>
                  </a:cubicBezTo>
                  <a:cubicBezTo>
                    <a:pt x="41" y="132"/>
                    <a:pt x="41" y="131"/>
                    <a:pt x="41" y="130"/>
                  </a:cubicBezTo>
                  <a:cubicBezTo>
                    <a:pt x="42" y="131"/>
                    <a:pt x="42" y="131"/>
                    <a:pt x="43" y="132"/>
                  </a:cubicBezTo>
                  <a:close/>
                  <a:moveTo>
                    <a:pt x="59" y="161"/>
                  </a:moveTo>
                  <a:cubicBezTo>
                    <a:pt x="59" y="159"/>
                    <a:pt x="60" y="157"/>
                    <a:pt x="61" y="155"/>
                  </a:cubicBezTo>
                  <a:cubicBezTo>
                    <a:pt x="61" y="155"/>
                    <a:pt x="62" y="156"/>
                    <a:pt x="62" y="156"/>
                  </a:cubicBezTo>
                  <a:cubicBezTo>
                    <a:pt x="62" y="158"/>
                    <a:pt x="61" y="159"/>
                    <a:pt x="61" y="160"/>
                  </a:cubicBezTo>
                  <a:cubicBezTo>
                    <a:pt x="60" y="160"/>
                    <a:pt x="59" y="161"/>
                    <a:pt x="59" y="161"/>
                  </a:cubicBezTo>
                  <a:close/>
                  <a:moveTo>
                    <a:pt x="67" y="158"/>
                  </a:moveTo>
                  <a:cubicBezTo>
                    <a:pt x="67" y="157"/>
                    <a:pt x="66" y="156"/>
                    <a:pt x="66" y="156"/>
                  </a:cubicBezTo>
                  <a:cubicBezTo>
                    <a:pt x="67" y="153"/>
                    <a:pt x="68" y="151"/>
                    <a:pt x="69" y="149"/>
                  </a:cubicBezTo>
                  <a:cubicBezTo>
                    <a:pt x="70" y="150"/>
                    <a:pt x="71" y="151"/>
                    <a:pt x="72" y="153"/>
                  </a:cubicBezTo>
                  <a:cubicBezTo>
                    <a:pt x="71" y="153"/>
                    <a:pt x="70" y="153"/>
                    <a:pt x="70" y="154"/>
                  </a:cubicBezTo>
                  <a:cubicBezTo>
                    <a:pt x="69" y="155"/>
                    <a:pt x="68" y="156"/>
                    <a:pt x="68" y="158"/>
                  </a:cubicBezTo>
                  <a:cubicBezTo>
                    <a:pt x="68" y="158"/>
                    <a:pt x="68" y="158"/>
                    <a:pt x="67" y="158"/>
                  </a:cubicBezTo>
                  <a:close/>
                  <a:moveTo>
                    <a:pt x="83" y="161"/>
                  </a:moveTo>
                  <a:cubicBezTo>
                    <a:pt x="82" y="160"/>
                    <a:pt x="80" y="158"/>
                    <a:pt x="78" y="157"/>
                  </a:cubicBezTo>
                  <a:cubicBezTo>
                    <a:pt x="78" y="157"/>
                    <a:pt x="78" y="157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6"/>
                    <a:pt x="79" y="156"/>
                    <a:pt x="79" y="156"/>
                  </a:cubicBezTo>
                  <a:cubicBezTo>
                    <a:pt x="80" y="155"/>
                    <a:pt x="81" y="154"/>
                    <a:pt x="83" y="153"/>
                  </a:cubicBezTo>
                  <a:cubicBezTo>
                    <a:pt x="84" y="154"/>
                    <a:pt x="85" y="155"/>
                    <a:pt x="86" y="156"/>
                  </a:cubicBezTo>
                  <a:cubicBezTo>
                    <a:pt x="85" y="158"/>
                    <a:pt x="84" y="159"/>
                    <a:pt x="84" y="161"/>
                  </a:cubicBezTo>
                  <a:cubicBezTo>
                    <a:pt x="84" y="161"/>
                    <a:pt x="83" y="161"/>
                    <a:pt x="83" y="161"/>
                  </a:cubicBezTo>
                  <a:close/>
                  <a:moveTo>
                    <a:pt x="87" y="157"/>
                  </a:moveTo>
                  <a:cubicBezTo>
                    <a:pt x="89" y="158"/>
                    <a:pt x="90" y="159"/>
                    <a:pt x="92" y="160"/>
                  </a:cubicBezTo>
                  <a:cubicBezTo>
                    <a:pt x="92" y="161"/>
                    <a:pt x="91" y="161"/>
                    <a:pt x="91" y="161"/>
                  </a:cubicBezTo>
                  <a:cubicBezTo>
                    <a:pt x="90" y="162"/>
                    <a:pt x="91" y="163"/>
                    <a:pt x="92" y="163"/>
                  </a:cubicBezTo>
                  <a:cubicBezTo>
                    <a:pt x="93" y="164"/>
                    <a:pt x="95" y="163"/>
                    <a:pt x="97" y="162"/>
                  </a:cubicBezTo>
                  <a:cubicBezTo>
                    <a:pt x="97" y="162"/>
                    <a:pt x="97" y="162"/>
                    <a:pt x="97" y="162"/>
                  </a:cubicBezTo>
                  <a:cubicBezTo>
                    <a:pt x="95" y="164"/>
                    <a:pt x="94" y="166"/>
                    <a:pt x="92" y="167"/>
                  </a:cubicBezTo>
                  <a:cubicBezTo>
                    <a:pt x="92" y="167"/>
                    <a:pt x="91" y="166"/>
                    <a:pt x="91" y="166"/>
                  </a:cubicBezTo>
                  <a:cubicBezTo>
                    <a:pt x="89" y="164"/>
                    <a:pt x="87" y="162"/>
                    <a:pt x="85" y="161"/>
                  </a:cubicBezTo>
                  <a:cubicBezTo>
                    <a:pt x="85" y="160"/>
                    <a:pt x="86" y="159"/>
                    <a:pt x="87" y="157"/>
                  </a:cubicBezTo>
                  <a:close/>
                  <a:moveTo>
                    <a:pt x="124" y="185"/>
                  </a:moveTo>
                  <a:cubicBezTo>
                    <a:pt x="126" y="182"/>
                    <a:pt x="128" y="178"/>
                    <a:pt x="130" y="175"/>
                  </a:cubicBezTo>
                  <a:cubicBezTo>
                    <a:pt x="133" y="176"/>
                    <a:pt x="137" y="177"/>
                    <a:pt x="140" y="178"/>
                  </a:cubicBezTo>
                  <a:cubicBezTo>
                    <a:pt x="138" y="182"/>
                    <a:pt x="137" y="185"/>
                    <a:pt x="137" y="186"/>
                  </a:cubicBezTo>
                  <a:cubicBezTo>
                    <a:pt x="136" y="185"/>
                    <a:pt x="135" y="185"/>
                    <a:pt x="135" y="186"/>
                  </a:cubicBezTo>
                  <a:cubicBezTo>
                    <a:pt x="135" y="188"/>
                    <a:pt x="135" y="188"/>
                    <a:pt x="136" y="189"/>
                  </a:cubicBezTo>
                  <a:cubicBezTo>
                    <a:pt x="136" y="190"/>
                    <a:pt x="136" y="190"/>
                    <a:pt x="136" y="190"/>
                  </a:cubicBezTo>
                  <a:cubicBezTo>
                    <a:pt x="134" y="190"/>
                    <a:pt x="132" y="189"/>
                    <a:pt x="130" y="188"/>
                  </a:cubicBezTo>
                  <a:cubicBezTo>
                    <a:pt x="128" y="187"/>
                    <a:pt x="126" y="186"/>
                    <a:pt x="124" y="185"/>
                  </a:cubicBezTo>
                  <a:close/>
                  <a:moveTo>
                    <a:pt x="175" y="186"/>
                  </a:moveTo>
                  <a:cubicBezTo>
                    <a:pt x="179" y="187"/>
                    <a:pt x="183" y="188"/>
                    <a:pt x="187" y="189"/>
                  </a:cubicBezTo>
                  <a:cubicBezTo>
                    <a:pt x="184" y="192"/>
                    <a:pt x="182" y="195"/>
                    <a:pt x="179" y="198"/>
                  </a:cubicBezTo>
                  <a:cubicBezTo>
                    <a:pt x="174" y="198"/>
                    <a:pt x="169" y="197"/>
                    <a:pt x="165" y="197"/>
                  </a:cubicBezTo>
                  <a:cubicBezTo>
                    <a:pt x="168" y="193"/>
                    <a:pt x="172" y="190"/>
                    <a:pt x="175" y="186"/>
                  </a:cubicBezTo>
                  <a:close/>
                  <a:moveTo>
                    <a:pt x="190" y="190"/>
                  </a:moveTo>
                  <a:cubicBezTo>
                    <a:pt x="193" y="191"/>
                    <a:pt x="196" y="191"/>
                    <a:pt x="199" y="192"/>
                  </a:cubicBezTo>
                  <a:cubicBezTo>
                    <a:pt x="197" y="194"/>
                    <a:pt x="195" y="197"/>
                    <a:pt x="193" y="199"/>
                  </a:cubicBezTo>
                  <a:cubicBezTo>
                    <a:pt x="189" y="199"/>
                    <a:pt x="186" y="199"/>
                    <a:pt x="182" y="199"/>
                  </a:cubicBezTo>
                  <a:cubicBezTo>
                    <a:pt x="185" y="196"/>
                    <a:pt x="187" y="193"/>
                    <a:pt x="190" y="190"/>
                  </a:cubicBezTo>
                  <a:close/>
                  <a:moveTo>
                    <a:pt x="217" y="194"/>
                  </a:moveTo>
                  <a:cubicBezTo>
                    <a:pt x="218" y="195"/>
                    <a:pt x="220" y="195"/>
                    <a:pt x="221" y="195"/>
                  </a:cubicBezTo>
                  <a:cubicBezTo>
                    <a:pt x="220" y="196"/>
                    <a:pt x="219" y="198"/>
                    <a:pt x="218" y="199"/>
                  </a:cubicBezTo>
                  <a:cubicBezTo>
                    <a:pt x="217" y="199"/>
                    <a:pt x="216" y="199"/>
                    <a:pt x="214" y="199"/>
                  </a:cubicBezTo>
                  <a:cubicBezTo>
                    <a:pt x="215" y="198"/>
                    <a:pt x="216" y="196"/>
                    <a:pt x="217" y="194"/>
                  </a:cubicBezTo>
                  <a:close/>
                  <a:moveTo>
                    <a:pt x="211" y="205"/>
                  </a:moveTo>
                  <a:cubicBezTo>
                    <a:pt x="212" y="205"/>
                    <a:pt x="213" y="205"/>
                    <a:pt x="214" y="205"/>
                  </a:cubicBezTo>
                  <a:cubicBezTo>
                    <a:pt x="213" y="207"/>
                    <a:pt x="211" y="210"/>
                    <a:pt x="209" y="212"/>
                  </a:cubicBezTo>
                  <a:cubicBezTo>
                    <a:pt x="209" y="212"/>
                    <a:pt x="209" y="213"/>
                    <a:pt x="209" y="213"/>
                  </a:cubicBezTo>
                  <a:cubicBezTo>
                    <a:pt x="208" y="212"/>
                    <a:pt x="207" y="212"/>
                    <a:pt x="205" y="212"/>
                  </a:cubicBezTo>
                  <a:cubicBezTo>
                    <a:pt x="207" y="210"/>
                    <a:pt x="209" y="207"/>
                    <a:pt x="211" y="205"/>
                  </a:cubicBezTo>
                  <a:close/>
                  <a:moveTo>
                    <a:pt x="231" y="199"/>
                  </a:moveTo>
                  <a:cubicBezTo>
                    <a:pt x="231" y="197"/>
                    <a:pt x="232" y="196"/>
                    <a:pt x="232" y="195"/>
                  </a:cubicBezTo>
                  <a:cubicBezTo>
                    <a:pt x="238" y="195"/>
                    <a:pt x="243" y="195"/>
                    <a:pt x="248" y="195"/>
                  </a:cubicBezTo>
                  <a:cubicBezTo>
                    <a:pt x="247" y="196"/>
                    <a:pt x="247" y="197"/>
                    <a:pt x="246" y="197"/>
                  </a:cubicBezTo>
                  <a:cubicBezTo>
                    <a:pt x="241" y="198"/>
                    <a:pt x="236" y="198"/>
                    <a:pt x="231" y="199"/>
                  </a:cubicBezTo>
                  <a:close/>
                  <a:moveTo>
                    <a:pt x="252" y="195"/>
                  </a:moveTo>
                  <a:cubicBezTo>
                    <a:pt x="255" y="195"/>
                    <a:pt x="258" y="195"/>
                    <a:pt x="261" y="194"/>
                  </a:cubicBezTo>
                  <a:cubicBezTo>
                    <a:pt x="261" y="195"/>
                    <a:pt x="261" y="195"/>
                    <a:pt x="261" y="196"/>
                  </a:cubicBezTo>
                  <a:cubicBezTo>
                    <a:pt x="258" y="196"/>
                    <a:pt x="254" y="196"/>
                    <a:pt x="251" y="197"/>
                  </a:cubicBezTo>
                  <a:cubicBezTo>
                    <a:pt x="252" y="196"/>
                    <a:pt x="252" y="196"/>
                    <a:pt x="252" y="195"/>
                  </a:cubicBezTo>
                  <a:close/>
                  <a:moveTo>
                    <a:pt x="262" y="201"/>
                  </a:moveTo>
                  <a:cubicBezTo>
                    <a:pt x="266" y="201"/>
                    <a:pt x="270" y="200"/>
                    <a:pt x="274" y="200"/>
                  </a:cubicBezTo>
                  <a:cubicBezTo>
                    <a:pt x="272" y="204"/>
                    <a:pt x="271" y="208"/>
                    <a:pt x="270" y="212"/>
                  </a:cubicBezTo>
                  <a:cubicBezTo>
                    <a:pt x="264" y="213"/>
                    <a:pt x="259" y="214"/>
                    <a:pt x="254" y="214"/>
                  </a:cubicBezTo>
                  <a:cubicBezTo>
                    <a:pt x="257" y="211"/>
                    <a:pt x="260" y="206"/>
                    <a:pt x="262" y="201"/>
                  </a:cubicBezTo>
                  <a:close/>
                  <a:moveTo>
                    <a:pt x="305" y="195"/>
                  </a:moveTo>
                  <a:cubicBezTo>
                    <a:pt x="308" y="195"/>
                    <a:pt x="310" y="194"/>
                    <a:pt x="313" y="194"/>
                  </a:cubicBezTo>
                  <a:cubicBezTo>
                    <a:pt x="312" y="196"/>
                    <a:pt x="311" y="199"/>
                    <a:pt x="311" y="201"/>
                  </a:cubicBezTo>
                  <a:cubicBezTo>
                    <a:pt x="308" y="202"/>
                    <a:pt x="305" y="203"/>
                    <a:pt x="303" y="204"/>
                  </a:cubicBezTo>
                  <a:cubicBezTo>
                    <a:pt x="304" y="201"/>
                    <a:pt x="304" y="198"/>
                    <a:pt x="305" y="195"/>
                  </a:cubicBezTo>
                  <a:close/>
                  <a:moveTo>
                    <a:pt x="306" y="190"/>
                  </a:moveTo>
                  <a:cubicBezTo>
                    <a:pt x="306" y="189"/>
                    <a:pt x="306" y="189"/>
                    <a:pt x="306" y="188"/>
                  </a:cubicBezTo>
                  <a:cubicBezTo>
                    <a:pt x="309" y="188"/>
                    <a:pt x="313" y="187"/>
                    <a:pt x="316" y="186"/>
                  </a:cubicBezTo>
                  <a:cubicBezTo>
                    <a:pt x="316" y="187"/>
                    <a:pt x="316" y="187"/>
                    <a:pt x="316" y="188"/>
                  </a:cubicBezTo>
                  <a:cubicBezTo>
                    <a:pt x="312" y="189"/>
                    <a:pt x="309" y="189"/>
                    <a:pt x="306" y="190"/>
                  </a:cubicBezTo>
                  <a:close/>
                  <a:moveTo>
                    <a:pt x="322" y="185"/>
                  </a:moveTo>
                  <a:cubicBezTo>
                    <a:pt x="326" y="184"/>
                    <a:pt x="329" y="183"/>
                    <a:pt x="332" y="182"/>
                  </a:cubicBezTo>
                  <a:cubicBezTo>
                    <a:pt x="331" y="183"/>
                    <a:pt x="331" y="184"/>
                    <a:pt x="331" y="185"/>
                  </a:cubicBezTo>
                  <a:cubicBezTo>
                    <a:pt x="328" y="186"/>
                    <a:pt x="325" y="186"/>
                    <a:pt x="322" y="187"/>
                  </a:cubicBezTo>
                  <a:cubicBezTo>
                    <a:pt x="322" y="186"/>
                    <a:pt x="322" y="185"/>
                    <a:pt x="322" y="185"/>
                  </a:cubicBezTo>
                  <a:close/>
                  <a:moveTo>
                    <a:pt x="336" y="181"/>
                  </a:moveTo>
                  <a:cubicBezTo>
                    <a:pt x="340" y="180"/>
                    <a:pt x="344" y="179"/>
                    <a:pt x="349" y="177"/>
                  </a:cubicBezTo>
                  <a:cubicBezTo>
                    <a:pt x="348" y="179"/>
                    <a:pt x="348" y="180"/>
                    <a:pt x="348" y="181"/>
                  </a:cubicBezTo>
                  <a:cubicBezTo>
                    <a:pt x="343" y="182"/>
                    <a:pt x="339" y="183"/>
                    <a:pt x="335" y="184"/>
                  </a:cubicBezTo>
                  <a:cubicBezTo>
                    <a:pt x="335" y="183"/>
                    <a:pt x="336" y="182"/>
                    <a:pt x="336" y="181"/>
                  </a:cubicBezTo>
                  <a:close/>
                  <a:moveTo>
                    <a:pt x="441" y="133"/>
                  </a:moveTo>
                  <a:cubicBezTo>
                    <a:pt x="443" y="132"/>
                    <a:pt x="444" y="131"/>
                    <a:pt x="446" y="130"/>
                  </a:cubicBezTo>
                  <a:cubicBezTo>
                    <a:pt x="445" y="132"/>
                    <a:pt x="445" y="135"/>
                    <a:pt x="444" y="138"/>
                  </a:cubicBezTo>
                  <a:cubicBezTo>
                    <a:pt x="443" y="139"/>
                    <a:pt x="444" y="140"/>
                    <a:pt x="444" y="140"/>
                  </a:cubicBezTo>
                  <a:cubicBezTo>
                    <a:pt x="442" y="143"/>
                    <a:pt x="440" y="145"/>
                    <a:pt x="437" y="147"/>
                  </a:cubicBezTo>
                  <a:cubicBezTo>
                    <a:pt x="439" y="143"/>
                    <a:pt x="440" y="138"/>
                    <a:pt x="441" y="133"/>
                  </a:cubicBezTo>
                  <a:close/>
                  <a:moveTo>
                    <a:pt x="469" y="102"/>
                  </a:moveTo>
                  <a:cubicBezTo>
                    <a:pt x="470" y="99"/>
                    <a:pt x="470" y="95"/>
                    <a:pt x="470" y="92"/>
                  </a:cubicBezTo>
                  <a:cubicBezTo>
                    <a:pt x="471" y="91"/>
                    <a:pt x="471" y="91"/>
                    <a:pt x="472" y="90"/>
                  </a:cubicBezTo>
                  <a:cubicBezTo>
                    <a:pt x="472" y="91"/>
                    <a:pt x="472" y="92"/>
                    <a:pt x="472" y="93"/>
                  </a:cubicBezTo>
                  <a:cubicBezTo>
                    <a:pt x="472" y="94"/>
                    <a:pt x="471" y="96"/>
                    <a:pt x="471" y="98"/>
                  </a:cubicBezTo>
                  <a:cubicBezTo>
                    <a:pt x="471" y="99"/>
                    <a:pt x="470" y="101"/>
                    <a:pt x="469" y="102"/>
                  </a:cubicBezTo>
                  <a:close/>
                  <a:moveTo>
                    <a:pt x="462" y="99"/>
                  </a:moveTo>
                  <a:cubicBezTo>
                    <a:pt x="460" y="103"/>
                    <a:pt x="458" y="107"/>
                    <a:pt x="455" y="111"/>
                  </a:cubicBezTo>
                  <a:cubicBezTo>
                    <a:pt x="455" y="110"/>
                    <a:pt x="456" y="109"/>
                    <a:pt x="456" y="108"/>
                  </a:cubicBezTo>
                  <a:cubicBezTo>
                    <a:pt x="456" y="108"/>
                    <a:pt x="456" y="108"/>
                    <a:pt x="456" y="107"/>
                  </a:cubicBezTo>
                  <a:cubicBezTo>
                    <a:pt x="457" y="107"/>
                    <a:pt x="456" y="107"/>
                    <a:pt x="456" y="107"/>
                  </a:cubicBezTo>
                  <a:cubicBezTo>
                    <a:pt x="456" y="107"/>
                    <a:pt x="456" y="107"/>
                    <a:pt x="456" y="107"/>
                  </a:cubicBezTo>
                  <a:cubicBezTo>
                    <a:pt x="456" y="106"/>
                    <a:pt x="456" y="105"/>
                    <a:pt x="456" y="104"/>
                  </a:cubicBezTo>
                  <a:cubicBezTo>
                    <a:pt x="458" y="102"/>
                    <a:pt x="460" y="101"/>
                    <a:pt x="462" y="99"/>
                  </a:cubicBezTo>
                  <a:close/>
                  <a:moveTo>
                    <a:pt x="450" y="110"/>
                  </a:moveTo>
                  <a:cubicBezTo>
                    <a:pt x="448" y="111"/>
                    <a:pt x="446" y="112"/>
                    <a:pt x="444" y="113"/>
                  </a:cubicBezTo>
                  <a:cubicBezTo>
                    <a:pt x="444" y="113"/>
                    <a:pt x="444" y="113"/>
                    <a:pt x="444" y="113"/>
                  </a:cubicBezTo>
                  <a:cubicBezTo>
                    <a:pt x="447" y="112"/>
                    <a:pt x="449" y="110"/>
                    <a:pt x="451" y="108"/>
                  </a:cubicBezTo>
                  <a:cubicBezTo>
                    <a:pt x="451" y="109"/>
                    <a:pt x="451" y="110"/>
                    <a:pt x="450" y="110"/>
                  </a:cubicBezTo>
                  <a:close/>
                  <a:moveTo>
                    <a:pt x="413" y="126"/>
                  </a:moveTo>
                  <a:cubicBezTo>
                    <a:pt x="414" y="124"/>
                    <a:pt x="414" y="122"/>
                    <a:pt x="415" y="120"/>
                  </a:cubicBezTo>
                  <a:cubicBezTo>
                    <a:pt x="417" y="120"/>
                    <a:pt x="419" y="119"/>
                    <a:pt x="422" y="118"/>
                  </a:cubicBezTo>
                  <a:cubicBezTo>
                    <a:pt x="422" y="119"/>
                    <a:pt x="421" y="121"/>
                    <a:pt x="421" y="123"/>
                  </a:cubicBezTo>
                  <a:cubicBezTo>
                    <a:pt x="418" y="124"/>
                    <a:pt x="416" y="125"/>
                    <a:pt x="413" y="126"/>
                  </a:cubicBezTo>
                  <a:close/>
                  <a:moveTo>
                    <a:pt x="411" y="126"/>
                  </a:moveTo>
                  <a:cubicBezTo>
                    <a:pt x="410" y="127"/>
                    <a:pt x="408" y="127"/>
                    <a:pt x="407" y="128"/>
                  </a:cubicBezTo>
                  <a:cubicBezTo>
                    <a:pt x="407" y="126"/>
                    <a:pt x="407" y="125"/>
                    <a:pt x="406" y="123"/>
                  </a:cubicBezTo>
                  <a:cubicBezTo>
                    <a:pt x="409" y="122"/>
                    <a:pt x="411" y="122"/>
                    <a:pt x="413" y="121"/>
                  </a:cubicBezTo>
                  <a:cubicBezTo>
                    <a:pt x="412" y="123"/>
                    <a:pt x="412" y="124"/>
                    <a:pt x="411" y="126"/>
                  </a:cubicBezTo>
                  <a:close/>
                  <a:moveTo>
                    <a:pt x="404" y="127"/>
                  </a:moveTo>
                  <a:cubicBezTo>
                    <a:pt x="403" y="125"/>
                    <a:pt x="399" y="125"/>
                    <a:pt x="399" y="128"/>
                  </a:cubicBezTo>
                  <a:cubicBezTo>
                    <a:pt x="399" y="129"/>
                    <a:pt x="399" y="129"/>
                    <a:pt x="399" y="130"/>
                  </a:cubicBezTo>
                  <a:cubicBezTo>
                    <a:pt x="397" y="130"/>
                    <a:pt x="394" y="131"/>
                    <a:pt x="392" y="132"/>
                  </a:cubicBezTo>
                  <a:cubicBezTo>
                    <a:pt x="392" y="131"/>
                    <a:pt x="393" y="130"/>
                    <a:pt x="393" y="129"/>
                  </a:cubicBezTo>
                  <a:cubicBezTo>
                    <a:pt x="394" y="128"/>
                    <a:pt x="394" y="128"/>
                    <a:pt x="394" y="127"/>
                  </a:cubicBezTo>
                  <a:cubicBezTo>
                    <a:pt x="397" y="126"/>
                    <a:pt x="401" y="125"/>
                    <a:pt x="404" y="124"/>
                  </a:cubicBezTo>
                  <a:cubicBezTo>
                    <a:pt x="404" y="125"/>
                    <a:pt x="404" y="126"/>
                    <a:pt x="404" y="127"/>
                  </a:cubicBezTo>
                  <a:close/>
                  <a:moveTo>
                    <a:pt x="388" y="131"/>
                  </a:moveTo>
                  <a:cubicBezTo>
                    <a:pt x="385" y="131"/>
                    <a:pt x="383" y="131"/>
                    <a:pt x="381" y="131"/>
                  </a:cubicBezTo>
                  <a:cubicBezTo>
                    <a:pt x="384" y="130"/>
                    <a:pt x="386" y="129"/>
                    <a:pt x="389" y="128"/>
                  </a:cubicBezTo>
                  <a:cubicBezTo>
                    <a:pt x="388" y="129"/>
                    <a:pt x="388" y="130"/>
                    <a:pt x="388" y="131"/>
                  </a:cubicBezTo>
                  <a:close/>
                  <a:moveTo>
                    <a:pt x="377" y="132"/>
                  </a:moveTo>
                  <a:cubicBezTo>
                    <a:pt x="376" y="133"/>
                    <a:pt x="376" y="134"/>
                    <a:pt x="375" y="136"/>
                  </a:cubicBezTo>
                  <a:cubicBezTo>
                    <a:pt x="371" y="137"/>
                    <a:pt x="367" y="138"/>
                    <a:pt x="363" y="138"/>
                  </a:cubicBezTo>
                  <a:cubicBezTo>
                    <a:pt x="363" y="137"/>
                    <a:pt x="364" y="136"/>
                    <a:pt x="365" y="134"/>
                  </a:cubicBezTo>
                  <a:cubicBezTo>
                    <a:pt x="369" y="134"/>
                    <a:pt x="373" y="133"/>
                    <a:pt x="377" y="132"/>
                  </a:cubicBezTo>
                  <a:cubicBezTo>
                    <a:pt x="377" y="132"/>
                    <a:pt x="377" y="132"/>
                    <a:pt x="377" y="132"/>
                  </a:cubicBezTo>
                  <a:close/>
                  <a:moveTo>
                    <a:pt x="193" y="126"/>
                  </a:moveTo>
                  <a:cubicBezTo>
                    <a:pt x="191" y="125"/>
                    <a:pt x="188" y="124"/>
                    <a:pt x="186" y="123"/>
                  </a:cubicBezTo>
                  <a:cubicBezTo>
                    <a:pt x="186" y="123"/>
                    <a:pt x="186" y="123"/>
                    <a:pt x="186" y="123"/>
                  </a:cubicBezTo>
                  <a:cubicBezTo>
                    <a:pt x="189" y="124"/>
                    <a:pt x="191" y="125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lose/>
                  <a:moveTo>
                    <a:pt x="175" y="119"/>
                  </a:moveTo>
                  <a:cubicBezTo>
                    <a:pt x="175" y="119"/>
                    <a:pt x="175" y="119"/>
                    <a:pt x="175" y="119"/>
                  </a:cubicBezTo>
                  <a:cubicBezTo>
                    <a:pt x="172" y="118"/>
                    <a:pt x="170" y="116"/>
                    <a:pt x="167" y="114"/>
                  </a:cubicBezTo>
                  <a:cubicBezTo>
                    <a:pt x="170" y="116"/>
                    <a:pt x="173" y="117"/>
                    <a:pt x="176" y="118"/>
                  </a:cubicBezTo>
                  <a:cubicBezTo>
                    <a:pt x="175" y="119"/>
                    <a:pt x="175" y="119"/>
                    <a:pt x="175" y="119"/>
                  </a:cubicBezTo>
                  <a:close/>
                  <a:moveTo>
                    <a:pt x="149" y="103"/>
                  </a:moveTo>
                  <a:cubicBezTo>
                    <a:pt x="149" y="104"/>
                    <a:pt x="149" y="104"/>
                    <a:pt x="149" y="104"/>
                  </a:cubicBezTo>
                  <a:cubicBezTo>
                    <a:pt x="148" y="105"/>
                    <a:pt x="147" y="106"/>
                    <a:pt x="146" y="107"/>
                  </a:cubicBezTo>
                  <a:cubicBezTo>
                    <a:pt x="145" y="107"/>
                    <a:pt x="145" y="106"/>
                    <a:pt x="144" y="106"/>
                  </a:cubicBezTo>
                  <a:cubicBezTo>
                    <a:pt x="145" y="105"/>
                    <a:pt x="146" y="103"/>
                    <a:pt x="147" y="102"/>
                  </a:cubicBezTo>
                  <a:cubicBezTo>
                    <a:pt x="147" y="103"/>
                    <a:pt x="148" y="103"/>
                    <a:pt x="149" y="103"/>
                  </a:cubicBezTo>
                  <a:close/>
                  <a:moveTo>
                    <a:pt x="144" y="109"/>
                  </a:moveTo>
                  <a:cubicBezTo>
                    <a:pt x="143" y="111"/>
                    <a:pt x="142" y="112"/>
                    <a:pt x="141" y="113"/>
                  </a:cubicBezTo>
                  <a:cubicBezTo>
                    <a:pt x="140" y="113"/>
                    <a:pt x="140" y="112"/>
                    <a:pt x="139" y="112"/>
                  </a:cubicBezTo>
                  <a:cubicBezTo>
                    <a:pt x="140" y="110"/>
                    <a:pt x="141" y="109"/>
                    <a:pt x="142" y="108"/>
                  </a:cubicBezTo>
                  <a:cubicBezTo>
                    <a:pt x="143" y="109"/>
                    <a:pt x="143" y="109"/>
                    <a:pt x="144" y="109"/>
                  </a:cubicBezTo>
                  <a:close/>
                  <a:moveTo>
                    <a:pt x="137" y="108"/>
                  </a:moveTo>
                  <a:cubicBezTo>
                    <a:pt x="136" y="107"/>
                    <a:pt x="135" y="105"/>
                    <a:pt x="134" y="103"/>
                  </a:cubicBezTo>
                  <a:cubicBezTo>
                    <a:pt x="135" y="104"/>
                    <a:pt x="137" y="105"/>
                    <a:pt x="139" y="106"/>
                  </a:cubicBezTo>
                  <a:cubicBezTo>
                    <a:pt x="138" y="107"/>
                    <a:pt x="137" y="108"/>
                    <a:pt x="137" y="108"/>
                  </a:cubicBezTo>
                  <a:close/>
                  <a:moveTo>
                    <a:pt x="125" y="94"/>
                  </a:moveTo>
                  <a:cubicBezTo>
                    <a:pt x="123" y="92"/>
                    <a:pt x="122" y="91"/>
                    <a:pt x="120" y="90"/>
                  </a:cubicBezTo>
                  <a:cubicBezTo>
                    <a:pt x="121" y="87"/>
                    <a:pt x="122" y="83"/>
                    <a:pt x="123" y="80"/>
                  </a:cubicBezTo>
                  <a:cubicBezTo>
                    <a:pt x="123" y="80"/>
                    <a:pt x="122" y="79"/>
                    <a:pt x="122" y="80"/>
                  </a:cubicBezTo>
                  <a:cubicBezTo>
                    <a:pt x="121" y="83"/>
                    <a:pt x="120" y="86"/>
                    <a:pt x="119" y="89"/>
                  </a:cubicBezTo>
                  <a:cubicBezTo>
                    <a:pt x="118" y="88"/>
                    <a:pt x="118" y="88"/>
                    <a:pt x="117" y="88"/>
                  </a:cubicBezTo>
                  <a:cubicBezTo>
                    <a:pt x="119" y="84"/>
                    <a:pt x="121" y="81"/>
                    <a:pt x="122" y="77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25" y="80"/>
                    <a:pt x="128" y="84"/>
                    <a:pt x="131" y="87"/>
                  </a:cubicBezTo>
                  <a:cubicBezTo>
                    <a:pt x="129" y="89"/>
                    <a:pt x="127" y="91"/>
                    <a:pt x="125" y="94"/>
                  </a:cubicBezTo>
                  <a:close/>
                  <a:moveTo>
                    <a:pt x="123" y="71"/>
                  </a:moveTo>
                  <a:cubicBezTo>
                    <a:pt x="123" y="71"/>
                    <a:pt x="123" y="71"/>
                    <a:pt x="123" y="71"/>
                  </a:cubicBezTo>
                  <a:cubicBezTo>
                    <a:pt x="125" y="67"/>
                    <a:pt x="127" y="64"/>
                    <a:pt x="129" y="61"/>
                  </a:cubicBezTo>
                  <a:cubicBezTo>
                    <a:pt x="129" y="62"/>
                    <a:pt x="130" y="62"/>
                    <a:pt x="130" y="62"/>
                  </a:cubicBezTo>
                  <a:cubicBezTo>
                    <a:pt x="128" y="65"/>
                    <a:pt x="126" y="68"/>
                    <a:pt x="123" y="71"/>
                  </a:cubicBezTo>
                  <a:close/>
                  <a:moveTo>
                    <a:pt x="132" y="55"/>
                  </a:moveTo>
                  <a:cubicBezTo>
                    <a:pt x="134" y="51"/>
                    <a:pt x="136" y="47"/>
                    <a:pt x="137" y="44"/>
                  </a:cubicBezTo>
                  <a:cubicBezTo>
                    <a:pt x="138" y="44"/>
                    <a:pt x="139" y="45"/>
                    <a:pt x="139" y="45"/>
                  </a:cubicBezTo>
                  <a:cubicBezTo>
                    <a:pt x="138" y="49"/>
                    <a:pt x="136" y="52"/>
                    <a:pt x="134" y="56"/>
                  </a:cubicBezTo>
                  <a:cubicBezTo>
                    <a:pt x="134" y="55"/>
                    <a:pt x="133" y="54"/>
                    <a:pt x="132" y="55"/>
                  </a:cubicBezTo>
                  <a:close/>
                  <a:moveTo>
                    <a:pt x="86" y="29"/>
                  </a:moveTo>
                  <a:cubicBezTo>
                    <a:pt x="82" y="30"/>
                    <a:pt x="79" y="31"/>
                    <a:pt x="75" y="32"/>
                  </a:cubicBezTo>
                  <a:cubicBezTo>
                    <a:pt x="75" y="32"/>
                    <a:pt x="75" y="32"/>
                    <a:pt x="75" y="31"/>
                  </a:cubicBezTo>
                  <a:cubicBezTo>
                    <a:pt x="78" y="31"/>
                    <a:pt x="80" y="30"/>
                    <a:pt x="83" y="30"/>
                  </a:cubicBezTo>
                  <a:cubicBezTo>
                    <a:pt x="84" y="29"/>
                    <a:pt x="85" y="29"/>
                    <a:pt x="86" y="29"/>
                  </a:cubicBezTo>
                  <a:close/>
                  <a:moveTo>
                    <a:pt x="17" y="53"/>
                  </a:moveTo>
                  <a:cubicBezTo>
                    <a:pt x="16" y="56"/>
                    <a:pt x="16" y="58"/>
                    <a:pt x="15" y="60"/>
                  </a:cubicBezTo>
                  <a:cubicBezTo>
                    <a:pt x="14" y="57"/>
                    <a:pt x="14" y="54"/>
                    <a:pt x="13" y="51"/>
                  </a:cubicBezTo>
                  <a:cubicBezTo>
                    <a:pt x="14" y="51"/>
                    <a:pt x="16" y="52"/>
                    <a:pt x="17" y="53"/>
                  </a:cubicBezTo>
                  <a:close/>
                  <a:moveTo>
                    <a:pt x="16" y="84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3"/>
                    <a:pt x="16" y="83"/>
                    <a:pt x="17" y="83"/>
                  </a:cubicBezTo>
                  <a:cubicBezTo>
                    <a:pt x="17" y="83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lose/>
                  <a:moveTo>
                    <a:pt x="20" y="91"/>
                  </a:moveTo>
                  <a:cubicBezTo>
                    <a:pt x="22" y="93"/>
                    <a:pt x="24" y="95"/>
                    <a:pt x="26" y="97"/>
                  </a:cubicBezTo>
                  <a:cubicBezTo>
                    <a:pt x="25" y="97"/>
                    <a:pt x="24" y="97"/>
                    <a:pt x="24" y="97"/>
                  </a:cubicBezTo>
                  <a:cubicBezTo>
                    <a:pt x="23" y="97"/>
                    <a:pt x="23" y="97"/>
                    <a:pt x="24" y="97"/>
                  </a:cubicBezTo>
                  <a:cubicBezTo>
                    <a:pt x="25" y="97"/>
                    <a:pt x="26" y="97"/>
                    <a:pt x="27" y="97"/>
                  </a:cubicBezTo>
                  <a:cubicBezTo>
                    <a:pt x="27" y="97"/>
                    <a:pt x="27" y="97"/>
                    <a:pt x="27" y="98"/>
                  </a:cubicBezTo>
                  <a:cubicBezTo>
                    <a:pt x="26" y="101"/>
                    <a:pt x="24" y="105"/>
                    <a:pt x="23" y="109"/>
                  </a:cubicBezTo>
                  <a:cubicBezTo>
                    <a:pt x="23" y="109"/>
                    <a:pt x="23" y="109"/>
                    <a:pt x="23" y="109"/>
                  </a:cubicBezTo>
                  <a:cubicBezTo>
                    <a:pt x="22" y="105"/>
                    <a:pt x="20" y="101"/>
                    <a:pt x="19" y="96"/>
                  </a:cubicBezTo>
                  <a:cubicBezTo>
                    <a:pt x="20" y="95"/>
                    <a:pt x="20" y="93"/>
                    <a:pt x="20" y="91"/>
                  </a:cubicBezTo>
                  <a:close/>
                  <a:moveTo>
                    <a:pt x="26" y="113"/>
                  </a:moveTo>
                  <a:cubicBezTo>
                    <a:pt x="26" y="114"/>
                    <a:pt x="26" y="114"/>
                    <a:pt x="27" y="114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6" y="114"/>
                    <a:pt x="26" y="114"/>
                    <a:pt x="26" y="113"/>
                  </a:cubicBezTo>
                  <a:close/>
                  <a:moveTo>
                    <a:pt x="27" y="112"/>
                  </a:moveTo>
                  <a:cubicBezTo>
                    <a:pt x="28" y="108"/>
                    <a:pt x="29" y="104"/>
                    <a:pt x="30" y="101"/>
                  </a:cubicBezTo>
                  <a:cubicBezTo>
                    <a:pt x="32" y="103"/>
                    <a:pt x="34" y="105"/>
                    <a:pt x="36" y="107"/>
                  </a:cubicBezTo>
                  <a:cubicBezTo>
                    <a:pt x="36" y="109"/>
                    <a:pt x="35" y="111"/>
                    <a:pt x="35" y="113"/>
                  </a:cubicBezTo>
                  <a:cubicBezTo>
                    <a:pt x="32" y="113"/>
                    <a:pt x="30" y="113"/>
                    <a:pt x="28" y="114"/>
                  </a:cubicBezTo>
                  <a:cubicBezTo>
                    <a:pt x="28" y="113"/>
                    <a:pt x="27" y="113"/>
                    <a:pt x="27" y="112"/>
                  </a:cubicBezTo>
                  <a:close/>
                  <a:moveTo>
                    <a:pt x="34" y="114"/>
                  </a:moveTo>
                  <a:cubicBezTo>
                    <a:pt x="34" y="115"/>
                    <a:pt x="33" y="116"/>
                    <a:pt x="33" y="118"/>
                  </a:cubicBezTo>
                  <a:cubicBezTo>
                    <a:pt x="32" y="117"/>
                    <a:pt x="30" y="116"/>
                    <a:pt x="29" y="114"/>
                  </a:cubicBezTo>
                  <a:cubicBezTo>
                    <a:pt x="31" y="114"/>
                    <a:pt x="32" y="114"/>
                    <a:pt x="34" y="114"/>
                  </a:cubicBezTo>
                  <a:close/>
                  <a:moveTo>
                    <a:pt x="38" y="113"/>
                  </a:moveTo>
                  <a:cubicBezTo>
                    <a:pt x="39" y="113"/>
                    <a:pt x="40" y="112"/>
                    <a:pt x="41" y="112"/>
                  </a:cubicBezTo>
                  <a:cubicBezTo>
                    <a:pt x="41" y="113"/>
                    <a:pt x="42" y="114"/>
                    <a:pt x="43" y="115"/>
                  </a:cubicBezTo>
                  <a:cubicBezTo>
                    <a:pt x="41" y="118"/>
                    <a:pt x="40" y="121"/>
                    <a:pt x="39" y="124"/>
                  </a:cubicBezTo>
                  <a:cubicBezTo>
                    <a:pt x="38" y="123"/>
                    <a:pt x="37" y="122"/>
                    <a:pt x="36" y="121"/>
                  </a:cubicBezTo>
                  <a:cubicBezTo>
                    <a:pt x="37" y="118"/>
                    <a:pt x="37" y="115"/>
                    <a:pt x="38" y="113"/>
                  </a:cubicBezTo>
                  <a:close/>
                  <a:moveTo>
                    <a:pt x="38" y="126"/>
                  </a:moveTo>
                  <a:cubicBezTo>
                    <a:pt x="37" y="129"/>
                    <a:pt x="36" y="131"/>
                    <a:pt x="36" y="133"/>
                  </a:cubicBezTo>
                  <a:cubicBezTo>
                    <a:pt x="35" y="133"/>
                    <a:pt x="34" y="133"/>
                    <a:pt x="33" y="133"/>
                  </a:cubicBezTo>
                  <a:cubicBezTo>
                    <a:pt x="34" y="130"/>
                    <a:pt x="34" y="126"/>
                    <a:pt x="35" y="123"/>
                  </a:cubicBezTo>
                  <a:cubicBezTo>
                    <a:pt x="36" y="124"/>
                    <a:pt x="37" y="125"/>
                    <a:pt x="38" y="126"/>
                  </a:cubicBezTo>
                  <a:close/>
                  <a:moveTo>
                    <a:pt x="39" y="155"/>
                  </a:moveTo>
                  <a:cubicBezTo>
                    <a:pt x="39" y="153"/>
                    <a:pt x="38" y="151"/>
                    <a:pt x="38" y="150"/>
                  </a:cubicBezTo>
                  <a:cubicBezTo>
                    <a:pt x="42" y="153"/>
                    <a:pt x="45" y="158"/>
                    <a:pt x="47" y="162"/>
                  </a:cubicBezTo>
                  <a:cubicBezTo>
                    <a:pt x="47" y="163"/>
                    <a:pt x="47" y="163"/>
                    <a:pt x="47" y="164"/>
                  </a:cubicBezTo>
                  <a:cubicBezTo>
                    <a:pt x="45" y="165"/>
                    <a:pt x="43" y="165"/>
                    <a:pt x="41" y="165"/>
                  </a:cubicBezTo>
                  <a:cubicBezTo>
                    <a:pt x="40" y="162"/>
                    <a:pt x="39" y="159"/>
                    <a:pt x="38" y="157"/>
                  </a:cubicBezTo>
                  <a:cubicBezTo>
                    <a:pt x="39" y="156"/>
                    <a:pt x="39" y="156"/>
                    <a:pt x="39" y="155"/>
                  </a:cubicBezTo>
                  <a:close/>
                  <a:moveTo>
                    <a:pt x="46" y="180"/>
                  </a:moveTo>
                  <a:cubicBezTo>
                    <a:pt x="47" y="181"/>
                    <a:pt x="48" y="182"/>
                    <a:pt x="49" y="183"/>
                  </a:cubicBezTo>
                  <a:cubicBezTo>
                    <a:pt x="49" y="183"/>
                    <a:pt x="49" y="183"/>
                    <a:pt x="49" y="183"/>
                  </a:cubicBezTo>
                  <a:cubicBezTo>
                    <a:pt x="49" y="183"/>
                    <a:pt x="48" y="184"/>
                    <a:pt x="47" y="184"/>
                  </a:cubicBezTo>
                  <a:cubicBezTo>
                    <a:pt x="47" y="183"/>
                    <a:pt x="47" y="182"/>
                    <a:pt x="46" y="180"/>
                  </a:cubicBezTo>
                  <a:close/>
                  <a:moveTo>
                    <a:pt x="53" y="184"/>
                  </a:moveTo>
                  <a:cubicBezTo>
                    <a:pt x="53" y="184"/>
                    <a:pt x="53" y="184"/>
                    <a:pt x="54" y="184"/>
                  </a:cubicBezTo>
                  <a:cubicBezTo>
                    <a:pt x="54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4"/>
                  </a:cubicBezTo>
                  <a:close/>
                  <a:moveTo>
                    <a:pt x="63" y="164"/>
                  </a:moveTo>
                  <a:cubicBezTo>
                    <a:pt x="63" y="164"/>
                    <a:pt x="63" y="163"/>
                    <a:pt x="63" y="163"/>
                  </a:cubicBezTo>
                  <a:cubicBezTo>
                    <a:pt x="64" y="163"/>
                    <a:pt x="65" y="163"/>
                    <a:pt x="66" y="162"/>
                  </a:cubicBezTo>
                  <a:cubicBezTo>
                    <a:pt x="65" y="162"/>
                    <a:pt x="65" y="163"/>
                    <a:pt x="65" y="163"/>
                  </a:cubicBezTo>
                  <a:cubicBezTo>
                    <a:pt x="64" y="163"/>
                    <a:pt x="63" y="163"/>
                    <a:pt x="63" y="164"/>
                  </a:cubicBezTo>
                  <a:close/>
                  <a:moveTo>
                    <a:pt x="72" y="161"/>
                  </a:moveTo>
                  <a:cubicBezTo>
                    <a:pt x="72" y="160"/>
                    <a:pt x="72" y="160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60"/>
                    <a:pt x="74" y="160"/>
                    <a:pt x="74" y="160"/>
                  </a:cubicBezTo>
                  <a:cubicBezTo>
                    <a:pt x="73" y="160"/>
                    <a:pt x="73" y="160"/>
                    <a:pt x="72" y="161"/>
                  </a:cubicBezTo>
                  <a:close/>
                  <a:moveTo>
                    <a:pt x="195" y="205"/>
                  </a:moveTo>
                  <a:cubicBezTo>
                    <a:pt x="199" y="205"/>
                    <a:pt x="202" y="205"/>
                    <a:pt x="206" y="205"/>
                  </a:cubicBezTo>
                  <a:cubicBezTo>
                    <a:pt x="204" y="207"/>
                    <a:pt x="202" y="209"/>
                    <a:pt x="200" y="211"/>
                  </a:cubicBezTo>
                  <a:cubicBezTo>
                    <a:pt x="197" y="211"/>
                    <a:pt x="194" y="210"/>
                    <a:pt x="191" y="209"/>
                  </a:cubicBezTo>
                  <a:cubicBezTo>
                    <a:pt x="193" y="208"/>
                    <a:pt x="194" y="206"/>
                    <a:pt x="195" y="205"/>
                  </a:cubicBezTo>
                  <a:close/>
                  <a:moveTo>
                    <a:pt x="238" y="216"/>
                  </a:moveTo>
                  <a:cubicBezTo>
                    <a:pt x="241" y="212"/>
                    <a:pt x="244" y="207"/>
                    <a:pt x="247" y="203"/>
                  </a:cubicBezTo>
                  <a:cubicBezTo>
                    <a:pt x="251" y="203"/>
                    <a:pt x="254" y="202"/>
                    <a:pt x="258" y="202"/>
                  </a:cubicBezTo>
                  <a:cubicBezTo>
                    <a:pt x="257" y="205"/>
                    <a:pt x="254" y="210"/>
                    <a:pt x="252" y="215"/>
                  </a:cubicBezTo>
                  <a:cubicBezTo>
                    <a:pt x="248" y="215"/>
                    <a:pt x="243" y="216"/>
                    <a:pt x="239" y="216"/>
                  </a:cubicBezTo>
                  <a:cubicBezTo>
                    <a:pt x="239" y="216"/>
                    <a:pt x="239" y="216"/>
                    <a:pt x="238" y="216"/>
                  </a:cubicBezTo>
                  <a:close/>
                  <a:moveTo>
                    <a:pt x="308" y="210"/>
                  </a:moveTo>
                  <a:cubicBezTo>
                    <a:pt x="308" y="210"/>
                    <a:pt x="308" y="211"/>
                    <a:pt x="308" y="211"/>
                  </a:cubicBezTo>
                  <a:cubicBezTo>
                    <a:pt x="307" y="211"/>
                    <a:pt x="305" y="211"/>
                    <a:pt x="304" y="212"/>
                  </a:cubicBezTo>
                  <a:cubicBezTo>
                    <a:pt x="305" y="211"/>
                    <a:pt x="307" y="211"/>
                    <a:pt x="308" y="210"/>
                  </a:cubicBezTo>
                  <a:close/>
                  <a:moveTo>
                    <a:pt x="320" y="198"/>
                  </a:moveTo>
                  <a:cubicBezTo>
                    <a:pt x="320" y="198"/>
                    <a:pt x="319" y="198"/>
                    <a:pt x="319" y="198"/>
                  </a:cubicBezTo>
                  <a:cubicBezTo>
                    <a:pt x="320" y="196"/>
                    <a:pt x="320" y="194"/>
                    <a:pt x="320" y="193"/>
                  </a:cubicBezTo>
                  <a:cubicBezTo>
                    <a:pt x="323" y="192"/>
                    <a:pt x="326" y="191"/>
                    <a:pt x="329" y="191"/>
                  </a:cubicBezTo>
                  <a:cubicBezTo>
                    <a:pt x="328" y="192"/>
                    <a:pt x="328" y="193"/>
                    <a:pt x="327" y="194"/>
                  </a:cubicBezTo>
                  <a:cubicBezTo>
                    <a:pt x="325" y="196"/>
                    <a:pt x="322" y="197"/>
                    <a:pt x="320" y="198"/>
                  </a:cubicBezTo>
                  <a:close/>
                  <a:moveTo>
                    <a:pt x="333" y="190"/>
                  </a:moveTo>
                  <a:cubicBezTo>
                    <a:pt x="337" y="189"/>
                    <a:pt x="340" y="188"/>
                    <a:pt x="343" y="187"/>
                  </a:cubicBezTo>
                  <a:cubicBezTo>
                    <a:pt x="340" y="189"/>
                    <a:pt x="336" y="191"/>
                    <a:pt x="332" y="192"/>
                  </a:cubicBezTo>
                  <a:cubicBezTo>
                    <a:pt x="333" y="191"/>
                    <a:pt x="333" y="191"/>
                    <a:pt x="333" y="190"/>
                  </a:cubicBezTo>
                  <a:close/>
                  <a:moveTo>
                    <a:pt x="370" y="182"/>
                  </a:moveTo>
                  <a:cubicBezTo>
                    <a:pt x="374" y="180"/>
                    <a:pt x="379" y="177"/>
                    <a:pt x="383" y="174"/>
                  </a:cubicBezTo>
                  <a:cubicBezTo>
                    <a:pt x="384" y="174"/>
                    <a:pt x="385" y="173"/>
                    <a:pt x="386" y="172"/>
                  </a:cubicBezTo>
                  <a:cubicBezTo>
                    <a:pt x="386" y="172"/>
                    <a:pt x="386" y="172"/>
                    <a:pt x="386" y="172"/>
                  </a:cubicBezTo>
                  <a:cubicBezTo>
                    <a:pt x="383" y="178"/>
                    <a:pt x="379" y="184"/>
                    <a:pt x="374" y="189"/>
                  </a:cubicBezTo>
                  <a:cubicBezTo>
                    <a:pt x="374" y="189"/>
                    <a:pt x="373" y="189"/>
                    <a:pt x="374" y="190"/>
                  </a:cubicBezTo>
                  <a:cubicBezTo>
                    <a:pt x="370" y="191"/>
                    <a:pt x="367" y="193"/>
                    <a:pt x="364" y="194"/>
                  </a:cubicBezTo>
                  <a:cubicBezTo>
                    <a:pt x="366" y="190"/>
                    <a:pt x="368" y="186"/>
                    <a:pt x="370" y="182"/>
                  </a:cubicBezTo>
                  <a:close/>
                  <a:moveTo>
                    <a:pt x="392" y="169"/>
                  </a:moveTo>
                  <a:cubicBezTo>
                    <a:pt x="393" y="169"/>
                    <a:pt x="394" y="168"/>
                    <a:pt x="394" y="168"/>
                  </a:cubicBezTo>
                  <a:cubicBezTo>
                    <a:pt x="393" y="171"/>
                    <a:pt x="392" y="174"/>
                    <a:pt x="391" y="177"/>
                  </a:cubicBezTo>
                  <a:cubicBezTo>
                    <a:pt x="388" y="179"/>
                    <a:pt x="385" y="181"/>
                    <a:pt x="382" y="184"/>
                  </a:cubicBezTo>
                  <a:cubicBezTo>
                    <a:pt x="382" y="184"/>
                    <a:pt x="382" y="185"/>
                    <a:pt x="382" y="185"/>
                  </a:cubicBezTo>
                  <a:cubicBezTo>
                    <a:pt x="381" y="186"/>
                    <a:pt x="380" y="187"/>
                    <a:pt x="378" y="187"/>
                  </a:cubicBezTo>
                  <a:cubicBezTo>
                    <a:pt x="384" y="182"/>
                    <a:pt x="389" y="176"/>
                    <a:pt x="392" y="169"/>
                  </a:cubicBezTo>
                  <a:close/>
                  <a:moveTo>
                    <a:pt x="475" y="90"/>
                  </a:moveTo>
                  <a:cubicBezTo>
                    <a:pt x="475" y="89"/>
                    <a:pt x="475" y="88"/>
                    <a:pt x="475" y="88"/>
                  </a:cubicBezTo>
                  <a:cubicBezTo>
                    <a:pt x="476" y="86"/>
                    <a:pt x="477" y="85"/>
                    <a:pt x="478" y="84"/>
                  </a:cubicBezTo>
                  <a:cubicBezTo>
                    <a:pt x="477" y="86"/>
                    <a:pt x="476" y="88"/>
                    <a:pt x="475" y="90"/>
                  </a:cubicBezTo>
                  <a:close/>
                  <a:moveTo>
                    <a:pt x="452" y="104"/>
                  </a:moveTo>
                  <a:cubicBezTo>
                    <a:pt x="452" y="104"/>
                    <a:pt x="452" y="104"/>
                    <a:pt x="452" y="104"/>
                  </a:cubicBezTo>
                  <a:cubicBezTo>
                    <a:pt x="450" y="106"/>
                    <a:pt x="447" y="108"/>
                    <a:pt x="445" y="109"/>
                  </a:cubicBezTo>
                  <a:cubicBezTo>
                    <a:pt x="445" y="109"/>
                    <a:pt x="445" y="108"/>
                    <a:pt x="445" y="108"/>
                  </a:cubicBezTo>
                  <a:cubicBezTo>
                    <a:pt x="447" y="107"/>
                    <a:pt x="450" y="106"/>
                    <a:pt x="452" y="104"/>
                  </a:cubicBezTo>
                  <a:close/>
                  <a:moveTo>
                    <a:pt x="440" y="112"/>
                  </a:moveTo>
                  <a:cubicBezTo>
                    <a:pt x="439" y="113"/>
                    <a:pt x="437" y="114"/>
                    <a:pt x="435" y="116"/>
                  </a:cubicBezTo>
                  <a:cubicBezTo>
                    <a:pt x="436" y="114"/>
                    <a:pt x="436" y="113"/>
                    <a:pt x="436" y="112"/>
                  </a:cubicBezTo>
                  <a:cubicBezTo>
                    <a:pt x="437" y="111"/>
                    <a:pt x="439" y="111"/>
                    <a:pt x="441" y="110"/>
                  </a:cubicBezTo>
                  <a:cubicBezTo>
                    <a:pt x="441" y="111"/>
                    <a:pt x="441" y="112"/>
                    <a:pt x="440" y="112"/>
                  </a:cubicBezTo>
                  <a:close/>
                  <a:moveTo>
                    <a:pt x="432" y="113"/>
                  </a:moveTo>
                  <a:cubicBezTo>
                    <a:pt x="432" y="115"/>
                    <a:pt x="432" y="116"/>
                    <a:pt x="431" y="118"/>
                  </a:cubicBezTo>
                  <a:cubicBezTo>
                    <a:pt x="429" y="119"/>
                    <a:pt x="426" y="121"/>
                    <a:pt x="424" y="122"/>
                  </a:cubicBezTo>
                  <a:cubicBezTo>
                    <a:pt x="424" y="122"/>
                    <a:pt x="424" y="122"/>
                    <a:pt x="423" y="122"/>
                  </a:cubicBezTo>
                  <a:cubicBezTo>
                    <a:pt x="424" y="120"/>
                    <a:pt x="423" y="119"/>
                    <a:pt x="423" y="117"/>
                  </a:cubicBezTo>
                  <a:cubicBezTo>
                    <a:pt x="426" y="116"/>
                    <a:pt x="429" y="115"/>
                    <a:pt x="432" y="113"/>
                  </a:cubicBezTo>
                  <a:close/>
                  <a:moveTo>
                    <a:pt x="140" y="104"/>
                  </a:moveTo>
                  <a:cubicBezTo>
                    <a:pt x="138" y="103"/>
                    <a:pt x="136" y="101"/>
                    <a:pt x="134" y="100"/>
                  </a:cubicBezTo>
                  <a:cubicBezTo>
                    <a:pt x="135" y="97"/>
                    <a:pt x="136" y="94"/>
                    <a:pt x="137" y="91"/>
                  </a:cubicBezTo>
                  <a:cubicBezTo>
                    <a:pt x="137" y="92"/>
                    <a:pt x="138" y="92"/>
                    <a:pt x="138" y="92"/>
                  </a:cubicBezTo>
                  <a:cubicBezTo>
                    <a:pt x="137" y="94"/>
                    <a:pt x="138" y="96"/>
                    <a:pt x="140" y="97"/>
                  </a:cubicBezTo>
                  <a:cubicBezTo>
                    <a:pt x="141" y="98"/>
                    <a:pt x="142" y="99"/>
                    <a:pt x="144" y="100"/>
                  </a:cubicBezTo>
                  <a:cubicBezTo>
                    <a:pt x="143" y="101"/>
                    <a:pt x="141" y="103"/>
                    <a:pt x="140" y="104"/>
                  </a:cubicBezTo>
                  <a:close/>
                  <a:moveTo>
                    <a:pt x="25" y="116"/>
                  </a:moveTo>
                  <a:cubicBezTo>
                    <a:pt x="25" y="116"/>
                    <a:pt x="26" y="115"/>
                    <a:pt x="26" y="115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6" y="115"/>
                    <a:pt x="27" y="115"/>
                    <a:pt x="27" y="115"/>
                  </a:cubicBezTo>
                  <a:cubicBezTo>
                    <a:pt x="29" y="116"/>
                    <a:pt x="31" y="118"/>
                    <a:pt x="32" y="120"/>
                  </a:cubicBezTo>
                  <a:cubicBezTo>
                    <a:pt x="31" y="123"/>
                    <a:pt x="30" y="127"/>
                    <a:pt x="29" y="131"/>
                  </a:cubicBezTo>
                  <a:cubicBezTo>
                    <a:pt x="29" y="129"/>
                    <a:pt x="28" y="128"/>
                    <a:pt x="28" y="126"/>
                  </a:cubicBezTo>
                  <a:cubicBezTo>
                    <a:pt x="27" y="123"/>
                    <a:pt x="26" y="119"/>
                    <a:pt x="25" y="116"/>
                  </a:cubicBezTo>
                  <a:close/>
                  <a:moveTo>
                    <a:pt x="48" y="186"/>
                  </a:moveTo>
                  <a:cubicBezTo>
                    <a:pt x="48" y="186"/>
                    <a:pt x="49" y="185"/>
                    <a:pt x="49" y="185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88"/>
                    <a:pt x="52" y="188"/>
                    <a:pt x="53" y="186"/>
                  </a:cubicBezTo>
                  <a:cubicBezTo>
                    <a:pt x="53" y="186"/>
                    <a:pt x="53" y="187"/>
                    <a:pt x="53" y="187"/>
                  </a:cubicBezTo>
                  <a:cubicBezTo>
                    <a:pt x="52" y="190"/>
                    <a:pt x="52" y="193"/>
                    <a:pt x="51" y="195"/>
                  </a:cubicBezTo>
                  <a:cubicBezTo>
                    <a:pt x="50" y="192"/>
                    <a:pt x="49" y="189"/>
                    <a:pt x="48" y="186"/>
                  </a:cubicBezTo>
                  <a:close/>
                  <a:moveTo>
                    <a:pt x="327" y="206"/>
                  </a:moveTo>
                  <a:cubicBezTo>
                    <a:pt x="328" y="205"/>
                    <a:pt x="328" y="204"/>
                    <a:pt x="329" y="203"/>
                  </a:cubicBezTo>
                  <a:cubicBezTo>
                    <a:pt x="333" y="201"/>
                    <a:pt x="337" y="199"/>
                    <a:pt x="341" y="197"/>
                  </a:cubicBezTo>
                  <a:cubicBezTo>
                    <a:pt x="340" y="199"/>
                    <a:pt x="339" y="201"/>
                    <a:pt x="338" y="203"/>
                  </a:cubicBezTo>
                  <a:cubicBezTo>
                    <a:pt x="334" y="204"/>
                    <a:pt x="331" y="205"/>
                    <a:pt x="327" y="20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2509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Single Rotation in an AVL Tree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45CDA3-DC63-4A9D-B365-0C3A9FC1C113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427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427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9F7D6B-7ADE-4B18-9908-DEC0F2FBD4DE}" type="slidenum">
              <a:rPr lang="en-US" altLang="zh-CN" sz="790"/>
              <a:pPr/>
              <a:t>28</a:t>
            </a:fld>
            <a:endParaRPr lang="en-US" altLang="zh-CN" sz="790"/>
          </a:p>
        </p:txBody>
      </p:sp>
      <p:grpSp>
        <p:nvGrpSpPr>
          <p:cNvPr id="3" name="组合 2"/>
          <p:cNvGrpSpPr/>
          <p:nvPr/>
        </p:nvGrpSpPr>
        <p:grpSpPr>
          <a:xfrm>
            <a:off x="815340" y="2170430"/>
            <a:ext cx="3112135" cy="2922905"/>
            <a:chOff x="2188" y="4209"/>
            <a:chExt cx="2777" cy="2609"/>
          </a:xfrm>
        </p:grpSpPr>
        <p:sp>
          <p:nvSpPr>
            <p:cNvPr id="54278" name="Text Box 56"/>
            <p:cNvSpPr txBox="1">
              <a:spLocks noChangeArrowheads="1"/>
            </p:cNvSpPr>
            <p:nvPr/>
          </p:nvSpPr>
          <p:spPr bwMode="auto">
            <a:xfrm>
              <a:off x="4556" y="4749"/>
              <a:ext cx="401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4279" name="Text Box 57"/>
            <p:cNvSpPr txBox="1">
              <a:spLocks noChangeArrowheads="1"/>
            </p:cNvSpPr>
            <p:nvPr/>
          </p:nvSpPr>
          <p:spPr bwMode="auto">
            <a:xfrm>
              <a:off x="4016" y="5371"/>
              <a:ext cx="401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4280" name="Text Box 58"/>
            <p:cNvSpPr txBox="1">
              <a:spLocks noChangeArrowheads="1"/>
            </p:cNvSpPr>
            <p:nvPr/>
          </p:nvSpPr>
          <p:spPr bwMode="auto">
            <a:xfrm>
              <a:off x="2188" y="5371"/>
              <a:ext cx="401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4281" name="Text Box 59"/>
            <p:cNvSpPr txBox="1">
              <a:spLocks noChangeArrowheads="1"/>
            </p:cNvSpPr>
            <p:nvPr/>
          </p:nvSpPr>
          <p:spPr bwMode="auto">
            <a:xfrm>
              <a:off x="3741" y="4209"/>
              <a:ext cx="401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4282" name="Text Box 60"/>
            <p:cNvSpPr txBox="1">
              <a:spLocks noChangeArrowheads="1"/>
            </p:cNvSpPr>
            <p:nvPr/>
          </p:nvSpPr>
          <p:spPr bwMode="auto">
            <a:xfrm>
              <a:off x="3341" y="5315"/>
              <a:ext cx="401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4283" name="Oval 61"/>
            <p:cNvSpPr>
              <a:spLocks noChangeArrowheads="1"/>
            </p:cNvSpPr>
            <p:nvPr/>
          </p:nvSpPr>
          <p:spPr bwMode="auto">
            <a:xfrm>
              <a:off x="3750" y="4537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4284" name="Oval 62"/>
            <p:cNvSpPr>
              <a:spLocks noChangeArrowheads="1"/>
            </p:cNvSpPr>
            <p:nvPr/>
          </p:nvSpPr>
          <p:spPr bwMode="auto">
            <a:xfrm>
              <a:off x="2805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4285" name="Oval 63"/>
            <p:cNvSpPr>
              <a:spLocks noChangeArrowheads="1"/>
            </p:cNvSpPr>
            <p:nvPr/>
          </p:nvSpPr>
          <p:spPr bwMode="auto">
            <a:xfrm>
              <a:off x="4560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54286" name="Oval 64"/>
            <p:cNvSpPr>
              <a:spLocks noChangeArrowheads="1"/>
            </p:cNvSpPr>
            <p:nvPr/>
          </p:nvSpPr>
          <p:spPr bwMode="auto">
            <a:xfrm>
              <a:off x="4020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54287" name="Oval 65"/>
            <p:cNvSpPr>
              <a:spLocks noChangeArrowheads="1"/>
            </p:cNvSpPr>
            <p:nvPr/>
          </p:nvSpPr>
          <p:spPr bwMode="auto">
            <a:xfrm>
              <a:off x="2198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4288" name="Oval 66"/>
            <p:cNvSpPr>
              <a:spLocks noChangeArrowheads="1"/>
            </p:cNvSpPr>
            <p:nvPr/>
          </p:nvSpPr>
          <p:spPr bwMode="auto">
            <a:xfrm>
              <a:off x="3345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54289" name="AutoShape 67"/>
            <p:cNvCxnSpPr>
              <a:cxnSpLocks noChangeShapeType="1"/>
              <a:stCxn id="54283" idx="3"/>
              <a:endCxn id="54284" idx="7"/>
            </p:cNvCxnSpPr>
            <p:nvPr/>
          </p:nvCxnSpPr>
          <p:spPr bwMode="auto">
            <a:xfrm flipH="1">
              <a:off x="3151" y="4883"/>
              <a:ext cx="658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290" name="AutoShape 68"/>
            <p:cNvCxnSpPr>
              <a:cxnSpLocks noChangeShapeType="1"/>
              <a:stCxn id="54283" idx="5"/>
              <a:endCxn id="54285" idx="1"/>
            </p:cNvCxnSpPr>
            <p:nvPr/>
          </p:nvCxnSpPr>
          <p:spPr bwMode="auto">
            <a:xfrm>
              <a:off x="4096" y="4883"/>
              <a:ext cx="523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291" name="AutoShape 69"/>
            <p:cNvCxnSpPr>
              <a:cxnSpLocks noChangeShapeType="1"/>
              <a:stCxn id="54284" idx="3"/>
              <a:endCxn id="54287" idx="0"/>
            </p:cNvCxnSpPr>
            <p:nvPr/>
          </p:nvCxnSpPr>
          <p:spPr bwMode="auto">
            <a:xfrm flipH="1">
              <a:off x="2400" y="5408"/>
              <a:ext cx="464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292" name="AutoShape 70"/>
            <p:cNvCxnSpPr>
              <a:cxnSpLocks noChangeShapeType="1"/>
              <a:stCxn id="54284" idx="5"/>
              <a:endCxn id="54288" idx="0"/>
            </p:cNvCxnSpPr>
            <p:nvPr/>
          </p:nvCxnSpPr>
          <p:spPr bwMode="auto">
            <a:xfrm>
              <a:off x="3151" y="5408"/>
              <a:ext cx="397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293" name="AutoShape 71"/>
            <p:cNvCxnSpPr>
              <a:cxnSpLocks noChangeShapeType="1"/>
              <a:stCxn id="54285" idx="3"/>
              <a:endCxn id="54286" idx="0"/>
            </p:cNvCxnSpPr>
            <p:nvPr/>
          </p:nvCxnSpPr>
          <p:spPr bwMode="auto">
            <a:xfrm flipH="1">
              <a:off x="4223" y="5408"/>
              <a:ext cx="397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4294" name="Text Box 72"/>
            <p:cNvSpPr txBox="1">
              <a:spLocks noChangeArrowheads="1"/>
            </p:cNvSpPr>
            <p:nvPr/>
          </p:nvSpPr>
          <p:spPr bwMode="auto">
            <a:xfrm>
              <a:off x="2796" y="4749"/>
              <a:ext cx="401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4295" name="Text Box 73"/>
            <p:cNvSpPr txBox="1">
              <a:spLocks noChangeArrowheads="1"/>
            </p:cNvSpPr>
            <p:nvPr/>
          </p:nvSpPr>
          <p:spPr bwMode="auto">
            <a:xfrm>
              <a:off x="3611" y="6099"/>
              <a:ext cx="401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4296" name="Oval 74"/>
            <p:cNvSpPr>
              <a:spLocks noChangeArrowheads="1"/>
            </p:cNvSpPr>
            <p:nvPr/>
          </p:nvSpPr>
          <p:spPr bwMode="auto">
            <a:xfrm>
              <a:off x="3615" y="6413"/>
              <a:ext cx="405" cy="4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cxnSp>
          <p:nvCxnSpPr>
            <p:cNvPr id="54297" name="AutoShape 75"/>
            <p:cNvCxnSpPr>
              <a:cxnSpLocks noChangeShapeType="1"/>
              <a:stCxn id="54286" idx="3"/>
              <a:endCxn id="54296" idx="0"/>
            </p:cNvCxnSpPr>
            <p:nvPr/>
          </p:nvCxnSpPr>
          <p:spPr bwMode="auto">
            <a:xfrm flipH="1">
              <a:off x="3818" y="6030"/>
              <a:ext cx="262" cy="3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" name="组合 3"/>
          <p:cNvGrpSpPr/>
          <p:nvPr/>
        </p:nvGrpSpPr>
        <p:grpSpPr>
          <a:xfrm>
            <a:off x="4427251" y="2098675"/>
            <a:ext cx="3738788" cy="2273315"/>
            <a:chOff x="7538" y="4209"/>
            <a:chExt cx="3092" cy="1880"/>
          </a:xfrm>
        </p:grpSpPr>
        <p:sp>
          <p:nvSpPr>
            <p:cNvPr id="54298" name="Text Box 77"/>
            <p:cNvSpPr txBox="1">
              <a:spLocks noChangeArrowheads="1"/>
            </p:cNvSpPr>
            <p:nvPr/>
          </p:nvSpPr>
          <p:spPr bwMode="auto">
            <a:xfrm>
              <a:off x="10229" y="5289"/>
              <a:ext cx="40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4299" name="Text Box 78"/>
            <p:cNvSpPr txBox="1">
              <a:spLocks noChangeArrowheads="1"/>
            </p:cNvSpPr>
            <p:nvPr/>
          </p:nvSpPr>
          <p:spPr bwMode="auto">
            <a:xfrm>
              <a:off x="9773" y="4749"/>
              <a:ext cx="40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4300" name="Text Box 79"/>
            <p:cNvSpPr txBox="1">
              <a:spLocks noChangeArrowheads="1"/>
            </p:cNvSpPr>
            <p:nvPr/>
          </p:nvSpPr>
          <p:spPr bwMode="auto">
            <a:xfrm>
              <a:off x="7540" y="5371"/>
              <a:ext cx="40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4301" name="Text Box 80"/>
            <p:cNvSpPr txBox="1">
              <a:spLocks noChangeArrowheads="1"/>
            </p:cNvSpPr>
            <p:nvPr/>
          </p:nvSpPr>
          <p:spPr bwMode="auto">
            <a:xfrm>
              <a:off x="9093" y="4209"/>
              <a:ext cx="40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4302" name="Text Box 81"/>
            <p:cNvSpPr txBox="1">
              <a:spLocks noChangeArrowheads="1"/>
            </p:cNvSpPr>
            <p:nvPr/>
          </p:nvSpPr>
          <p:spPr bwMode="auto">
            <a:xfrm>
              <a:off x="8693" y="5371"/>
              <a:ext cx="40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4303" name="Oval 82"/>
            <p:cNvSpPr>
              <a:spLocks noChangeArrowheads="1"/>
            </p:cNvSpPr>
            <p:nvPr/>
          </p:nvSpPr>
          <p:spPr bwMode="auto">
            <a:xfrm>
              <a:off x="9090" y="4537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4304" name="Oval 83"/>
            <p:cNvSpPr>
              <a:spLocks noChangeArrowheads="1"/>
            </p:cNvSpPr>
            <p:nvPr/>
          </p:nvSpPr>
          <p:spPr bwMode="auto">
            <a:xfrm>
              <a:off x="8145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4305" name="Oval 84"/>
            <p:cNvSpPr>
              <a:spLocks noChangeArrowheads="1"/>
            </p:cNvSpPr>
            <p:nvPr/>
          </p:nvSpPr>
          <p:spPr bwMode="auto">
            <a:xfrm>
              <a:off x="10221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54306" name="Oval 85"/>
            <p:cNvSpPr>
              <a:spLocks noChangeArrowheads="1"/>
            </p:cNvSpPr>
            <p:nvPr/>
          </p:nvSpPr>
          <p:spPr bwMode="auto">
            <a:xfrm>
              <a:off x="9765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54307" name="Oval 86"/>
            <p:cNvSpPr>
              <a:spLocks noChangeArrowheads="1"/>
            </p:cNvSpPr>
            <p:nvPr/>
          </p:nvSpPr>
          <p:spPr bwMode="auto">
            <a:xfrm>
              <a:off x="7538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4308" name="Oval 87"/>
            <p:cNvSpPr>
              <a:spLocks noChangeArrowheads="1"/>
            </p:cNvSpPr>
            <p:nvPr/>
          </p:nvSpPr>
          <p:spPr bwMode="auto">
            <a:xfrm>
              <a:off x="8685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54309" name="AutoShape 88"/>
            <p:cNvCxnSpPr>
              <a:cxnSpLocks noChangeShapeType="1"/>
              <a:stCxn id="54303" idx="3"/>
              <a:endCxn id="54304" idx="7"/>
            </p:cNvCxnSpPr>
            <p:nvPr/>
          </p:nvCxnSpPr>
          <p:spPr bwMode="auto">
            <a:xfrm flipH="1">
              <a:off x="8491" y="4883"/>
              <a:ext cx="658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310" name="AutoShape 89"/>
            <p:cNvCxnSpPr>
              <a:cxnSpLocks noChangeShapeType="1"/>
              <a:stCxn id="54303" idx="5"/>
              <a:endCxn id="54306" idx="0"/>
            </p:cNvCxnSpPr>
            <p:nvPr/>
          </p:nvCxnSpPr>
          <p:spPr bwMode="auto">
            <a:xfrm>
              <a:off x="9436" y="4883"/>
              <a:ext cx="53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311" name="AutoShape 90"/>
            <p:cNvCxnSpPr>
              <a:cxnSpLocks noChangeShapeType="1"/>
              <a:stCxn id="54304" idx="3"/>
              <a:endCxn id="54307" idx="0"/>
            </p:cNvCxnSpPr>
            <p:nvPr/>
          </p:nvCxnSpPr>
          <p:spPr bwMode="auto">
            <a:xfrm flipH="1">
              <a:off x="7740" y="5408"/>
              <a:ext cx="464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312" name="AutoShape 91"/>
            <p:cNvCxnSpPr>
              <a:cxnSpLocks noChangeShapeType="1"/>
              <a:stCxn id="54304" idx="5"/>
              <a:endCxn id="54308" idx="0"/>
            </p:cNvCxnSpPr>
            <p:nvPr/>
          </p:nvCxnSpPr>
          <p:spPr bwMode="auto">
            <a:xfrm>
              <a:off x="8491" y="5408"/>
              <a:ext cx="397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313" name="AutoShape 92"/>
            <p:cNvCxnSpPr>
              <a:cxnSpLocks noChangeShapeType="1"/>
              <a:stCxn id="54305" idx="0"/>
              <a:endCxn id="54306" idx="5"/>
            </p:cNvCxnSpPr>
            <p:nvPr/>
          </p:nvCxnSpPr>
          <p:spPr bwMode="auto">
            <a:xfrm flipH="1" flipV="1">
              <a:off x="10111" y="5408"/>
              <a:ext cx="31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4314" name="Text Box 93"/>
            <p:cNvSpPr txBox="1">
              <a:spLocks noChangeArrowheads="1"/>
            </p:cNvSpPr>
            <p:nvPr/>
          </p:nvSpPr>
          <p:spPr bwMode="auto">
            <a:xfrm>
              <a:off x="8148" y="4749"/>
              <a:ext cx="40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4315" name="Text Box 94"/>
            <p:cNvSpPr txBox="1">
              <a:spLocks noChangeArrowheads="1"/>
            </p:cNvSpPr>
            <p:nvPr/>
          </p:nvSpPr>
          <p:spPr bwMode="auto">
            <a:xfrm>
              <a:off x="9368" y="5357"/>
              <a:ext cx="40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4316" name="Oval 95"/>
            <p:cNvSpPr>
              <a:spLocks noChangeArrowheads="1"/>
            </p:cNvSpPr>
            <p:nvPr/>
          </p:nvSpPr>
          <p:spPr bwMode="auto">
            <a:xfrm>
              <a:off x="9360" y="5670"/>
              <a:ext cx="405" cy="4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cxnSp>
          <p:nvCxnSpPr>
            <p:cNvPr id="54317" name="AutoShape 96"/>
            <p:cNvCxnSpPr>
              <a:cxnSpLocks noChangeShapeType="1"/>
              <a:stCxn id="54306" idx="3"/>
              <a:endCxn id="54316" idx="0"/>
            </p:cNvCxnSpPr>
            <p:nvPr/>
          </p:nvCxnSpPr>
          <p:spPr bwMode="auto">
            <a:xfrm flipH="1">
              <a:off x="9563" y="5408"/>
              <a:ext cx="26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4318" name="Oval 97"/>
          <p:cNvSpPr>
            <a:spLocks noChangeArrowheads="1"/>
          </p:cNvSpPr>
          <p:nvPr/>
        </p:nvSpPr>
        <p:spPr bwMode="auto">
          <a:xfrm rot="18660000">
            <a:off x="2475865" y="3230245"/>
            <a:ext cx="1807845" cy="80327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54319" name="Oval 98"/>
          <p:cNvSpPr>
            <a:spLocks noChangeArrowheads="1"/>
          </p:cNvSpPr>
          <p:nvPr/>
        </p:nvSpPr>
        <p:spPr bwMode="auto">
          <a:xfrm rot="3180000">
            <a:off x="6642735" y="3202940"/>
            <a:ext cx="1955165" cy="86931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18" grpId="0" bldLvl="0" animBg="1"/>
      <p:bldP spid="54319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8393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Insertions in AVL Trees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5298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6FDA1D-48EE-4C3B-83DC-3DECB4FE2953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5299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165395-19DC-40AE-9FC3-9DF5394BD1D1}" type="slidenum">
              <a:rPr lang="en-US" altLang="zh-CN" sz="790"/>
              <a:pPr/>
              <a:t>29</a:t>
            </a:fld>
            <a:endParaRPr lang="en-US" altLang="zh-CN" sz="790"/>
          </a:p>
        </p:txBody>
      </p:sp>
      <p:sp>
        <p:nvSpPr>
          <p:cNvPr id="55301" name="Text Box 2"/>
          <p:cNvSpPr txBox="1">
            <a:spLocks noChangeArrowheads="1"/>
          </p:cNvSpPr>
          <p:nvPr/>
        </p:nvSpPr>
        <p:spPr bwMode="auto">
          <a:xfrm>
            <a:off x="467995" y="1605280"/>
            <a:ext cx="8052435" cy="435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Let the node that needs rebalancing be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There are 4 cases: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Outside Cases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(require single rotation) :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1. Insertion into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left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subtree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of left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child of .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2. Insertion into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right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subtree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of right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child of .</a:t>
            </a:r>
          </a:p>
          <a:p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Inside Cases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(require double rotation) :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 Insertion into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right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subtree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of left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child of .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4. Insertion into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left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subtree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of right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child of .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596505" y="532828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7569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Insertion: Outside Case 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6322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F9EE0F-EC15-439C-98F7-8D65439B7FA6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6323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42178D-3CC9-498E-92BC-C20F7E32AD99}" type="slidenum">
              <a:rPr lang="en-US" altLang="zh-CN" sz="790"/>
              <a:pPr/>
              <a:t>30</a:t>
            </a:fld>
            <a:endParaRPr lang="en-US" altLang="zh-CN" sz="790"/>
          </a:p>
        </p:txBody>
      </p:sp>
      <p:sp>
        <p:nvSpPr>
          <p:cNvPr id="56341" name="Text Box 18"/>
          <p:cNvSpPr txBox="1">
            <a:spLocks noChangeArrowheads="1"/>
          </p:cNvSpPr>
          <p:nvPr/>
        </p:nvSpPr>
        <p:spPr bwMode="auto">
          <a:xfrm>
            <a:off x="683975" y="1845569"/>
            <a:ext cx="2369185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Consider a valid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AVL subtree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666240" y="2294787"/>
            <a:ext cx="6696075" cy="3338298"/>
            <a:chOff x="3641" y="3805"/>
            <a:chExt cx="7290" cy="3634"/>
          </a:xfrm>
        </p:grpSpPr>
        <p:sp>
          <p:nvSpPr>
            <p:cNvPr id="56325" name="Oval 2"/>
            <p:cNvSpPr>
              <a:spLocks noChangeArrowheads="1"/>
            </p:cNvSpPr>
            <p:nvPr/>
          </p:nvSpPr>
          <p:spPr bwMode="auto">
            <a:xfrm>
              <a:off x="6611" y="3862"/>
              <a:ext cx="743" cy="743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26" name="Text Box 3"/>
            <p:cNvSpPr txBox="1">
              <a:spLocks noChangeArrowheads="1"/>
            </p:cNvSpPr>
            <p:nvPr/>
          </p:nvSpPr>
          <p:spPr bwMode="auto">
            <a:xfrm>
              <a:off x="6813" y="3805"/>
              <a:ext cx="453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600" i="1" dirty="0">
                  <a:ea typeface="宋体" panose="02010600030101010101" pitchFamily="2" charset="-122"/>
                </a:rPr>
                <a:t>j</a:t>
              </a:r>
            </a:p>
          </p:txBody>
        </p:sp>
        <p:sp>
          <p:nvSpPr>
            <p:cNvPr id="56327" name="Oval 4"/>
            <p:cNvSpPr>
              <a:spLocks noChangeArrowheads="1"/>
            </p:cNvSpPr>
            <p:nvPr/>
          </p:nvSpPr>
          <p:spPr bwMode="auto">
            <a:xfrm>
              <a:off x="5126" y="5077"/>
              <a:ext cx="743" cy="74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28" name="Text Box 5"/>
            <p:cNvSpPr txBox="1">
              <a:spLocks noChangeArrowheads="1"/>
            </p:cNvSpPr>
            <p:nvPr/>
          </p:nvSpPr>
          <p:spPr bwMode="auto">
            <a:xfrm>
              <a:off x="5248" y="5087"/>
              <a:ext cx="453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600" i="1">
                  <a:ea typeface="宋体" panose="02010600030101010101" pitchFamily="2" charset="-122"/>
                </a:rPr>
                <a:t>k</a:t>
              </a:r>
            </a:p>
          </p:txBody>
        </p:sp>
        <p:cxnSp>
          <p:nvCxnSpPr>
            <p:cNvPr id="56329" name="AutoShape 6"/>
            <p:cNvCxnSpPr>
              <a:cxnSpLocks noChangeShapeType="1"/>
              <a:stCxn id="56325" idx="3"/>
              <a:endCxn id="56327" idx="7"/>
            </p:cNvCxnSpPr>
            <p:nvPr/>
          </p:nvCxnSpPr>
          <p:spPr bwMode="auto">
            <a:xfrm flipH="1">
              <a:off x="5760" y="4496"/>
              <a:ext cx="959" cy="68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330" name="AutoShape 7"/>
            <p:cNvSpPr>
              <a:spLocks noChangeArrowheads="1"/>
            </p:cNvSpPr>
            <p:nvPr/>
          </p:nvSpPr>
          <p:spPr bwMode="auto">
            <a:xfrm>
              <a:off x="3641" y="6292"/>
              <a:ext cx="1418" cy="11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ea typeface="宋体" panose="02010600030101010101" pitchFamily="2" charset="-122"/>
              </a:endParaRPr>
            </a:p>
          </p:txBody>
        </p:sp>
        <p:cxnSp>
          <p:nvCxnSpPr>
            <p:cNvPr id="56331" name="AutoShape 8"/>
            <p:cNvCxnSpPr>
              <a:cxnSpLocks noChangeShapeType="1"/>
              <a:stCxn id="56327" idx="3"/>
              <a:endCxn id="56330" idx="0"/>
            </p:cNvCxnSpPr>
            <p:nvPr/>
          </p:nvCxnSpPr>
          <p:spPr bwMode="auto">
            <a:xfrm flipH="1">
              <a:off x="4350" y="5711"/>
              <a:ext cx="885" cy="58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332" name="Text Box 9"/>
            <p:cNvSpPr txBox="1">
              <a:spLocks noChangeArrowheads="1"/>
            </p:cNvSpPr>
            <p:nvPr/>
          </p:nvSpPr>
          <p:spPr bwMode="auto">
            <a:xfrm>
              <a:off x="4033" y="6697"/>
              <a:ext cx="453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600" i="1" dirty="0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56333" name="AutoShape 10"/>
            <p:cNvSpPr>
              <a:spLocks noChangeArrowheads="1"/>
            </p:cNvSpPr>
            <p:nvPr/>
          </p:nvSpPr>
          <p:spPr bwMode="auto">
            <a:xfrm>
              <a:off x="6003" y="6359"/>
              <a:ext cx="1350" cy="108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34" name="Text Box 11"/>
            <p:cNvSpPr txBox="1">
              <a:spLocks noChangeArrowheads="1"/>
            </p:cNvSpPr>
            <p:nvPr/>
          </p:nvSpPr>
          <p:spPr bwMode="auto">
            <a:xfrm>
              <a:off x="6328" y="6697"/>
              <a:ext cx="453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600" i="1"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56335" name="AutoShape 12"/>
            <p:cNvSpPr>
              <a:spLocks noChangeArrowheads="1"/>
            </p:cNvSpPr>
            <p:nvPr/>
          </p:nvSpPr>
          <p:spPr bwMode="auto">
            <a:xfrm>
              <a:off x="7758" y="5482"/>
              <a:ext cx="1418" cy="11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36" name="Text Box 13"/>
            <p:cNvSpPr txBox="1">
              <a:spLocks noChangeArrowheads="1"/>
            </p:cNvSpPr>
            <p:nvPr/>
          </p:nvSpPr>
          <p:spPr bwMode="auto">
            <a:xfrm>
              <a:off x="8229" y="5908"/>
              <a:ext cx="453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600" i="1">
                  <a:ea typeface="宋体" panose="02010600030101010101" pitchFamily="2" charset="-122"/>
                </a:rPr>
                <a:t>Z</a:t>
              </a:r>
            </a:p>
          </p:txBody>
        </p:sp>
        <p:cxnSp>
          <p:nvCxnSpPr>
            <p:cNvPr id="56337" name="AutoShape 14"/>
            <p:cNvCxnSpPr>
              <a:cxnSpLocks noChangeShapeType="1"/>
              <a:stCxn id="56327" idx="5"/>
              <a:endCxn id="56333" idx="0"/>
            </p:cNvCxnSpPr>
            <p:nvPr/>
          </p:nvCxnSpPr>
          <p:spPr bwMode="auto">
            <a:xfrm>
              <a:off x="5760" y="5711"/>
              <a:ext cx="918" cy="6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38" name="AutoShape 15"/>
            <p:cNvCxnSpPr>
              <a:cxnSpLocks noChangeShapeType="1"/>
              <a:stCxn id="56325" idx="5"/>
              <a:endCxn id="56335" idx="0"/>
            </p:cNvCxnSpPr>
            <p:nvPr/>
          </p:nvCxnSpPr>
          <p:spPr bwMode="auto">
            <a:xfrm>
              <a:off x="7245" y="4496"/>
              <a:ext cx="1222" cy="98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339" name="Line 16"/>
            <p:cNvSpPr>
              <a:spLocks noChangeShapeType="1"/>
            </p:cNvSpPr>
            <p:nvPr/>
          </p:nvSpPr>
          <p:spPr bwMode="auto">
            <a:xfrm>
              <a:off x="9513" y="6629"/>
              <a:ext cx="14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6340" name="Line 17"/>
            <p:cNvSpPr>
              <a:spLocks noChangeShapeType="1"/>
            </p:cNvSpPr>
            <p:nvPr/>
          </p:nvSpPr>
          <p:spPr bwMode="auto">
            <a:xfrm>
              <a:off x="9513" y="7439"/>
              <a:ext cx="14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6343" name="Text Box 21"/>
            <p:cNvSpPr txBox="1">
              <a:spLocks noChangeArrowheads="1"/>
            </p:cNvSpPr>
            <p:nvPr/>
          </p:nvSpPr>
          <p:spPr bwMode="auto">
            <a:xfrm>
              <a:off x="7896" y="5276"/>
              <a:ext cx="414" cy="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56344" name="Text Box 22"/>
            <p:cNvSpPr txBox="1">
              <a:spLocks noChangeArrowheads="1"/>
            </p:cNvSpPr>
            <p:nvPr/>
          </p:nvSpPr>
          <p:spPr bwMode="auto">
            <a:xfrm>
              <a:off x="4547" y="6153"/>
              <a:ext cx="414" cy="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56345" name="Text Box 23"/>
            <p:cNvSpPr txBox="1">
              <a:spLocks noChangeArrowheads="1"/>
            </p:cNvSpPr>
            <p:nvPr/>
          </p:nvSpPr>
          <p:spPr bwMode="auto">
            <a:xfrm>
              <a:off x="6785" y="6018"/>
              <a:ext cx="414" cy="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7569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Insertion: Outside Case 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7346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F5CBA0-A922-4DDF-9121-8B44C0ADDE24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7347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D0C115-6D65-4AD0-9C69-6CC21F4341E3}" type="slidenum">
              <a:rPr lang="en-US" altLang="zh-CN" sz="790"/>
              <a:pPr/>
              <a:t>31</a:t>
            </a:fld>
            <a:endParaRPr lang="en-US" altLang="zh-CN" sz="790"/>
          </a:p>
        </p:txBody>
      </p:sp>
      <p:sp>
        <p:nvSpPr>
          <p:cNvPr id="57366" name="Text Box 19"/>
          <p:cNvSpPr txBox="1">
            <a:spLocks noChangeArrowheads="1"/>
          </p:cNvSpPr>
          <p:nvPr/>
        </p:nvSpPr>
        <p:spPr bwMode="auto">
          <a:xfrm>
            <a:off x="5931535" y="1767265"/>
            <a:ext cx="2554605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Inserting into X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destroys the AVL 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property at node j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70305" y="1964013"/>
            <a:ext cx="6964680" cy="3942122"/>
            <a:chOff x="3877" y="3885"/>
            <a:chExt cx="6865" cy="3885"/>
          </a:xfrm>
        </p:grpSpPr>
        <p:sp>
          <p:nvSpPr>
            <p:cNvPr id="57349" name="Oval 2"/>
            <p:cNvSpPr>
              <a:spLocks noChangeArrowheads="1"/>
            </p:cNvSpPr>
            <p:nvPr/>
          </p:nvSpPr>
          <p:spPr bwMode="auto">
            <a:xfrm>
              <a:off x="6674" y="3885"/>
              <a:ext cx="699" cy="6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57350" name="Text Box 3"/>
            <p:cNvSpPr txBox="1">
              <a:spLocks noChangeArrowheads="1"/>
            </p:cNvSpPr>
            <p:nvPr/>
          </p:nvSpPr>
          <p:spPr bwMode="auto">
            <a:xfrm>
              <a:off x="6914" y="3912"/>
              <a:ext cx="428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j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57351" name="Oval 4"/>
            <p:cNvSpPr>
              <a:spLocks noChangeArrowheads="1"/>
            </p:cNvSpPr>
            <p:nvPr/>
          </p:nvSpPr>
          <p:spPr bwMode="auto">
            <a:xfrm>
              <a:off x="5275" y="4961"/>
              <a:ext cx="700" cy="6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57352" name="Text Box 5"/>
            <p:cNvSpPr txBox="1">
              <a:spLocks noChangeArrowheads="1"/>
            </p:cNvSpPr>
            <p:nvPr/>
          </p:nvSpPr>
          <p:spPr bwMode="auto">
            <a:xfrm>
              <a:off x="5418" y="4984"/>
              <a:ext cx="426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k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57353" name="AutoShape 6"/>
            <p:cNvCxnSpPr>
              <a:cxnSpLocks noChangeShapeType="1"/>
              <a:stCxn id="57349" idx="3"/>
              <a:endCxn id="57351" idx="7"/>
            </p:cNvCxnSpPr>
            <p:nvPr/>
          </p:nvCxnSpPr>
          <p:spPr bwMode="auto">
            <a:xfrm flipH="1">
              <a:off x="5873" y="4447"/>
              <a:ext cx="903" cy="61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354" name="AutoShape 7"/>
            <p:cNvSpPr>
              <a:spLocks noChangeArrowheads="1"/>
            </p:cNvSpPr>
            <p:nvPr/>
          </p:nvSpPr>
          <p:spPr bwMode="auto">
            <a:xfrm>
              <a:off x="3877" y="6037"/>
              <a:ext cx="1335" cy="1734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57355" name="AutoShape 8"/>
            <p:cNvCxnSpPr>
              <a:cxnSpLocks noChangeShapeType="1"/>
              <a:stCxn id="57351" idx="3"/>
              <a:endCxn id="57354" idx="0"/>
            </p:cNvCxnSpPr>
            <p:nvPr/>
          </p:nvCxnSpPr>
          <p:spPr bwMode="auto">
            <a:xfrm flipH="1">
              <a:off x="4545" y="5524"/>
              <a:ext cx="833" cy="51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356" name="Text Box 9"/>
            <p:cNvSpPr txBox="1">
              <a:spLocks noChangeArrowheads="1"/>
            </p:cNvSpPr>
            <p:nvPr/>
          </p:nvSpPr>
          <p:spPr bwMode="auto">
            <a:xfrm>
              <a:off x="4255" y="7045"/>
              <a:ext cx="428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X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57357" name="AutoShape 10"/>
            <p:cNvSpPr>
              <a:spLocks noChangeArrowheads="1"/>
            </p:cNvSpPr>
            <p:nvPr/>
          </p:nvSpPr>
          <p:spPr bwMode="auto">
            <a:xfrm>
              <a:off x="6102" y="6098"/>
              <a:ext cx="1271" cy="95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57358" name="Text Box 11"/>
            <p:cNvSpPr txBox="1">
              <a:spLocks noChangeArrowheads="1"/>
            </p:cNvSpPr>
            <p:nvPr/>
          </p:nvSpPr>
          <p:spPr bwMode="auto">
            <a:xfrm>
              <a:off x="6467" y="6436"/>
              <a:ext cx="429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Y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57359" name="AutoShape 12"/>
            <p:cNvSpPr>
              <a:spLocks noChangeArrowheads="1"/>
            </p:cNvSpPr>
            <p:nvPr/>
          </p:nvSpPr>
          <p:spPr bwMode="auto">
            <a:xfrm>
              <a:off x="7754" y="5320"/>
              <a:ext cx="1336" cy="101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57360" name="Text Box 13"/>
            <p:cNvSpPr txBox="1">
              <a:spLocks noChangeArrowheads="1"/>
            </p:cNvSpPr>
            <p:nvPr/>
          </p:nvSpPr>
          <p:spPr bwMode="auto">
            <a:xfrm>
              <a:off x="8165" y="5764"/>
              <a:ext cx="428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57361" name="AutoShape 14"/>
            <p:cNvCxnSpPr>
              <a:cxnSpLocks noChangeShapeType="1"/>
              <a:stCxn id="57351" idx="5"/>
              <a:endCxn id="57357" idx="0"/>
            </p:cNvCxnSpPr>
            <p:nvPr/>
          </p:nvCxnSpPr>
          <p:spPr bwMode="auto">
            <a:xfrm>
              <a:off x="5873" y="5524"/>
              <a:ext cx="865" cy="57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362" name="AutoShape 15"/>
            <p:cNvCxnSpPr>
              <a:cxnSpLocks noChangeShapeType="1"/>
              <a:stCxn id="57349" idx="5"/>
              <a:endCxn id="57359" idx="0"/>
            </p:cNvCxnSpPr>
            <p:nvPr/>
          </p:nvCxnSpPr>
          <p:spPr bwMode="auto">
            <a:xfrm>
              <a:off x="7272" y="4447"/>
              <a:ext cx="1150" cy="87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363" name="Line 16"/>
            <p:cNvSpPr>
              <a:spLocks noChangeShapeType="1"/>
            </p:cNvSpPr>
            <p:nvPr/>
          </p:nvSpPr>
          <p:spPr bwMode="auto">
            <a:xfrm>
              <a:off x="9408" y="6337"/>
              <a:ext cx="133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7364" name="Line 17"/>
            <p:cNvSpPr>
              <a:spLocks noChangeShapeType="1"/>
            </p:cNvSpPr>
            <p:nvPr/>
          </p:nvSpPr>
          <p:spPr bwMode="auto">
            <a:xfrm>
              <a:off x="9408" y="7054"/>
              <a:ext cx="133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7365" name="Line 18"/>
            <p:cNvSpPr>
              <a:spLocks noChangeShapeType="1"/>
            </p:cNvSpPr>
            <p:nvPr/>
          </p:nvSpPr>
          <p:spPr bwMode="auto">
            <a:xfrm>
              <a:off x="9408" y="7710"/>
              <a:ext cx="133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7368" name="Text Box 22"/>
            <p:cNvSpPr txBox="1">
              <a:spLocks noChangeArrowheads="1"/>
            </p:cNvSpPr>
            <p:nvPr/>
          </p:nvSpPr>
          <p:spPr bwMode="auto">
            <a:xfrm>
              <a:off x="7669" y="5056"/>
              <a:ext cx="414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57369" name="Text Box 25"/>
            <p:cNvSpPr txBox="1">
              <a:spLocks noChangeArrowheads="1"/>
            </p:cNvSpPr>
            <p:nvPr/>
          </p:nvSpPr>
          <p:spPr bwMode="auto">
            <a:xfrm>
              <a:off x="4699" y="5869"/>
              <a:ext cx="1060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>
                  <a:ea typeface="宋体" panose="02010600030101010101" pitchFamily="2" charset="-122"/>
                </a:rPr>
                <a:t>h+1</a:t>
              </a:r>
            </a:p>
          </p:txBody>
        </p:sp>
        <p:sp>
          <p:nvSpPr>
            <p:cNvPr id="57370" name="Text Box 26"/>
            <p:cNvSpPr txBox="1">
              <a:spLocks noChangeArrowheads="1"/>
            </p:cNvSpPr>
            <p:nvPr/>
          </p:nvSpPr>
          <p:spPr bwMode="auto">
            <a:xfrm>
              <a:off x="6863" y="5798"/>
              <a:ext cx="414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>
                  <a:ea typeface="宋体" panose="02010600030101010101" pitchFamily="2" charset="-122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7569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Insertion: Outside Case 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8370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350BB8C-048B-4907-A7BA-8F0CF019B404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8371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BA16BF-C666-41D6-88A0-B43C83B3CFF8}" type="slidenum">
              <a:rPr lang="en-US" altLang="zh-CN" sz="790"/>
              <a:pPr/>
              <a:t>32</a:t>
            </a:fld>
            <a:endParaRPr lang="en-US" altLang="zh-CN" sz="790"/>
          </a:p>
        </p:txBody>
      </p:sp>
      <p:sp>
        <p:nvSpPr>
          <p:cNvPr id="58390" name="Text Box 19"/>
          <p:cNvSpPr txBox="1">
            <a:spLocks noChangeArrowheads="1"/>
          </p:cNvSpPr>
          <p:nvPr/>
        </p:nvSpPr>
        <p:spPr bwMode="auto">
          <a:xfrm>
            <a:off x="5491639" y="1844378"/>
            <a:ext cx="32435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dirty="0">
                <a:ea typeface="宋体" panose="02010600030101010101" pitchFamily="2" charset="-122"/>
              </a:rPr>
              <a:t>Do a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“right rotation”</a:t>
            </a:r>
          </a:p>
        </p:txBody>
      </p:sp>
      <p:sp>
        <p:nvSpPr>
          <p:cNvPr id="58373" name="Oval 2"/>
          <p:cNvSpPr>
            <a:spLocks noChangeArrowheads="1"/>
          </p:cNvSpPr>
          <p:nvPr/>
        </p:nvSpPr>
        <p:spPr bwMode="auto">
          <a:xfrm>
            <a:off x="3998595" y="2021205"/>
            <a:ext cx="706755" cy="6654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58374" name="Text Box 3"/>
          <p:cNvSpPr txBox="1">
            <a:spLocks noChangeArrowheads="1"/>
          </p:cNvSpPr>
          <p:nvPr/>
        </p:nvSpPr>
        <p:spPr bwMode="auto">
          <a:xfrm>
            <a:off x="4187825" y="2013585"/>
            <a:ext cx="433070" cy="559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 dirty="0">
                <a:ea typeface="宋体" panose="02010600030101010101" pitchFamily="2" charset="-122"/>
              </a:rPr>
              <a:t>j</a:t>
            </a:r>
            <a:endParaRPr lang="en-US" altLang="zh-CN" sz="1575" dirty="0">
              <a:ea typeface="宋体" panose="02010600030101010101" pitchFamily="2" charset="-122"/>
            </a:endParaRPr>
          </a:p>
        </p:txBody>
      </p:sp>
      <p:sp>
        <p:nvSpPr>
          <p:cNvPr id="58375" name="Oval 4"/>
          <p:cNvSpPr>
            <a:spLocks noChangeArrowheads="1"/>
          </p:cNvSpPr>
          <p:nvPr/>
        </p:nvSpPr>
        <p:spPr bwMode="auto">
          <a:xfrm>
            <a:off x="2583815" y="3108960"/>
            <a:ext cx="708025" cy="6654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58376" name="Text Box 5"/>
          <p:cNvSpPr txBox="1">
            <a:spLocks noChangeArrowheads="1"/>
          </p:cNvSpPr>
          <p:nvPr/>
        </p:nvSpPr>
        <p:spPr bwMode="auto">
          <a:xfrm>
            <a:off x="2715260" y="3131820"/>
            <a:ext cx="430530" cy="559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宋体" panose="02010600030101010101" pitchFamily="2" charset="-122"/>
              </a:rPr>
              <a:t>k</a:t>
            </a:r>
            <a:endParaRPr lang="en-US" altLang="zh-CN" sz="1575">
              <a:ea typeface="宋体" panose="02010600030101010101" pitchFamily="2" charset="-122"/>
            </a:endParaRPr>
          </a:p>
        </p:txBody>
      </p:sp>
      <p:cxnSp>
        <p:nvCxnSpPr>
          <p:cNvPr id="58377" name="AutoShape 6"/>
          <p:cNvCxnSpPr>
            <a:cxnSpLocks noChangeShapeType="1"/>
            <a:stCxn id="58373" idx="3"/>
            <a:endCxn id="58375" idx="7"/>
          </p:cNvCxnSpPr>
          <p:nvPr/>
        </p:nvCxnSpPr>
        <p:spPr bwMode="auto">
          <a:xfrm flipH="1">
            <a:off x="3188335" y="2588895"/>
            <a:ext cx="913130" cy="61722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78" name="AutoShape 7"/>
          <p:cNvSpPr>
            <a:spLocks noChangeArrowheads="1"/>
          </p:cNvSpPr>
          <p:nvPr/>
        </p:nvSpPr>
        <p:spPr bwMode="auto">
          <a:xfrm>
            <a:off x="1170305" y="4197350"/>
            <a:ext cx="1349375" cy="1753235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cxnSp>
        <p:nvCxnSpPr>
          <p:cNvPr id="58379" name="AutoShape 8"/>
          <p:cNvCxnSpPr>
            <a:cxnSpLocks noChangeShapeType="1"/>
            <a:stCxn id="58375" idx="3"/>
            <a:endCxn id="58378" idx="0"/>
          </p:cNvCxnSpPr>
          <p:nvPr/>
        </p:nvCxnSpPr>
        <p:spPr bwMode="auto">
          <a:xfrm flipH="1">
            <a:off x="1845945" y="3677920"/>
            <a:ext cx="842010" cy="51879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80" name="Text Box 9"/>
          <p:cNvSpPr txBox="1">
            <a:spLocks noChangeArrowheads="1"/>
          </p:cNvSpPr>
          <p:nvPr/>
        </p:nvSpPr>
        <p:spPr bwMode="auto">
          <a:xfrm>
            <a:off x="1565910" y="5144770"/>
            <a:ext cx="433070" cy="559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宋体" panose="02010600030101010101" pitchFamily="2" charset="-122"/>
              </a:rPr>
              <a:t>X</a:t>
            </a:r>
            <a:endParaRPr lang="en-US" altLang="zh-CN" sz="1575">
              <a:ea typeface="宋体" panose="02010600030101010101" pitchFamily="2" charset="-122"/>
            </a:endParaRPr>
          </a:p>
        </p:txBody>
      </p:sp>
      <p:sp>
        <p:nvSpPr>
          <p:cNvPr id="58381" name="AutoShape 10"/>
          <p:cNvSpPr>
            <a:spLocks noChangeArrowheads="1"/>
          </p:cNvSpPr>
          <p:nvPr/>
        </p:nvSpPr>
        <p:spPr bwMode="auto">
          <a:xfrm>
            <a:off x="3420110" y="4258310"/>
            <a:ext cx="1285240" cy="96710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58382" name="Text Box 11"/>
          <p:cNvSpPr txBox="1">
            <a:spLocks noChangeArrowheads="1"/>
          </p:cNvSpPr>
          <p:nvPr/>
        </p:nvSpPr>
        <p:spPr bwMode="auto">
          <a:xfrm>
            <a:off x="3803650" y="4600575"/>
            <a:ext cx="433705" cy="559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宋体" panose="02010600030101010101" pitchFamily="2" charset="-122"/>
              </a:rPr>
              <a:t>Y</a:t>
            </a:r>
            <a:endParaRPr lang="en-US" altLang="zh-CN" sz="1575">
              <a:ea typeface="宋体" panose="02010600030101010101" pitchFamily="2" charset="-122"/>
            </a:endParaRPr>
          </a:p>
        </p:txBody>
      </p:sp>
      <p:sp>
        <p:nvSpPr>
          <p:cNvPr id="58383" name="AutoShape 12"/>
          <p:cNvSpPr>
            <a:spLocks noChangeArrowheads="1"/>
          </p:cNvSpPr>
          <p:nvPr/>
        </p:nvSpPr>
        <p:spPr bwMode="auto">
          <a:xfrm>
            <a:off x="5090795" y="3471545"/>
            <a:ext cx="1350645" cy="102806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58384" name="Text Box 13"/>
          <p:cNvSpPr txBox="1">
            <a:spLocks noChangeArrowheads="1"/>
          </p:cNvSpPr>
          <p:nvPr/>
        </p:nvSpPr>
        <p:spPr bwMode="auto">
          <a:xfrm>
            <a:off x="5519420" y="3849370"/>
            <a:ext cx="433070" cy="559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40" i="1">
                <a:ea typeface="宋体" panose="02010600030101010101" pitchFamily="2" charset="-122"/>
              </a:rPr>
              <a:t>Z</a:t>
            </a:r>
            <a:endParaRPr lang="en-US" altLang="zh-CN" sz="1575">
              <a:ea typeface="宋体" panose="02010600030101010101" pitchFamily="2" charset="-122"/>
            </a:endParaRPr>
          </a:p>
        </p:txBody>
      </p:sp>
      <p:cxnSp>
        <p:nvCxnSpPr>
          <p:cNvPr id="58385" name="AutoShape 14"/>
          <p:cNvCxnSpPr>
            <a:cxnSpLocks noChangeShapeType="1"/>
            <a:stCxn id="58375" idx="5"/>
            <a:endCxn id="58381" idx="0"/>
          </p:cNvCxnSpPr>
          <p:nvPr/>
        </p:nvCxnSpPr>
        <p:spPr bwMode="auto">
          <a:xfrm>
            <a:off x="3188335" y="3677920"/>
            <a:ext cx="874395" cy="58039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6" name="AutoShape 15"/>
          <p:cNvCxnSpPr>
            <a:cxnSpLocks noChangeShapeType="1"/>
            <a:stCxn id="58373" idx="5"/>
            <a:endCxn id="58383" idx="0"/>
          </p:cNvCxnSpPr>
          <p:nvPr/>
        </p:nvCxnSpPr>
        <p:spPr bwMode="auto">
          <a:xfrm>
            <a:off x="4603115" y="2588895"/>
            <a:ext cx="1163320" cy="88328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87" name="Line 16"/>
          <p:cNvSpPr>
            <a:spLocks noChangeShapeType="1"/>
          </p:cNvSpPr>
          <p:nvPr/>
        </p:nvSpPr>
        <p:spPr bwMode="auto">
          <a:xfrm>
            <a:off x="6763385" y="4500245"/>
            <a:ext cx="1349375" cy="127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8388" name="Line 17"/>
          <p:cNvSpPr>
            <a:spLocks noChangeShapeType="1"/>
          </p:cNvSpPr>
          <p:nvPr/>
        </p:nvSpPr>
        <p:spPr bwMode="auto">
          <a:xfrm>
            <a:off x="6763385" y="5225415"/>
            <a:ext cx="1349375" cy="127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8389" name="Line 18"/>
          <p:cNvSpPr>
            <a:spLocks noChangeShapeType="1"/>
          </p:cNvSpPr>
          <p:nvPr/>
        </p:nvSpPr>
        <p:spPr bwMode="auto">
          <a:xfrm>
            <a:off x="6763385" y="5889625"/>
            <a:ext cx="1349375" cy="127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58392" name="Freeform 21"/>
          <p:cNvSpPr/>
          <p:nvPr/>
        </p:nvSpPr>
        <p:spPr bwMode="auto">
          <a:xfrm>
            <a:off x="2755900" y="2119630"/>
            <a:ext cx="1075055" cy="908685"/>
          </a:xfrm>
          <a:custGeom>
            <a:avLst/>
            <a:gdLst>
              <a:gd name="T0" fmla="*/ 0 w 639"/>
              <a:gd name="T1" fmla="*/ 1014413 h 579"/>
              <a:gd name="T2" fmla="*/ 317411 w 639"/>
              <a:gd name="T3" fmla="*/ 154177 h 579"/>
              <a:gd name="T4" fmla="*/ 1200150 w 639"/>
              <a:gd name="T5" fmla="*/ 91104 h 57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39" h="579">
                <a:moveTo>
                  <a:pt x="0" y="579"/>
                </a:moveTo>
                <a:cubicBezTo>
                  <a:pt x="31" y="377"/>
                  <a:pt x="63" y="176"/>
                  <a:pt x="169" y="88"/>
                </a:cubicBezTo>
                <a:cubicBezTo>
                  <a:pt x="275" y="0"/>
                  <a:pt x="457" y="26"/>
                  <a:pt x="639" y="5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58393" name="Oval 22"/>
          <p:cNvSpPr>
            <a:spLocks noChangeArrowheads="1"/>
          </p:cNvSpPr>
          <p:nvPr/>
        </p:nvSpPr>
        <p:spPr bwMode="auto">
          <a:xfrm rot="19500000">
            <a:off x="2073275" y="2256155"/>
            <a:ext cx="3071495" cy="133223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58394" name="Text Box 27"/>
          <p:cNvSpPr txBox="1">
            <a:spLocks noChangeArrowheads="1"/>
          </p:cNvSpPr>
          <p:nvPr/>
        </p:nvSpPr>
        <p:spPr bwMode="auto">
          <a:xfrm>
            <a:off x="5148580" y="3204845"/>
            <a:ext cx="41846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58395" name="Text Box 28"/>
          <p:cNvSpPr txBox="1">
            <a:spLocks noChangeArrowheads="1"/>
          </p:cNvSpPr>
          <p:nvPr/>
        </p:nvSpPr>
        <p:spPr bwMode="auto">
          <a:xfrm>
            <a:off x="2073275" y="4098925"/>
            <a:ext cx="111506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>
                <a:ea typeface="宋体" panose="02010600030101010101" pitchFamily="2" charset="-122"/>
              </a:rPr>
              <a:t>h+1</a:t>
            </a:r>
          </a:p>
        </p:txBody>
      </p:sp>
      <p:sp>
        <p:nvSpPr>
          <p:cNvPr id="58396" name="Text Box 29"/>
          <p:cNvSpPr txBox="1">
            <a:spLocks noChangeArrowheads="1"/>
          </p:cNvSpPr>
          <p:nvPr/>
        </p:nvSpPr>
        <p:spPr bwMode="auto">
          <a:xfrm>
            <a:off x="4189730" y="3955415"/>
            <a:ext cx="41846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>
                <a:ea typeface="宋体" panose="02010600030101010101" pitchFamily="2" charset="-122"/>
              </a:rPr>
              <a:t>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1725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Single right rotation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9394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BE9C6E-DC76-4CED-AB17-7F273FEC6983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59395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313E4B-FEAE-4569-BCE4-3A08EF5ABDE2}" type="slidenum">
              <a:rPr lang="en-US" altLang="zh-CN" sz="790"/>
              <a:pPr/>
              <a:t>33</a:t>
            </a:fld>
            <a:endParaRPr lang="en-US" altLang="zh-CN" sz="790"/>
          </a:p>
        </p:txBody>
      </p:sp>
      <p:sp>
        <p:nvSpPr>
          <p:cNvPr id="59412" name="Text Box 17"/>
          <p:cNvSpPr txBox="1">
            <a:spLocks noChangeArrowheads="1"/>
          </p:cNvSpPr>
          <p:nvPr/>
        </p:nvSpPr>
        <p:spPr bwMode="auto">
          <a:xfrm>
            <a:off x="5436394" y="1931373"/>
            <a:ext cx="32435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dirty="0">
                <a:ea typeface="宋体" panose="02010600030101010101" pitchFamily="2" charset="-122"/>
              </a:rPr>
              <a:t>Do a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“right rotation”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98550" y="1869944"/>
            <a:ext cx="7236460" cy="4110486"/>
            <a:chOff x="3877" y="3872"/>
            <a:chExt cx="6865" cy="3899"/>
          </a:xfrm>
        </p:grpSpPr>
        <p:sp>
          <p:nvSpPr>
            <p:cNvPr id="59397" name="Oval 2"/>
            <p:cNvSpPr>
              <a:spLocks noChangeArrowheads="1"/>
            </p:cNvSpPr>
            <p:nvPr/>
          </p:nvSpPr>
          <p:spPr bwMode="auto">
            <a:xfrm>
              <a:off x="6674" y="3885"/>
              <a:ext cx="699" cy="6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59398" name="Text Box 3"/>
            <p:cNvSpPr txBox="1">
              <a:spLocks noChangeArrowheads="1"/>
            </p:cNvSpPr>
            <p:nvPr/>
          </p:nvSpPr>
          <p:spPr bwMode="auto">
            <a:xfrm>
              <a:off x="6861" y="3872"/>
              <a:ext cx="428" cy="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j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59399" name="Oval 4"/>
            <p:cNvSpPr>
              <a:spLocks noChangeArrowheads="1"/>
            </p:cNvSpPr>
            <p:nvPr/>
          </p:nvSpPr>
          <p:spPr bwMode="auto">
            <a:xfrm>
              <a:off x="5275" y="4961"/>
              <a:ext cx="700" cy="6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59400" name="Text Box 5"/>
            <p:cNvSpPr txBox="1">
              <a:spLocks noChangeArrowheads="1"/>
            </p:cNvSpPr>
            <p:nvPr/>
          </p:nvSpPr>
          <p:spPr bwMode="auto">
            <a:xfrm>
              <a:off x="5402" y="4981"/>
              <a:ext cx="426" cy="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k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59401" name="AutoShape 6"/>
            <p:cNvSpPr>
              <a:spLocks noChangeArrowheads="1"/>
            </p:cNvSpPr>
            <p:nvPr/>
          </p:nvSpPr>
          <p:spPr bwMode="auto">
            <a:xfrm>
              <a:off x="3877" y="6037"/>
              <a:ext cx="1335" cy="1734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59402" name="AutoShape 7"/>
            <p:cNvCxnSpPr>
              <a:cxnSpLocks noChangeShapeType="1"/>
              <a:stCxn id="59399" idx="3"/>
              <a:endCxn id="59401" idx="0"/>
            </p:cNvCxnSpPr>
            <p:nvPr/>
          </p:nvCxnSpPr>
          <p:spPr bwMode="auto">
            <a:xfrm flipH="1">
              <a:off x="4545" y="5524"/>
              <a:ext cx="833" cy="51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9403" name="Text Box 8"/>
            <p:cNvSpPr txBox="1">
              <a:spLocks noChangeArrowheads="1"/>
            </p:cNvSpPr>
            <p:nvPr/>
          </p:nvSpPr>
          <p:spPr bwMode="auto">
            <a:xfrm>
              <a:off x="4200" y="7042"/>
              <a:ext cx="428" cy="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X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59404" name="AutoShape 9"/>
            <p:cNvSpPr>
              <a:spLocks noChangeArrowheads="1"/>
            </p:cNvSpPr>
            <p:nvPr/>
          </p:nvSpPr>
          <p:spPr bwMode="auto">
            <a:xfrm>
              <a:off x="6102" y="6098"/>
              <a:ext cx="1271" cy="95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59405" name="Text Box 10"/>
            <p:cNvSpPr txBox="1">
              <a:spLocks noChangeArrowheads="1"/>
            </p:cNvSpPr>
            <p:nvPr/>
          </p:nvSpPr>
          <p:spPr bwMode="auto">
            <a:xfrm>
              <a:off x="6478" y="6433"/>
              <a:ext cx="429" cy="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Y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59406" name="AutoShape 11"/>
            <p:cNvSpPr>
              <a:spLocks noChangeArrowheads="1"/>
            </p:cNvSpPr>
            <p:nvPr/>
          </p:nvSpPr>
          <p:spPr bwMode="auto">
            <a:xfrm>
              <a:off x="7754" y="5320"/>
              <a:ext cx="1336" cy="101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59407" name="Text Box 12"/>
            <p:cNvSpPr txBox="1">
              <a:spLocks noChangeArrowheads="1"/>
            </p:cNvSpPr>
            <p:nvPr/>
          </p:nvSpPr>
          <p:spPr bwMode="auto">
            <a:xfrm>
              <a:off x="8175" y="5687"/>
              <a:ext cx="428" cy="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59408" name="AutoShape 13"/>
            <p:cNvCxnSpPr>
              <a:cxnSpLocks noChangeShapeType="1"/>
              <a:stCxn id="59397" idx="5"/>
              <a:endCxn id="59406" idx="0"/>
            </p:cNvCxnSpPr>
            <p:nvPr/>
          </p:nvCxnSpPr>
          <p:spPr bwMode="auto">
            <a:xfrm>
              <a:off x="7272" y="4447"/>
              <a:ext cx="1150" cy="87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9409" name="Line 14"/>
            <p:cNvSpPr>
              <a:spLocks noChangeShapeType="1"/>
            </p:cNvSpPr>
            <p:nvPr/>
          </p:nvSpPr>
          <p:spPr bwMode="auto">
            <a:xfrm>
              <a:off x="9408" y="6337"/>
              <a:ext cx="133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9410" name="Line 15"/>
            <p:cNvSpPr>
              <a:spLocks noChangeShapeType="1"/>
            </p:cNvSpPr>
            <p:nvPr/>
          </p:nvSpPr>
          <p:spPr bwMode="auto">
            <a:xfrm>
              <a:off x="9408" y="7054"/>
              <a:ext cx="133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9411" name="Line 16"/>
            <p:cNvSpPr>
              <a:spLocks noChangeShapeType="1"/>
            </p:cNvSpPr>
            <p:nvPr/>
          </p:nvSpPr>
          <p:spPr bwMode="auto">
            <a:xfrm>
              <a:off x="9408" y="7710"/>
              <a:ext cx="133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cxnSp>
          <p:nvCxnSpPr>
            <p:cNvPr id="59414" name="AutoShape 20"/>
            <p:cNvCxnSpPr>
              <a:cxnSpLocks noChangeShapeType="1"/>
              <a:stCxn id="59397" idx="3"/>
            </p:cNvCxnSpPr>
            <p:nvPr/>
          </p:nvCxnSpPr>
          <p:spPr bwMode="auto">
            <a:xfrm flipH="1">
              <a:off x="6736" y="4447"/>
              <a:ext cx="41" cy="1703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415" name="AutoShape 21"/>
            <p:cNvCxnSpPr>
              <a:cxnSpLocks noChangeShapeType="1"/>
              <a:stCxn id="59399" idx="7"/>
              <a:endCxn id="59397" idx="3"/>
            </p:cNvCxnSpPr>
            <p:nvPr/>
          </p:nvCxnSpPr>
          <p:spPr bwMode="auto">
            <a:xfrm flipV="1">
              <a:off x="5873" y="4447"/>
              <a:ext cx="904" cy="6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9416" name="Line 23"/>
            <p:cNvSpPr>
              <a:spLocks noChangeShapeType="1"/>
            </p:cNvSpPr>
            <p:nvPr/>
          </p:nvSpPr>
          <p:spPr bwMode="auto">
            <a:xfrm>
              <a:off x="6188" y="4658"/>
              <a:ext cx="338" cy="20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9417" name="Line 24"/>
            <p:cNvSpPr>
              <a:spLocks noChangeShapeType="1"/>
            </p:cNvSpPr>
            <p:nvPr/>
          </p:nvSpPr>
          <p:spPr bwMode="auto">
            <a:xfrm flipH="1">
              <a:off x="6188" y="4590"/>
              <a:ext cx="270" cy="33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cxnSp>
          <p:nvCxnSpPr>
            <p:cNvPr id="59418" name="AutoShape 25"/>
            <p:cNvCxnSpPr>
              <a:cxnSpLocks noChangeShapeType="1"/>
              <a:stCxn id="59399" idx="5"/>
              <a:endCxn id="59404" idx="0"/>
            </p:cNvCxnSpPr>
            <p:nvPr/>
          </p:nvCxnSpPr>
          <p:spPr bwMode="auto">
            <a:xfrm>
              <a:off x="5873" y="5522"/>
              <a:ext cx="865" cy="575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9419" name="Line 26"/>
            <p:cNvSpPr>
              <a:spLocks noChangeShapeType="1"/>
            </p:cNvSpPr>
            <p:nvPr/>
          </p:nvSpPr>
          <p:spPr bwMode="auto">
            <a:xfrm>
              <a:off x="6120" y="5738"/>
              <a:ext cx="338" cy="20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9420" name="Line 27"/>
            <p:cNvSpPr>
              <a:spLocks noChangeShapeType="1"/>
            </p:cNvSpPr>
            <p:nvPr/>
          </p:nvSpPr>
          <p:spPr bwMode="auto">
            <a:xfrm flipH="1">
              <a:off x="6120" y="5670"/>
              <a:ext cx="270" cy="33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9421" name="Text Box 32"/>
            <p:cNvSpPr txBox="1">
              <a:spLocks noChangeArrowheads="1"/>
            </p:cNvSpPr>
            <p:nvPr/>
          </p:nvSpPr>
          <p:spPr bwMode="auto">
            <a:xfrm>
              <a:off x="7740" y="5062"/>
              <a:ext cx="414" cy="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59422" name="Text Box 33"/>
            <p:cNvSpPr txBox="1">
              <a:spLocks noChangeArrowheads="1"/>
            </p:cNvSpPr>
            <p:nvPr/>
          </p:nvSpPr>
          <p:spPr bwMode="auto">
            <a:xfrm>
              <a:off x="4770" y="5940"/>
              <a:ext cx="944" cy="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>
                  <a:ea typeface="宋体" panose="02010600030101010101" pitchFamily="2" charset="-122"/>
                </a:rPr>
                <a:t>h+1</a:t>
              </a:r>
            </a:p>
          </p:txBody>
        </p:sp>
        <p:sp>
          <p:nvSpPr>
            <p:cNvPr id="59423" name="Text Box 34"/>
            <p:cNvSpPr txBox="1">
              <a:spLocks noChangeArrowheads="1"/>
            </p:cNvSpPr>
            <p:nvPr/>
          </p:nvSpPr>
          <p:spPr bwMode="auto">
            <a:xfrm>
              <a:off x="6863" y="5736"/>
              <a:ext cx="414" cy="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>
                  <a:ea typeface="宋体" panose="02010600030101010101" pitchFamily="2" charset="-122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0723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Outside Case Completed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0418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9700AE-2731-4AB9-9712-A3063334D8DB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60419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AF1B70-1BE2-41CC-8C75-A1D586511192}" type="slidenum">
              <a:rPr lang="en-US" altLang="zh-CN" sz="790"/>
              <a:pPr/>
              <a:t>34</a:t>
            </a:fld>
            <a:endParaRPr lang="en-US" altLang="zh-CN" sz="790"/>
          </a:p>
        </p:txBody>
      </p:sp>
      <p:sp>
        <p:nvSpPr>
          <p:cNvPr id="60432" name="Text Box 14"/>
          <p:cNvSpPr txBox="1">
            <a:spLocks noChangeArrowheads="1"/>
          </p:cNvSpPr>
          <p:nvPr/>
        </p:nvSpPr>
        <p:spPr bwMode="auto">
          <a:xfrm>
            <a:off x="5295424" y="1629767"/>
            <a:ext cx="3282315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“Right rotation” done!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(“Left rotation” is mirror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   symmetric)</a:t>
            </a:r>
          </a:p>
        </p:txBody>
      </p:sp>
      <p:sp>
        <p:nvSpPr>
          <p:cNvPr id="60437" name="Text Box 20"/>
          <p:cNvSpPr txBox="1">
            <a:spLocks noChangeArrowheads="1"/>
          </p:cNvSpPr>
          <p:nvPr/>
        </p:nvSpPr>
        <p:spPr bwMode="auto">
          <a:xfrm>
            <a:off x="3189248" y="5558969"/>
            <a:ext cx="4552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AVL property has been restored!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61390" y="2157683"/>
            <a:ext cx="7197725" cy="3208702"/>
            <a:chOff x="3660" y="4023"/>
            <a:chExt cx="7102" cy="3165"/>
          </a:xfrm>
        </p:grpSpPr>
        <p:sp>
          <p:nvSpPr>
            <p:cNvPr id="60421" name="Oval 2"/>
            <p:cNvSpPr>
              <a:spLocks noChangeArrowheads="1"/>
            </p:cNvSpPr>
            <p:nvPr/>
          </p:nvSpPr>
          <p:spPr bwMode="auto">
            <a:xfrm>
              <a:off x="7200" y="4912"/>
              <a:ext cx="699" cy="6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 dirty="0">
                  <a:ea typeface="宋体" panose="02010600030101010101" pitchFamily="2" charset="-122"/>
                </a:rPr>
                <a:t>j</a:t>
              </a:r>
              <a:endParaRPr lang="en-US" altLang="zh-CN" sz="1350" dirty="0">
                <a:ea typeface="宋体" panose="02010600030101010101" pitchFamily="2" charset="-122"/>
              </a:endParaRPr>
            </a:p>
          </p:txBody>
        </p:sp>
        <p:sp>
          <p:nvSpPr>
            <p:cNvPr id="60422" name="Oval 4"/>
            <p:cNvSpPr>
              <a:spLocks noChangeArrowheads="1"/>
            </p:cNvSpPr>
            <p:nvPr/>
          </p:nvSpPr>
          <p:spPr bwMode="auto">
            <a:xfrm>
              <a:off x="5591" y="4023"/>
              <a:ext cx="700" cy="6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0423" name="Text Box 5"/>
            <p:cNvSpPr txBox="1">
              <a:spLocks noChangeArrowheads="1"/>
            </p:cNvSpPr>
            <p:nvPr/>
          </p:nvSpPr>
          <p:spPr bwMode="auto">
            <a:xfrm>
              <a:off x="5704" y="4077"/>
              <a:ext cx="426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k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0424" name="AutoShape 6"/>
            <p:cNvSpPr>
              <a:spLocks noChangeArrowheads="1"/>
            </p:cNvSpPr>
            <p:nvPr/>
          </p:nvSpPr>
          <p:spPr bwMode="auto">
            <a:xfrm>
              <a:off x="3660" y="5455"/>
              <a:ext cx="1335" cy="1734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0425" name="Text Box 7"/>
            <p:cNvSpPr txBox="1">
              <a:spLocks noChangeArrowheads="1"/>
            </p:cNvSpPr>
            <p:nvPr/>
          </p:nvSpPr>
          <p:spPr bwMode="auto">
            <a:xfrm>
              <a:off x="4052" y="6423"/>
              <a:ext cx="428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X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0426" name="AutoShape 8"/>
            <p:cNvSpPr>
              <a:spLocks noChangeArrowheads="1"/>
            </p:cNvSpPr>
            <p:nvPr/>
          </p:nvSpPr>
          <p:spPr bwMode="auto">
            <a:xfrm>
              <a:off x="6092" y="6227"/>
              <a:ext cx="1271" cy="95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0427" name="Text Box 9"/>
            <p:cNvSpPr txBox="1">
              <a:spLocks noChangeArrowheads="1"/>
            </p:cNvSpPr>
            <p:nvPr/>
          </p:nvSpPr>
          <p:spPr bwMode="auto">
            <a:xfrm>
              <a:off x="6471" y="6526"/>
              <a:ext cx="429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Y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0428" name="AutoShape 10"/>
            <p:cNvSpPr>
              <a:spLocks noChangeArrowheads="1"/>
            </p:cNvSpPr>
            <p:nvPr/>
          </p:nvSpPr>
          <p:spPr bwMode="auto">
            <a:xfrm>
              <a:off x="7764" y="6161"/>
              <a:ext cx="1336" cy="101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0429" name="Text Box 11"/>
            <p:cNvSpPr txBox="1">
              <a:spLocks noChangeArrowheads="1"/>
            </p:cNvSpPr>
            <p:nvPr/>
          </p:nvSpPr>
          <p:spPr bwMode="auto">
            <a:xfrm>
              <a:off x="8188" y="6494"/>
              <a:ext cx="428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0430" name="Line 12"/>
            <p:cNvSpPr>
              <a:spLocks noChangeShapeType="1"/>
            </p:cNvSpPr>
            <p:nvPr/>
          </p:nvSpPr>
          <p:spPr bwMode="auto">
            <a:xfrm>
              <a:off x="9408" y="6225"/>
              <a:ext cx="133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0431" name="Line 13"/>
            <p:cNvSpPr>
              <a:spLocks noChangeShapeType="1"/>
            </p:cNvSpPr>
            <p:nvPr/>
          </p:nvSpPr>
          <p:spPr bwMode="auto">
            <a:xfrm>
              <a:off x="9428" y="7179"/>
              <a:ext cx="133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0434" name="Line 16"/>
            <p:cNvSpPr>
              <a:spLocks noChangeShapeType="1"/>
            </p:cNvSpPr>
            <p:nvPr/>
          </p:nvSpPr>
          <p:spPr bwMode="auto">
            <a:xfrm flipV="1">
              <a:off x="4326" y="4566"/>
              <a:ext cx="1353" cy="8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0435" name="Line 18"/>
            <p:cNvSpPr>
              <a:spLocks noChangeShapeType="1"/>
            </p:cNvSpPr>
            <p:nvPr/>
          </p:nvSpPr>
          <p:spPr bwMode="auto">
            <a:xfrm flipH="1">
              <a:off x="6726" y="5504"/>
              <a:ext cx="582" cy="7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0436" name="Line 19"/>
            <p:cNvSpPr>
              <a:spLocks noChangeShapeType="1"/>
            </p:cNvSpPr>
            <p:nvPr/>
          </p:nvSpPr>
          <p:spPr bwMode="auto">
            <a:xfrm>
              <a:off x="7813" y="5484"/>
              <a:ext cx="622" cy="6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cxnSp>
          <p:nvCxnSpPr>
            <p:cNvPr id="60438" name="AutoShape 21"/>
            <p:cNvCxnSpPr>
              <a:cxnSpLocks noChangeShapeType="1"/>
              <a:stCxn id="60422" idx="5"/>
              <a:endCxn id="60421" idx="0"/>
            </p:cNvCxnSpPr>
            <p:nvPr/>
          </p:nvCxnSpPr>
          <p:spPr bwMode="auto">
            <a:xfrm>
              <a:off x="6189" y="4585"/>
              <a:ext cx="1360" cy="32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0439" name="Oval 23"/>
            <p:cNvSpPr>
              <a:spLocks noChangeArrowheads="1"/>
            </p:cNvSpPr>
            <p:nvPr/>
          </p:nvSpPr>
          <p:spPr bwMode="auto">
            <a:xfrm rot="1680000">
              <a:off x="5243" y="4118"/>
              <a:ext cx="3038" cy="131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0440" name="Text Box 28"/>
            <p:cNvSpPr txBox="1">
              <a:spLocks noChangeArrowheads="1"/>
            </p:cNvSpPr>
            <p:nvPr/>
          </p:nvSpPr>
          <p:spPr bwMode="auto">
            <a:xfrm>
              <a:off x="8618" y="5873"/>
              <a:ext cx="414" cy="5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0441" name="Text Box 29"/>
            <p:cNvSpPr txBox="1">
              <a:spLocks noChangeArrowheads="1"/>
            </p:cNvSpPr>
            <p:nvPr/>
          </p:nvSpPr>
          <p:spPr bwMode="auto">
            <a:xfrm>
              <a:off x="4568" y="5329"/>
              <a:ext cx="990" cy="5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h+1</a:t>
              </a:r>
            </a:p>
          </p:txBody>
        </p:sp>
        <p:sp>
          <p:nvSpPr>
            <p:cNvPr id="60442" name="Text Box 30"/>
            <p:cNvSpPr txBox="1">
              <a:spLocks noChangeArrowheads="1"/>
            </p:cNvSpPr>
            <p:nvPr/>
          </p:nvSpPr>
          <p:spPr bwMode="auto">
            <a:xfrm>
              <a:off x="6863" y="5940"/>
              <a:ext cx="414" cy="5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75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Insertion: Inside Case 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1442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9FBFA8-E82D-402A-ABB5-FF3B7D2D6F76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61443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C6B6C0-95F1-454B-A449-B25E7ADCF150}" type="slidenum">
              <a:rPr lang="en-US" altLang="zh-CN" sz="790"/>
              <a:pPr/>
              <a:t>35</a:t>
            </a:fld>
            <a:endParaRPr lang="en-US" altLang="zh-CN" sz="790"/>
          </a:p>
        </p:txBody>
      </p:sp>
      <p:sp>
        <p:nvSpPr>
          <p:cNvPr id="61462" name="Text Box 19"/>
          <p:cNvSpPr txBox="1">
            <a:spLocks noChangeArrowheads="1"/>
          </p:cNvSpPr>
          <p:nvPr/>
        </p:nvSpPr>
        <p:spPr bwMode="auto">
          <a:xfrm>
            <a:off x="828120" y="1860174"/>
            <a:ext cx="272986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>
                <a:ea typeface="宋体" panose="02010600030101010101" pitchFamily="2" charset="-122"/>
              </a:rPr>
              <a:t>Consider a valid</a:t>
            </a:r>
          </a:p>
          <a:p>
            <a:r>
              <a:rPr lang="en-US" altLang="zh-CN" sz="2800">
                <a:ea typeface="宋体" panose="02010600030101010101" pitchFamily="2" charset="-122"/>
              </a:rPr>
              <a:t>AVL subtree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95070" y="2069762"/>
            <a:ext cx="7240270" cy="3553163"/>
            <a:chOff x="3690" y="3862"/>
            <a:chExt cx="7290" cy="3578"/>
          </a:xfrm>
        </p:grpSpPr>
        <p:sp>
          <p:nvSpPr>
            <p:cNvPr id="61445" name="Oval 2"/>
            <p:cNvSpPr>
              <a:spLocks noChangeArrowheads="1"/>
            </p:cNvSpPr>
            <p:nvPr/>
          </p:nvSpPr>
          <p:spPr bwMode="auto">
            <a:xfrm>
              <a:off x="6660" y="3862"/>
              <a:ext cx="743" cy="74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1446" name="Text Box 3"/>
            <p:cNvSpPr txBox="1">
              <a:spLocks noChangeArrowheads="1"/>
            </p:cNvSpPr>
            <p:nvPr/>
          </p:nvSpPr>
          <p:spPr bwMode="auto">
            <a:xfrm>
              <a:off x="6863" y="3871"/>
              <a:ext cx="453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j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1447" name="Oval 4"/>
            <p:cNvSpPr>
              <a:spLocks noChangeArrowheads="1"/>
            </p:cNvSpPr>
            <p:nvPr/>
          </p:nvSpPr>
          <p:spPr bwMode="auto">
            <a:xfrm>
              <a:off x="5175" y="5077"/>
              <a:ext cx="743" cy="74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1448" name="Text Box 5"/>
            <p:cNvSpPr txBox="1">
              <a:spLocks noChangeArrowheads="1"/>
            </p:cNvSpPr>
            <p:nvPr/>
          </p:nvSpPr>
          <p:spPr bwMode="auto">
            <a:xfrm>
              <a:off x="5298" y="5153"/>
              <a:ext cx="453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k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cxnSp>
          <p:nvCxnSpPr>
            <p:cNvPr id="61449" name="AutoShape 6"/>
            <p:cNvCxnSpPr>
              <a:cxnSpLocks noChangeShapeType="1"/>
              <a:stCxn id="61445" idx="3"/>
              <a:endCxn id="61447" idx="7"/>
            </p:cNvCxnSpPr>
            <p:nvPr/>
          </p:nvCxnSpPr>
          <p:spPr bwMode="auto">
            <a:xfrm flipH="1">
              <a:off x="5809" y="4496"/>
              <a:ext cx="959" cy="68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450" name="AutoShape 7"/>
            <p:cNvSpPr>
              <a:spLocks noChangeArrowheads="1"/>
            </p:cNvSpPr>
            <p:nvPr/>
          </p:nvSpPr>
          <p:spPr bwMode="auto">
            <a:xfrm>
              <a:off x="3690" y="6292"/>
              <a:ext cx="1418" cy="11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61451" name="AutoShape 8"/>
            <p:cNvCxnSpPr>
              <a:cxnSpLocks noChangeShapeType="1"/>
              <a:stCxn id="61447" idx="3"/>
              <a:endCxn id="61450" idx="0"/>
            </p:cNvCxnSpPr>
            <p:nvPr/>
          </p:nvCxnSpPr>
          <p:spPr bwMode="auto">
            <a:xfrm flipH="1">
              <a:off x="4399" y="5711"/>
              <a:ext cx="885" cy="58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452" name="Text Box 9"/>
            <p:cNvSpPr txBox="1">
              <a:spLocks noChangeArrowheads="1"/>
            </p:cNvSpPr>
            <p:nvPr/>
          </p:nvSpPr>
          <p:spPr bwMode="auto">
            <a:xfrm>
              <a:off x="4155" y="6769"/>
              <a:ext cx="453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X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1453" name="AutoShape 10"/>
            <p:cNvSpPr>
              <a:spLocks noChangeArrowheads="1"/>
            </p:cNvSpPr>
            <p:nvPr/>
          </p:nvSpPr>
          <p:spPr bwMode="auto">
            <a:xfrm>
              <a:off x="6053" y="6359"/>
              <a:ext cx="1350" cy="108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1454" name="Text Box 11"/>
            <p:cNvSpPr txBox="1">
              <a:spLocks noChangeArrowheads="1"/>
            </p:cNvSpPr>
            <p:nvPr/>
          </p:nvSpPr>
          <p:spPr bwMode="auto">
            <a:xfrm>
              <a:off x="6450" y="6769"/>
              <a:ext cx="453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Y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1455" name="AutoShape 12"/>
            <p:cNvSpPr>
              <a:spLocks noChangeArrowheads="1"/>
            </p:cNvSpPr>
            <p:nvPr/>
          </p:nvSpPr>
          <p:spPr bwMode="auto">
            <a:xfrm>
              <a:off x="7808" y="5482"/>
              <a:ext cx="1418" cy="11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1456" name="Text Box 13"/>
            <p:cNvSpPr txBox="1">
              <a:spLocks noChangeArrowheads="1"/>
            </p:cNvSpPr>
            <p:nvPr/>
          </p:nvSpPr>
          <p:spPr bwMode="auto">
            <a:xfrm>
              <a:off x="8272" y="5968"/>
              <a:ext cx="453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1457" name="AutoShape 14"/>
            <p:cNvCxnSpPr>
              <a:cxnSpLocks noChangeShapeType="1"/>
              <a:stCxn id="61447" idx="5"/>
              <a:endCxn id="61453" idx="0"/>
            </p:cNvCxnSpPr>
            <p:nvPr/>
          </p:nvCxnSpPr>
          <p:spPr bwMode="auto">
            <a:xfrm>
              <a:off x="5809" y="5711"/>
              <a:ext cx="918" cy="6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458" name="AutoShape 15"/>
            <p:cNvCxnSpPr>
              <a:cxnSpLocks noChangeShapeType="1"/>
              <a:stCxn id="61445" idx="5"/>
              <a:endCxn id="61455" idx="0"/>
            </p:cNvCxnSpPr>
            <p:nvPr/>
          </p:nvCxnSpPr>
          <p:spPr bwMode="auto">
            <a:xfrm>
              <a:off x="7294" y="4496"/>
              <a:ext cx="1222" cy="98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459" name="Line 16"/>
            <p:cNvSpPr>
              <a:spLocks noChangeShapeType="1"/>
            </p:cNvSpPr>
            <p:nvPr/>
          </p:nvSpPr>
          <p:spPr bwMode="auto">
            <a:xfrm>
              <a:off x="9563" y="6629"/>
              <a:ext cx="14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1460" name="Line 17"/>
            <p:cNvSpPr>
              <a:spLocks noChangeShapeType="1"/>
            </p:cNvSpPr>
            <p:nvPr/>
          </p:nvSpPr>
          <p:spPr bwMode="auto">
            <a:xfrm>
              <a:off x="9563" y="7439"/>
              <a:ext cx="14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1463" name="Text Box 20"/>
            <p:cNvSpPr txBox="1">
              <a:spLocks noChangeArrowheads="1"/>
            </p:cNvSpPr>
            <p:nvPr/>
          </p:nvSpPr>
          <p:spPr bwMode="auto">
            <a:xfrm>
              <a:off x="8685" y="5189"/>
              <a:ext cx="414" cy="5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1464" name="Text Box 22"/>
            <p:cNvSpPr txBox="1">
              <a:spLocks noChangeArrowheads="1"/>
            </p:cNvSpPr>
            <p:nvPr/>
          </p:nvSpPr>
          <p:spPr bwMode="auto">
            <a:xfrm>
              <a:off x="6791" y="6003"/>
              <a:ext cx="414" cy="5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1465" name="Text Box 23"/>
            <p:cNvSpPr txBox="1">
              <a:spLocks noChangeArrowheads="1"/>
            </p:cNvSpPr>
            <p:nvPr/>
          </p:nvSpPr>
          <p:spPr bwMode="auto">
            <a:xfrm>
              <a:off x="4635" y="6071"/>
              <a:ext cx="414" cy="5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75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Insertion: Inside Case 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2466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F843E5-B9D0-4AB1-98C4-FA46E0FAD968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62467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8EA536-1068-489E-A1D6-0D80E38AC215}" type="slidenum">
              <a:rPr lang="en-US" altLang="zh-CN" sz="790"/>
              <a:pPr/>
              <a:t>36</a:t>
            </a:fld>
            <a:endParaRPr lang="en-US" altLang="zh-CN" sz="790"/>
          </a:p>
        </p:txBody>
      </p:sp>
      <p:sp>
        <p:nvSpPr>
          <p:cNvPr id="62469" name="Text Box 2"/>
          <p:cNvSpPr txBox="1">
            <a:spLocks noChangeArrowheads="1"/>
          </p:cNvSpPr>
          <p:nvPr/>
        </p:nvSpPr>
        <p:spPr bwMode="auto">
          <a:xfrm>
            <a:off x="642461" y="1764011"/>
            <a:ext cx="2288540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Inserting into Y 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destroys the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AVL property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at node j </a:t>
            </a:r>
          </a:p>
        </p:txBody>
      </p:sp>
      <p:sp>
        <p:nvSpPr>
          <p:cNvPr id="62488" name="Text Box 21"/>
          <p:cNvSpPr txBox="1">
            <a:spLocks noChangeArrowheads="1"/>
          </p:cNvSpPr>
          <p:nvPr/>
        </p:nvSpPr>
        <p:spPr bwMode="auto">
          <a:xfrm>
            <a:off x="5870773" y="1701205"/>
            <a:ext cx="287655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Does “right rotation”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restore balance?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665605" y="2181470"/>
            <a:ext cx="6381115" cy="3750700"/>
            <a:chOff x="4658" y="3984"/>
            <a:chExt cx="6064" cy="3563"/>
          </a:xfrm>
        </p:grpSpPr>
        <p:sp>
          <p:nvSpPr>
            <p:cNvPr id="62470" name="Oval 3"/>
            <p:cNvSpPr>
              <a:spLocks noChangeArrowheads="1"/>
            </p:cNvSpPr>
            <p:nvPr/>
          </p:nvSpPr>
          <p:spPr bwMode="auto">
            <a:xfrm>
              <a:off x="7117" y="3984"/>
              <a:ext cx="615" cy="59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2471" name="Text Box 4"/>
            <p:cNvSpPr txBox="1">
              <a:spLocks noChangeArrowheads="1"/>
            </p:cNvSpPr>
            <p:nvPr/>
          </p:nvSpPr>
          <p:spPr bwMode="auto">
            <a:xfrm>
              <a:off x="7268" y="3991"/>
              <a:ext cx="377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j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2472" name="Oval 5"/>
            <p:cNvSpPr>
              <a:spLocks noChangeArrowheads="1"/>
            </p:cNvSpPr>
            <p:nvPr/>
          </p:nvSpPr>
          <p:spPr bwMode="auto">
            <a:xfrm>
              <a:off x="5888" y="4956"/>
              <a:ext cx="615" cy="59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2473" name="Text Box 6"/>
            <p:cNvSpPr txBox="1">
              <a:spLocks noChangeArrowheads="1"/>
            </p:cNvSpPr>
            <p:nvPr/>
          </p:nvSpPr>
          <p:spPr bwMode="auto">
            <a:xfrm>
              <a:off x="5970" y="4989"/>
              <a:ext cx="374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k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cxnSp>
          <p:nvCxnSpPr>
            <p:cNvPr id="62474" name="AutoShape 7"/>
            <p:cNvCxnSpPr>
              <a:cxnSpLocks noChangeShapeType="1"/>
              <a:stCxn id="62470" idx="3"/>
              <a:endCxn id="62472" idx="7"/>
            </p:cNvCxnSpPr>
            <p:nvPr/>
          </p:nvCxnSpPr>
          <p:spPr bwMode="auto">
            <a:xfrm flipH="1">
              <a:off x="6413" y="4492"/>
              <a:ext cx="795" cy="55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2475" name="AutoShape 8"/>
            <p:cNvSpPr>
              <a:spLocks noChangeArrowheads="1"/>
            </p:cNvSpPr>
            <p:nvPr/>
          </p:nvSpPr>
          <p:spPr bwMode="auto">
            <a:xfrm>
              <a:off x="4658" y="5927"/>
              <a:ext cx="1174" cy="91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62476" name="AutoShape 9"/>
            <p:cNvCxnSpPr>
              <a:cxnSpLocks noChangeShapeType="1"/>
              <a:stCxn id="62472" idx="3"/>
              <a:endCxn id="62475" idx="0"/>
            </p:cNvCxnSpPr>
            <p:nvPr/>
          </p:nvCxnSpPr>
          <p:spPr bwMode="auto">
            <a:xfrm flipH="1">
              <a:off x="5244" y="5463"/>
              <a:ext cx="733" cy="46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2477" name="Text Box 10"/>
            <p:cNvSpPr txBox="1">
              <a:spLocks noChangeArrowheads="1"/>
            </p:cNvSpPr>
            <p:nvPr/>
          </p:nvSpPr>
          <p:spPr bwMode="auto">
            <a:xfrm>
              <a:off x="5011" y="6259"/>
              <a:ext cx="375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X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2478" name="AutoShape 11"/>
            <p:cNvSpPr>
              <a:spLocks noChangeArrowheads="1"/>
            </p:cNvSpPr>
            <p:nvPr/>
          </p:nvSpPr>
          <p:spPr bwMode="auto">
            <a:xfrm>
              <a:off x="6614" y="5981"/>
              <a:ext cx="1118" cy="1567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2479" name="Text Box 12"/>
            <p:cNvSpPr txBox="1">
              <a:spLocks noChangeArrowheads="1"/>
            </p:cNvSpPr>
            <p:nvPr/>
          </p:nvSpPr>
          <p:spPr bwMode="auto">
            <a:xfrm>
              <a:off x="6908" y="6751"/>
              <a:ext cx="375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Y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2480" name="AutoShape 13"/>
            <p:cNvSpPr>
              <a:spLocks noChangeArrowheads="1"/>
            </p:cNvSpPr>
            <p:nvPr/>
          </p:nvSpPr>
          <p:spPr bwMode="auto">
            <a:xfrm>
              <a:off x="8068" y="5279"/>
              <a:ext cx="1174" cy="91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2481" name="Text Box 14"/>
            <p:cNvSpPr txBox="1">
              <a:spLocks noChangeArrowheads="1"/>
            </p:cNvSpPr>
            <p:nvPr/>
          </p:nvSpPr>
          <p:spPr bwMode="auto">
            <a:xfrm>
              <a:off x="8421" y="5574"/>
              <a:ext cx="375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Z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cxnSp>
          <p:nvCxnSpPr>
            <p:cNvPr id="62482" name="AutoShape 15"/>
            <p:cNvCxnSpPr>
              <a:cxnSpLocks noChangeShapeType="1"/>
              <a:stCxn id="62472" idx="5"/>
              <a:endCxn id="62478" idx="0"/>
            </p:cNvCxnSpPr>
            <p:nvPr/>
          </p:nvCxnSpPr>
          <p:spPr bwMode="auto">
            <a:xfrm>
              <a:off x="6413" y="5463"/>
              <a:ext cx="761" cy="5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483" name="AutoShape 16"/>
            <p:cNvCxnSpPr>
              <a:cxnSpLocks noChangeShapeType="1"/>
              <a:stCxn id="62470" idx="5"/>
              <a:endCxn id="62480" idx="0"/>
            </p:cNvCxnSpPr>
            <p:nvPr/>
          </p:nvCxnSpPr>
          <p:spPr bwMode="auto">
            <a:xfrm>
              <a:off x="7643" y="4492"/>
              <a:ext cx="1011" cy="78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2484" name="Line 17"/>
            <p:cNvSpPr>
              <a:spLocks noChangeShapeType="1"/>
            </p:cNvSpPr>
            <p:nvPr/>
          </p:nvSpPr>
          <p:spPr bwMode="auto">
            <a:xfrm>
              <a:off x="9520" y="6197"/>
              <a:ext cx="11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2485" name="Line 18"/>
            <p:cNvSpPr>
              <a:spLocks noChangeShapeType="1"/>
            </p:cNvSpPr>
            <p:nvPr/>
          </p:nvSpPr>
          <p:spPr bwMode="auto">
            <a:xfrm>
              <a:off x="9540" y="6875"/>
              <a:ext cx="11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2486" name="Line 19"/>
            <p:cNvSpPr>
              <a:spLocks noChangeShapeType="1"/>
            </p:cNvSpPr>
            <p:nvPr/>
          </p:nvSpPr>
          <p:spPr bwMode="auto">
            <a:xfrm>
              <a:off x="9547" y="7547"/>
              <a:ext cx="11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2489" name="Oval 22"/>
            <p:cNvSpPr>
              <a:spLocks noChangeArrowheads="1"/>
            </p:cNvSpPr>
            <p:nvPr/>
          </p:nvSpPr>
          <p:spPr bwMode="auto">
            <a:xfrm rot="19500000">
              <a:off x="5243" y="4118"/>
              <a:ext cx="3038" cy="131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2490" name="Text Box 23"/>
            <p:cNvSpPr txBox="1">
              <a:spLocks noChangeArrowheads="1"/>
            </p:cNvSpPr>
            <p:nvPr/>
          </p:nvSpPr>
          <p:spPr bwMode="auto">
            <a:xfrm>
              <a:off x="8753" y="4927"/>
              <a:ext cx="288" cy="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2491" name="Text Box 25"/>
            <p:cNvSpPr txBox="1">
              <a:spLocks noChangeArrowheads="1"/>
            </p:cNvSpPr>
            <p:nvPr/>
          </p:nvSpPr>
          <p:spPr bwMode="auto">
            <a:xfrm>
              <a:off x="7267" y="5737"/>
              <a:ext cx="981" cy="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h+1</a:t>
              </a:r>
            </a:p>
          </p:txBody>
        </p:sp>
        <p:sp>
          <p:nvSpPr>
            <p:cNvPr id="62492" name="Text Box 26"/>
            <p:cNvSpPr txBox="1">
              <a:spLocks noChangeArrowheads="1"/>
            </p:cNvSpPr>
            <p:nvPr/>
          </p:nvSpPr>
          <p:spPr bwMode="auto">
            <a:xfrm>
              <a:off x="5378" y="5737"/>
              <a:ext cx="4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no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75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Insertion: Inside Case 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3490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03CAC4-E58B-4327-83F8-17E1FE6A275D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63491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E022D3-763C-4CFF-B058-EBDDC01B657D}" type="slidenum">
              <a:rPr lang="en-US" altLang="zh-CN" sz="790"/>
              <a:pPr/>
              <a:t>37</a:t>
            </a:fld>
            <a:endParaRPr lang="en-US" altLang="zh-CN" sz="790"/>
          </a:p>
        </p:txBody>
      </p:sp>
      <p:sp>
        <p:nvSpPr>
          <p:cNvPr id="63510" name="Text Box 19"/>
          <p:cNvSpPr txBox="1">
            <a:spLocks noChangeArrowheads="1"/>
          </p:cNvSpPr>
          <p:nvPr/>
        </p:nvSpPr>
        <p:spPr bwMode="auto">
          <a:xfrm>
            <a:off x="6012498" y="1629450"/>
            <a:ext cx="2741295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“Right rotation”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does not restore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balance… now k is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out of balance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38225" y="2020291"/>
            <a:ext cx="6741795" cy="4000144"/>
            <a:chOff x="4411" y="3918"/>
            <a:chExt cx="6299" cy="3736"/>
          </a:xfrm>
        </p:grpSpPr>
        <p:sp>
          <p:nvSpPr>
            <p:cNvPr id="63493" name="Oval 2"/>
            <p:cNvSpPr>
              <a:spLocks noChangeArrowheads="1"/>
            </p:cNvSpPr>
            <p:nvPr/>
          </p:nvSpPr>
          <p:spPr bwMode="auto">
            <a:xfrm>
              <a:off x="7263" y="4733"/>
              <a:ext cx="689" cy="66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3494" name="Text Box 3"/>
            <p:cNvSpPr txBox="1">
              <a:spLocks noChangeArrowheads="1"/>
            </p:cNvSpPr>
            <p:nvPr/>
          </p:nvSpPr>
          <p:spPr bwMode="auto">
            <a:xfrm>
              <a:off x="7452" y="4763"/>
              <a:ext cx="419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j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3495" name="Oval 4"/>
            <p:cNvSpPr>
              <a:spLocks noChangeArrowheads="1"/>
            </p:cNvSpPr>
            <p:nvPr/>
          </p:nvSpPr>
          <p:spPr bwMode="auto">
            <a:xfrm>
              <a:off x="5790" y="3918"/>
              <a:ext cx="690" cy="66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3496" name="Text Box 5"/>
            <p:cNvSpPr txBox="1">
              <a:spLocks noChangeArrowheads="1"/>
            </p:cNvSpPr>
            <p:nvPr/>
          </p:nvSpPr>
          <p:spPr bwMode="auto">
            <a:xfrm>
              <a:off x="5909" y="3972"/>
              <a:ext cx="420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k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3497" name="AutoShape 6"/>
            <p:cNvCxnSpPr>
              <a:cxnSpLocks noChangeShapeType="1"/>
              <a:stCxn id="63493" idx="3"/>
              <a:endCxn id="63501" idx="0"/>
            </p:cNvCxnSpPr>
            <p:nvPr/>
          </p:nvCxnSpPr>
          <p:spPr bwMode="auto">
            <a:xfrm flipH="1">
              <a:off x="6699" y="5306"/>
              <a:ext cx="664" cy="46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3498" name="AutoShape 7"/>
            <p:cNvSpPr>
              <a:spLocks noChangeArrowheads="1"/>
            </p:cNvSpPr>
            <p:nvPr/>
          </p:nvSpPr>
          <p:spPr bwMode="auto">
            <a:xfrm>
              <a:off x="4411" y="5013"/>
              <a:ext cx="1285" cy="99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63499" name="AutoShape 8"/>
            <p:cNvCxnSpPr>
              <a:cxnSpLocks noChangeShapeType="1"/>
              <a:stCxn id="63495" idx="3"/>
              <a:endCxn id="63498" idx="0"/>
            </p:cNvCxnSpPr>
            <p:nvPr/>
          </p:nvCxnSpPr>
          <p:spPr bwMode="auto">
            <a:xfrm flipH="1">
              <a:off x="5054" y="4490"/>
              <a:ext cx="837" cy="52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3500" name="Text Box 9"/>
            <p:cNvSpPr txBox="1">
              <a:spLocks noChangeArrowheads="1"/>
            </p:cNvSpPr>
            <p:nvPr/>
          </p:nvSpPr>
          <p:spPr bwMode="auto">
            <a:xfrm>
              <a:off x="4790" y="5411"/>
              <a:ext cx="420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X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3501" name="AutoShape 10"/>
            <p:cNvSpPr>
              <a:spLocks noChangeArrowheads="1"/>
            </p:cNvSpPr>
            <p:nvPr/>
          </p:nvSpPr>
          <p:spPr bwMode="auto">
            <a:xfrm>
              <a:off x="6072" y="5768"/>
              <a:ext cx="1253" cy="1886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3502" name="Text Box 11"/>
            <p:cNvSpPr txBox="1">
              <a:spLocks noChangeArrowheads="1"/>
            </p:cNvSpPr>
            <p:nvPr/>
          </p:nvSpPr>
          <p:spPr bwMode="auto">
            <a:xfrm>
              <a:off x="6448" y="6815"/>
              <a:ext cx="420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Y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3503" name="AutoShape 12"/>
            <p:cNvSpPr>
              <a:spLocks noChangeArrowheads="1"/>
            </p:cNvSpPr>
            <p:nvPr/>
          </p:nvSpPr>
          <p:spPr bwMode="auto">
            <a:xfrm>
              <a:off x="7827" y="5768"/>
              <a:ext cx="1316" cy="103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3504" name="Text Box 13"/>
            <p:cNvSpPr txBox="1">
              <a:spLocks noChangeArrowheads="1"/>
            </p:cNvSpPr>
            <p:nvPr/>
          </p:nvSpPr>
          <p:spPr bwMode="auto">
            <a:xfrm>
              <a:off x="8227" y="6213"/>
              <a:ext cx="420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3505" name="AutoShape 14"/>
            <p:cNvCxnSpPr>
              <a:cxnSpLocks noChangeShapeType="1"/>
              <a:stCxn id="63493" idx="5"/>
              <a:endCxn id="63503" idx="0"/>
            </p:cNvCxnSpPr>
            <p:nvPr/>
          </p:nvCxnSpPr>
          <p:spPr bwMode="auto">
            <a:xfrm>
              <a:off x="7853" y="5306"/>
              <a:ext cx="633" cy="46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506" name="AutoShape 15"/>
            <p:cNvCxnSpPr>
              <a:cxnSpLocks noChangeShapeType="1"/>
              <a:stCxn id="63495" idx="5"/>
              <a:endCxn id="63493" idx="1"/>
            </p:cNvCxnSpPr>
            <p:nvPr/>
          </p:nvCxnSpPr>
          <p:spPr bwMode="auto">
            <a:xfrm>
              <a:off x="6379" y="4490"/>
              <a:ext cx="984" cy="3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3507" name="Line 16"/>
            <p:cNvSpPr>
              <a:spLocks noChangeShapeType="1"/>
            </p:cNvSpPr>
            <p:nvPr/>
          </p:nvSpPr>
          <p:spPr bwMode="auto">
            <a:xfrm>
              <a:off x="9332" y="6802"/>
              <a:ext cx="13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3508" name="Line 17"/>
            <p:cNvSpPr>
              <a:spLocks noChangeShapeType="1"/>
            </p:cNvSpPr>
            <p:nvPr/>
          </p:nvSpPr>
          <p:spPr bwMode="auto">
            <a:xfrm>
              <a:off x="9332" y="6072"/>
              <a:ext cx="13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3509" name="Line 18"/>
            <p:cNvSpPr>
              <a:spLocks noChangeShapeType="1"/>
            </p:cNvSpPr>
            <p:nvPr/>
          </p:nvSpPr>
          <p:spPr bwMode="auto">
            <a:xfrm flipV="1">
              <a:off x="9394" y="7584"/>
              <a:ext cx="1316" cy="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3512" name="Oval 21"/>
            <p:cNvSpPr>
              <a:spLocks noChangeArrowheads="1"/>
            </p:cNvSpPr>
            <p:nvPr/>
          </p:nvSpPr>
          <p:spPr bwMode="auto">
            <a:xfrm rot="1680000">
              <a:off x="5445" y="4118"/>
              <a:ext cx="3038" cy="131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3513" name="Text Box 22"/>
            <p:cNvSpPr txBox="1">
              <a:spLocks noChangeArrowheads="1"/>
            </p:cNvSpPr>
            <p:nvPr/>
          </p:nvSpPr>
          <p:spPr bwMode="auto">
            <a:xfrm>
              <a:off x="8685" y="5535"/>
              <a:ext cx="288" cy="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3514" name="Text Box 24"/>
            <p:cNvSpPr txBox="1">
              <a:spLocks noChangeArrowheads="1"/>
            </p:cNvSpPr>
            <p:nvPr/>
          </p:nvSpPr>
          <p:spPr bwMode="auto">
            <a:xfrm>
              <a:off x="6863" y="5670"/>
              <a:ext cx="672" cy="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h+1</a:t>
              </a:r>
            </a:p>
          </p:txBody>
        </p:sp>
        <p:sp>
          <p:nvSpPr>
            <p:cNvPr id="63515" name="Text Box 25"/>
            <p:cNvSpPr txBox="1">
              <a:spLocks noChangeArrowheads="1"/>
            </p:cNvSpPr>
            <p:nvPr/>
          </p:nvSpPr>
          <p:spPr bwMode="auto">
            <a:xfrm>
              <a:off x="5243" y="4860"/>
              <a:ext cx="414" cy="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75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Insertion: Inside Case 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4514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FB9C4E-7545-463E-805E-911E9090AF1C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64515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44C87E1-1358-43C6-AB74-D13E52D580A9}" type="slidenum">
              <a:rPr lang="en-US" altLang="zh-CN" sz="790"/>
              <a:pPr/>
              <a:t>38</a:t>
            </a:fld>
            <a:endParaRPr lang="en-US" altLang="zh-CN" sz="790"/>
          </a:p>
        </p:txBody>
      </p:sp>
      <p:sp>
        <p:nvSpPr>
          <p:cNvPr id="64517" name="Text Box 2"/>
          <p:cNvSpPr txBox="1">
            <a:spLocks noChangeArrowheads="1"/>
          </p:cNvSpPr>
          <p:nvPr/>
        </p:nvSpPr>
        <p:spPr bwMode="auto">
          <a:xfrm>
            <a:off x="498951" y="1620501"/>
            <a:ext cx="367855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>
                <a:ea typeface="宋体" panose="02010600030101010101" pitchFamily="2" charset="-122"/>
              </a:rPr>
              <a:t>Consider the structure</a:t>
            </a:r>
          </a:p>
          <a:p>
            <a:r>
              <a:rPr lang="en-US" altLang="zh-CN" sz="2800">
                <a:ea typeface="宋体" panose="02010600030101010101" pitchFamily="2" charset="-122"/>
              </a:rPr>
              <a:t>of subtree Y…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809115" y="2025835"/>
            <a:ext cx="6429375" cy="3792670"/>
            <a:chOff x="4658" y="3971"/>
            <a:chExt cx="6064" cy="3576"/>
          </a:xfrm>
        </p:grpSpPr>
        <p:sp>
          <p:nvSpPr>
            <p:cNvPr id="64518" name="Oval 3"/>
            <p:cNvSpPr>
              <a:spLocks noChangeArrowheads="1"/>
            </p:cNvSpPr>
            <p:nvPr/>
          </p:nvSpPr>
          <p:spPr bwMode="auto">
            <a:xfrm>
              <a:off x="7117" y="3984"/>
              <a:ext cx="615" cy="59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4519" name="Text Box 4"/>
            <p:cNvSpPr txBox="1">
              <a:spLocks noChangeArrowheads="1"/>
            </p:cNvSpPr>
            <p:nvPr/>
          </p:nvSpPr>
          <p:spPr bwMode="auto">
            <a:xfrm>
              <a:off x="7266" y="3971"/>
              <a:ext cx="377" cy="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j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4520" name="Oval 5"/>
            <p:cNvSpPr>
              <a:spLocks noChangeArrowheads="1"/>
            </p:cNvSpPr>
            <p:nvPr/>
          </p:nvSpPr>
          <p:spPr bwMode="auto">
            <a:xfrm>
              <a:off x="5888" y="4956"/>
              <a:ext cx="615" cy="59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4521" name="Text Box 6"/>
            <p:cNvSpPr txBox="1">
              <a:spLocks noChangeArrowheads="1"/>
            </p:cNvSpPr>
            <p:nvPr/>
          </p:nvSpPr>
          <p:spPr bwMode="auto">
            <a:xfrm>
              <a:off x="6011" y="4989"/>
              <a:ext cx="374" cy="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k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cxnSp>
          <p:nvCxnSpPr>
            <p:cNvPr id="64522" name="AutoShape 7"/>
            <p:cNvCxnSpPr>
              <a:cxnSpLocks noChangeShapeType="1"/>
              <a:stCxn id="64518" idx="3"/>
              <a:endCxn id="64520" idx="7"/>
            </p:cNvCxnSpPr>
            <p:nvPr/>
          </p:nvCxnSpPr>
          <p:spPr bwMode="auto">
            <a:xfrm flipH="1">
              <a:off x="6413" y="4492"/>
              <a:ext cx="795" cy="55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523" name="AutoShape 8"/>
            <p:cNvSpPr>
              <a:spLocks noChangeArrowheads="1"/>
            </p:cNvSpPr>
            <p:nvPr/>
          </p:nvSpPr>
          <p:spPr bwMode="auto">
            <a:xfrm>
              <a:off x="4658" y="5927"/>
              <a:ext cx="1174" cy="91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64524" name="AutoShape 9"/>
            <p:cNvCxnSpPr>
              <a:cxnSpLocks noChangeShapeType="1"/>
              <a:stCxn id="64520" idx="3"/>
              <a:endCxn id="64523" idx="0"/>
            </p:cNvCxnSpPr>
            <p:nvPr/>
          </p:nvCxnSpPr>
          <p:spPr bwMode="auto">
            <a:xfrm flipH="1">
              <a:off x="5244" y="5463"/>
              <a:ext cx="733" cy="46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525" name="Text Box 10"/>
            <p:cNvSpPr txBox="1">
              <a:spLocks noChangeArrowheads="1"/>
            </p:cNvSpPr>
            <p:nvPr/>
          </p:nvSpPr>
          <p:spPr bwMode="auto">
            <a:xfrm>
              <a:off x="4984" y="6259"/>
              <a:ext cx="375" cy="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X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4526" name="AutoShape 11"/>
            <p:cNvSpPr>
              <a:spLocks noChangeArrowheads="1"/>
            </p:cNvSpPr>
            <p:nvPr/>
          </p:nvSpPr>
          <p:spPr bwMode="auto">
            <a:xfrm>
              <a:off x="6614" y="5981"/>
              <a:ext cx="1118" cy="1567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4527" name="Text Box 12"/>
            <p:cNvSpPr txBox="1">
              <a:spLocks noChangeArrowheads="1"/>
            </p:cNvSpPr>
            <p:nvPr/>
          </p:nvSpPr>
          <p:spPr bwMode="auto">
            <a:xfrm>
              <a:off x="6935" y="6819"/>
              <a:ext cx="375" cy="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Y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4528" name="AutoShape 13"/>
            <p:cNvSpPr>
              <a:spLocks noChangeArrowheads="1"/>
            </p:cNvSpPr>
            <p:nvPr/>
          </p:nvSpPr>
          <p:spPr bwMode="auto">
            <a:xfrm>
              <a:off x="8068" y="5279"/>
              <a:ext cx="1174" cy="91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4529" name="Text Box 14"/>
            <p:cNvSpPr txBox="1">
              <a:spLocks noChangeArrowheads="1"/>
            </p:cNvSpPr>
            <p:nvPr/>
          </p:nvSpPr>
          <p:spPr bwMode="auto">
            <a:xfrm>
              <a:off x="8395" y="5642"/>
              <a:ext cx="375" cy="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4530" name="AutoShape 15"/>
            <p:cNvCxnSpPr>
              <a:cxnSpLocks noChangeShapeType="1"/>
              <a:stCxn id="64520" idx="5"/>
              <a:endCxn id="64526" idx="0"/>
            </p:cNvCxnSpPr>
            <p:nvPr/>
          </p:nvCxnSpPr>
          <p:spPr bwMode="auto">
            <a:xfrm>
              <a:off x="6413" y="5463"/>
              <a:ext cx="761" cy="5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531" name="AutoShape 16"/>
            <p:cNvCxnSpPr>
              <a:cxnSpLocks noChangeShapeType="1"/>
              <a:stCxn id="64518" idx="5"/>
              <a:endCxn id="64528" idx="0"/>
            </p:cNvCxnSpPr>
            <p:nvPr/>
          </p:nvCxnSpPr>
          <p:spPr bwMode="auto">
            <a:xfrm>
              <a:off x="7643" y="4492"/>
              <a:ext cx="1011" cy="78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532" name="Line 17"/>
            <p:cNvSpPr>
              <a:spLocks noChangeShapeType="1"/>
            </p:cNvSpPr>
            <p:nvPr/>
          </p:nvSpPr>
          <p:spPr bwMode="auto">
            <a:xfrm>
              <a:off x="9520" y="6197"/>
              <a:ext cx="11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4533" name="Line 18"/>
            <p:cNvSpPr>
              <a:spLocks noChangeShapeType="1"/>
            </p:cNvSpPr>
            <p:nvPr/>
          </p:nvSpPr>
          <p:spPr bwMode="auto">
            <a:xfrm>
              <a:off x="9540" y="6875"/>
              <a:ext cx="11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4534" name="Line 19"/>
            <p:cNvSpPr>
              <a:spLocks noChangeShapeType="1"/>
            </p:cNvSpPr>
            <p:nvPr/>
          </p:nvSpPr>
          <p:spPr bwMode="auto">
            <a:xfrm>
              <a:off x="9547" y="7547"/>
              <a:ext cx="11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4536" name="Text Box 21"/>
            <p:cNvSpPr txBox="1">
              <a:spLocks noChangeArrowheads="1"/>
            </p:cNvSpPr>
            <p:nvPr/>
          </p:nvSpPr>
          <p:spPr bwMode="auto">
            <a:xfrm>
              <a:off x="8753" y="5063"/>
              <a:ext cx="288" cy="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4537" name="Text Box 23"/>
            <p:cNvSpPr txBox="1">
              <a:spLocks noChangeArrowheads="1"/>
            </p:cNvSpPr>
            <p:nvPr/>
          </p:nvSpPr>
          <p:spPr bwMode="auto">
            <a:xfrm>
              <a:off x="7267" y="5805"/>
              <a:ext cx="672" cy="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h+1</a:t>
              </a:r>
            </a:p>
          </p:txBody>
        </p:sp>
        <p:sp>
          <p:nvSpPr>
            <p:cNvPr id="64538" name="Text Box 24"/>
            <p:cNvSpPr txBox="1">
              <a:spLocks noChangeArrowheads="1"/>
            </p:cNvSpPr>
            <p:nvPr/>
          </p:nvSpPr>
          <p:spPr bwMode="auto">
            <a:xfrm>
              <a:off x="5446" y="5737"/>
              <a:ext cx="414" cy="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75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Insertion: Inside Case 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5538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6B1775-0787-47D0-BBF0-126710271189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65539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B0B229-9A0B-4AB9-9FB6-47EFD902A50C}" type="slidenum">
              <a:rPr lang="en-US" altLang="zh-CN" sz="790"/>
              <a:pPr/>
              <a:t>39</a:t>
            </a:fld>
            <a:endParaRPr lang="en-US" altLang="zh-CN" sz="790"/>
          </a:p>
        </p:txBody>
      </p:sp>
      <p:sp>
        <p:nvSpPr>
          <p:cNvPr id="65564" name="Text Box 25"/>
          <p:cNvSpPr txBox="1">
            <a:spLocks noChangeArrowheads="1"/>
          </p:cNvSpPr>
          <p:nvPr/>
        </p:nvSpPr>
        <p:spPr bwMode="auto">
          <a:xfrm>
            <a:off x="498951" y="1620501"/>
            <a:ext cx="3008630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>
                <a:ea typeface="宋体" panose="02010600030101010101" pitchFamily="2" charset="-122"/>
              </a:rPr>
              <a:t>Y = node i and</a:t>
            </a:r>
          </a:p>
          <a:p>
            <a:r>
              <a:rPr lang="en-US" altLang="zh-CN" sz="2800">
                <a:ea typeface="宋体" panose="02010600030101010101" pitchFamily="2" charset="-122"/>
              </a:rPr>
              <a:t>subtrees V and W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414780" y="1812963"/>
            <a:ext cx="7177405" cy="4180167"/>
            <a:chOff x="4036" y="3864"/>
            <a:chExt cx="6695" cy="3900"/>
          </a:xfrm>
        </p:grpSpPr>
        <p:sp>
          <p:nvSpPr>
            <p:cNvPr id="65541" name="Oval 2"/>
            <p:cNvSpPr>
              <a:spLocks noChangeArrowheads="1"/>
            </p:cNvSpPr>
            <p:nvPr/>
          </p:nvSpPr>
          <p:spPr bwMode="auto">
            <a:xfrm>
              <a:off x="6739" y="3864"/>
              <a:ext cx="675" cy="6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5542" name="Text Box 3"/>
            <p:cNvSpPr txBox="1">
              <a:spLocks noChangeArrowheads="1"/>
            </p:cNvSpPr>
            <p:nvPr/>
          </p:nvSpPr>
          <p:spPr bwMode="auto">
            <a:xfrm>
              <a:off x="6923" y="3890"/>
              <a:ext cx="413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j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5543" name="Oval 4"/>
            <p:cNvSpPr>
              <a:spLocks noChangeArrowheads="1"/>
            </p:cNvSpPr>
            <p:nvPr/>
          </p:nvSpPr>
          <p:spPr bwMode="auto">
            <a:xfrm>
              <a:off x="5387" y="4912"/>
              <a:ext cx="675" cy="6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5544" name="Text Box 5"/>
            <p:cNvSpPr txBox="1">
              <a:spLocks noChangeArrowheads="1"/>
            </p:cNvSpPr>
            <p:nvPr/>
          </p:nvSpPr>
          <p:spPr bwMode="auto">
            <a:xfrm>
              <a:off x="5522" y="4938"/>
              <a:ext cx="412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k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5545" name="AutoShape 6"/>
            <p:cNvCxnSpPr>
              <a:cxnSpLocks noChangeShapeType="1"/>
              <a:stCxn id="65541" idx="3"/>
              <a:endCxn id="65543" idx="7"/>
            </p:cNvCxnSpPr>
            <p:nvPr/>
          </p:nvCxnSpPr>
          <p:spPr bwMode="auto">
            <a:xfrm flipH="1">
              <a:off x="5964" y="4411"/>
              <a:ext cx="873" cy="5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5546" name="AutoShape 7"/>
            <p:cNvSpPr>
              <a:spLocks noChangeArrowheads="1"/>
            </p:cNvSpPr>
            <p:nvPr/>
          </p:nvSpPr>
          <p:spPr bwMode="auto">
            <a:xfrm>
              <a:off x="4036" y="5960"/>
              <a:ext cx="1290" cy="98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65547" name="AutoShape 8"/>
            <p:cNvCxnSpPr>
              <a:cxnSpLocks noChangeShapeType="1"/>
              <a:stCxn id="65543" idx="3"/>
              <a:endCxn id="65546" idx="0"/>
            </p:cNvCxnSpPr>
            <p:nvPr/>
          </p:nvCxnSpPr>
          <p:spPr bwMode="auto">
            <a:xfrm flipH="1">
              <a:off x="4681" y="5459"/>
              <a:ext cx="804" cy="50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5548" name="Text Box 9"/>
            <p:cNvSpPr txBox="1">
              <a:spLocks noChangeArrowheads="1"/>
            </p:cNvSpPr>
            <p:nvPr/>
          </p:nvSpPr>
          <p:spPr bwMode="auto">
            <a:xfrm>
              <a:off x="4405" y="6372"/>
              <a:ext cx="412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X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5549" name="AutoShape 10"/>
            <p:cNvSpPr>
              <a:spLocks noChangeArrowheads="1"/>
            </p:cNvSpPr>
            <p:nvPr/>
          </p:nvSpPr>
          <p:spPr bwMode="auto">
            <a:xfrm>
              <a:off x="5449" y="6716"/>
              <a:ext cx="1167" cy="1048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5550" name="Text Box 11"/>
            <p:cNvSpPr txBox="1">
              <a:spLocks noChangeArrowheads="1"/>
            </p:cNvSpPr>
            <p:nvPr/>
          </p:nvSpPr>
          <p:spPr bwMode="auto">
            <a:xfrm>
              <a:off x="5748" y="7236"/>
              <a:ext cx="412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V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5551" name="AutoShape 12"/>
            <p:cNvSpPr>
              <a:spLocks noChangeArrowheads="1"/>
            </p:cNvSpPr>
            <p:nvPr/>
          </p:nvSpPr>
          <p:spPr bwMode="auto">
            <a:xfrm>
              <a:off x="7782" y="5261"/>
              <a:ext cx="1291" cy="99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5552" name="Text Box 13"/>
            <p:cNvSpPr txBox="1">
              <a:spLocks noChangeArrowheads="1"/>
            </p:cNvSpPr>
            <p:nvPr/>
          </p:nvSpPr>
          <p:spPr bwMode="auto">
            <a:xfrm>
              <a:off x="8219" y="5705"/>
              <a:ext cx="412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5553" name="AutoShape 14"/>
            <p:cNvCxnSpPr>
              <a:cxnSpLocks noChangeShapeType="1"/>
              <a:stCxn id="65543" idx="5"/>
              <a:endCxn id="65560" idx="1"/>
            </p:cNvCxnSpPr>
            <p:nvPr/>
          </p:nvCxnSpPr>
          <p:spPr bwMode="auto">
            <a:xfrm>
              <a:off x="5964" y="5459"/>
              <a:ext cx="567" cy="41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4" name="AutoShape 15"/>
            <p:cNvCxnSpPr>
              <a:cxnSpLocks noChangeShapeType="1"/>
              <a:stCxn id="65541" idx="5"/>
              <a:endCxn id="65551" idx="0"/>
            </p:cNvCxnSpPr>
            <p:nvPr/>
          </p:nvCxnSpPr>
          <p:spPr bwMode="auto">
            <a:xfrm>
              <a:off x="7315" y="4411"/>
              <a:ext cx="1112" cy="84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5555" name="Line 16"/>
            <p:cNvSpPr>
              <a:spLocks noChangeShapeType="1"/>
            </p:cNvSpPr>
            <p:nvPr/>
          </p:nvSpPr>
          <p:spPr bwMode="auto">
            <a:xfrm>
              <a:off x="9380" y="6251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5556" name="Line 17"/>
            <p:cNvSpPr>
              <a:spLocks noChangeShapeType="1"/>
            </p:cNvSpPr>
            <p:nvPr/>
          </p:nvSpPr>
          <p:spPr bwMode="auto">
            <a:xfrm>
              <a:off x="9380" y="6948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5557" name="Line 18"/>
            <p:cNvSpPr>
              <a:spLocks noChangeShapeType="1"/>
            </p:cNvSpPr>
            <p:nvPr/>
          </p:nvSpPr>
          <p:spPr bwMode="auto">
            <a:xfrm>
              <a:off x="9442" y="7705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5558" name="AutoShape 19"/>
            <p:cNvSpPr>
              <a:spLocks noChangeArrowheads="1"/>
            </p:cNvSpPr>
            <p:nvPr/>
          </p:nvSpPr>
          <p:spPr bwMode="auto">
            <a:xfrm>
              <a:off x="6985" y="6716"/>
              <a:ext cx="1166" cy="1048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5559" name="Text Box 20"/>
            <p:cNvSpPr txBox="1">
              <a:spLocks noChangeArrowheads="1"/>
            </p:cNvSpPr>
            <p:nvPr/>
          </p:nvSpPr>
          <p:spPr bwMode="auto">
            <a:xfrm>
              <a:off x="7294" y="7225"/>
              <a:ext cx="411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W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5560" name="Oval 21"/>
            <p:cNvSpPr>
              <a:spLocks noChangeArrowheads="1"/>
            </p:cNvSpPr>
            <p:nvPr/>
          </p:nvSpPr>
          <p:spPr bwMode="auto">
            <a:xfrm>
              <a:off x="6431" y="5785"/>
              <a:ext cx="676" cy="64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5561" name="Text Box 22"/>
            <p:cNvSpPr txBox="1">
              <a:spLocks noChangeArrowheads="1"/>
            </p:cNvSpPr>
            <p:nvPr/>
          </p:nvSpPr>
          <p:spPr bwMode="auto">
            <a:xfrm>
              <a:off x="6664" y="5831"/>
              <a:ext cx="412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i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5562" name="AutoShape 23"/>
            <p:cNvCxnSpPr>
              <a:cxnSpLocks noChangeShapeType="1"/>
              <a:stCxn id="65560" idx="3"/>
              <a:endCxn id="65549" idx="0"/>
            </p:cNvCxnSpPr>
            <p:nvPr/>
          </p:nvCxnSpPr>
          <p:spPr bwMode="auto">
            <a:xfrm flipH="1">
              <a:off x="6033" y="6331"/>
              <a:ext cx="498" cy="385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63" name="AutoShape 24"/>
            <p:cNvCxnSpPr>
              <a:cxnSpLocks noChangeShapeType="1"/>
              <a:stCxn id="65560" idx="5"/>
              <a:endCxn id="65558" idx="0"/>
            </p:cNvCxnSpPr>
            <p:nvPr/>
          </p:nvCxnSpPr>
          <p:spPr bwMode="auto">
            <a:xfrm>
              <a:off x="7009" y="6331"/>
              <a:ext cx="560" cy="385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5566" name="Text Box 27"/>
            <p:cNvSpPr txBox="1">
              <a:spLocks noChangeArrowheads="1"/>
            </p:cNvSpPr>
            <p:nvPr/>
          </p:nvSpPr>
          <p:spPr bwMode="auto">
            <a:xfrm>
              <a:off x="8483" y="4996"/>
              <a:ext cx="288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5567" name="Text Box 29"/>
            <p:cNvSpPr txBox="1">
              <a:spLocks noChangeArrowheads="1"/>
            </p:cNvSpPr>
            <p:nvPr/>
          </p:nvSpPr>
          <p:spPr bwMode="auto">
            <a:xfrm>
              <a:off x="7133" y="5873"/>
              <a:ext cx="672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h+1</a:t>
              </a:r>
            </a:p>
          </p:txBody>
        </p:sp>
        <p:sp>
          <p:nvSpPr>
            <p:cNvPr id="65568" name="Text Box 30"/>
            <p:cNvSpPr txBox="1">
              <a:spLocks noChangeArrowheads="1"/>
            </p:cNvSpPr>
            <p:nvPr/>
          </p:nvSpPr>
          <p:spPr bwMode="auto">
            <a:xfrm>
              <a:off x="4905" y="5806"/>
              <a:ext cx="414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5569" name="Text Box 31"/>
            <p:cNvSpPr txBox="1">
              <a:spLocks noChangeArrowheads="1"/>
            </p:cNvSpPr>
            <p:nvPr/>
          </p:nvSpPr>
          <p:spPr bwMode="auto">
            <a:xfrm>
              <a:off x="6254" y="6548"/>
              <a:ext cx="1204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 or h-1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75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Insertion: Inside Case 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6562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DF6C01-9424-4307-AF18-A43BB1E8C48B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66563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0FA160-6E18-477F-B850-9B45288905D8}" type="slidenum">
              <a:rPr lang="en-US" altLang="zh-CN" sz="790"/>
              <a:pPr/>
              <a:t>40</a:t>
            </a:fld>
            <a:endParaRPr lang="en-US" altLang="zh-CN" sz="790"/>
          </a:p>
        </p:txBody>
      </p:sp>
      <p:sp>
        <p:nvSpPr>
          <p:cNvPr id="66589" name="Text Box 26"/>
          <p:cNvSpPr txBox="1">
            <a:spLocks noChangeArrowheads="1"/>
          </p:cNvSpPr>
          <p:nvPr/>
        </p:nvSpPr>
        <p:spPr bwMode="auto">
          <a:xfrm>
            <a:off x="5654100" y="1630085"/>
            <a:ext cx="3090545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We will do a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left-right </a:t>
            </a:r>
          </a:p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“double rotation” </a:t>
            </a:r>
            <a:r>
              <a:rPr lang="en-US" altLang="zh-CN" sz="2400" dirty="0">
                <a:ea typeface="宋体" panose="02010600030101010101" pitchFamily="2" charset="-122"/>
              </a:rPr>
              <a:t>. . .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27760" y="1884827"/>
            <a:ext cx="7181850" cy="4182598"/>
            <a:chOff x="4036" y="3864"/>
            <a:chExt cx="6695" cy="3900"/>
          </a:xfrm>
        </p:grpSpPr>
        <p:sp>
          <p:nvSpPr>
            <p:cNvPr id="66565" name="Oval 2"/>
            <p:cNvSpPr>
              <a:spLocks noChangeArrowheads="1"/>
            </p:cNvSpPr>
            <p:nvPr/>
          </p:nvSpPr>
          <p:spPr bwMode="auto">
            <a:xfrm>
              <a:off x="6739" y="3864"/>
              <a:ext cx="675" cy="6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6566" name="Text Box 3"/>
            <p:cNvSpPr txBox="1">
              <a:spLocks noChangeArrowheads="1"/>
            </p:cNvSpPr>
            <p:nvPr/>
          </p:nvSpPr>
          <p:spPr bwMode="auto">
            <a:xfrm>
              <a:off x="6923" y="3890"/>
              <a:ext cx="413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j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6567" name="Oval 4"/>
            <p:cNvSpPr>
              <a:spLocks noChangeArrowheads="1"/>
            </p:cNvSpPr>
            <p:nvPr/>
          </p:nvSpPr>
          <p:spPr bwMode="auto">
            <a:xfrm>
              <a:off x="5387" y="4912"/>
              <a:ext cx="675" cy="6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6568" name="Text Box 5"/>
            <p:cNvSpPr txBox="1">
              <a:spLocks noChangeArrowheads="1"/>
            </p:cNvSpPr>
            <p:nvPr/>
          </p:nvSpPr>
          <p:spPr bwMode="auto">
            <a:xfrm>
              <a:off x="5522" y="4938"/>
              <a:ext cx="412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k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6569" name="AutoShape 6"/>
            <p:cNvCxnSpPr>
              <a:cxnSpLocks noChangeShapeType="1"/>
              <a:stCxn id="66565" idx="3"/>
              <a:endCxn id="66567" idx="7"/>
            </p:cNvCxnSpPr>
            <p:nvPr/>
          </p:nvCxnSpPr>
          <p:spPr bwMode="auto">
            <a:xfrm flipH="1">
              <a:off x="5964" y="4411"/>
              <a:ext cx="873" cy="5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6570" name="AutoShape 7"/>
            <p:cNvSpPr>
              <a:spLocks noChangeArrowheads="1"/>
            </p:cNvSpPr>
            <p:nvPr/>
          </p:nvSpPr>
          <p:spPr bwMode="auto">
            <a:xfrm>
              <a:off x="4036" y="5960"/>
              <a:ext cx="1290" cy="98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66571" name="AutoShape 8"/>
            <p:cNvCxnSpPr>
              <a:cxnSpLocks noChangeShapeType="1"/>
              <a:stCxn id="66567" idx="3"/>
              <a:endCxn id="66570" idx="0"/>
            </p:cNvCxnSpPr>
            <p:nvPr/>
          </p:nvCxnSpPr>
          <p:spPr bwMode="auto">
            <a:xfrm flipH="1">
              <a:off x="4681" y="5459"/>
              <a:ext cx="804" cy="50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6572" name="Text Box 9"/>
            <p:cNvSpPr txBox="1">
              <a:spLocks noChangeArrowheads="1"/>
            </p:cNvSpPr>
            <p:nvPr/>
          </p:nvSpPr>
          <p:spPr bwMode="auto">
            <a:xfrm>
              <a:off x="4445" y="6372"/>
              <a:ext cx="412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X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6573" name="AutoShape 10"/>
            <p:cNvSpPr>
              <a:spLocks noChangeArrowheads="1"/>
            </p:cNvSpPr>
            <p:nvPr/>
          </p:nvSpPr>
          <p:spPr bwMode="auto">
            <a:xfrm>
              <a:off x="5449" y="6716"/>
              <a:ext cx="1167" cy="1048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6574" name="Text Box 11"/>
            <p:cNvSpPr txBox="1">
              <a:spLocks noChangeArrowheads="1"/>
            </p:cNvSpPr>
            <p:nvPr/>
          </p:nvSpPr>
          <p:spPr bwMode="auto">
            <a:xfrm>
              <a:off x="5788" y="7169"/>
              <a:ext cx="412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V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6575" name="AutoShape 12"/>
            <p:cNvSpPr>
              <a:spLocks noChangeArrowheads="1"/>
            </p:cNvSpPr>
            <p:nvPr/>
          </p:nvSpPr>
          <p:spPr bwMode="auto">
            <a:xfrm>
              <a:off x="7782" y="5261"/>
              <a:ext cx="1291" cy="99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6576" name="Text Box 13"/>
            <p:cNvSpPr txBox="1">
              <a:spLocks noChangeArrowheads="1"/>
            </p:cNvSpPr>
            <p:nvPr/>
          </p:nvSpPr>
          <p:spPr bwMode="auto">
            <a:xfrm>
              <a:off x="8219" y="5705"/>
              <a:ext cx="412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6577" name="AutoShape 14"/>
            <p:cNvCxnSpPr>
              <a:cxnSpLocks noChangeShapeType="1"/>
              <a:stCxn id="66567" idx="5"/>
              <a:endCxn id="66584" idx="1"/>
            </p:cNvCxnSpPr>
            <p:nvPr/>
          </p:nvCxnSpPr>
          <p:spPr bwMode="auto">
            <a:xfrm>
              <a:off x="5964" y="5459"/>
              <a:ext cx="567" cy="41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8" name="AutoShape 15"/>
            <p:cNvCxnSpPr>
              <a:cxnSpLocks noChangeShapeType="1"/>
              <a:stCxn id="66565" idx="5"/>
              <a:endCxn id="66575" idx="0"/>
            </p:cNvCxnSpPr>
            <p:nvPr/>
          </p:nvCxnSpPr>
          <p:spPr bwMode="auto">
            <a:xfrm>
              <a:off x="7315" y="4411"/>
              <a:ext cx="1112" cy="84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6579" name="Line 16"/>
            <p:cNvSpPr>
              <a:spLocks noChangeShapeType="1"/>
            </p:cNvSpPr>
            <p:nvPr/>
          </p:nvSpPr>
          <p:spPr bwMode="auto">
            <a:xfrm>
              <a:off x="9380" y="6251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6580" name="Line 17"/>
            <p:cNvSpPr>
              <a:spLocks noChangeShapeType="1"/>
            </p:cNvSpPr>
            <p:nvPr/>
          </p:nvSpPr>
          <p:spPr bwMode="auto">
            <a:xfrm>
              <a:off x="9380" y="6948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6581" name="Line 18"/>
            <p:cNvSpPr>
              <a:spLocks noChangeShapeType="1"/>
            </p:cNvSpPr>
            <p:nvPr/>
          </p:nvSpPr>
          <p:spPr bwMode="auto">
            <a:xfrm>
              <a:off x="9442" y="7705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6582" name="AutoShape 19"/>
            <p:cNvSpPr>
              <a:spLocks noChangeArrowheads="1"/>
            </p:cNvSpPr>
            <p:nvPr/>
          </p:nvSpPr>
          <p:spPr bwMode="auto">
            <a:xfrm>
              <a:off x="6985" y="6716"/>
              <a:ext cx="1166" cy="1048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6583" name="Text Box 20"/>
            <p:cNvSpPr txBox="1">
              <a:spLocks noChangeArrowheads="1"/>
            </p:cNvSpPr>
            <p:nvPr/>
          </p:nvSpPr>
          <p:spPr bwMode="auto">
            <a:xfrm>
              <a:off x="7267" y="7158"/>
              <a:ext cx="411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W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6584" name="Oval 21"/>
            <p:cNvSpPr>
              <a:spLocks noChangeArrowheads="1"/>
            </p:cNvSpPr>
            <p:nvPr/>
          </p:nvSpPr>
          <p:spPr bwMode="auto">
            <a:xfrm>
              <a:off x="6431" y="5785"/>
              <a:ext cx="676" cy="64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6585" name="Text Box 22"/>
            <p:cNvSpPr txBox="1">
              <a:spLocks noChangeArrowheads="1"/>
            </p:cNvSpPr>
            <p:nvPr/>
          </p:nvSpPr>
          <p:spPr bwMode="auto">
            <a:xfrm>
              <a:off x="6597" y="5697"/>
              <a:ext cx="412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i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6586" name="AutoShape 23"/>
            <p:cNvCxnSpPr>
              <a:cxnSpLocks noChangeShapeType="1"/>
              <a:stCxn id="66584" idx="3"/>
              <a:endCxn id="66573" idx="0"/>
            </p:cNvCxnSpPr>
            <p:nvPr/>
          </p:nvCxnSpPr>
          <p:spPr bwMode="auto">
            <a:xfrm flipH="1">
              <a:off x="6033" y="6331"/>
              <a:ext cx="498" cy="385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87" name="AutoShape 24"/>
            <p:cNvCxnSpPr>
              <a:cxnSpLocks noChangeShapeType="1"/>
              <a:stCxn id="66584" idx="5"/>
              <a:endCxn id="66582" idx="0"/>
            </p:cNvCxnSpPr>
            <p:nvPr/>
          </p:nvCxnSpPr>
          <p:spPr bwMode="auto">
            <a:xfrm>
              <a:off x="7009" y="6331"/>
              <a:ext cx="560" cy="385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6590" name="Freeform 27"/>
            <p:cNvSpPr/>
            <p:nvPr/>
          </p:nvSpPr>
          <p:spPr bwMode="auto">
            <a:xfrm>
              <a:off x="6242" y="5006"/>
              <a:ext cx="651" cy="744"/>
            </a:xfrm>
            <a:custGeom>
              <a:avLst/>
              <a:gdLst>
                <a:gd name="T0" fmla="*/ 735012 w 463"/>
                <a:gd name="T1" fmla="*/ 839788 h 529"/>
                <a:gd name="T2" fmla="*/ 579437 w 463"/>
                <a:gd name="T3" fmla="*/ 138113 h 529"/>
                <a:gd name="T4" fmla="*/ 0 w 463"/>
                <a:gd name="T5" fmla="*/ 15875 h 5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3" h="529">
                  <a:moveTo>
                    <a:pt x="463" y="529"/>
                  </a:moveTo>
                  <a:cubicBezTo>
                    <a:pt x="452" y="351"/>
                    <a:pt x="442" y="174"/>
                    <a:pt x="365" y="87"/>
                  </a:cubicBezTo>
                  <a:cubicBezTo>
                    <a:pt x="288" y="0"/>
                    <a:pt x="144" y="5"/>
                    <a:pt x="0" y="1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6591" name="Freeform 28"/>
            <p:cNvSpPr/>
            <p:nvPr/>
          </p:nvSpPr>
          <p:spPr bwMode="auto">
            <a:xfrm>
              <a:off x="5863" y="4269"/>
              <a:ext cx="724" cy="731"/>
            </a:xfrm>
            <a:custGeom>
              <a:avLst/>
              <a:gdLst>
                <a:gd name="T0" fmla="*/ 327025 w 515"/>
                <a:gd name="T1" fmla="*/ 825500 h 520"/>
                <a:gd name="T2" fmla="*/ 82550 w 515"/>
                <a:gd name="T3" fmla="*/ 144463 h 520"/>
                <a:gd name="T4" fmla="*/ 817562 w 515"/>
                <a:gd name="T5" fmla="*/ 0 h 5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5" h="520">
                  <a:moveTo>
                    <a:pt x="206" y="520"/>
                  </a:moveTo>
                  <a:cubicBezTo>
                    <a:pt x="103" y="349"/>
                    <a:pt x="0" y="178"/>
                    <a:pt x="52" y="91"/>
                  </a:cubicBezTo>
                  <a:cubicBezTo>
                    <a:pt x="104" y="4"/>
                    <a:pt x="309" y="2"/>
                    <a:pt x="515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6592" name="Oval 30"/>
            <p:cNvSpPr>
              <a:spLocks noChangeArrowheads="1"/>
            </p:cNvSpPr>
            <p:nvPr/>
          </p:nvSpPr>
          <p:spPr bwMode="auto">
            <a:xfrm rot="1680000">
              <a:off x="4703" y="5027"/>
              <a:ext cx="3038" cy="131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6593" name="Oval 31"/>
            <p:cNvSpPr>
              <a:spLocks noChangeArrowheads="1"/>
            </p:cNvSpPr>
            <p:nvPr/>
          </p:nvSpPr>
          <p:spPr bwMode="auto">
            <a:xfrm rot="19500000">
              <a:off x="4905" y="3983"/>
              <a:ext cx="3038" cy="131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109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Double rotation : first rotation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7586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7407B5-9A4B-42D2-A2F2-C44C1299B296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67587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2E0346-F39B-4894-B47D-22752D222616}" type="slidenum">
              <a:rPr lang="en-US" altLang="zh-CN" sz="790"/>
              <a:pPr/>
              <a:t>41</a:t>
            </a:fld>
            <a:endParaRPr lang="en-US" altLang="zh-CN" sz="790"/>
          </a:p>
        </p:txBody>
      </p:sp>
      <p:sp>
        <p:nvSpPr>
          <p:cNvPr id="67609" name="Text Box 26"/>
          <p:cNvSpPr txBox="1">
            <a:spLocks noChangeArrowheads="1"/>
          </p:cNvSpPr>
          <p:nvPr/>
        </p:nvSpPr>
        <p:spPr bwMode="auto">
          <a:xfrm>
            <a:off x="5295325" y="1773594"/>
            <a:ext cx="34817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left rotation complete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08050" y="1811635"/>
            <a:ext cx="7494270" cy="4123710"/>
            <a:chOff x="3690" y="3864"/>
            <a:chExt cx="7041" cy="3874"/>
          </a:xfrm>
        </p:grpSpPr>
        <p:sp>
          <p:nvSpPr>
            <p:cNvPr id="67589" name="Oval 2"/>
            <p:cNvSpPr>
              <a:spLocks noChangeArrowheads="1"/>
            </p:cNvSpPr>
            <p:nvPr/>
          </p:nvSpPr>
          <p:spPr bwMode="auto">
            <a:xfrm>
              <a:off x="6739" y="3864"/>
              <a:ext cx="675" cy="6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7590" name="Text Box 3"/>
            <p:cNvSpPr txBox="1">
              <a:spLocks noChangeArrowheads="1"/>
            </p:cNvSpPr>
            <p:nvPr/>
          </p:nvSpPr>
          <p:spPr bwMode="auto">
            <a:xfrm>
              <a:off x="6923" y="3890"/>
              <a:ext cx="413" cy="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j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7591" name="Oval 4"/>
            <p:cNvSpPr>
              <a:spLocks noChangeArrowheads="1"/>
            </p:cNvSpPr>
            <p:nvPr/>
          </p:nvSpPr>
          <p:spPr bwMode="auto">
            <a:xfrm>
              <a:off x="4770" y="5711"/>
              <a:ext cx="675" cy="6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>
                  <a:ea typeface="宋体" panose="02010600030101010101" pitchFamily="2" charset="-122"/>
                </a:rPr>
                <a:t>k</a:t>
              </a:r>
            </a:p>
          </p:txBody>
        </p:sp>
        <p:cxnSp>
          <p:nvCxnSpPr>
            <p:cNvPr id="67592" name="AutoShape 6"/>
            <p:cNvCxnSpPr>
              <a:cxnSpLocks noChangeShapeType="1"/>
              <a:stCxn id="67589" idx="3"/>
              <a:endCxn id="67606" idx="0"/>
            </p:cNvCxnSpPr>
            <p:nvPr/>
          </p:nvCxnSpPr>
          <p:spPr bwMode="auto">
            <a:xfrm flipH="1">
              <a:off x="5716" y="4410"/>
              <a:ext cx="1121" cy="5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7593" name="AutoShape 7"/>
            <p:cNvSpPr>
              <a:spLocks noChangeArrowheads="1"/>
            </p:cNvSpPr>
            <p:nvPr/>
          </p:nvSpPr>
          <p:spPr bwMode="auto">
            <a:xfrm>
              <a:off x="3690" y="6750"/>
              <a:ext cx="1290" cy="98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67594" name="AutoShape 8"/>
            <p:cNvCxnSpPr>
              <a:cxnSpLocks noChangeShapeType="1"/>
              <a:stCxn id="67591" idx="3"/>
              <a:endCxn id="67593" idx="0"/>
            </p:cNvCxnSpPr>
            <p:nvPr/>
          </p:nvCxnSpPr>
          <p:spPr bwMode="auto">
            <a:xfrm flipH="1">
              <a:off x="4335" y="6256"/>
              <a:ext cx="533" cy="49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7595" name="Text Box 9"/>
            <p:cNvSpPr txBox="1">
              <a:spLocks noChangeArrowheads="1"/>
            </p:cNvSpPr>
            <p:nvPr/>
          </p:nvSpPr>
          <p:spPr bwMode="auto">
            <a:xfrm>
              <a:off x="4086" y="7154"/>
              <a:ext cx="412" cy="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X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7596" name="AutoShape 10"/>
            <p:cNvSpPr>
              <a:spLocks noChangeArrowheads="1"/>
            </p:cNvSpPr>
            <p:nvPr/>
          </p:nvSpPr>
          <p:spPr bwMode="auto">
            <a:xfrm>
              <a:off x="5238" y="6683"/>
              <a:ext cx="1167" cy="1048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67597" name="AutoShape 12"/>
            <p:cNvSpPr>
              <a:spLocks noChangeArrowheads="1"/>
            </p:cNvSpPr>
            <p:nvPr/>
          </p:nvSpPr>
          <p:spPr bwMode="auto">
            <a:xfrm>
              <a:off x="7782" y="5261"/>
              <a:ext cx="1291" cy="99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7598" name="Text Box 13"/>
            <p:cNvSpPr txBox="1">
              <a:spLocks noChangeArrowheads="1"/>
            </p:cNvSpPr>
            <p:nvPr/>
          </p:nvSpPr>
          <p:spPr bwMode="auto">
            <a:xfrm>
              <a:off x="8219" y="5638"/>
              <a:ext cx="412" cy="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7599" name="AutoShape 14"/>
            <p:cNvCxnSpPr>
              <a:cxnSpLocks noChangeShapeType="1"/>
              <a:stCxn id="67591" idx="5"/>
              <a:endCxn id="67596" idx="0"/>
            </p:cNvCxnSpPr>
            <p:nvPr/>
          </p:nvCxnSpPr>
          <p:spPr bwMode="auto">
            <a:xfrm>
              <a:off x="5347" y="6256"/>
              <a:ext cx="475" cy="42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600" name="AutoShape 15"/>
            <p:cNvCxnSpPr>
              <a:cxnSpLocks noChangeShapeType="1"/>
              <a:stCxn id="67589" idx="5"/>
              <a:endCxn id="67597" idx="0"/>
            </p:cNvCxnSpPr>
            <p:nvPr/>
          </p:nvCxnSpPr>
          <p:spPr bwMode="auto">
            <a:xfrm>
              <a:off x="7315" y="4411"/>
              <a:ext cx="1112" cy="84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7601" name="Line 16"/>
            <p:cNvSpPr>
              <a:spLocks noChangeShapeType="1"/>
            </p:cNvSpPr>
            <p:nvPr/>
          </p:nvSpPr>
          <p:spPr bwMode="auto">
            <a:xfrm>
              <a:off x="9380" y="6251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7602" name="Line 17"/>
            <p:cNvSpPr>
              <a:spLocks noChangeShapeType="1"/>
            </p:cNvSpPr>
            <p:nvPr/>
          </p:nvSpPr>
          <p:spPr bwMode="auto">
            <a:xfrm>
              <a:off x="9380" y="6948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7603" name="Line 18"/>
            <p:cNvSpPr>
              <a:spLocks noChangeShapeType="1"/>
            </p:cNvSpPr>
            <p:nvPr/>
          </p:nvSpPr>
          <p:spPr bwMode="auto">
            <a:xfrm>
              <a:off x="9442" y="7705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7604" name="AutoShape 19"/>
            <p:cNvSpPr>
              <a:spLocks noChangeArrowheads="1"/>
            </p:cNvSpPr>
            <p:nvPr/>
          </p:nvSpPr>
          <p:spPr bwMode="auto">
            <a:xfrm>
              <a:off x="6525" y="5940"/>
              <a:ext cx="1166" cy="1048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7605" name="Text Box 20"/>
            <p:cNvSpPr txBox="1">
              <a:spLocks noChangeArrowheads="1"/>
            </p:cNvSpPr>
            <p:nvPr/>
          </p:nvSpPr>
          <p:spPr bwMode="auto">
            <a:xfrm>
              <a:off x="6794" y="6382"/>
              <a:ext cx="411" cy="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W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7606" name="Oval 21"/>
            <p:cNvSpPr>
              <a:spLocks noChangeArrowheads="1"/>
            </p:cNvSpPr>
            <p:nvPr/>
          </p:nvSpPr>
          <p:spPr bwMode="auto">
            <a:xfrm>
              <a:off x="5378" y="4928"/>
              <a:ext cx="676" cy="64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>
                  <a:ea typeface="宋体" panose="02010600030101010101" pitchFamily="2" charset="-122"/>
                </a:rPr>
                <a:t>i</a:t>
              </a:r>
            </a:p>
          </p:txBody>
        </p:sp>
        <p:cxnSp>
          <p:nvCxnSpPr>
            <p:cNvPr id="67607" name="AutoShape 24"/>
            <p:cNvCxnSpPr>
              <a:cxnSpLocks noChangeShapeType="1"/>
              <a:stCxn id="67606" idx="5"/>
              <a:endCxn id="67604" idx="0"/>
            </p:cNvCxnSpPr>
            <p:nvPr/>
          </p:nvCxnSpPr>
          <p:spPr bwMode="auto">
            <a:xfrm>
              <a:off x="5955" y="5473"/>
              <a:ext cx="1153" cy="46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610" name="AutoShape 31"/>
            <p:cNvCxnSpPr>
              <a:cxnSpLocks noChangeShapeType="1"/>
              <a:stCxn id="67606" idx="3"/>
              <a:endCxn id="67591" idx="0"/>
            </p:cNvCxnSpPr>
            <p:nvPr/>
          </p:nvCxnSpPr>
          <p:spPr bwMode="auto">
            <a:xfrm flipH="1">
              <a:off x="5108" y="5473"/>
              <a:ext cx="368" cy="23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7611" name="Oval 34"/>
            <p:cNvSpPr>
              <a:spLocks noChangeArrowheads="1"/>
            </p:cNvSpPr>
            <p:nvPr/>
          </p:nvSpPr>
          <p:spPr bwMode="auto">
            <a:xfrm rot="19500000">
              <a:off x="3758" y="4995"/>
              <a:ext cx="3038" cy="131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5544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Double rotation : second rotation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8610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25D7CF-CD00-4828-854E-69FE5499E645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68611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14440C-9241-4348-9CB8-A14E9E6BAEF8}" type="slidenum">
              <a:rPr lang="en-US" altLang="zh-CN" sz="790"/>
              <a:pPr/>
              <a:t>42</a:t>
            </a:fld>
            <a:endParaRPr lang="en-US" altLang="zh-CN" sz="790"/>
          </a:p>
        </p:txBody>
      </p:sp>
      <p:grpSp>
        <p:nvGrpSpPr>
          <p:cNvPr id="4" name="组合 3"/>
          <p:cNvGrpSpPr/>
          <p:nvPr/>
        </p:nvGrpSpPr>
        <p:grpSpPr>
          <a:xfrm>
            <a:off x="692785" y="1953578"/>
            <a:ext cx="7430135" cy="4104286"/>
            <a:chOff x="3690" y="3864"/>
            <a:chExt cx="7041" cy="3889"/>
          </a:xfrm>
        </p:grpSpPr>
        <p:sp>
          <p:nvSpPr>
            <p:cNvPr id="68613" name="Oval 2"/>
            <p:cNvSpPr>
              <a:spLocks noChangeArrowheads="1"/>
            </p:cNvSpPr>
            <p:nvPr/>
          </p:nvSpPr>
          <p:spPr bwMode="auto">
            <a:xfrm>
              <a:off x="6739" y="3864"/>
              <a:ext cx="675" cy="6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8614" name="Text Box 3"/>
            <p:cNvSpPr txBox="1">
              <a:spLocks noChangeArrowheads="1"/>
            </p:cNvSpPr>
            <p:nvPr/>
          </p:nvSpPr>
          <p:spPr bwMode="auto">
            <a:xfrm>
              <a:off x="6923" y="3893"/>
              <a:ext cx="413" cy="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j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8615" name="Oval 4"/>
            <p:cNvSpPr>
              <a:spLocks noChangeArrowheads="1"/>
            </p:cNvSpPr>
            <p:nvPr/>
          </p:nvSpPr>
          <p:spPr bwMode="auto">
            <a:xfrm>
              <a:off x="4770" y="5711"/>
              <a:ext cx="675" cy="6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>
                  <a:ea typeface="宋体" panose="02010600030101010101" pitchFamily="2" charset="-122"/>
                </a:rPr>
                <a:t>k</a:t>
              </a:r>
            </a:p>
          </p:txBody>
        </p:sp>
        <p:cxnSp>
          <p:nvCxnSpPr>
            <p:cNvPr id="68616" name="AutoShape 5"/>
            <p:cNvCxnSpPr>
              <a:cxnSpLocks noChangeShapeType="1"/>
              <a:stCxn id="68613" idx="3"/>
              <a:endCxn id="68630" idx="0"/>
            </p:cNvCxnSpPr>
            <p:nvPr/>
          </p:nvCxnSpPr>
          <p:spPr bwMode="auto">
            <a:xfrm flipH="1">
              <a:off x="5716" y="4410"/>
              <a:ext cx="1121" cy="5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8617" name="AutoShape 6"/>
            <p:cNvSpPr>
              <a:spLocks noChangeArrowheads="1"/>
            </p:cNvSpPr>
            <p:nvPr/>
          </p:nvSpPr>
          <p:spPr bwMode="auto">
            <a:xfrm>
              <a:off x="3690" y="6750"/>
              <a:ext cx="1290" cy="98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68618" name="AutoShape 7"/>
            <p:cNvCxnSpPr>
              <a:cxnSpLocks noChangeShapeType="1"/>
              <a:stCxn id="68615" idx="3"/>
              <a:endCxn id="68617" idx="0"/>
            </p:cNvCxnSpPr>
            <p:nvPr/>
          </p:nvCxnSpPr>
          <p:spPr bwMode="auto">
            <a:xfrm flipH="1">
              <a:off x="4335" y="6256"/>
              <a:ext cx="533" cy="49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8619" name="Text Box 8"/>
            <p:cNvSpPr txBox="1">
              <a:spLocks noChangeArrowheads="1"/>
            </p:cNvSpPr>
            <p:nvPr/>
          </p:nvSpPr>
          <p:spPr bwMode="auto">
            <a:xfrm>
              <a:off x="4070" y="7224"/>
              <a:ext cx="341" cy="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X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8620" name="AutoShape 9"/>
            <p:cNvSpPr>
              <a:spLocks noChangeArrowheads="1"/>
            </p:cNvSpPr>
            <p:nvPr/>
          </p:nvSpPr>
          <p:spPr bwMode="auto">
            <a:xfrm>
              <a:off x="5238" y="6683"/>
              <a:ext cx="1167" cy="1048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68621" name="AutoShape 10"/>
            <p:cNvSpPr>
              <a:spLocks noChangeArrowheads="1"/>
            </p:cNvSpPr>
            <p:nvPr/>
          </p:nvSpPr>
          <p:spPr bwMode="auto">
            <a:xfrm>
              <a:off x="7782" y="5261"/>
              <a:ext cx="1291" cy="99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8622" name="Text Box 11"/>
            <p:cNvSpPr txBox="1">
              <a:spLocks noChangeArrowheads="1"/>
            </p:cNvSpPr>
            <p:nvPr/>
          </p:nvSpPr>
          <p:spPr bwMode="auto">
            <a:xfrm>
              <a:off x="8220" y="5640"/>
              <a:ext cx="412" cy="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8623" name="AutoShape 12"/>
            <p:cNvCxnSpPr>
              <a:cxnSpLocks noChangeShapeType="1"/>
              <a:stCxn id="68615" idx="5"/>
              <a:endCxn id="68620" idx="0"/>
            </p:cNvCxnSpPr>
            <p:nvPr/>
          </p:nvCxnSpPr>
          <p:spPr bwMode="auto">
            <a:xfrm>
              <a:off x="5347" y="6256"/>
              <a:ext cx="475" cy="42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24" name="AutoShape 13"/>
            <p:cNvCxnSpPr>
              <a:cxnSpLocks noChangeShapeType="1"/>
              <a:stCxn id="68613" idx="5"/>
              <a:endCxn id="68621" idx="0"/>
            </p:cNvCxnSpPr>
            <p:nvPr/>
          </p:nvCxnSpPr>
          <p:spPr bwMode="auto">
            <a:xfrm>
              <a:off x="7315" y="4411"/>
              <a:ext cx="1112" cy="84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8625" name="Line 14"/>
            <p:cNvSpPr>
              <a:spLocks noChangeShapeType="1"/>
            </p:cNvSpPr>
            <p:nvPr/>
          </p:nvSpPr>
          <p:spPr bwMode="auto">
            <a:xfrm>
              <a:off x="9380" y="6251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8626" name="Line 15"/>
            <p:cNvSpPr>
              <a:spLocks noChangeShapeType="1"/>
            </p:cNvSpPr>
            <p:nvPr/>
          </p:nvSpPr>
          <p:spPr bwMode="auto">
            <a:xfrm>
              <a:off x="9380" y="6948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8627" name="Line 16"/>
            <p:cNvSpPr>
              <a:spLocks noChangeShapeType="1"/>
            </p:cNvSpPr>
            <p:nvPr/>
          </p:nvSpPr>
          <p:spPr bwMode="auto">
            <a:xfrm>
              <a:off x="9442" y="7705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8628" name="AutoShape 17"/>
            <p:cNvSpPr>
              <a:spLocks noChangeArrowheads="1"/>
            </p:cNvSpPr>
            <p:nvPr/>
          </p:nvSpPr>
          <p:spPr bwMode="auto">
            <a:xfrm>
              <a:off x="6525" y="5940"/>
              <a:ext cx="1166" cy="1048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8629" name="Text Box 18"/>
            <p:cNvSpPr txBox="1">
              <a:spLocks noChangeArrowheads="1"/>
            </p:cNvSpPr>
            <p:nvPr/>
          </p:nvSpPr>
          <p:spPr bwMode="auto">
            <a:xfrm>
              <a:off x="6846" y="6452"/>
              <a:ext cx="339" cy="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 dirty="0">
                  <a:ea typeface="宋体" panose="02010600030101010101" pitchFamily="2" charset="-122"/>
                </a:rPr>
                <a:t>W</a:t>
              </a:r>
              <a:endParaRPr lang="en-US" altLang="zh-CN" sz="1575" dirty="0">
                <a:ea typeface="宋体" panose="02010600030101010101" pitchFamily="2" charset="-122"/>
              </a:endParaRPr>
            </a:p>
          </p:txBody>
        </p:sp>
        <p:sp>
          <p:nvSpPr>
            <p:cNvPr id="68630" name="Oval 19"/>
            <p:cNvSpPr>
              <a:spLocks noChangeArrowheads="1"/>
            </p:cNvSpPr>
            <p:nvPr/>
          </p:nvSpPr>
          <p:spPr bwMode="auto">
            <a:xfrm>
              <a:off x="5378" y="4928"/>
              <a:ext cx="676" cy="64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>
                  <a:ea typeface="宋体" panose="02010600030101010101" pitchFamily="2" charset="-122"/>
                </a:rPr>
                <a:t>i</a:t>
              </a:r>
            </a:p>
          </p:txBody>
        </p:sp>
        <p:cxnSp>
          <p:nvCxnSpPr>
            <p:cNvPr id="68631" name="AutoShape 20"/>
            <p:cNvCxnSpPr>
              <a:cxnSpLocks noChangeShapeType="1"/>
              <a:stCxn id="68630" idx="5"/>
              <a:endCxn id="68628" idx="0"/>
            </p:cNvCxnSpPr>
            <p:nvPr/>
          </p:nvCxnSpPr>
          <p:spPr bwMode="auto">
            <a:xfrm>
              <a:off x="5955" y="5473"/>
              <a:ext cx="1153" cy="46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633" name="AutoShape 23"/>
            <p:cNvCxnSpPr>
              <a:cxnSpLocks noChangeShapeType="1"/>
              <a:stCxn id="68630" idx="3"/>
              <a:endCxn id="68615" idx="0"/>
            </p:cNvCxnSpPr>
            <p:nvPr/>
          </p:nvCxnSpPr>
          <p:spPr bwMode="auto">
            <a:xfrm flipH="1">
              <a:off x="5108" y="5473"/>
              <a:ext cx="368" cy="23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8634" name="Oval 24"/>
            <p:cNvSpPr>
              <a:spLocks noChangeArrowheads="1"/>
            </p:cNvSpPr>
            <p:nvPr/>
          </p:nvSpPr>
          <p:spPr bwMode="auto">
            <a:xfrm rot="19500000">
              <a:off x="4838" y="4082"/>
              <a:ext cx="3038" cy="131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</p:grpSp>
      <p:sp>
        <p:nvSpPr>
          <p:cNvPr id="68635" name="Text Box 25"/>
          <p:cNvSpPr txBox="1">
            <a:spLocks noChangeArrowheads="1"/>
          </p:cNvSpPr>
          <p:nvPr/>
        </p:nvSpPr>
        <p:spPr bwMode="auto">
          <a:xfrm>
            <a:off x="5080595" y="1629153"/>
            <a:ext cx="37579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Now do a right rotation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5544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Double rotation : second rotation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9634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728628-621D-4DE2-B5CC-40E292073BEB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69635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E20ADE-3E1F-4F8D-A616-2F7A5614D62A}" type="slidenum">
              <a:rPr lang="en-US" altLang="zh-CN" sz="790"/>
              <a:pPr/>
              <a:t>43</a:t>
            </a:fld>
            <a:endParaRPr lang="en-US" altLang="zh-CN" sz="790"/>
          </a:p>
        </p:txBody>
      </p:sp>
      <p:sp>
        <p:nvSpPr>
          <p:cNvPr id="69658" name="Text Box 28"/>
          <p:cNvSpPr txBox="1">
            <a:spLocks noChangeArrowheads="1"/>
          </p:cNvSpPr>
          <p:nvPr/>
        </p:nvSpPr>
        <p:spPr bwMode="auto">
          <a:xfrm>
            <a:off x="5583555" y="1557398"/>
            <a:ext cx="319849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right rotation complete</a:t>
            </a:r>
          </a:p>
        </p:txBody>
      </p:sp>
      <p:sp>
        <p:nvSpPr>
          <p:cNvPr id="69659" name="Text Box 29"/>
          <p:cNvSpPr txBox="1">
            <a:spLocks noChangeArrowheads="1"/>
          </p:cNvSpPr>
          <p:nvPr/>
        </p:nvSpPr>
        <p:spPr bwMode="auto">
          <a:xfrm>
            <a:off x="5584508" y="2043252"/>
            <a:ext cx="270764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Balance has been 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restored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92785" y="2267585"/>
            <a:ext cx="7663815" cy="3330575"/>
            <a:chOff x="3690" y="4928"/>
            <a:chExt cx="7041" cy="2811"/>
          </a:xfrm>
        </p:grpSpPr>
        <p:sp>
          <p:nvSpPr>
            <p:cNvPr id="69637" name="Oval 2"/>
            <p:cNvSpPr>
              <a:spLocks noChangeArrowheads="1"/>
            </p:cNvSpPr>
            <p:nvPr/>
          </p:nvSpPr>
          <p:spPr bwMode="auto">
            <a:xfrm>
              <a:off x="7411" y="5705"/>
              <a:ext cx="675" cy="6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>
                  <a:ea typeface="宋体" panose="02010600030101010101" pitchFamily="2" charset="-122"/>
                </a:rPr>
                <a:t>j</a:t>
              </a:r>
            </a:p>
          </p:txBody>
        </p:sp>
        <p:sp>
          <p:nvSpPr>
            <p:cNvPr id="69638" name="Oval 4"/>
            <p:cNvSpPr>
              <a:spLocks noChangeArrowheads="1"/>
            </p:cNvSpPr>
            <p:nvPr/>
          </p:nvSpPr>
          <p:spPr bwMode="auto">
            <a:xfrm>
              <a:off x="4770" y="5711"/>
              <a:ext cx="675" cy="6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69639" name="AutoShape 6"/>
            <p:cNvSpPr>
              <a:spLocks noChangeArrowheads="1"/>
            </p:cNvSpPr>
            <p:nvPr/>
          </p:nvSpPr>
          <p:spPr bwMode="auto">
            <a:xfrm>
              <a:off x="3690" y="6750"/>
              <a:ext cx="1290" cy="98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cxnSp>
          <p:nvCxnSpPr>
            <p:cNvPr id="69640" name="AutoShape 7"/>
            <p:cNvCxnSpPr>
              <a:cxnSpLocks noChangeShapeType="1"/>
              <a:stCxn id="69638" idx="3"/>
              <a:endCxn id="69639" idx="0"/>
            </p:cNvCxnSpPr>
            <p:nvPr/>
          </p:nvCxnSpPr>
          <p:spPr bwMode="auto">
            <a:xfrm flipH="1">
              <a:off x="4335" y="6256"/>
              <a:ext cx="533" cy="49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641" name="Text Box 8"/>
            <p:cNvSpPr txBox="1">
              <a:spLocks noChangeArrowheads="1"/>
            </p:cNvSpPr>
            <p:nvPr/>
          </p:nvSpPr>
          <p:spPr bwMode="auto">
            <a:xfrm>
              <a:off x="4165" y="7203"/>
              <a:ext cx="412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1575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42" name="AutoShape 9"/>
            <p:cNvSpPr>
              <a:spLocks noChangeArrowheads="1"/>
            </p:cNvSpPr>
            <p:nvPr/>
          </p:nvSpPr>
          <p:spPr bwMode="auto">
            <a:xfrm>
              <a:off x="5238" y="6683"/>
              <a:ext cx="1167" cy="1048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69643" name="AutoShape 10"/>
            <p:cNvSpPr>
              <a:spLocks noChangeArrowheads="1"/>
            </p:cNvSpPr>
            <p:nvPr/>
          </p:nvSpPr>
          <p:spPr bwMode="auto">
            <a:xfrm>
              <a:off x="7782" y="6709"/>
              <a:ext cx="1291" cy="99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9644" name="Text Box 11"/>
            <p:cNvSpPr txBox="1">
              <a:spLocks noChangeArrowheads="1"/>
            </p:cNvSpPr>
            <p:nvPr/>
          </p:nvSpPr>
          <p:spPr bwMode="auto">
            <a:xfrm>
              <a:off x="8218" y="7197"/>
              <a:ext cx="412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Z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cxnSp>
          <p:nvCxnSpPr>
            <p:cNvPr id="69645" name="AutoShape 12"/>
            <p:cNvCxnSpPr>
              <a:cxnSpLocks noChangeShapeType="1"/>
              <a:stCxn id="69638" idx="5"/>
              <a:endCxn id="69642" idx="0"/>
            </p:cNvCxnSpPr>
            <p:nvPr/>
          </p:nvCxnSpPr>
          <p:spPr bwMode="auto">
            <a:xfrm>
              <a:off x="5347" y="6256"/>
              <a:ext cx="475" cy="42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646" name="AutoShape 13"/>
            <p:cNvCxnSpPr>
              <a:cxnSpLocks noChangeShapeType="1"/>
              <a:stCxn id="69637" idx="5"/>
              <a:endCxn id="69643" idx="0"/>
            </p:cNvCxnSpPr>
            <p:nvPr/>
          </p:nvCxnSpPr>
          <p:spPr bwMode="auto">
            <a:xfrm>
              <a:off x="7988" y="6251"/>
              <a:ext cx="440" cy="45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647" name="Line 14"/>
            <p:cNvSpPr>
              <a:spLocks noChangeShapeType="1"/>
            </p:cNvSpPr>
            <p:nvPr/>
          </p:nvSpPr>
          <p:spPr bwMode="auto">
            <a:xfrm>
              <a:off x="9380" y="6251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9648" name="Line 15"/>
            <p:cNvSpPr>
              <a:spLocks noChangeShapeType="1"/>
            </p:cNvSpPr>
            <p:nvPr/>
          </p:nvSpPr>
          <p:spPr bwMode="auto">
            <a:xfrm>
              <a:off x="9380" y="6948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9649" name="Line 16"/>
            <p:cNvSpPr>
              <a:spLocks noChangeShapeType="1"/>
            </p:cNvSpPr>
            <p:nvPr/>
          </p:nvSpPr>
          <p:spPr bwMode="auto">
            <a:xfrm>
              <a:off x="9442" y="7705"/>
              <a:ext cx="1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9650" name="AutoShape 17"/>
            <p:cNvSpPr>
              <a:spLocks noChangeArrowheads="1"/>
            </p:cNvSpPr>
            <p:nvPr/>
          </p:nvSpPr>
          <p:spPr bwMode="auto">
            <a:xfrm>
              <a:off x="6525" y="6683"/>
              <a:ext cx="1166" cy="1048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9651" name="Text Box 18"/>
            <p:cNvSpPr txBox="1">
              <a:spLocks noChangeArrowheads="1"/>
            </p:cNvSpPr>
            <p:nvPr/>
          </p:nvSpPr>
          <p:spPr bwMode="auto">
            <a:xfrm>
              <a:off x="6806" y="7234"/>
              <a:ext cx="411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40" i="1">
                  <a:ea typeface="宋体" panose="02010600030101010101" pitchFamily="2" charset="-122"/>
                </a:rPr>
                <a:t>W</a:t>
              </a:r>
              <a:endParaRPr lang="en-US" altLang="zh-CN" sz="1575">
                <a:ea typeface="宋体" panose="02010600030101010101" pitchFamily="2" charset="-122"/>
              </a:endParaRPr>
            </a:p>
          </p:txBody>
        </p:sp>
        <p:sp>
          <p:nvSpPr>
            <p:cNvPr id="69652" name="Oval 19"/>
            <p:cNvSpPr>
              <a:spLocks noChangeArrowheads="1"/>
            </p:cNvSpPr>
            <p:nvPr/>
          </p:nvSpPr>
          <p:spPr bwMode="auto">
            <a:xfrm>
              <a:off x="5985" y="4928"/>
              <a:ext cx="676" cy="64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3040" i="1">
                  <a:ea typeface="宋体" panose="02010600030101010101" pitchFamily="2" charset="-122"/>
                </a:rPr>
                <a:t>i</a:t>
              </a:r>
            </a:p>
          </p:txBody>
        </p:sp>
        <p:cxnSp>
          <p:nvCxnSpPr>
            <p:cNvPr id="69653" name="AutoShape 20"/>
            <p:cNvCxnSpPr>
              <a:cxnSpLocks noChangeShapeType="1"/>
              <a:stCxn id="69637" idx="3"/>
              <a:endCxn id="69650" idx="0"/>
            </p:cNvCxnSpPr>
            <p:nvPr/>
          </p:nvCxnSpPr>
          <p:spPr bwMode="auto">
            <a:xfrm flipH="1">
              <a:off x="7109" y="6251"/>
              <a:ext cx="401" cy="43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655" name="AutoShape 22"/>
            <p:cNvCxnSpPr>
              <a:cxnSpLocks noChangeShapeType="1"/>
              <a:stCxn id="69652" idx="3"/>
              <a:endCxn id="69638" idx="0"/>
            </p:cNvCxnSpPr>
            <p:nvPr/>
          </p:nvCxnSpPr>
          <p:spPr bwMode="auto">
            <a:xfrm flipH="1">
              <a:off x="5108" y="5473"/>
              <a:ext cx="976" cy="23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656" name="AutoShape 26"/>
            <p:cNvCxnSpPr>
              <a:cxnSpLocks noChangeShapeType="1"/>
              <a:stCxn id="69637" idx="0"/>
              <a:endCxn id="69652" idx="5"/>
            </p:cNvCxnSpPr>
            <p:nvPr/>
          </p:nvCxnSpPr>
          <p:spPr bwMode="auto">
            <a:xfrm flipH="1" flipV="1">
              <a:off x="6563" y="5473"/>
              <a:ext cx="1185" cy="23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657" name="Oval 27"/>
            <p:cNvSpPr>
              <a:spLocks noChangeArrowheads="1"/>
            </p:cNvSpPr>
            <p:nvPr/>
          </p:nvSpPr>
          <p:spPr bwMode="auto">
            <a:xfrm rot="1680000">
              <a:off x="5580" y="5027"/>
              <a:ext cx="3038" cy="131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69660" name="Text Box 30"/>
            <p:cNvSpPr txBox="1">
              <a:spLocks noChangeArrowheads="1"/>
            </p:cNvSpPr>
            <p:nvPr/>
          </p:nvSpPr>
          <p:spPr bwMode="auto">
            <a:xfrm>
              <a:off x="8618" y="6413"/>
              <a:ext cx="288" cy="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9661" name="Text Box 33"/>
            <p:cNvSpPr txBox="1">
              <a:spLocks noChangeArrowheads="1"/>
            </p:cNvSpPr>
            <p:nvPr/>
          </p:nvSpPr>
          <p:spPr bwMode="auto">
            <a:xfrm>
              <a:off x="3960" y="6358"/>
              <a:ext cx="414" cy="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9662" name="Text Box 34"/>
            <p:cNvSpPr txBox="1">
              <a:spLocks noChangeArrowheads="1"/>
            </p:cNvSpPr>
            <p:nvPr/>
          </p:nvSpPr>
          <p:spPr bwMode="auto">
            <a:xfrm>
              <a:off x="5921" y="6487"/>
              <a:ext cx="1281" cy="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h or h-1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380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Implementation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065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A66A01-3AAA-4FEA-A280-D7D0A1461A67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7065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7066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FC5672-75FA-4FD2-AF2A-ACE2069401D1}" type="slidenum">
              <a:rPr lang="en-US" altLang="zh-CN" sz="790"/>
              <a:pPr/>
              <a:t>44</a:t>
            </a:fld>
            <a:endParaRPr lang="en-US" altLang="zh-CN" sz="790"/>
          </a:p>
        </p:txBody>
      </p:sp>
      <p:sp>
        <p:nvSpPr>
          <p:cNvPr id="70672" name="Text Box 13"/>
          <p:cNvSpPr txBox="1">
            <a:spLocks noChangeArrowheads="1"/>
          </p:cNvSpPr>
          <p:nvPr/>
        </p:nvSpPr>
        <p:spPr bwMode="auto">
          <a:xfrm>
            <a:off x="202565" y="4790440"/>
            <a:ext cx="872363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No need to keep the height; just the difference in height, i.e. the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</a:rPr>
              <a:t>balance factor</a:t>
            </a:r>
            <a:r>
              <a:rPr lang="en-US" altLang="zh-CN" sz="1800" dirty="0">
                <a:ea typeface="宋体" panose="02010600030101010101" pitchFamily="2" charset="-122"/>
              </a:rPr>
              <a:t>; 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this has to be modified on the path of insertion even if you don’t perform rotations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Once you have performed a rotation (single or double) you won’t need to go back up the tree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209510" y="2070821"/>
            <a:ext cx="6106555" cy="2080943"/>
            <a:chOff x="5784" y="3061"/>
            <a:chExt cx="4490" cy="1530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6435" y="3961"/>
              <a:ext cx="450" cy="4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800">
                <a:ea typeface="宋体" panose="02010600030101010101" pitchFamily="2" charset="-122"/>
              </a:endParaRPr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6885" y="3961"/>
              <a:ext cx="450" cy="4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800">
                <a:ea typeface="宋体" panose="02010600030101010101" pitchFamily="2" charset="-122"/>
              </a:endParaRPr>
            </a:p>
          </p:txBody>
        </p:sp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6435" y="3511"/>
              <a:ext cx="900" cy="4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800">
                <a:ea typeface="宋体" panose="02010600030101010101" pitchFamily="2" charset="-122"/>
              </a:endParaRPr>
            </a:p>
          </p:txBody>
        </p:sp>
        <p:sp>
          <p:nvSpPr>
            <p:cNvPr id="20" name="Line 6"/>
            <p:cNvSpPr>
              <a:spLocks noChangeShapeType="1"/>
            </p:cNvSpPr>
            <p:nvPr/>
          </p:nvSpPr>
          <p:spPr bwMode="auto">
            <a:xfrm flipH="1">
              <a:off x="6165" y="4231"/>
              <a:ext cx="54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" name="Line 7"/>
            <p:cNvSpPr>
              <a:spLocks noChangeShapeType="1"/>
            </p:cNvSpPr>
            <p:nvPr/>
          </p:nvSpPr>
          <p:spPr bwMode="auto">
            <a:xfrm>
              <a:off x="7155" y="4231"/>
              <a:ext cx="54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6435" y="3061"/>
              <a:ext cx="900" cy="4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800">
                <a:ea typeface="宋体" panose="02010600030101010101" pitchFamily="2" charset="-122"/>
              </a:endParaRPr>
            </a:p>
          </p:txBody>
        </p:sp>
        <p:sp>
          <p:nvSpPr>
            <p:cNvPr id="23" name="Text Box 9"/>
            <p:cNvSpPr txBox="1">
              <a:spLocks noChangeArrowheads="1"/>
            </p:cNvSpPr>
            <p:nvPr/>
          </p:nvSpPr>
          <p:spPr bwMode="auto">
            <a:xfrm>
              <a:off x="7406" y="3090"/>
              <a:ext cx="28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ea typeface="宋体" panose="02010600030101010101" pitchFamily="2" charset="-122"/>
                </a:rPr>
                <a:t>height/balance (1,0,-1)</a:t>
              </a:r>
            </a:p>
          </p:txBody>
        </p:sp>
        <p:sp>
          <p:nvSpPr>
            <p:cNvPr id="24" name="Text Box 10"/>
            <p:cNvSpPr txBox="1">
              <a:spLocks noChangeArrowheads="1"/>
            </p:cNvSpPr>
            <p:nvPr/>
          </p:nvSpPr>
          <p:spPr bwMode="auto">
            <a:xfrm>
              <a:off x="7459" y="3540"/>
              <a:ext cx="755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key</a:t>
              </a:r>
            </a:p>
          </p:txBody>
        </p:sp>
        <p:sp>
          <p:nvSpPr>
            <p:cNvPr id="25" name="Text Box 11"/>
            <p:cNvSpPr txBox="1">
              <a:spLocks noChangeArrowheads="1"/>
            </p:cNvSpPr>
            <p:nvPr/>
          </p:nvSpPr>
          <p:spPr bwMode="auto">
            <a:xfrm>
              <a:off x="7496" y="3974"/>
              <a:ext cx="8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right</a:t>
              </a:r>
            </a:p>
          </p:txBody>
        </p:sp>
        <p:sp>
          <p:nvSpPr>
            <p:cNvPr id="26" name="Text Box 12"/>
            <p:cNvSpPr txBox="1">
              <a:spLocks noChangeArrowheads="1"/>
            </p:cNvSpPr>
            <p:nvPr/>
          </p:nvSpPr>
          <p:spPr bwMode="auto">
            <a:xfrm>
              <a:off x="5784" y="3961"/>
              <a:ext cx="6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ea typeface="宋体" panose="02010600030101010101" pitchFamily="2" charset="-122"/>
                </a:rPr>
                <a:t>left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380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Implementation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A1FC2D-E4A6-4946-977A-18A261ABDEE7}" type="datetime1">
              <a:rPr lang="zh-CN" altLang="en-US" sz="750" smtClean="0"/>
              <a:pPr>
                <a:defRPr/>
              </a:pPr>
              <a:t>2025/12/13</a:t>
            </a:fld>
            <a:endParaRPr lang="zh-CN" altLang="en-US" sz="75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790"/>
              <a:t>AVL Trees  - Lecture 4-2</a:t>
            </a:r>
            <a:endParaRPr lang="zh-CN" altLang="en-US" sz="79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750" smtClean="0"/>
              <a:pPr>
                <a:defRPr/>
              </a:pPr>
              <a:t>45</a:t>
            </a:fld>
            <a:endParaRPr lang="zh-CN" altLang="en-US" sz="750"/>
          </a:p>
        </p:txBody>
      </p:sp>
      <p:sp>
        <p:nvSpPr>
          <p:cNvPr id="6" name="矩形 5"/>
          <p:cNvSpPr/>
          <p:nvPr/>
        </p:nvSpPr>
        <p:spPr>
          <a:xfrm>
            <a:off x="539750" y="1628775"/>
            <a:ext cx="7980680" cy="45446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//Node declaration for AVL trees</a:t>
            </a:r>
          </a:p>
          <a:p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Comparable element;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*left;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*right;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height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//keep the height. You can keep balance factor</a:t>
            </a:r>
          </a:p>
          <a:p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Comparable &amp;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 = 0)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: element{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}, left{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}, right{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}, height{ h } { }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742555" y="534860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380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Implementation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425" name="组合 1424"/>
          <p:cNvGrpSpPr/>
          <p:nvPr/>
        </p:nvGrpSpPr>
        <p:grpSpPr>
          <a:xfrm rot="21000000">
            <a:off x="7742555" y="534860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A1FC2D-E4A6-4946-977A-18A261ABDEE7}" type="datetime1">
              <a:rPr lang="zh-CN" altLang="en-US" sz="750" smtClean="0"/>
              <a:pPr>
                <a:defRPr/>
              </a:pPr>
              <a:t>2025/12/13</a:t>
            </a:fld>
            <a:endParaRPr lang="zh-CN" altLang="en-US" sz="75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790"/>
              <a:t>AVL Trees  - Lecture 4-2</a:t>
            </a:r>
            <a:endParaRPr lang="zh-CN" altLang="en-US" sz="79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750" smtClean="0"/>
              <a:pPr>
                <a:defRPr/>
              </a:pPr>
              <a:t>46</a:t>
            </a:fld>
            <a:endParaRPr lang="zh-CN" altLang="en-US" sz="750"/>
          </a:p>
        </p:txBody>
      </p:sp>
      <p:sp>
        <p:nvSpPr>
          <p:cNvPr id="6" name="矩形 5"/>
          <p:cNvSpPr/>
          <p:nvPr/>
        </p:nvSpPr>
        <p:spPr>
          <a:xfrm>
            <a:off x="539750" y="1772285"/>
            <a:ext cx="8202295" cy="4547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</a:p>
          <a:p>
            <a:r>
              <a: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Return the height of node t or -1 if </a:t>
            </a:r>
            <a:r>
              <a:rPr lang="en-US" altLang="zh-CN" sz="32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height( 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*t ) 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return t == 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nullptr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? -1 : t-&gt;height;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6037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Insertion in AVL 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3730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BAD2FC-CB99-4DB2-B25D-29A8AC890CAD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7373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7373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B250D6-4682-4470-81C4-C1C540E64E85}" type="slidenum">
              <a:rPr lang="en-US" altLang="zh-CN" sz="790"/>
              <a:pPr/>
              <a:t>47</a:t>
            </a:fld>
            <a:endParaRPr lang="en-US" altLang="zh-CN" sz="790"/>
          </a:p>
        </p:txBody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772285"/>
            <a:ext cx="7908925" cy="3981450"/>
          </a:xfr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Insert at the leaf (as for all BST)</a:t>
            </a:r>
          </a:p>
          <a:p>
            <a:pPr lvl="1"/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only nodes on the path from insertion point to root node have possibly changed in height</a:t>
            </a:r>
          </a:p>
          <a:p>
            <a:pPr lvl="1"/>
            <a:r>
              <a:rPr lang="en-US" altLang="zh-CN" sz="2800" dirty="0">
                <a:ea typeface="宋体" panose="02010600030101010101" pitchFamily="2" charset="-122"/>
              </a:rPr>
              <a:t>So after the Insert,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go back up </a:t>
            </a:r>
            <a:r>
              <a:rPr lang="en-US" altLang="zh-CN" sz="2800" dirty="0">
                <a:ea typeface="宋体" panose="02010600030101010101" pitchFamily="2" charset="-122"/>
              </a:rPr>
              <a:t>to the root node by node, updating heights</a:t>
            </a:r>
          </a:p>
          <a:p>
            <a:pPr lvl="1"/>
            <a:r>
              <a:rPr lang="en-US" altLang="zh-CN" sz="2800" dirty="0">
                <a:ea typeface="宋体" panose="02010600030101010101" pitchFamily="2" charset="-122"/>
              </a:rPr>
              <a:t>If a new balance factor (the difference </a:t>
            </a:r>
            <a:r>
              <a:rPr lang="en-US" altLang="zh-CN" sz="2800" dirty="0" err="1">
                <a:ea typeface="宋体" panose="02010600030101010101" pitchFamily="2" charset="-122"/>
              </a:rPr>
              <a:t>h</a:t>
            </a:r>
            <a:r>
              <a:rPr lang="en-US" altLang="zh-CN" sz="2800" baseline="-25000" dirty="0" err="1">
                <a:ea typeface="宋体" panose="02010600030101010101" pitchFamily="2" charset="-122"/>
              </a:rPr>
              <a:t>left</a:t>
            </a:r>
            <a:r>
              <a:rPr lang="en-US" altLang="zh-CN" sz="2800" dirty="0" err="1">
                <a:ea typeface="宋体" panose="02010600030101010101" pitchFamily="2" charset="-122"/>
              </a:rPr>
              <a:t>-h</a:t>
            </a:r>
            <a:r>
              <a:rPr lang="en-US" altLang="zh-CN" sz="2800" baseline="-25000" dirty="0" err="1">
                <a:ea typeface="宋体" panose="02010600030101010101" pitchFamily="2" charset="-122"/>
              </a:rPr>
              <a:t>right</a:t>
            </a:r>
            <a:r>
              <a:rPr lang="en-US" altLang="zh-CN" sz="2800" dirty="0">
                <a:ea typeface="宋体" panose="02010600030101010101" pitchFamily="2" charset="-122"/>
              </a:rPr>
              <a:t>) is 2 or –2, adjust tree by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rotation</a:t>
            </a:r>
            <a:r>
              <a:rPr lang="en-US" altLang="zh-CN" sz="2800" dirty="0">
                <a:ea typeface="宋体" panose="02010600030101010101" pitchFamily="2" charset="-122"/>
              </a:rPr>
              <a:t> around the node</a:t>
            </a:r>
          </a:p>
        </p:txBody>
      </p:sp>
      <p:grpSp>
        <p:nvGrpSpPr>
          <p:cNvPr id="955" name="组合 954"/>
          <p:cNvGrpSpPr/>
          <p:nvPr/>
        </p:nvGrpSpPr>
        <p:grpSpPr>
          <a:xfrm rot="5640000">
            <a:off x="7963200" y="5477867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5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6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7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8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9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0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1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2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3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4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5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6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7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8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9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0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1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2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3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4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5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6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7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8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9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0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1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2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3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4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5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6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7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8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9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0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1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2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3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5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6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7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8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9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0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380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Implementation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A1FC2D-E4A6-4946-977A-18A261ABDEE7}" type="datetime1">
              <a:rPr lang="zh-CN" altLang="en-US" sz="750" smtClean="0"/>
              <a:pPr>
                <a:defRPr/>
              </a:pPr>
              <a:t>2025/12/13</a:t>
            </a:fld>
            <a:endParaRPr lang="zh-CN" altLang="en-US" sz="75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790"/>
              <a:t>AVL Trees  - Lecture 4-2</a:t>
            </a:r>
            <a:endParaRPr lang="zh-CN" altLang="en-US" sz="79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750" smtClean="0"/>
              <a:pPr>
                <a:defRPr/>
              </a:pPr>
              <a:t>48</a:t>
            </a:fld>
            <a:endParaRPr lang="zh-CN" altLang="en-US" sz="750"/>
          </a:p>
        </p:txBody>
      </p:sp>
      <p:sp>
        <p:nvSpPr>
          <p:cNvPr id="6" name="矩形 5"/>
          <p:cNvSpPr/>
          <p:nvPr/>
        </p:nvSpPr>
        <p:spPr>
          <a:xfrm>
            <a:off x="755015" y="1557020"/>
            <a:ext cx="7726045" cy="4415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Internal method to insert into a subtree.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x is the item to insert.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t is the node that roots the subtree.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Set the new root of the subtree.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insert(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Comparable &amp; x,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 &amp; t ){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if( t ==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nullptr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t = new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x,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nullptr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nullptr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else if( x &lt; t-&gt;element 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insert( x, t-&gt;left 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else if( t-&gt;element &lt; x 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insert( x, t-&gt;right 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balance( t 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742555" y="534860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380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Implementation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 rot="21000000">
            <a:off x="7742555" y="534860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2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A1FC2D-E4A6-4946-977A-18A261ABDEE7}" type="datetime1">
              <a:rPr lang="zh-CN" altLang="en-US" sz="750" smtClean="0"/>
              <a:pPr>
                <a:defRPr/>
              </a:pPr>
              <a:t>2025/12/13</a:t>
            </a:fld>
            <a:endParaRPr lang="zh-CN" altLang="en-US" sz="75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790"/>
              <a:t>AVL Trees  - Lecture 4-2</a:t>
            </a:r>
            <a:endParaRPr lang="zh-CN" altLang="en-US" sz="79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750" smtClean="0"/>
              <a:pPr>
                <a:defRPr/>
              </a:pPr>
              <a:t>49</a:t>
            </a:fld>
            <a:endParaRPr lang="zh-CN" altLang="en-US" sz="750"/>
          </a:p>
        </p:txBody>
      </p:sp>
      <p:sp>
        <p:nvSpPr>
          <p:cNvPr id="6" name="矩形 5"/>
          <p:cNvSpPr/>
          <p:nvPr/>
        </p:nvSpPr>
        <p:spPr>
          <a:xfrm>
            <a:off x="467995" y="1377950"/>
            <a:ext cx="8075295" cy="45319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Assume t is balanced or within one of being balanced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balance(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 &amp; t ){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if( t ==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nullptr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  return;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if( height(t-&gt;left) - height(t-&gt;right) &gt; </a:t>
            </a:r>
            <a:r>
              <a:rPr lang="en-US" altLang="zh-CN" sz="2000" dirty="0">
                <a:solidFill>
                  <a:srgbClr val="B545B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IMBALANCE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if( height( t-&gt;left-&gt;left ) &gt;= height( t-&gt;left-&gt;right ) 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rotateWithLeftChild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t 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else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doubleWithLeftChild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t 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else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if( height( t-&gt;right ) - height( t-&gt;left ) &gt; </a:t>
            </a:r>
            <a:r>
              <a:rPr lang="en-US" altLang="zh-CN" sz="2000" dirty="0">
                <a:solidFill>
                  <a:srgbClr val="B545B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IMBALANCE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if( height( t-&gt;right-&gt;right ) &gt;= height( t-&gt;right-&gt;left ) 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rotateWithRightChild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t 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else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doubleWithRightChild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t 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t-&gt;height = max( height( t-&gt;left ), height( t-&gt;right ) ) + 1;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380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54654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2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Implementation</a:t>
            </a:r>
          </a:p>
        </p:txBody>
      </p:sp>
      <p:pic>
        <p:nvPicPr>
          <p:cNvPr id="23" name="图片 2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A1FC2D-E4A6-4946-977A-18A261ABDEE7}" type="datetime1">
              <a:rPr lang="zh-CN" altLang="en-US" sz="750" smtClean="0"/>
              <a:pPr>
                <a:defRPr/>
              </a:pPr>
              <a:t>2025/12/13</a:t>
            </a:fld>
            <a:endParaRPr lang="zh-CN" altLang="en-US" sz="75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790"/>
              <a:t>AVL Trees  - Lecture 4-2</a:t>
            </a:r>
            <a:endParaRPr lang="zh-CN" altLang="en-US" sz="79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750" smtClean="0"/>
              <a:pPr>
                <a:defRPr/>
              </a:pPr>
              <a:t>50</a:t>
            </a:fld>
            <a:endParaRPr lang="zh-CN" altLang="en-US" sz="750"/>
          </a:p>
        </p:txBody>
      </p:sp>
      <p:sp>
        <p:nvSpPr>
          <p:cNvPr id="6" name="矩形 5"/>
          <p:cNvSpPr/>
          <p:nvPr/>
        </p:nvSpPr>
        <p:spPr>
          <a:xfrm>
            <a:off x="310515" y="1491615"/>
            <a:ext cx="5293360" cy="4707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Rotate binary tree node with left child.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For AVL trees, this is a single rotation for case 1.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Update heights, then set new root.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rotateWithLeftChild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 &amp; k2 ){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AvlNode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*k1 = k2-&gt;left;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k2-&gt;left = k1-&gt;right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k1-&gt;right = k2;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k2-&gt;height = max( height( k2-&gt;left ), height( k2-&gt;right ) ) + 1;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k1-&gt;height = max( height( k1-&gt;left ), k2-&gt;height ) + 1;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k2 = k1;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5742818" y="2544445"/>
            <a:ext cx="3243067" cy="2705735"/>
            <a:chOff x="6598" y="7313"/>
            <a:chExt cx="3090" cy="2577"/>
          </a:xfrm>
        </p:grpSpPr>
        <p:sp>
          <p:nvSpPr>
            <p:cNvPr id="7" name="Oval 4"/>
            <p:cNvSpPr>
              <a:spLocks noChangeArrowheads="1"/>
            </p:cNvSpPr>
            <p:nvPr/>
          </p:nvSpPr>
          <p:spPr bwMode="auto">
            <a:xfrm>
              <a:off x="8740" y="7977"/>
              <a:ext cx="270" cy="27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8048" y="8675"/>
              <a:ext cx="270" cy="27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9283" y="8675"/>
              <a:ext cx="405" cy="6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dirty="0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0" name="AutoShape 7"/>
            <p:cNvSpPr>
              <a:spLocks noChangeArrowheads="1"/>
            </p:cNvSpPr>
            <p:nvPr/>
          </p:nvSpPr>
          <p:spPr bwMode="auto">
            <a:xfrm>
              <a:off x="7643" y="9282"/>
              <a:ext cx="405" cy="6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1" name="AutoShape 8"/>
            <p:cNvSpPr>
              <a:spLocks noChangeArrowheads="1"/>
            </p:cNvSpPr>
            <p:nvPr/>
          </p:nvSpPr>
          <p:spPr bwMode="auto">
            <a:xfrm>
              <a:off x="8385" y="9282"/>
              <a:ext cx="405" cy="6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8318" y="8209"/>
              <a:ext cx="404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9013" y="8176"/>
              <a:ext cx="473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 flipH="1">
              <a:off x="7845" y="8877"/>
              <a:ext cx="203" cy="4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8318" y="8877"/>
              <a:ext cx="270" cy="4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8318" y="7707"/>
              <a:ext cx="270" cy="24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7927" y="7313"/>
              <a:ext cx="527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k2</a:t>
              </a: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H="1">
              <a:off x="6642" y="9586"/>
              <a:ext cx="6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6598" y="9171"/>
              <a:ext cx="810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宋体" panose="02010600030101010101" pitchFamily="2" charset="-122"/>
                </a:rPr>
                <a:t>Insert</a:t>
              </a:r>
            </a:p>
          </p:txBody>
        </p:sp>
      </p:grp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6588224" y="3573016"/>
            <a:ext cx="553106" cy="368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k1</a:t>
            </a:r>
          </a:p>
        </p:txBody>
      </p:sp>
      <p:sp>
        <p:nvSpPr>
          <p:cNvPr id="26" name="Line 13"/>
          <p:cNvSpPr>
            <a:spLocks noChangeShapeType="1"/>
          </p:cNvSpPr>
          <p:nvPr/>
        </p:nvSpPr>
        <p:spPr bwMode="auto">
          <a:xfrm>
            <a:off x="6948264" y="3789040"/>
            <a:ext cx="283375" cy="25303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27" name="Line 9"/>
          <p:cNvSpPr>
            <a:spLocks noChangeShapeType="1"/>
          </p:cNvSpPr>
          <p:nvPr/>
        </p:nvSpPr>
        <p:spPr bwMode="auto">
          <a:xfrm flipH="1">
            <a:off x="7884366" y="3573016"/>
            <a:ext cx="216025" cy="936103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380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Implementation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 rot="21000000">
            <a:off x="7742555" y="534860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2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A1FC2D-E4A6-4946-977A-18A261ABDEE7}" type="datetime1">
              <a:rPr lang="zh-CN" altLang="en-US" sz="750" smtClean="0"/>
              <a:pPr>
                <a:defRPr/>
              </a:pPr>
              <a:t>2025/12/13</a:t>
            </a:fld>
            <a:endParaRPr lang="zh-CN" altLang="en-US" sz="75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790"/>
              <a:t>AVL Trees  - Lecture 4-2</a:t>
            </a:r>
            <a:endParaRPr lang="zh-CN" altLang="en-US" sz="79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750" smtClean="0"/>
              <a:pPr>
                <a:defRPr/>
              </a:pPr>
              <a:t>51</a:t>
            </a:fld>
            <a:endParaRPr lang="zh-CN" altLang="en-US" sz="750"/>
          </a:p>
        </p:txBody>
      </p:sp>
      <p:sp>
        <p:nvSpPr>
          <p:cNvPr id="6" name="矩形 5"/>
          <p:cNvSpPr/>
          <p:nvPr/>
        </p:nvSpPr>
        <p:spPr>
          <a:xfrm>
            <a:off x="467995" y="1628775"/>
            <a:ext cx="8002905" cy="44348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</a:p>
          <a:p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Double rotate binary tree node: first left child</a:t>
            </a:r>
          </a:p>
          <a:p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with its right child; then node k3 with new left child.</a:t>
            </a:r>
          </a:p>
          <a:p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For AVL trees, this is a double rotation for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3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Update heights, then set new root.</a:t>
            </a:r>
          </a:p>
          <a:p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doubleWithLeftChild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AvlNode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&amp; k3 ) {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rotateWithRightChild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k3-&gt;left );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rotateWithLeftChild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k3 );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2304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856740"/>
            <a:ext cx="8703945" cy="4453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967105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Example of </a:t>
            </a:r>
          </a:p>
          <a:p>
            <a:r>
              <a:rPr lang="en-US" altLang="zh-CN" sz="3600" dirty="0">
                <a:solidFill>
                  <a:schemeClr val="bg1"/>
                </a:solidFill>
              </a:rPr>
              <a:t>Insertions in an AVL Tree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A44104-BB35-4286-94E4-C09A85C8CE5D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7680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7680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0DFB67-61F1-45A7-8762-EF2BAB4BCB83}" type="slidenum">
              <a:rPr lang="en-US" altLang="zh-CN" sz="790"/>
              <a:pPr/>
              <a:t>52</a:t>
            </a:fld>
            <a:endParaRPr lang="en-US" altLang="zh-CN" sz="790"/>
          </a:p>
        </p:txBody>
      </p:sp>
      <p:grpSp>
        <p:nvGrpSpPr>
          <p:cNvPr id="3" name="组合 2"/>
          <p:cNvGrpSpPr/>
          <p:nvPr/>
        </p:nvGrpSpPr>
        <p:grpSpPr>
          <a:xfrm>
            <a:off x="1370965" y="1935480"/>
            <a:ext cx="5539740" cy="3995420"/>
            <a:chOff x="4500" y="4239"/>
            <a:chExt cx="2565" cy="1850"/>
          </a:xfrm>
        </p:grpSpPr>
        <p:sp>
          <p:nvSpPr>
            <p:cNvPr id="76806" name="Text Box 3"/>
            <p:cNvSpPr txBox="1">
              <a:spLocks noChangeArrowheads="1"/>
            </p:cNvSpPr>
            <p:nvPr/>
          </p:nvSpPr>
          <p:spPr bwMode="auto">
            <a:xfrm>
              <a:off x="6359" y="4786"/>
              <a:ext cx="438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6807" name="Text Box 4"/>
            <p:cNvSpPr txBox="1">
              <a:spLocks noChangeArrowheads="1"/>
            </p:cNvSpPr>
            <p:nvPr/>
          </p:nvSpPr>
          <p:spPr bwMode="auto">
            <a:xfrm>
              <a:off x="5823" y="5435"/>
              <a:ext cx="276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6808" name="Text Box 5"/>
            <p:cNvSpPr txBox="1">
              <a:spLocks noChangeArrowheads="1"/>
            </p:cNvSpPr>
            <p:nvPr/>
          </p:nvSpPr>
          <p:spPr bwMode="auto">
            <a:xfrm>
              <a:off x="5543" y="4239"/>
              <a:ext cx="438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6809" name="Oval 6"/>
            <p:cNvSpPr>
              <a:spLocks noChangeArrowheads="1"/>
            </p:cNvSpPr>
            <p:nvPr/>
          </p:nvSpPr>
          <p:spPr bwMode="auto">
            <a:xfrm>
              <a:off x="5445" y="452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76810" name="Oval 7"/>
            <p:cNvSpPr>
              <a:spLocks noChangeArrowheads="1"/>
            </p:cNvSpPr>
            <p:nvPr/>
          </p:nvSpPr>
          <p:spPr bwMode="auto">
            <a:xfrm>
              <a:off x="4500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6811" name="Oval 8"/>
            <p:cNvSpPr>
              <a:spLocks noChangeArrowheads="1"/>
            </p:cNvSpPr>
            <p:nvPr/>
          </p:nvSpPr>
          <p:spPr bwMode="auto">
            <a:xfrm>
              <a:off x="6255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76812" name="Oval 9"/>
            <p:cNvSpPr>
              <a:spLocks noChangeArrowheads="1"/>
            </p:cNvSpPr>
            <p:nvPr/>
          </p:nvSpPr>
          <p:spPr bwMode="auto">
            <a:xfrm>
              <a:off x="5715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</a:p>
          </p:txBody>
        </p:sp>
        <p:cxnSp>
          <p:nvCxnSpPr>
            <p:cNvPr id="76813" name="AutoShape 10"/>
            <p:cNvCxnSpPr>
              <a:cxnSpLocks noChangeShapeType="1"/>
              <a:stCxn id="76809" idx="3"/>
              <a:endCxn id="76810" idx="7"/>
            </p:cNvCxnSpPr>
            <p:nvPr/>
          </p:nvCxnSpPr>
          <p:spPr bwMode="auto">
            <a:xfrm flipH="1">
              <a:off x="4846" y="4868"/>
              <a:ext cx="658" cy="25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814" name="AutoShape 11"/>
            <p:cNvCxnSpPr>
              <a:cxnSpLocks noChangeShapeType="1"/>
              <a:stCxn id="76809" idx="5"/>
              <a:endCxn id="76811" idx="1"/>
            </p:cNvCxnSpPr>
            <p:nvPr/>
          </p:nvCxnSpPr>
          <p:spPr bwMode="auto">
            <a:xfrm>
              <a:off x="5791" y="4868"/>
              <a:ext cx="523" cy="25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815" name="AutoShape 12"/>
            <p:cNvCxnSpPr>
              <a:cxnSpLocks noChangeShapeType="1"/>
              <a:stCxn id="76811" idx="3"/>
              <a:endCxn id="76812" idx="0"/>
            </p:cNvCxnSpPr>
            <p:nvPr/>
          </p:nvCxnSpPr>
          <p:spPr bwMode="auto">
            <a:xfrm flipH="1">
              <a:off x="5918" y="5408"/>
              <a:ext cx="397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6816" name="Text Box 13"/>
            <p:cNvSpPr txBox="1">
              <a:spLocks noChangeArrowheads="1"/>
            </p:cNvSpPr>
            <p:nvPr/>
          </p:nvSpPr>
          <p:spPr bwMode="auto">
            <a:xfrm>
              <a:off x="4598" y="4786"/>
              <a:ext cx="438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6817" name="Oval 14"/>
            <p:cNvSpPr>
              <a:spLocks noChangeArrowheads="1"/>
            </p:cNvSpPr>
            <p:nvPr/>
          </p:nvSpPr>
          <p:spPr bwMode="auto">
            <a:xfrm>
              <a:off x="6660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76818" name="Line 15"/>
            <p:cNvSpPr>
              <a:spLocks noChangeShapeType="1"/>
            </p:cNvSpPr>
            <p:nvPr/>
          </p:nvSpPr>
          <p:spPr bwMode="auto">
            <a:xfrm>
              <a:off x="6593" y="5400"/>
              <a:ext cx="203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6819" name="Text Box 16"/>
            <p:cNvSpPr txBox="1">
              <a:spLocks noChangeArrowheads="1"/>
            </p:cNvSpPr>
            <p:nvPr/>
          </p:nvSpPr>
          <p:spPr bwMode="auto">
            <a:xfrm>
              <a:off x="6759" y="5399"/>
              <a:ext cx="276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76820" name="Text Box 17"/>
          <p:cNvSpPr txBox="1">
            <a:spLocks noChangeArrowheads="1"/>
          </p:cNvSpPr>
          <p:nvPr/>
        </p:nvSpPr>
        <p:spPr bwMode="auto">
          <a:xfrm>
            <a:off x="5867400" y="2276475"/>
            <a:ext cx="253873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dirty="0">
                <a:ea typeface="宋体" panose="02010600030101010101" pitchFamily="2" charset="-122"/>
              </a:rPr>
              <a:t>Insert 5, 40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2304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856740"/>
            <a:ext cx="8703945" cy="4453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967105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Example of </a:t>
            </a:r>
          </a:p>
          <a:p>
            <a:r>
              <a:rPr lang="en-US" altLang="zh-CN" sz="3600" dirty="0">
                <a:solidFill>
                  <a:schemeClr val="bg1"/>
                </a:solidFill>
              </a:rPr>
              <a:t>Insertions in an AVL Tree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782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D67A98-AD1D-40AC-9BD5-EF1375919A31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7782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7782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15D6BC-E9E9-4097-946E-2696295F7D44}" type="slidenum">
              <a:rPr lang="en-US" altLang="zh-CN" sz="790"/>
              <a:pPr/>
              <a:t>53</a:t>
            </a:fld>
            <a:endParaRPr lang="en-US" altLang="zh-CN" sz="790"/>
          </a:p>
        </p:txBody>
      </p:sp>
      <p:sp>
        <p:nvSpPr>
          <p:cNvPr id="77867" name="Text Box 40"/>
          <p:cNvSpPr txBox="1">
            <a:spLocks noChangeArrowheads="1"/>
          </p:cNvSpPr>
          <p:nvPr/>
        </p:nvSpPr>
        <p:spPr bwMode="auto">
          <a:xfrm>
            <a:off x="4497705" y="5377815"/>
            <a:ext cx="2253615" cy="472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Now Insert 45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32740" y="2116455"/>
            <a:ext cx="8597265" cy="4063365"/>
            <a:chOff x="4028" y="4124"/>
            <a:chExt cx="6985" cy="3301"/>
          </a:xfrm>
        </p:grpSpPr>
        <p:sp>
          <p:nvSpPr>
            <p:cNvPr id="77830" name="Text Box 3"/>
            <p:cNvSpPr txBox="1">
              <a:spLocks noChangeArrowheads="1"/>
            </p:cNvSpPr>
            <p:nvPr/>
          </p:nvSpPr>
          <p:spPr bwMode="auto">
            <a:xfrm>
              <a:off x="6323" y="4664"/>
              <a:ext cx="438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7831" name="Text Box 4"/>
            <p:cNvSpPr txBox="1">
              <a:spLocks noChangeArrowheads="1"/>
            </p:cNvSpPr>
            <p:nvPr/>
          </p:nvSpPr>
          <p:spPr bwMode="auto">
            <a:xfrm>
              <a:off x="5715" y="5204"/>
              <a:ext cx="276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7832" name="Text Box 5"/>
            <p:cNvSpPr txBox="1">
              <a:spLocks noChangeArrowheads="1"/>
            </p:cNvSpPr>
            <p:nvPr/>
          </p:nvSpPr>
          <p:spPr bwMode="auto">
            <a:xfrm>
              <a:off x="5507" y="4124"/>
              <a:ext cx="438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7833" name="Oval 6"/>
            <p:cNvSpPr>
              <a:spLocks noChangeArrowheads="1"/>
            </p:cNvSpPr>
            <p:nvPr/>
          </p:nvSpPr>
          <p:spPr bwMode="auto">
            <a:xfrm>
              <a:off x="5445" y="452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77834" name="Oval 7"/>
            <p:cNvSpPr>
              <a:spLocks noChangeArrowheads="1"/>
            </p:cNvSpPr>
            <p:nvPr/>
          </p:nvSpPr>
          <p:spPr bwMode="auto">
            <a:xfrm>
              <a:off x="4500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7835" name="Oval 8"/>
            <p:cNvSpPr>
              <a:spLocks noChangeArrowheads="1"/>
            </p:cNvSpPr>
            <p:nvPr/>
          </p:nvSpPr>
          <p:spPr bwMode="auto">
            <a:xfrm>
              <a:off x="6255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77836" name="Oval 9"/>
            <p:cNvSpPr>
              <a:spLocks noChangeArrowheads="1"/>
            </p:cNvSpPr>
            <p:nvPr/>
          </p:nvSpPr>
          <p:spPr bwMode="auto">
            <a:xfrm>
              <a:off x="5715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</a:p>
          </p:txBody>
        </p:sp>
        <p:cxnSp>
          <p:nvCxnSpPr>
            <p:cNvPr id="77837" name="AutoShape 10"/>
            <p:cNvCxnSpPr>
              <a:cxnSpLocks noChangeShapeType="1"/>
              <a:stCxn id="77833" idx="3"/>
              <a:endCxn id="77834" idx="7"/>
            </p:cNvCxnSpPr>
            <p:nvPr/>
          </p:nvCxnSpPr>
          <p:spPr bwMode="auto">
            <a:xfrm flipH="1">
              <a:off x="4846" y="4868"/>
              <a:ext cx="658" cy="253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838" name="AutoShape 11"/>
            <p:cNvCxnSpPr>
              <a:cxnSpLocks noChangeShapeType="1"/>
              <a:stCxn id="77833" idx="5"/>
              <a:endCxn id="77835" idx="1"/>
            </p:cNvCxnSpPr>
            <p:nvPr/>
          </p:nvCxnSpPr>
          <p:spPr bwMode="auto">
            <a:xfrm>
              <a:off x="5791" y="4868"/>
              <a:ext cx="523" cy="25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839" name="AutoShape 12"/>
            <p:cNvCxnSpPr>
              <a:cxnSpLocks noChangeShapeType="1"/>
              <a:stCxn id="77835" idx="3"/>
              <a:endCxn id="77836" idx="0"/>
            </p:cNvCxnSpPr>
            <p:nvPr/>
          </p:nvCxnSpPr>
          <p:spPr bwMode="auto">
            <a:xfrm flipH="1">
              <a:off x="5918" y="5408"/>
              <a:ext cx="397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840" name="Text Box 13"/>
            <p:cNvSpPr txBox="1">
              <a:spLocks noChangeArrowheads="1"/>
            </p:cNvSpPr>
            <p:nvPr/>
          </p:nvSpPr>
          <p:spPr bwMode="auto">
            <a:xfrm>
              <a:off x="4562" y="4664"/>
              <a:ext cx="438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7841" name="Oval 14"/>
            <p:cNvSpPr>
              <a:spLocks noChangeArrowheads="1"/>
            </p:cNvSpPr>
            <p:nvPr/>
          </p:nvSpPr>
          <p:spPr bwMode="auto">
            <a:xfrm>
              <a:off x="6660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77842" name="Line 15"/>
            <p:cNvSpPr>
              <a:spLocks noChangeShapeType="1"/>
            </p:cNvSpPr>
            <p:nvPr/>
          </p:nvSpPr>
          <p:spPr bwMode="auto">
            <a:xfrm>
              <a:off x="6593" y="5400"/>
              <a:ext cx="203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7843" name="Text Box 16"/>
            <p:cNvSpPr txBox="1">
              <a:spLocks noChangeArrowheads="1"/>
            </p:cNvSpPr>
            <p:nvPr/>
          </p:nvSpPr>
          <p:spPr bwMode="auto">
            <a:xfrm>
              <a:off x="6795" y="5204"/>
              <a:ext cx="276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7844" name="Oval 17"/>
            <p:cNvSpPr>
              <a:spLocks noChangeArrowheads="1"/>
            </p:cNvSpPr>
            <p:nvPr/>
          </p:nvSpPr>
          <p:spPr bwMode="auto">
            <a:xfrm>
              <a:off x="4028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7845" name="Line 18"/>
            <p:cNvSpPr>
              <a:spLocks noChangeShapeType="1"/>
            </p:cNvSpPr>
            <p:nvPr/>
          </p:nvSpPr>
          <p:spPr bwMode="auto">
            <a:xfrm flipH="1">
              <a:off x="4298" y="5468"/>
              <a:ext cx="270" cy="2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7846" name="Text Box 19"/>
            <p:cNvSpPr txBox="1">
              <a:spLocks noChangeArrowheads="1"/>
            </p:cNvSpPr>
            <p:nvPr/>
          </p:nvSpPr>
          <p:spPr bwMode="auto">
            <a:xfrm>
              <a:off x="4028" y="5272"/>
              <a:ext cx="276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7847" name="Oval 20"/>
            <p:cNvSpPr>
              <a:spLocks noChangeArrowheads="1"/>
            </p:cNvSpPr>
            <p:nvPr/>
          </p:nvSpPr>
          <p:spPr bwMode="auto">
            <a:xfrm>
              <a:off x="8820" y="459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77848" name="Oval 21"/>
            <p:cNvSpPr>
              <a:spLocks noChangeArrowheads="1"/>
            </p:cNvSpPr>
            <p:nvPr/>
          </p:nvSpPr>
          <p:spPr bwMode="auto">
            <a:xfrm>
              <a:off x="8010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7849" name="Oval 22"/>
            <p:cNvSpPr>
              <a:spLocks noChangeArrowheads="1"/>
            </p:cNvSpPr>
            <p:nvPr/>
          </p:nvSpPr>
          <p:spPr bwMode="auto">
            <a:xfrm>
              <a:off x="9765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77850" name="Oval 23"/>
            <p:cNvSpPr>
              <a:spLocks noChangeArrowheads="1"/>
            </p:cNvSpPr>
            <p:nvPr/>
          </p:nvSpPr>
          <p:spPr bwMode="auto">
            <a:xfrm>
              <a:off x="9225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</a:p>
          </p:txBody>
        </p:sp>
        <p:cxnSp>
          <p:nvCxnSpPr>
            <p:cNvPr id="77851" name="AutoShape 24"/>
            <p:cNvCxnSpPr>
              <a:cxnSpLocks noChangeShapeType="1"/>
              <a:stCxn id="77847" idx="3"/>
              <a:endCxn id="77848" idx="7"/>
            </p:cNvCxnSpPr>
            <p:nvPr/>
          </p:nvCxnSpPr>
          <p:spPr bwMode="auto">
            <a:xfrm flipH="1">
              <a:off x="8356" y="4936"/>
              <a:ext cx="523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852" name="AutoShape 25"/>
            <p:cNvCxnSpPr>
              <a:cxnSpLocks noChangeShapeType="1"/>
            </p:cNvCxnSpPr>
            <p:nvPr/>
          </p:nvCxnSpPr>
          <p:spPr bwMode="auto">
            <a:xfrm>
              <a:off x="9166" y="4936"/>
              <a:ext cx="658" cy="186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853" name="AutoShape 26"/>
            <p:cNvCxnSpPr>
              <a:cxnSpLocks noChangeShapeType="1"/>
              <a:stCxn id="77849" idx="3"/>
              <a:endCxn id="77850" idx="0"/>
            </p:cNvCxnSpPr>
            <p:nvPr/>
          </p:nvCxnSpPr>
          <p:spPr bwMode="auto">
            <a:xfrm flipH="1">
              <a:off x="9428" y="5408"/>
              <a:ext cx="397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854" name="Text Box 27"/>
            <p:cNvSpPr txBox="1">
              <a:spLocks noChangeArrowheads="1"/>
            </p:cNvSpPr>
            <p:nvPr/>
          </p:nvSpPr>
          <p:spPr bwMode="auto">
            <a:xfrm>
              <a:off x="8010" y="4614"/>
              <a:ext cx="438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7855" name="Oval 28"/>
            <p:cNvSpPr>
              <a:spLocks noChangeArrowheads="1"/>
            </p:cNvSpPr>
            <p:nvPr/>
          </p:nvSpPr>
          <p:spPr bwMode="auto">
            <a:xfrm>
              <a:off x="10170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77856" name="Line 29"/>
            <p:cNvSpPr>
              <a:spLocks noChangeShapeType="1"/>
            </p:cNvSpPr>
            <p:nvPr/>
          </p:nvSpPr>
          <p:spPr bwMode="auto">
            <a:xfrm>
              <a:off x="10103" y="5400"/>
              <a:ext cx="203" cy="3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7857" name="Oval 30"/>
            <p:cNvSpPr>
              <a:spLocks noChangeArrowheads="1"/>
            </p:cNvSpPr>
            <p:nvPr/>
          </p:nvSpPr>
          <p:spPr bwMode="auto">
            <a:xfrm>
              <a:off x="7538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7858" name="Line 31"/>
            <p:cNvSpPr>
              <a:spLocks noChangeShapeType="1"/>
            </p:cNvSpPr>
            <p:nvPr/>
          </p:nvSpPr>
          <p:spPr bwMode="auto">
            <a:xfrm flipH="1">
              <a:off x="7808" y="5468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7859" name="Oval 32"/>
            <p:cNvSpPr>
              <a:spLocks noChangeArrowheads="1"/>
            </p:cNvSpPr>
            <p:nvPr/>
          </p:nvSpPr>
          <p:spPr bwMode="auto">
            <a:xfrm>
              <a:off x="10440" y="6345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40</a:t>
              </a:r>
            </a:p>
          </p:txBody>
        </p:sp>
        <p:sp>
          <p:nvSpPr>
            <p:cNvPr id="77860" name="Line 33"/>
            <p:cNvSpPr>
              <a:spLocks noChangeShapeType="1"/>
            </p:cNvSpPr>
            <p:nvPr/>
          </p:nvSpPr>
          <p:spPr bwMode="auto">
            <a:xfrm>
              <a:off x="10508" y="6008"/>
              <a:ext cx="135" cy="3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7861" name="Text Box 34"/>
            <p:cNvSpPr txBox="1">
              <a:spLocks noChangeArrowheads="1"/>
            </p:cNvSpPr>
            <p:nvPr/>
          </p:nvSpPr>
          <p:spPr bwMode="auto">
            <a:xfrm>
              <a:off x="7470" y="5289"/>
              <a:ext cx="276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7862" name="Text Box 35"/>
            <p:cNvSpPr txBox="1">
              <a:spLocks noChangeArrowheads="1"/>
            </p:cNvSpPr>
            <p:nvPr/>
          </p:nvSpPr>
          <p:spPr bwMode="auto">
            <a:xfrm>
              <a:off x="10643" y="5897"/>
              <a:ext cx="276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7863" name="Text Box 36"/>
            <p:cNvSpPr txBox="1">
              <a:spLocks noChangeArrowheads="1"/>
            </p:cNvSpPr>
            <p:nvPr/>
          </p:nvSpPr>
          <p:spPr bwMode="auto">
            <a:xfrm>
              <a:off x="9090" y="5230"/>
              <a:ext cx="276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7864" name="Text Box 37"/>
            <p:cNvSpPr txBox="1">
              <a:spLocks noChangeArrowheads="1"/>
            </p:cNvSpPr>
            <p:nvPr/>
          </p:nvSpPr>
          <p:spPr bwMode="auto">
            <a:xfrm>
              <a:off x="10575" y="5222"/>
              <a:ext cx="438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7865" name="Text Box 38"/>
            <p:cNvSpPr txBox="1">
              <a:spLocks noChangeArrowheads="1"/>
            </p:cNvSpPr>
            <p:nvPr/>
          </p:nvSpPr>
          <p:spPr bwMode="auto">
            <a:xfrm>
              <a:off x="10103" y="4614"/>
              <a:ext cx="438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7866" name="Text Box 39"/>
            <p:cNvSpPr txBox="1">
              <a:spLocks noChangeArrowheads="1"/>
            </p:cNvSpPr>
            <p:nvPr/>
          </p:nvSpPr>
          <p:spPr bwMode="auto">
            <a:xfrm>
              <a:off x="9158" y="4209"/>
              <a:ext cx="438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7868" name="Line 41"/>
            <p:cNvSpPr>
              <a:spLocks noChangeShapeType="1"/>
            </p:cNvSpPr>
            <p:nvPr/>
          </p:nvSpPr>
          <p:spPr bwMode="auto">
            <a:xfrm>
              <a:off x="7200" y="4253"/>
              <a:ext cx="0" cy="3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</p:grpSp>
      <p:sp>
        <p:nvSpPr>
          <p:cNvPr id="77869" name="Line 42"/>
          <p:cNvSpPr>
            <a:spLocks noChangeShapeType="1"/>
          </p:cNvSpPr>
          <p:nvPr/>
        </p:nvSpPr>
        <p:spPr bwMode="auto">
          <a:xfrm>
            <a:off x="6604635" y="5605780"/>
            <a:ext cx="1451610" cy="63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67" grpId="0" bldLvl="0" animBg="1"/>
      <p:bldP spid="77869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8375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Single rotation (outside case)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8850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C0D964-8ABE-4A60-8DD7-82A682B99D9B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7885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7885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A5D2A8-7334-4F1A-AABC-B00051FE87E8}" type="slidenum">
              <a:rPr lang="en-US" altLang="zh-CN" sz="790"/>
              <a:pPr/>
              <a:t>54</a:t>
            </a:fld>
            <a:endParaRPr lang="en-US" altLang="zh-CN" sz="790"/>
          </a:p>
        </p:txBody>
      </p:sp>
      <p:sp>
        <p:nvSpPr>
          <p:cNvPr id="78893" name="Text Box 42"/>
          <p:cNvSpPr txBox="1">
            <a:spLocks noChangeArrowheads="1"/>
          </p:cNvSpPr>
          <p:nvPr/>
        </p:nvSpPr>
        <p:spPr bwMode="auto">
          <a:xfrm>
            <a:off x="1278890" y="5090795"/>
            <a:ext cx="172339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Imbalance</a:t>
            </a:r>
          </a:p>
        </p:txBody>
      </p:sp>
      <p:sp>
        <p:nvSpPr>
          <p:cNvPr id="78894" name="Line 43"/>
          <p:cNvSpPr>
            <a:spLocks noChangeShapeType="1"/>
          </p:cNvSpPr>
          <p:nvPr/>
        </p:nvSpPr>
        <p:spPr bwMode="auto">
          <a:xfrm rot="21180000" flipV="1">
            <a:off x="2067560" y="3960495"/>
            <a:ext cx="1695450" cy="1130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8902" name="Text Box 51"/>
          <p:cNvSpPr txBox="1">
            <a:spLocks noChangeArrowheads="1"/>
          </p:cNvSpPr>
          <p:nvPr/>
        </p:nvSpPr>
        <p:spPr bwMode="auto">
          <a:xfrm>
            <a:off x="5474335" y="5543550"/>
            <a:ext cx="218503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Now Insert 34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37915" y="1559940"/>
            <a:ext cx="8363185" cy="4285235"/>
            <a:chOff x="4028" y="4099"/>
            <a:chExt cx="7020" cy="3596"/>
          </a:xfrm>
        </p:grpSpPr>
        <p:sp>
          <p:nvSpPr>
            <p:cNvPr id="78854" name="Text Box 3"/>
            <p:cNvSpPr txBox="1">
              <a:spLocks noChangeArrowheads="1"/>
            </p:cNvSpPr>
            <p:nvPr/>
          </p:nvSpPr>
          <p:spPr bwMode="auto">
            <a:xfrm>
              <a:off x="6323" y="4639"/>
              <a:ext cx="438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8855" name="Text Box 4"/>
            <p:cNvSpPr txBox="1">
              <a:spLocks noChangeArrowheads="1"/>
            </p:cNvSpPr>
            <p:nvPr/>
          </p:nvSpPr>
          <p:spPr bwMode="auto">
            <a:xfrm>
              <a:off x="5716" y="5299"/>
              <a:ext cx="276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8856" name="Text Box 5"/>
            <p:cNvSpPr txBox="1">
              <a:spLocks noChangeArrowheads="1"/>
            </p:cNvSpPr>
            <p:nvPr/>
          </p:nvSpPr>
          <p:spPr bwMode="auto">
            <a:xfrm>
              <a:off x="5508" y="4099"/>
              <a:ext cx="438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8857" name="Oval 6"/>
            <p:cNvSpPr>
              <a:spLocks noChangeArrowheads="1"/>
            </p:cNvSpPr>
            <p:nvPr/>
          </p:nvSpPr>
          <p:spPr bwMode="auto">
            <a:xfrm>
              <a:off x="5445" y="452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78858" name="Oval 7"/>
            <p:cNvSpPr>
              <a:spLocks noChangeArrowheads="1"/>
            </p:cNvSpPr>
            <p:nvPr/>
          </p:nvSpPr>
          <p:spPr bwMode="auto">
            <a:xfrm>
              <a:off x="4500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8859" name="Oval 8"/>
            <p:cNvSpPr>
              <a:spLocks noChangeArrowheads="1"/>
            </p:cNvSpPr>
            <p:nvPr/>
          </p:nvSpPr>
          <p:spPr bwMode="auto">
            <a:xfrm>
              <a:off x="6255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78860" name="Oval 9"/>
            <p:cNvSpPr>
              <a:spLocks noChangeArrowheads="1"/>
            </p:cNvSpPr>
            <p:nvPr/>
          </p:nvSpPr>
          <p:spPr bwMode="auto">
            <a:xfrm>
              <a:off x="5715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</a:p>
          </p:txBody>
        </p:sp>
        <p:cxnSp>
          <p:nvCxnSpPr>
            <p:cNvPr id="78861" name="AutoShape 10"/>
            <p:cNvCxnSpPr>
              <a:cxnSpLocks noChangeShapeType="1"/>
              <a:stCxn id="78857" idx="3"/>
              <a:endCxn id="78858" idx="7"/>
            </p:cNvCxnSpPr>
            <p:nvPr/>
          </p:nvCxnSpPr>
          <p:spPr bwMode="auto">
            <a:xfrm flipH="1">
              <a:off x="4846" y="4868"/>
              <a:ext cx="658" cy="25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862" name="AutoShape 11"/>
            <p:cNvCxnSpPr>
              <a:cxnSpLocks noChangeShapeType="1"/>
              <a:stCxn id="78857" idx="5"/>
              <a:endCxn id="78859" idx="1"/>
            </p:cNvCxnSpPr>
            <p:nvPr/>
          </p:nvCxnSpPr>
          <p:spPr bwMode="auto">
            <a:xfrm>
              <a:off x="5791" y="4868"/>
              <a:ext cx="523" cy="253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863" name="AutoShape 12"/>
            <p:cNvCxnSpPr>
              <a:cxnSpLocks noChangeShapeType="1"/>
              <a:stCxn id="78859" idx="3"/>
              <a:endCxn id="78860" idx="0"/>
            </p:cNvCxnSpPr>
            <p:nvPr/>
          </p:nvCxnSpPr>
          <p:spPr bwMode="auto">
            <a:xfrm flipH="1">
              <a:off x="5918" y="5408"/>
              <a:ext cx="397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8864" name="Text Box 13"/>
            <p:cNvSpPr txBox="1">
              <a:spLocks noChangeArrowheads="1"/>
            </p:cNvSpPr>
            <p:nvPr/>
          </p:nvSpPr>
          <p:spPr bwMode="auto">
            <a:xfrm>
              <a:off x="4563" y="4639"/>
              <a:ext cx="438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8865" name="Oval 14"/>
            <p:cNvSpPr>
              <a:spLocks noChangeArrowheads="1"/>
            </p:cNvSpPr>
            <p:nvPr/>
          </p:nvSpPr>
          <p:spPr bwMode="auto">
            <a:xfrm>
              <a:off x="6660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78866" name="Line 15"/>
            <p:cNvSpPr>
              <a:spLocks noChangeShapeType="1"/>
            </p:cNvSpPr>
            <p:nvPr/>
          </p:nvSpPr>
          <p:spPr bwMode="auto">
            <a:xfrm>
              <a:off x="6593" y="5400"/>
              <a:ext cx="203" cy="3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8867" name="Text Box 16"/>
            <p:cNvSpPr txBox="1">
              <a:spLocks noChangeArrowheads="1"/>
            </p:cNvSpPr>
            <p:nvPr/>
          </p:nvSpPr>
          <p:spPr bwMode="auto">
            <a:xfrm>
              <a:off x="6736" y="5290"/>
              <a:ext cx="276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8868" name="Oval 17"/>
            <p:cNvSpPr>
              <a:spLocks noChangeArrowheads="1"/>
            </p:cNvSpPr>
            <p:nvPr/>
          </p:nvSpPr>
          <p:spPr bwMode="auto">
            <a:xfrm>
              <a:off x="4028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8869" name="Line 18"/>
            <p:cNvSpPr>
              <a:spLocks noChangeShapeType="1"/>
            </p:cNvSpPr>
            <p:nvPr/>
          </p:nvSpPr>
          <p:spPr bwMode="auto">
            <a:xfrm flipH="1">
              <a:off x="4298" y="5468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8870" name="Text Box 19"/>
            <p:cNvSpPr txBox="1">
              <a:spLocks noChangeArrowheads="1"/>
            </p:cNvSpPr>
            <p:nvPr/>
          </p:nvSpPr>
          <p:spPr bwMode="auto">
            <a:xfrm>
              <a:off x="4088" y="5307"/>
              <a:ext cx="276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8871" name="Oval 20"/>
            <p:cNvSpPr>
              <a:spLocks noChangeArrowheads="1"/>
            </p:cNvSpPr>
            <p:nvPr/>
          </p:nvSpPr>
          <p:spPr bwMode="auto">
            <a:xfrm>
              <a:off x="8820" y="459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78872" name="Oval 21"/>
            <p:cNvSpPr>
              <a:spLocks noChangeArrowheads="1"/>
            </p:cNvSpPr>
            <p:nvPr/>
          </p:nvSpPr>
          <p:spPr bwMode="auto">
            <a:xfrm>
              <a:off x="8010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8873" name="Oval 22"/>
            <p:cNvSpPr>
              <a:spLocks noChangeArrowheads="1"/>
            </p:cNvSpPr>
            <p:nvPr/>
          </p:nvSpPr>
          <p:spPr bwMode="auto">
            <a:xfrm>
              <a:off x="9765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78874" name="Oval 23"/>
            <p:cNvSpPr>
              <a:spLocks noChangeArrowheads="1"/>
            </p:cNvSpPr>
            <p:nvPr/>
          </p:nvSpPr>
          <p:spPr bwMode="auto">
            <a:xfrm>
              <a:off x="9225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</a:p>
          </p:txBody>
        </p:sp>
        <p:cxnSp>
          <p:nvCxnSpPr>
            <p:cNvPr id="78875" name="AutoShape 24"/>
            <p:cNvCxnSpPr>
              <a:cxnSpLocks noChangeShapeType="1"/>
              <a:stCxn id="78871" idx="3"/>
              <a:endCxn id="78872" idx="7"/>
            </p:cNvCxnSpPr>
            <p:nvPr/>
          </p:nvCxnSpPr>
          <p:spPr bwMode="auto">
            <a:xfrm flipH="1">
              <a:off x="8356" y="4936"/>
              <a:ext cx="523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876" name="AutoShape 25"/>
            <p:cNvCxnSpPr>
              <a:cxnSpLocks noChangeShapeType="1"/>
            </p:cNvCxnSpPr>
            <p:nvPr/>
          </p:nvCxnSpPr>
          <p:spPr bwMode="auto">
            <a:xfrm>
              <a:off x="9166" y="4936"/>
              <a:ext cx="658" cy="18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877" name="AutoShape 26"/>
            <p:cNvCxnSpPr>
              <a:cxnSpLocks noChangeShapeType="1"/>
              <a:stCxn id="78873" idx="3"/>
              <a:endCxn id="78874" idx="0"/>
            </p:cNvCxnSpPr>
            <p:nvPr/>
          </p:nvCxnSpPr>
          <p:spPr bwMode="auto">
            <a:xfrm flipH="1">
              <a:off x="9428" y="5408"/>
              <a:ext cx="397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8878" name="Text Box 27"/>
            <p:cNvSpPr txBox="1">
              <a:spLocks noChangeArrowheads="1"/>
            </p:cNvSpPr>
            <p:nvPr/>
          </p:nvSpPr>
          <p:spPr bwMode="auto">
            <a:xfrm>
              <a:off x="8055" y="4674"/>
              <a:ext cx="438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8879" name="Oval 28"/>
            <p:cNvSpPr>
              <a:spLocks noChangeArrowheads="1"/>
            </p:cNvSpPr>
            <p:nvPr/>
          </p:nvSpPr>
          <p:spPr bwMode="auto">
            <a:xfrm>
              <a:off x="10170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40</a:t>
              </a:r>
            </a:p>
          </p:txBody>
        </p:sp>
        <p:sp>
          <p:nvSpPr>
            <p:cNvPr id="78880" name="Line 29"/>
            <p:cNvSpPr>
              <a:spLocks noChangeShapeType="1"/>
            </p:cNvSpPr>
            <p:nvPr/>
          </p:nvSpPr>
          <p:spPr bwMode="auto">
            <a:xfrm>
              <a:off x="10103" y="5400"/>
              <a:ext cx="203" cy="33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8881" name="Oval 30"/>
            <p:cNvSpPr>
              <a:spLocks noChangeArrowheads="1"/>
            </p:cNvSpPr>
            <p:nvPr/>
          </p:nvSpPr>
          <p:spPr bwMode="auto">
            <a:xfrm>
              <a:off x="7538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8882" name="Line 31"/>
            <p:cNvSpPr>
              <a:spLocks noChangeShapeType="1"/>
            </p:cNvSpPr>
            <p:nvPr/>
          </p:nvSpPr>
          <p:spPr bwMode="auto">
            <a:xfrm flipH="1">
              <a:off x="7808" y="5468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8883" name="Oval 32"/>
            <p:cNvSpPr>
              <a:spLocks noChangeArrowheads="1"/>
            </p:cNvSpPr>
            <p:nvPr/>
          </p:nvSpPr>
          <p:spPr bwMode="auto">
            <a:xfrm>
              <a:off x="6930" y="641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40</a:t>
              </a:r>
            </a:p>
          </p:txBody>
        </p:sp>
        <p:sp>
          <p:nvSpPr>
            <p:cNvPr id="78884" name="Line 33"/>
            <p:cNvSpPr>
              <a:spLocks noChangeShapeType="1"/>
            </p:cNvSpPr>
            <p:nvPr/>
          </p:nvSpPr>
          <p:spPr bwMode="auto">
            <a:xfrm>
              <a:off x="6930" y="6075"/>
              <a:ext cx="135" cy="3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8885" name="Text Box 34"/>
            <p:cNvSpPr txBox="1">
              <a:spLocks noChangeArrowheads="1"/>
            </p:cNvSpPr>
            <p:nvPr/>
          </p:nvSpPr>
          <p:spPr bwMode="auto">
            <a:xfrm>
              <a:off x="7575" y="5289"/>
              <a:ext cx="276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8886" name="Text Box 35"/>
            <p:cNvSpPr txBox="1">
              <a:spLocks noChangeArrowheads="1"/>
            </p:cNvSpPr>
            <p:nvPr/>
          </p:nvSpPr>
          <p:spPr bwMode="auto">
            <a:xfrm>
              <a:off x="6863" y="6927"/>
              <a:ext cx="270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8887" name="Text Box 36"/>
            <p:cNvSpPr txBox="1">
              <a:spLocks noChangeArrowheads="1"/>
            </p:cNvSpPr>
            <p:nvPr/>
          </p:nvSpPr>
          <p:spPr bwMode="auto">
            <a:xfrm>
              <a:off x="9195" y="5357"/>
              <a:ext cx="276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8888" name="Text Box 37"/>
            <p:cNvSpPr txBox="1">
              <a:spLocks noChangeArrowheads="1"/>
            </p:cNvSpPr>
            <p:nvPr/>
          </p:nvSpPr>
          <p:spPr bwMode="auto">
            <a:xfrm>
              <a:off x="6593" y="6267"/>
              <a:ext cx="438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8889" name="Text Box 38"/>
            <p:cNvSpPr txBox="1">
              <a:spLocks noChangeArrowheads="1"/>
            </p:cNvSpPr>
            <p:nvPr/>
          </p:nvSpPr>
          <p:spPr bwMode="auto">
            <a:xfrm>
              <a:off x="9968" y="4734"/>
              <a:ext cx="438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8890" name="Text Box 39"/>
            <p:cNvSpPr txBox="1">
              <a:spLocks noChangeArrowheads="1"/>
            </p:cNvSpPr>
            <p:nvPr/>
          </p:nvSpPr>
          <p:spPr bwMode="auto">
            <a:xfrm>
              <a:off x="8903" y="4209"/>
              <a:ext cx="438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8891" name="Oval 40"/>
            <p:cNvSpPr>
              <a:spLocks noChangeArrowheads="1"/>
            </p:cNvSpPr>
            <p:nvPr/>
          </p:nvSpPr>
          <p:spPr bwMode="auto">
            <a:xfrm>
              <a:off x="7133" y="708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45</a:t>
              </a:r>
            </a:p>
          </p:txBody>
        </p:sp>
        <p:sp>
          <p:nvSpPr>
            <p:cNvPr id="78892" name="Line 41"/>
            <p:cNvSpPr>
              <a:spLocks noChangeShapeType="1"/>
            </p:cNvSpPr>
            <p:nvPr/>
          </p:nvSpPr>
          <p:spPr bwMode="auto">
            <a:xfrm>
              <a:off x="7200" y="6818"/>
              <a:ext cx="68" cy="27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8895" name="Oval 44"/>
            <p:cNvSpPr>
              <a:spLocks noChangeArrowheads="1"/>
            </p:cNvSpPr>
            <p:nvPr/>
          </p:nvSpPr>
          <p:spPr bwMode="auto">
            <a:xfrm>
              <a:off x="9833" y="627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78896" name="Oval 45"/>
            <p:cNvSpPr>
              <a:spLocks noChangeArrowheads="1"/>
            </p:cNvSpPr>
            <p:nvPr/>
          </p:nvSpPr>
          <p:spPr bwMode="auto">
            <a:xfrm>
              <a:off x="10643" y="6345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45</a:t>
              </a:r>
            </a:p>
          </p:txBody>
        </p:sp>
        <p:sp>
          <p:nvSpPr>
            <p:cNvPr id="78897" name="Line 46"/>
            <p:cNvSpPr>
              <a:spLocks noChangeShapeType="1"/>
            </p:cNvSpPr>
            <p:nvPr/>
          </p:nvSpPr>
          <p:spPr bwMode="auto">
            <a:xfrm>
              <a:off x="10508" y="6008"/>
              <a:ext cx="270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8898" name="Line 47"/>
            <p:cNvSpPr>
              <a:spLocks noChangeShapeType="1"/>
            </p:cNvSpPr>
            <p:nvPr/>
          </p:nvSpPr>
          <p:spPr bwMode="auto">
            <a:xfrm flipH="1">
              <a:off x="10103" y="6075"/>
              <a:ext cx="203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8899" name="Text Box 48"/>
            <p:cNvSpPr txBox="1">
              <a:spLocks noChangeArrowheads="1"/>
            </p:cNvSpPr>
            <p:nvPr/>
          </p:nvSpPr>
          <p:spPr bwMode="auto">
            <a:xfrm>
              <a:off x="9803" y="5948"/>
              <a:ext cx="276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8900" name="Text Box 49"/>
            <p:cNvSpPr txBox="1">
              <a:spLocks noChangeArrowheads="1"/>
            </p:cNvSpPr>
            <p:nvPr/>
          </p:nvSpPr>
          <p:spPr bwMode="auto">
            <a:xfrm>
              <a:off x="10695" y="5948"/>
              <a:ext cx="276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8901" name="Text Box 50"/>
            <p:cNvSpPr txBox="1">
              <a:spLocks noChangeArrowheads="1"/>
            </p:cNvSpPr>
            <p:nvPr/>
          </p:nvSpPr>
          <p:spPr bwMode="auto">
            <a:xfrm>
              <a:off x="10500" y="5424"/>
              <a:ext cx="438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8903" name="Line 52"/>
            <p:cNvSpPr>
              <a:spLocks noChangeShapeType="1"/>
            </p:cNvSpPr>
            <p:nvPr/>
          </p:nvSpPr>
          <p:spPr bwMode="auto">
            <a:xfrm>
              <a:off x="6863" y="4118"/>
              <a:ext cx="1013" cy="35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</p:grpSp>
      <p:sp>
        <p:nvSpPr>
          <p:cNvPr id="78904" name="Line 53"/>
          <p:cNvSpPr>
            <a:spLocks noChangeShapeType="1"/>
          </p:cNvSpPr>
          <p:nvPr/>
        </p:nvSpPr>
        <p:spPr bwMode="auto">
          <a:xfrm rot="540000" flipV="1">
            <a:off x="6578600" y="4516120"/>
            <a:ext cx="773430" cy="116078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93" grpId="0" bldLvl="0" animBg="1"/>
      <p:bldP spid="78894" grpId="0" bldLvl="0" animBg="1"/>
      <p:bldP spid="78902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8375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Double rotation (inside case)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987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CCCAA5-9DFC-4030-A7EC-7DC71092274D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7987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7987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D03218-EECC-4435-A260-7B2282A5499E}" type="slidenum">
              <a:rPr lang="en-US" altLang="zh-CN" sz="790"/>
              <a:pPr/>
              <a:t>55</a:t>
            </a:fld>
            <a:endParaRPr lang="en-US" altLang="zh-CN" sz="790"/>
          </a:p>
        </p:txBody>
      </p:sp>
      <p:sp>
        <p:nvSpPr>
          <p:cNvPr id="79913" name="Text Box 1062"/>
          <p:cNvSpPr txBox="1">
            <a:spLocks noChangeArrowheads="1"/>
          </p:cNvSpPr>
          <p:nvPr/>
        </p:nvSpPr>
        <p:spPr bwMode="auto">
          <a:xfrm>
            <a:off x="3796665" y="1755140"/>
            <a:ext cx="18580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Imbalance</a:t>
            </a:r>
          </a:p>
        </p:txBody>
      </p:sp>
      <p:sp>
        <p:nvSpPr>
          <p:cNvPr id="79914" name="Line 1063"/>
          <p:cNvSpPr>
            <a:spLocks noChangeShapeType="1"/>
          </p:cNvSpPr>
          <p:nvPr/>
        </p:nvSpPr>
        <p:spPr bwMode="auto">
          <a:xfrm flipH="1">
            <a:off x="3538855" y="2235835"/>
            <a:ext cx="1080135" cy="889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79919" name="Text Box 1068"/>
          <p:cNvSpPr txBox="1">
            <a:spLocks noChangeArrowheads="1"/>
          </p:cNvSpPr>
          <p:nvPr/>
        </p:nvSpPr>
        <p:spPr bwMode="auto">
          <a:xfrm>
            <a:off x="325755" y="5805170"/>
            <a:ext cx="275780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Insertion of  34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76250" y="1919217"/>
            <a:ext cx="8285480" cy="3924688"/>
            <a:chOff x="4028" y="4100"/>
            <a:chExt cx="7020" cy="3325"/>
          </a:xfrm>
        </p:grpSpPr>
        <p:sp>
          <p:nvSpPr>
            <p:cNvPr id="79878" name="Text Box 1027"/>
            <p:cNvSpPr txBox="1">
              <a:spLocks noChangeArrowheads="1"/>
            </p:cNvSpPr>
            <p:nvPr/>
          </p:nvSpPr>
          <p:spPr bwMode="auto">
            <a:xfrm>
              <a:off x="6323" y="4640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9879" name="Text Box 1028"/>
            <p:cNvSpPr txBox="1">
              <a:spLocks noChangeArrowheads="1"/>
            </p:cNvSpPr>
            <p:nvPr/>
          </p:nvSpPr>
          <p:spPr bwMode="auto">
            <a:xfrm>
              <a:off x="5715" y="5246"/>
              <a:ext cx="2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9880" name="Text Box 1029"/>
            <p:cNvSpPr txBox="1">
              <a:spLocks noChangeArrowheads="1"/>
            </p:cNvSpPr>
            <p:nvPr/>
          </p:nvSpPr>
          <p:spPr bwMode="auto">
            <a:xfrm>
              <a:off x="5507" y="4100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9881" name="Oval 1030"/>
            <p:cNvSpPr>
              <a:spLocks noChangeArrowheads="1"/>
            </p:cNvSpPr>
            <p:nvPr/>
          </p:nvSpPr>
          <p:spPr bwMode="auto">
            <a:xfrm>
              <a:off x="5445" y="452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79882" name="Oval 1031"/>
            <p:cNvSpPr>
              <a:spLocks noChangeArrowheads="1"/>
            </p:cNvSpPr>
            <p:nvPr/>
          </p:nvSpPr>
          <p:spPr bwMode="auto">
            <a:xfrm>
              <a:off x="4500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9883" name="Oval 1032"/>
            <p:cNvSpPr>
              <a:spLocks noChangeArrowheads="1"/>
            </p:cNvSpPr>
            <p:nvPr/>
          </p:nvSpPr>
          <p:spPr bwMode="auto">
            <a:xfrm>
              <a:off x="6255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79884" name="Oval 1033"/>
            <p:cNvSpPr>
              <a:spLocks noChangeArrowheads="1"/>
            </p:cNvSpPr>
            <p:nvPr/>
          </p:nvSpPr>
          <p:spPr bwMode="auto">
            <a:xfrm>
              <a:off x="5715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</a:p>
          </p:txBody>
        </p:sp>
        <p:cxnSp>
          <p:nvCxnSpPr>
            <p:cNvPr id="79885" name="AutoShape 1034"/>
            <p:cNvCxnSpPr>
              <a:cxnSpLocks noChangeShapeType="1"/>
              <a:stCxn id="79881" idx="3"/>
              <a:endCxn id="79882" idx="7"/>
            </p:cNvCxnSpPr>
            <p:nvPr/>
          </p:nvCxnSpPr>
          <p:spPr bwMode="auto">
            <a:xfrm flipH="1">
              <a:off x="4846" y="4868"/>
              <a:ext cx="658" cy="25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886" name="AutoShape 1035"/>
            <p:cNvCxnSpPr>
              <a:cxnSpLocks noChangeShapeType="1"/>
              <a:stCxn id="79881" idx="5"/>
              <a:endCxn id="79883" idx="1"/>
            </p:cNvCxnSpPr>
            <p:nvPr/>
          </p:nvCxnSpPr>
          <p:spPr bwMode="auto">
            <a:xfrm>
              <a:off x="5791" y="4868"/>
              <a:ext cx="523" cy="253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887" name="AutoShape 1036"/>
            <p:cNvCxnSpPr>
              <a:cxnSpLocks noChangeShapeType="1"/>
              <a:stCxn id="79883" idx="3"/>
              <a:endCxn id="79884" idx="0"/>
            </p:cNvCxnSpPr>
            <p:nvPr/>
          </p:nvCxnSpPr>
          <p:spPr bwMode="auto">
            <a:xfrm flipH="1">
              <a:off x="5918" y="5408"/>
              <a:ext cx="397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888" name="Text Box 1037"/>
            <p:cNvSpPr txBox="1">
              <a:spLocks noChangeArrowheads="1"/>
            </p:cNvSpPr>
            <p:nvPr/>
          </p:nvSpPr>
          <p:spPr bwMode="auto">
            <a:xfrm>
              <a:off x="4562" y="4701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9889" name="Oval 1038"/>
            <p:cNvSpPr>
              <a:spLocks noChangeArrowheads="1"/>
            </p:cNvSpPr>
            <p:nvPr/>
          </p:nvSpPr>
          <p:spPr bwMode="auto">
            <a:xfrm>
              <a:off x="6660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40</a:t>
              </a:r>
            </a:p>
          </p:txBody>
        </p:sp>
        <p:sp>
          <p:nvSpPr>
            <p:cNvPr id="79890" name="Line 1039"/>
            <p:cNvSpPr>
              <a:spLocks noChangeShapeType="1"/>
            </p:cNvSpPr>
            <p:nvPr/>
          </p:nvSpPr>
          <p:spPr bwMode="auto">
            <a:xfrm>
              <a:off x="6593" y="5400"/>
              <a:ext cx="203" cy="3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9891" name="Text Box 1040"/>
            <p:cNvSpPr txBox="1">
              <a:spLocks noChangeArrowheads="1"/>
            </p:cNvSpPr>
            <p:nvPr/>
          </p:nvSpPr>
          <p:spPr bwMode="auto">
            <a:xfrm>
              <a:off x="6795" y="5307"/>
              <a:ext cx="2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9892" name="Oval 1041"/>
            <p:cNvSpPr>
              <a:spLocks noChangeArrowheads="1"/>
            </p:cNvSpPr>
            <p:nvPr/>
          </p:nvSpPr>
          <p:spPr bwMode="auto">
            <a:xfrm>
              <a:off x="4028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9893" name="Line 1042"/>
            <p:cNvSpPr>
              <a:spLocks noChangeShapeType="1"/>
            </p:cNvSpPr>
            <p:nvPr/>
          </p:nvSpPr>
          <p:spPr bwMode="auto">
            <a:xfrm flipH="1">
              <a:off x="4298" y="5468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9894" name="Text Box 1043"/>
            <p:cNvSpPr txBox="1">
              <a:spLocks noChangeArrowheads="1"/>
            </p:cNvSpPr>
            <p:nvPr/>
          </p:nvSpPr>
          <p:spPr bwMode="auto">
            <a:xfrm>
              <a:off x="4028" y="5309"/>
              <a:ext cx="2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9895" name="Oval 1044"/>
            <p:cNvSpPr>
              <a:spLocks noChangeArrowheads="1"/>
            </p:cNvSpPr>
            <p:nvPr/>
          </p:nvSpPr>
          <p:spPr bwMode="auto">
            <a:xfrm>
              <a:off x="8820" y="459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79896" name="Oval 1045"/>
            <p:cNvSpPr>
              <a:spLocks noChangeArrowheads="1"/>
            </p:cNvSpPr>
            <p:nvPr/>
          </p:nvSpPr>
          <p:spPr bwMode="auto">
            <a:xfrm>
              <a:off x="8010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9897" name="Oval 1046"/>
            <p:cNvSpPr>
              <a:spLocks noChangeArrowheads="1"/>
            </p:cNvSpPr>
            <p:nvPr/>
          </p:nvSpPr>
          <p:spPr bwMode="auto">
            <a:xfrm>
              <a:off x="9765" y="506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79898" name="Oval 1047"/>
            <p:cNvSpPr>
              <a:spLocks noChangeArrowheads="1"/>
            </p:cNvSpPr>
            <p:nvPr/>
          </p:nvSpPr>
          <p:spPr bwMode="auto">
            <a:xfrm>
              <a:off x="9225" y="56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cxnSp>
          <p:nvCxnSpPr>
            <p:cNvPr id="79899" name="AutoShape 1048"/>
            <p:cNvCxnSpPr>
              <a:cxnSpLocks noChangeShapeType="1"/>
              <a:stCxn id="79895" idx="3"/>
              <a:endCxn id="79896" idx="7"/>
            </p:cNvCxnSpPr>
            <p:nvPr/>
          </p:nvCxnSpPr>
          <p:spPr bwMode="auto">
            <a:xfrm flipH="1">
              <a:off x="8356" y="4936"/>
              <a:ext cx="523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900" name="AutoShape 1049"/>
            <p:cNvCxnSpPr>
              <a:cxnSpLocks noChangeShapeType="1"/>
            </p:cNvCxnSpPr>
            <p:nvPr/>
          </p:nvCxnSpPr>
          <p:spPr bwMode="auto">
            <a:xfrm>
              <a:off x="9166" y="4936"/>
              <a:ext cx="658" cy="18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901" name="AutoShape 1050"/>
            <p:cNvCxnSpPr>
              <a:cxnSpLocks noChangeShapeType="1"/>
              <a:stCxn id="79897" idx="3"/>
              <a:endCxn id="79898" idx="0"/>
            </p:cNvCxnSpPr>
            <p:nvPr/>
          </p:nvCxnSpPr>
          <p:spPr bwMode="auto">
            <a:xfrm flipH="1">
              <a:off x="9428" y="5408"/>
              <a:ext cx="397" cy="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902" name="Text Box 1051"/>
            <p:cNvSpPr txBox="1">
              <a:spLocks noChangeArrowheads="1"/>
            </p:cNvSpPr>
            <p:nvPr/>
          </p:nvSpPr>
          <p:spPr bwMode="auto">
            <a:xfrm>
              <a:off x="8056" y="4675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9903" name="Oval 1052"/>
            <p:cNvSpPr>
              <a:spLocks noChangeArrowheads="1"/>
            </p:cNvSpPr>
            <p:nvPr/>
          </p:nvSpPr>
          <p:spPr bwMode="auto">
            <a:xfrm>
              <a:off x="10170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40</a:t>
              </a:r>
            </a:p>
          </p:txBody>
        </p:sp>
        <p:sp>
          <p:nvSpPr>
            <p:cNvPr id="79904" name="Line 1053"/>
            <p:cNvSpPr>
              <a:spLocks noChangeShapeType="1"/>
            </p:cNvSpPr>
            <p:nvPr/>
          </p:nvSpPr>
          <p:spPr bwMode="auto">
            <a:xfrm>
              <a:off x="10103" y="5400"/>
              <a:ext cx="203" cy="33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9905" name="Oval 1054"/>
            <p:cNvSpPr>
              <a:spLocks noChangeArrowheads="1"/>
            </p:cNvSpPr>
            <p:nvPr/>
          </p:nvSpPr>
          <p:spPr bwMode="auto">
            <a:xfrm>
              <a:off x="7538" y="567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9906" name="Line 1055"/>
            <p:cNvSpPr>
              <a:spLocks noChangeShapeType="1"/>
            </p:cNvSpPr>
            <p:nvPr/>
          </p:nvSpPr>
          <p:spPr bwMode="auto">
            <a:xfrm flipH="1">
              <a:off x="7808" y="5468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9907" name="Oval 1056"/>
            <p:cNvSpPr>
              <a:spLocks noChangeArrowheads="1"/>
            </p:cNvSpPr>
            <p:nvPr/>
          </p:nvSpPr>
          <p:spPr bwMode="auto">
            <a:xfrm>
              <a:off x="6930" y="641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45</a:t>
              </a:r>
            </a:p>
          </p:txBody>
        </p:sp>
        <p:sp>
          <p:nvSpPr>
            <p:cNvPr id="79908" name="Line 1057"/>
            <p:cNvSpPr>
              <a:spLocks noChangeShapeType="1"/>
            </p:cNvSpPr>
            <p:nvPr/>
          </p:nvSpPr>
          <p:spPr bwMode="auto">
            <a:xfrm>
              <a:off x="6930" y="6075"/>
              <a:ext cx="135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9909" name="Text Box 1058"/>
            <p:cNvSpPr txBox="1">
              <a:spLocks noChangeArrowheads="1"/>
            </p:cNvSpPr>
            <p:nvPr/>
          </p:nvSpPr>
          <p:spPr bwMode="auto">
            <a:xfrm>
              <a:off x="7577" y="5289"/>
              <a:ext cx="2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9910" name="Text Box 1059"/>
            <p:cNvSpPr txBox="1">
              <a:spLocks noChangeArrowheads="1"/>
            </p:cNvSpPr>
            <p:nvPr/>
          </p:nvSpPr>
          <p:spPr bwMode="auto">
            <a:xfrm>
              <a:off x="9197" y="5296"/>
              <a:ext cx="2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9911" name="Text Box 1060"/>
            <p:cNvSpPr txBox="1">
              <a:spLocks noChangeArrowheads="1"/>
            </p:cNvSpPr>
            <p:nvPr/>
          </p:nvSpPr>
          <p:spPr bwMode="auto">
            <a:xfrm>
              <a:off x="9966" y="4675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9912" name="Text Box 1061"/>
            <p:cNvSpPr txBox="1">
              <a:spLocks noChangeArrowheads="1"/>
            </p:cNvSpPr>
            <p:nvPr/>
          </p:nvSpPr>
          <p:spPr bwMode="auto">
            <a:xfrm>
              <a:off x="8899" y="4209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9915" name="Oval 1064"/>
            <p:cNvSpPr>
              <a:spLocks noChangeArrowheads="1"/>
            </p:cNvSpPr>
            <p:nvPr/>
          </p:nvSpPr>
          <p:spPr bwMode="auto">
            <a:xfrm>
              <a:off x="10643" y="6345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45</a:t>
              </a:r>
            </a:p>
          </p:txBody>
        </p:sp>
        <p:sp>
          <p:nvSpPr>
            <p:cNvPr id="79916" name="Line 1065"/>
            <p:cNvSpPr>
              <a:spLocks noChangeShapeType="1"/>
            </p:cNvSpPr>
            <p:nvPr/>
          </p:nvSpPr>
          <p:spPr bwMode="auto">
            <a:xfrm>
              <a:off x="10508" y="6008"/>
              <a:ext cx="270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9917" name="Text Box 1066"/>
            <p:cNvSpPr txBox="1">
              <a:spLocks noChangeArrowheads="1"/>
            </p:cNvSpPr>
            <p:nvPr/>
          </p:nvSpPr>
          <p:spPr bwMode="auto">
            <a:xfrm>
              <a:off x="10752" y="5948"/>
              <a:ext cx="2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9918" name="Text Box 1067"/>
            <p:cNvSpPr txBox="1">
              <a:spLocks noChangeArrowheads="1"/>
            </p:cNvSpPr>
            <p:nvPr/>
          </p:nvSpPr>
          <p:spPr bwMode="auto">
            <a:xfrm>
              <a:off x="10499" y="5424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9920" name="Oval 1069"/>
            <p:cNvSpPr>
              <a:spLocks noChangeArrowheads="1"/>
            </p:cNvSpPr>
            <p:nvPr/>
          </p:nvSpPr>
          <p:spPr bwMode="auto">
            <a:xfrm>
              <a:off x="6255" y="6413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79921" name="Line 1070"/>
            <p:cNvSpPr>
              <a:spLocks noChangeShapeType="1"/>
            </p:cNvSpPr>
            <p:nvPr/>
          </p:nvSpPr>
          <p:spPr bwMode="auto">
            <a:xfrm flipH="1">
              <a:off x="6593" y="6075"/>
              <a:ext cx="203" cy="40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9922" name="Oval 1071"/>
            <p:cNvSpPr>
              <a:spLocks noChangeArrowheads="1"/>
            </p:cNvSpPr>
            <p:nvPr/>
          </p:nvSpPr>
          <p:spPr bwMode="auto">
            <a:xfrm>
              <a:off x="5918" y="702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34</a:t>
              </a:r>
            </a:p>
          </p:txBody>
        </p:sp>
        <p:sp>
          <p:nvSpPr>
            <p:cNvPr id="79923" name="Line 1072"/>
            <p:cNvSpPr>
              <a:spLocks noChangeShapeType="1"/>
            </p:cNvSpPr>
            <p:nvPr/>
          </p:nvSpPr>
          <p:spPr bwMode="auto">
            <a:xfrm flipH="1">
              <a:off x="6188" y="6818"/>
              <a:ext cx="203" cy="2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9924" name="Text Box 1073"/>
            <p:cNvSpPr txBox="1">
              <a:spLocks noChangeArrowheads="1"/>
            </p:cNvSpPr>
            <p:nvPr/>
          </p:nvSpPr>
          <p:spPr bwMode="auto">
            <a:xfrm>
              <a:off x="7342" y="6326"/>
              <a:ext cx="2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9925" name="Text Box 1074"/>
            <p:cNvSpPr txBox="1">
              <a:spLocks noChangeArrowheads="1"/>
            </p:cNvSpPr>
            <p:nvPr/>
          </p:nvSpPr>
          <p:spPr bwMode="auto">
            <a:xfrm>
              <a:off x="5648" y="6799"/>
              <a:ext cx="2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9926" name="Text Box 1075"/>
            <p:cNvSpPr txBox="1">
              <a:spLocks noChangeArrowheads="1"/>
            </p:cNvSpPr>
            <p:nvPr/>
          </p:nvSpPr>
          <p:spPr bwMode="auto">
            <a:xfrm>
              <a:off x="5985" y="6259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9927" name="Oval 1076"/>
            <p:cNvSpPr>
              <a:spLocks noChangeArrowheads="1"/>
            </p:cNvSpPr>
            <p:nvPr/>
          </p:nvSpPr>
          <p:spPr bwMode="auto">
            <a:xfrm>
              <a:off x="8820" y="627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</a:p>
          </p:txBody>
        </p:sp>
        <p:sp>
          <p:nvSpPr>
            <p:cNvPr id="79928" name="Oval 1077"/>
            <p:cNvSpPr>
              <a:spLocks noChangeArrowheads="1"/>
            </p:cNvSpPr>
            <p:nvPr/>
          </p:nvSpPr>
          <p:spPr bwMode="auto">
            <a:xfrm>
              <a:off x="9698" y="627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34</a:t>
              </a:r>
            </a:p>
          </p:txBody>
        </p:sp>
        <p:sp>
          <p:nvSpPr>
            <p:cNvPr id="79929" name="Line 1078"/>
            <p:cNvSpPr>
              <a:spLocks noChangeShapeType="1"/>
            </p:cNvSpPr>
            <p:nvPr/>
          </p:nvSpPr>
          <p:spPr bwMode="auto">
            <a:xfrm flipH="1">
              <a:off x="9158" y="6075"/>
              <a:ext cx="135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9930" name="Line 1079"/>
            <p:cNvSpPr>
              <a:spLocks noChangeShapeType="1"/>
            </p:cNvSpPr>
            <p:nvPr/>
          </p:nvSpPr>
          <p:spPr bwMode="auto">
            <a:xfrm>
              <a:off x="9563" y="6075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9931" name="Text Box 1080"/>
            <p:cNvSpPr txBox="1">
              <a:spLocks noChangeArrowheads="1"/>
            </p:cNvSpPr>
            <p:nvPr/>
          </p:nvSpPr>
          <p:spPr bwMode="auto">
            <a:xfrm>
              <a:off x="8529" y="6106"/>
              <a:ext cx="2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13" grpId="0" bldLvl="0" animBg="1"/>
      <p:bldP spid="79914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9344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AVL Tree Deletion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0898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71624C-7760-4538-8249-D71DDE39A912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8089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8090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63C2D5-E028-4C4A-A0B9-B991C9B92FBD}" type="slidenum">
              <a:rPr lang="en-US" altLang="zh-CN" sz="790"/>
              <a:pPr/>
              <a:t>56</a:t>
            </a:fld>
            <a:endParaRPr lang="en-US" altLang="zh-CN" sz="790"/>
          </a:p>
        </p:txBody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220" y="2474595"/>
            <a:ext cx="8335645" cy="2753360"/>
          </a:xfr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Similar but more complex than insertion</a:t>
            </a:r>
          </a:p>
          <a:p>
            <a:pPr lvl="1"/>
            <a:r>
              <a:rPr lang="en-US" altLang="zh-CN" sz="2800" dirty="0">
                <a:ea typeface="宋体" panose="02010600030101010101" pitchFamily="2" charset="-122"/>
              </a:rPr>
              <a:t>Rotations and double rotations needed to rebalance</a:t>
            </a:r>
          </a:p>
          <a:p>
            <a:pPr lvl="1"/>
            <a:r>
              <a:rPr lang="en-US" altLang="zh-CN" sz="2800" dirty="0">
                <a:ea typeface="宋体" panose="02010600030101010101" pitchFamily="2" charset="-122"/>
              </a:rPr>
              <a:t>Imbalance may propagate upward so that many rotations may be needed.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7971790" y="5367020"/>
            <a:ext cx="637540" cy="732155"/>
            <a:chOff x="1350" y="4532"/>
            <a:chExt cx="446" cy="512"/>
          </a:xfrm>
          <a:solidFill>
            <a:schemeClr val="accent1">
              <a:lumMod val="50000"/>
              <a:alpha val="31000"/>
            </a:schemeClr>
          </a:solidFill>
        </p:grpSpPr>
        <p:sp>
          <p:nvSpPr>
            <p:cNvPr id="279" name="AutoShape 131"/>
            <p:cNvSpPr/>
            <p:nvPr>
              <p:custDataLst>
                <p:tags r:id="rId5"/>
              </p:custDataLst>
            </p:nvPr>
          </p:nvSpPr>
          <p:spPr bwMode="auto">
            <a:xfrm>
              <a:off x="1350" y="4532"/>
              <a:ext cx="447" cy="5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057" y="5400"/>
                  </a:moveTo>
                  <a:lnTo>
                    <a:pt x="20057" y="6075"/>
                  </a:lnTo>
                  <a:lnTo>
                    <a:pt x="1542" y="6075"/>
                  </a:lnTo>
                  <a:lnTo>
                    <a:pt x="1542" y="5400"/>
                  </a:lnTo>
                  <a:lnTo>
                    <a:pt x="1542" y="4725"/>
                  </a:lnTo>
                  <a:cubicBezTo>
                    <a:pt x="1542" y="4352"/>
                    <a:pt x="1887" y="4050"/>
                    <a:pt x="2314" y="4050"/>
                  </a:cubicBezTo>
                  <a:lnTo>
                    <a:pt x="19285" y="4050"/>
                  </a:lnTo>
                  <a:cubicBezTo>
                    <a:pt x="19712" y="4050"/>
                    <a:pt x="20057" y="4352"/>
                    <a:pt x="20057" y="4725"/>
                  </a:cubicBezTo>
                  <a:cubicBezTo>
                    <a:pt x="20057" y="4725"/>
                    <a:pt x="20057" y="5400"/>
                    <a:pt x="20057" y="5400"/>
                  </a:cubicBezTo>
                  <a:close/>
                  <a:moveTo>
                    <a:pt x="18514" y="18900"/>
                  </a:moveTo>
                  <a:cubicBezTo>
                    <a:pt x="18514" y="19644"/>
                    <a:pt x="17822" y="20249"/>
                    <a:pt x="16971" y="20249"/>
                  </a:cubicBezTo>
                  <a:lnTo>
                    <a:pt x="4628" y="20249"/>
                  </a:lnTo>
                  <a:cubicBezTo>
                    <a:pt x="3777" y="20249"/>
                    <a:pt x="3085" y="19644"/>
                    <a:pt x="3085" y="18900"/>
                  </a:cubicBezTo>
                  <a:lnTo>
                    <a:pt x="3085" y="7425"/>
                  </a:lnTo>
                  <a:lnTo>
                    <a:pt x="18514" y="7425"/>
                  </a:lnTo>
                  <a:cubicBezTo>
                    <a:pt x="18514" y="7425"/>
                    <a:pt x="18514" y="18900"/>
                    <a:pt x="18514" y="18900"/>
                  </a:cubicBezTo>
                  <a:close/>
                  <a:moveTo>
                    <a:pt x="6171" y="2025"/>
                  </a:moveTo>
                  <a:cubicBezTo>
                    <a:pt x="6171" y="1652"/>
                    <a:pt x="6516" y="1350"/>
                    <a:pt x="6942" y="1350"/>
                  </a:cubicBezTo>
                  <a:lnTo>
                    <a:pt x="14657" y="1350"/>
                  </a:lnTo>
                  <a:cubicBezTo>
                    <a:pt x="15083" y="1350"/>
                    <a:pt x="15428" y="1652"/>
                    <a:pt x="15428" y="2025"/>
                  </a:cubicBezTo>
                  <a:lnTo>
                    <a:pt x="15428" y="2700"/>
                  </a:lnTo>
                  <a:lnTo>
                    <a:pt x="6171" y="2700"/>
                  </a:lnTo>
                  <a:cubicBezTo>
                    <a:pt x="6171" y="2700"/>
                    <a:pt x="6171" y="2025"/>
                    <a:pt x="6171" y="2025"/>
                  </a:cubicBezTo>
                  <a:close/>
                  <a:moveTo>
                    <a:pt x="21585" y="4601"/>
                  </a:moveTo>
                  <a:cubicBezTo>
                    <a:pt x="21511" y="3541"/>
                    <a:pt x="20516" y="2700"/>
                    <a:pt x="19285" y="2700"/>
                  </a:cubicBezTo>
                  <a:lnTo>
                    <a:pt x="16971" y="2700"/>
                  </a:lnTo>
                  <a:lnTo>
                    <a:pt x="16971" y="2025"/>
                  </a:lnTo>
                  <a:cubicBezTo>
                    <a:pt x="16971" y="906"/>
                    <a:pt x="15935" y="0"/>
                    <a:pt x="14657" y="0"/>
                  </a:cubicBezTo>
                  <a:lnTo>
                    <a:pt x="6942" y="0"/>
                  </a:lnTo>
                  <a:cubicBezTo>
                    <a:pt x="5664" y="0"/>
                    <a:pt x="4628" y="906"/>
                    <a:pt x="4628" y="2025"/>
                  </a:cubicBezTo>
                  <a:lnTo>
                    <a:pt x="4628" y="2700"/>
                  </a:lnTo>
                  <a:lnTo>
                    <a:pt x="2314" y="2700"/>
                  </a:lnTo>
                  <a:cubicBezTo>
                    <a:pt x="1083" y="2700"/>
                    <a:pt x="88" y="3541"/>
                    <a:pt x="14" y="4601"/>
                  </a:cubicBezTo>
                  <a:lnTo>
                    <a:pt x="0" y="4601"/>
                  </a:lnTo>
                  <a:lnTo>
                    <a:pt x="0" y="5400"/>
                  </a:lnTo>
                  <a:lnTo>
                    <a:pt x="0" y="6075"/>
                  </a:lnTo>
                  <a:cubicBezTo>
                    <a:pt x="0" y="6820"/>
                    <a:pt x="691" y="7425"/>
                    <a:pt x="1542" y="7425"/>
                  </a:cubicBezTo>
                  <a:lnTo>
                    <a:pt x="1542" y="18900"/>
                  </a:lnTo>
                  <a:cubicBezTo>
                    <a:pt x="1542" y="20391"/>
                    <a:pt x="2924" y="21599"/>
                    <a:pt x="4628" y="21599"/>
                  </a:cubicBezTo>
                  <a:lnTo>
                    <a:pt x="16971" y="21599"/>
                  </a:lnTo>
                  <a:cubicBezTo>
                    <a:pt x="18675" y="21599"/>
                    <a:pt x="20057" y="20391"/>
                    <a:pt x="20057" y="18900"/>
                  </a:cubicBezTo>
                  <a:lnTo>
                    <a:pt x="20057" y="7425"/>
                  </a:lnTo>
                  <a:cubicBezTo>
                    <a:pt x="20908" y="7425"/>
                    <a:pt x="21599" y="6820"/>
                    <a:pt x="21599" y="6075"/>
                  </a:cubicBezTo>
                  <a:lnTo>
                    <a:pt x="21599" y="5400"/>
                  </a:lnTo>
                  <a:lnTo>
                    <a:pt x="21599" y="4601"/>
                  </a:lnTo>
                  <a:cubicBezTo>
                    <a:pt x="21599" y="4601"/>
                    <a:pt x="21585" y="4601"/>
                    <a:pt x="21585" y="4601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80" name="AutoShape 132"/>
            <p:cNvSpPr/>
            <p:nvPr>
              <p:custDataLst>
                <p:tags r:id="rId6"/>
              </p:custDataLst>
            </p:nvPr>
          </p:nvSpPr>
          <p:spPr bwMode="auto">
            <a:xfrm>
              <a:off x="1445" y="4738"/>
              <a:ext cx="65" cy="23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5" name="AutoShape 133"/>
            <p:cNvSpPr/>
            <p:nvPr>
              <p:custDataLst>
                <p:tags r:id="rId7"/>
              </p:custDataLst>
            </p:nvPr>
          </p:nvSpPr>
          <p:spPr bwMode="auto">
            <a:xfrm>
              <a:off x="1541" y="4738"/>
              <a:ext cx="65" cy="23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82" name="AutoShape 134"/>
            <p:cNvSpPr/>
            <p:nvPr>
              <p:custDataLst>
                <p:tags r:id="rId8"/>
              </p:custDataLst>
            </p:nvPr>
          </p:nvSpPr>
          <p:spPr bwMode="auto">
            <a:xfrm>
              <a:off x="1636" y="4738"/>
              <a:ext cx="65" cy="23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606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3945" cy="490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05802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Pros &amp; Cons of AVL 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0898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6EAC7C-CFAD-4105-9CD5-A4545ADBB6B9}" type="datetime1">
              <a:rPr lang="zh-CN" altLang="en-US" sz="790" smtClean="0"/>
              <a:pPr/>
              <a:t>2025/12/13</a:t>
            </a:fld>
            <a:endParaRPr lang="en-US" altLang="zh-CN" sz="790"/>
          </a:p>
        </p:txBody>
      </p:sp>
      <p:sp>
        <p:nvSpPr>
          <p:cNvPr id="8089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4-2</a:t>
            </a:r>
          </a:p>
        </p:txBody>
      </p:sp>
      <p:sp>
        <p:nvSpPr>
          <p:cNvPr id="8090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63C2D5-E028-4C4A-A0B9-B991C9B92FBD}" type="slidenum">
              <a:rPr lang="en-US" altLang="zh-CN" sz="790"/>
              <a:pPr/>
              <a:t>57</a:t>
            </a:fld>
            <a:endParaRPr lang="en-US" altLang="zh-CN" sz="790"/>
          </a:p>
        </p:txBody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935" y="1557020"/>
            <a:ext cx="8215630" cy="457327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2400" dirty="0"/>
              <a:t>Arguments for AVL trees 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/>
              <a:t>Search is O(log N) since AVL trees are always balanced.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/>
              <a:t>Insertion and deletions are also O(</a:t>
            </a:r>
            <a:r>
              <a:rPr lang="en-US" altLang="zh-CN" sz="2000" dirty="0" err="1"/>
              <a:t>logn</a:t>
            </a:r>
            <a:r>
              <a:rPr lang="en-US" altLang="zh-CN" sz="2000" dirty="0"/>
              <a:t>)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/>
              <a:t>The height balancing adds no more than a constant factor to the speed of insertion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2400" dirty="0"/>
              <a:t>Arguments against using AVL trees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/>
              <a:t>Difficult to program &amp; debug; more space for balance factor.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/>
              <a:t>Asymptotically faster but rebalancing costs time.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/>
              <a:t>Most large searches are done in database systems on disk and use other structures (e.g. B-trees).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/>
              <a:t>May be OK to have O(N) for a single operation if total run time for many consecutive operations is fast (e.g. Splay trees).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812405" y="4959985"/>
            <a:ext cx="978535" cy="1236980"/>
            <a:chOff x="9066" y="9530"/>
            <a:chExt cx="430" cy="498"/>
          </a:xfrm>
          <a:solidFill>
            <a:schemeClr val="accent1">
              <a:lumMod val="75000"/>
              <a:alpha val="47000"/>
            </a:schemeClr>
          </a:solidFill>
        </p:grpSpPr>
        <p:sp>
          <p:nvSpPr>
            <p:cNvPr id="1053" name="Freeform 590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9066" y="9530"/>
              <a:ext cx="430" cy="499"/>
            </a:xfrm>
            <a:custGeom>
              <a:avLst/>
              <a:gdLst>
                <a:gd name="T0" fmla="*/ 236 w 449"/>
                <a:gd name="T1" fmla="*/ 52 h 523"/>
                <a:gd name="T2" fmla="*/ 67 w 449"/>
                <a:gd name="T3" fmla="*/ 50 h 523"/>
                <a:gd name="T4" fmla="*/ 5 w 449"/>
                <a:gd name="T5" fmla="*/ 113 h 523"/>
                <a:gd name="T6" fmla="*/ 24 w 449"/>
                <a:gd name="T7" fmla="*/ 158 h 523"/>
                <a:gd name="T8" fmla="*/ 159 w 449"/>
                <a:gd name="T9" fmla="*/ 197 h 523"/>
                <a:gd name="T10" fmla="*/ 162 w 449"/>
                <a:gd name="T11" fmla="*/ 424 h 523"/>
                <a:gd name="T12" fmla="*/ 169 w 449"/>
                <a:gd name="T13" fmla="*/ 517 h 523"/>
                <a:gd name="T14" fmla="*/ 244 w 449"/>
                <a:gd name="T15" fmla="*/ 491 h 523"/>
                <a:gd name="T16" fmla="*/ 320 w 449"/>
                <a:gd name="T17" fmla="*/ 201 h 523"/>
                <a:gd name="T18" fmla="*/ 184 w 449"/>
                <a:gd name="T19" fmla="*/ 191 h 523"/>
                <a:gd name="T20" fmla="*/ 14 w 449"/>
                <a:gd name="T21" fmla="*/ 177 h 523"/>
                <a:gd name="T22" fmla="*/ 117 w 449"/>
                <a:gd name="T23" fmla="*/ 131 h 523"/>
                <a:gd name="T24" fmla="*/ 30 w 449"/>
                <a:gd name="T25" fmla="*/ 139 h 523"/>
                <a:gd name="T26" fmla="*/ 26 w 449"/>
                <a:gd name="T27" fmla="*/ 148 h 523"/>
                <a:gd name="T28" fmla="*/ 31 w 449"/>
                <a:gd name="T29" fmla="*/ 153 h 523"/>
                <a:gd name="T30" fmla="*/ 41 w 449"/>
                <a:gd name="T31" fmla="*/ 129 h 523"/>
                <a:gd name="T32" fmla="*/ 14 w 449"/>
                <a:gd name="T33" fmla="*/ 118 h 523"/>
                <a:gd name="T34" fmla="*/ 201 w 449"/>
                <a:gd name="T35" fmla="*/ 116 h 523"/>
                <a:gd name="T36" fmla="*/ 15 w 449"/>
                <a:gd name="T37" fmla="*/ 123 h 523"/>
                <a:gd name="T38" fmla="*/ 53 w 449"/>
                <a:gd name="T39" fmla="*/ 74 h 523"/>
                <a:gd name="T40" fmla="*/ 76 w 449"/>
                <a:gd name="T41" fmla="*/ 84 h 523"/>
                <a:gd name="T42" fmla="*/ 140 w 449"/>
                <a:gd name="T43" fmla="*/ 95 h 523"/>
                <a:gd name="T44" fmla="*/ 211 w 449"/>
                <a:gd name="T45" fmla="*/ 101 h 523"/>
                <a:gd name="T46" fmla="*/ 186 w 449"/>
                <a:gd name="T47" fmla="*/ 89 h 523"/>
                <a:gd name="T48" fmla="*/ 315 w 449"/>
                <a:gd name="T49" fmla="*/ 107 h 523"/>
                <a:gd name="T50" fmla="*/ 9 w 449"/>
                <a:gd name="T51" fmla="*/ 98 h 523"/>
                <a:gd name="T52" fmla="*/ 15 w 449"/>
                <a:gd name="T53" fmla="*/ 72 h 523"/>
                <a:gd name="T54" fmla="*/ 43 w 449"/>
                <a:gd name="T55" fmla="*/ 80 h 523"/>
                <a:gd name="T56" fmla="*/ 15 w 449"/>
                <a:gd name="T57" fmla="*/ 67 h 523"/>
                <a:gd name="T58" fmla="*/ 97 w 449"/>
                <a:gd name="T59" fmla="*/ 127 h 523"/>
                <a:gd name="T60" fmla="*/ 280 w 449"/>
                <a:gd name="T61" fmla="*/ 119 h 523"/>
                <a:gd name="T62" fmla="*/ 331 w 449"/>
                <a:gd name="T63" fmla="*/ 132 h 523"/>
                <a:gd name="T64" fmla="*/ 377 w 449"/>
                <a:gd name="T65" fmla="*/ 122 h 523"/>
                <a:gd name="T66" fmla="*/ 387 w 449"/>
                <a:gd name="T67" fmla="*/ 120 h 523"/>
                <a:gd name="T68" fmla="*/ 312 w 449"/>
                <a:gd name="T69" fmla="*/ 110 h 523"/>
                <a:gd name="T70" fmla="*/ 163 w 449"/>
                <a:gd name="T71" fmla="*/ 42 h 523"/>
                <a:gd name="T72" fmla="*/ 214 w 449"/>
                <a:gd name="T73" fmla="*/ 30 h 523"/>
                <a:gd name="T74" fmla="*/ 214 w 449"/>
                <a:gd name="T75" fmla="*/ 14 h 523"/>
                <a:gd name="T76" fmla="*/ 206 w 449"/>
                <a:gd name="T77" fmla="*/ 53 h 523"/>
                <a:gd name="T78" fmla="*/ 368 w 449"/>
                <a:gd name="T79" fmla="*/ 72 h 523"/>
                <a:gd name="T80" fmla="*/ 146 w 449"/>
                <a:gd name="T81" fmla="*/ 80 h 523"/>
                <a:gd name="T82" fmla="*/ 95 w 449"/>
                <a:gd name="T83" fmla="*/ 71 h 523"/>
                <a:gd name="T84" fmla="*/ 376 w 449"/>
                <a:gd name="T85" fmla="*/ 77 h 523"/>
                <a:gd name="T86" fmla="*/ 44 w 449"/>
                <a:gd name="T87" fmla="*/ 62 h 523"/>
                <a:gd name="T88" fmla="*/ 146 w 449"/>
                <a:gd name="T89" fmla="*/ 71 h 523"/>
                <a:gd name="T90" fmla="*/ 18 w 449"/>
                <a:gd name="T91" fmla="*/ 59 h 523"/>
                <a:gd name="T92" fmla="*/ 5 w 449"/>
                <a:gd name="T93" fmla="*/ 100 h 523"/>
                <a:gd name="T94" fmla="*/ 19 w 449"/>
                <a:gd name="T95" fmla="*/ 135 h 523"/>
                <a:gd name="T96" fmla="*/ 24 w 449"/>
                <a:gd name="T97" fmla="*/ 163 h 523"/>
                <a:gd name="T98" fmla="*/ 14 w 449"/>
                <a:gd name="T99" fmla="*/ 180 h 523"/>
                <a:gd name="T100" fmla="*/ 168 w 449"/>
                <a:gd name="T101" fmla="*/ 490 h 523"/>
                <a:gd name="T102" fmla="*/ 206 w 449"/>
                <a:gd name="T103" fmla="*/ 510 h 523"/>
                <a:gd name="T104" fmla="*/ 170 w 449"/>
                <a:gd name="T105" fmla="*/ 455 h 523"/>
                <a:gd name="T106" fmla="*/ 216 w 449"/>
                <a:gd name="T107" fmla="*/ 401 h 523"/>
                <a:gd name="T108" fmla="*/ 171 w 449"/>
                <a:gd name="T109" fmla="*/ 389 h 523"/>
                <a:gd name="T110" fmla="*/ 171 w 449"/>
                <a:gd name="T111" fmla="*/ 350 h 523"/>
                <a:gd name="T112" fmla="*/ 210 w 449"/>
                <a:gd name="T113" fmla="*/ 285 h 523"/>
                <a:gd name="T114" fmla="*/ 167 w 449"/>
                <a:gd name="T115" fmla="*/ 283 h 523"/>
                <a:gd name="T116" fmla="*/ 166 w 449"/>
                <a:gd name="T117" fmla="*/ 264 h 523"/>
                <a:gd name="T118" fmla="*/ 164 w 449"/>
                <a:gd name="T119" fmla="*/ 217 h 523"/>
                <a:gd name="T120" fmla="*/ 231 w 449"/>
                <a:gd name="T121" fmla="*/ 197 h 523"/>
                <a:gd name="T122" fmla="*/ 273 w 449"/>
                <a:gd name="T123" fmla="*/ 192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9" h="523">
                  <a:moveTo>
                    <a:pt x="446" y="133"/>
                  </a:moveTo>
                  <a:cubicBezTo>
                    <a:pt x="431" y="123"/>
                    <a:pt x="419" y="109"/>
                    <a:pt x="407" y="95"/>
                  </a:cubicBezTo>
                  <a:cubicBezTo>
                    <a:pt x="397" y="85"/>
                    <a:pt x="385" y="73"/>
                    <a:pt x="372" y="68"/>
                  </a:cubicBezTo>
                  <a:cubicBezTo>
                    <a:pt x="372" y="67"/>
                    <a:pt x="372" y="66"/>
                    <a:pt x="371" y="66"/>
                  </a:cubicBezTo>
                  <a:cubicBezTo>
                    <a:pt x="365" y="57"/>
                    <a:pt x="352" y="58"/>
                    <a:pt x="342" y="57"/>
                  </a:cubicBezTo>
                  <a:cubicBezTo>
                    <a:pt x="329" y="57"/>
                    <a:pt x="316" y="57"/>
                    <a:pt x="304" y="56"/>
                  </a:cubicBezTo>
                  <a:cubicBezTo>
                    <a:pt x="281" y="54"/>
                    <a:pt x="258" y="55"/>
                    <a:pt x="236" y="54"/>
                  </a:cubicBezTo>
                  <a:cubicBezTo>
                    <a:pt x="236" y="54"/>
                    <a:pt x="236" y="53"/>
                    <a:pt x="236" y="52"/>
                  </a:cubicBezTo>
                  <a:cubicBezTo>
                    <a:pt x="232" y="47"/>
                    <a:pt x="235" y="33"/>
                    <a:pt x="236" y="27"/>
                  </a:cubicBezTo>
                  <a:cubicBezTo>
                    <a:pt x="238" y="21"/>
                    <a:pt x="240" y="15"/>
                    <a:pt x="235" y="10"/>
                  </a:cubicBezTo>
                  <a:cubicBezTo>
                    <a:pt x="228" y="3"/>
                    <a:pt x="215" y="4"/>
                    <a:pt x="207" y="4"/>
                  </a:cubicBezTo>
                  <a:cubicBezTo>
                    <a:pt x="192" y="5"/>
                    <a:pt x="178" y="0"/>
                    <a:pt x="163" y="1"/>
                  </a:cubicBezTo>
                  <a:cubicBezTo>
                    <a:pt x="161" y="1"/>
                    <a:pt x="160" y="2"/>
                    <a:pt x="160" y="3"/>
                  </a:cubicBezTo>
                  <a:cubicBezTo>
                    <a:pt x="160" y="18"/>
                    <a:pt x="159" y="34"/>
                    <a:pt x="159" y="49"/>
                  </a:cubicBezTo>
                  <a:cubicBezTo>
                    <a:pt x="144" y="48"/>
                    <a:pt x="128" y="47"/>
                    <a:pt x="112" y="47"/>
                  </a:cubicBezTo>
                  <a:cubicBezTo>
                    <a:pt x="97" y="48"/>
                    <a:pt x="82" y="49"/>
                    <a:pt x="67" y="50"/>
                  </a:cubicBezTo>
                  <a:cubicBezTo>
                    <a:pt x="53" y="50"/>
                    <a:pt x="38" y="50"/>
                    <a:pt x="23" y="49"/>
                  </a:cubicBezTo>
                  <a:cubicBezTo>
                    <a:pt x="22" y="49"/>
                    <a:pt x="21" y="49"/>
                    <a:pt x="21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19" y="51"/>
                    <a:pt x="17" y="52"/>
                    <a:pt x="16" y="54"/>
                  </a:cubicBezTo>
                  <a:cubicBezTo>
                    <a:pt x="11" y="59"/>
                    <a:pt x="10" y="65"/>
                    <a:pt x="9" y="71"/>
                  </a:cubicBezTo>
                  <a:cubicBezTo>
                    <a:pt x="9" y="72"/>
                    <a:pt x="10" y="73"/>
                    <a:pt x="11" y="73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4" y="84"/>
                    <a:pt x="0" y="102"/>
                    <a:pt x="5" y="113"/>
                  </a:cubicBezTo>
                  <a:cubicBezTo>
                    <a:pt x="7" y="116"/>
                    <a:pt x="8" y="118"/>
                    <a:pt x="11" y="119"/>
                  </a:cubicBezTo>
                  <a:cubicBezTo>
                    <a:pt x="11" y="120"/>
                    <a:pt x="11" y="120"/>
                    <a:pt x="12" y="120"/>
                  </a:cubicBezTo>
                  <a:cubicBezTo>
                    <a:pt x="11" y="121"/>
                    <a:pt x="11" y="123"/>
                    <a:pt x="11" y="124"/>
                  </a:cubicBezTo>
                  <a:cubicBezTo>
                    <a:pt x="11" y="126"/>
                    <a:pt x="10" y="128"/>
                    <a:pt x="10" y="129"/>
                  </a:cubicBezTo>
                  <a:cubicBezTo>
                    <a:pt x="8" y="138"/>
                    <a:pt x="14" y="144"/>
                    <a:pt x="20" y="149"/>
                  </a:cubicBezTo>
                  <a:cubicBezTo>
                    <a:pt x="21" y="150"/>
                    <a:pt x="22" y="150"/>
                    <a:pt x="22" y="149"/>
                  </a:cubicBezTo>
                  <a:cubicBezTo>
                    <a:pt x="22" y="148"/>
                    <a:pt x="23" y="148"/>
                    <a:pt x="23" y="148"/>
                  </a:cubicBezTo>
                  <a:cubicBezTo>
                    <a:pt x="25" y="151"/>
                    <a:pt x="27" y="155"/>
                    <a:pt x="24" y="158"/>
                  </a:cubicBezTo>
                  <a:cubicBezTo>
                    <a:pt x="22" y="159"/>
                    <a:pt x="19" y="161"/>
                    <a:pt x="17" y="162"/>
                  </a:cubicBezTo>
                  <a:cubicBezTo>
                    <a:pt x="14" y="164"/>
                    <a:pt x="13" y="166"/>
                    <a:pt x="12" y="169"/>
                  </a:cubicBezTo>
                  <a:cubicBezTo>
                    <a:pt x="10" y="170"/>
                    <a:pt x="8" y="172"/>
                    <a:pt x="8" y="175"/>
                  </a:cubicBezTo>
                  <a:cubicBezTo>
                    <a:pt x="9" y="180"/>
                    <a:pt x="11" y="185"/>
                    <a:pt x="10" y="191"/>
                  </a:cubicBezTo>
                  <a:cubicBezTo>
                    <a:pt x="10" y="192"/>
                    <a:pt x="12" y="193"/>
                    <a:pt x="13" y="193"/>
                  </a:cubicBezTo>
                  <a:cubicBezTo>
                    <a:pt x="25" y="194"/>
                    <a:pt x="43" y="203"/>
                    <a:pt x="56" y="199"/>
                  </a:cubicBezTo>
                  <a:cubicBezTo>
                    <a:pt x="76" y="200"/>
                    <a:pt x="98" y="198"/>
                    <a:pt x="119" y="198"/>
                  </a:cubicBezTo>
                  <a:cubicBezTo>
                    <a:pt x="132" y="198"/>
                    <a:pt x="146" y="198"/>
                    <a:pt x="159" y="197"/>
                  </a:cubicBezTo>
                  <a:cubicBezTo>
                    <a:pt x="158" y="204"/>
                    <a:pt x="158" y="210"/>
                    <a:pt x="158" y="217"/>
                  </a:cubicBezTo>
                  <a:cubicBezTo>
                    <a:pt x="157" y="217"/>
                    <a:pt x="157" y="218"/>
                    <a:pt x="157" y="218"/>
                  </a:cubicBezTo>
                  <a:cubicBezTo>
                    <a:pt x="156" y="218"/>
                    <a:pt x="157" y="219"/>
                    <a:pt x="158" y="219"/>
                  </a:cubicBezTo>
                  <a:cubicBezTo>
                    <a:pt x="158" y="219"/>
                    <a:pt x="158" y="219"/>
                    <a:pt x="158" y="219"/>
                  </a:cubicBezTo>
                  <a:cubicBezTo>
                    <a:pt x="157" y="236"/>
                    <a:pt x="159" y="253"/>
                    <a:pt x="159" y="270"/>
                  </a:cubicBezTo>
                  <a:cubicBezTo>
                    <a:pt x="160" y="295"/>
                    <a:pt x="162" y="321"/>
                    <a:pt x="164" y="347"/>
                  </a:cubicBezTo>
                  <a:cubicBezTo>
                    <a:pt x="165" y="373"/>
                    <a:pt x="165" y="397"/>
                    <a:pt x="164" y="423"/>
                  </a:cubicBezTo>
                  <a:cubicBezTo>
                    <a:pt x="163" y="423"/>
                    <a:pt x="163" y="423"/>
                    <a:pt x="162" y="424"/>
                  </a:cubicBezTo>
                  <a:cubicBezTo>
                    <a:pt x="161" y="425"/>
                    <a:pt x="162" y="427"/>
                    <a:pt x="163" y="426"/>
                  </a:cubicBezTo>
                  <a:cubicBezTo>
                    <a:pt x="163" y="426"/>
                    <a:pt x="164" y="425"/>
                    <a:pt x="164" y="425"/>
                  </a:cubicBezTo>
                  <a:cubicBezTo>
                    <a:pt x="164" y="429"/>
                    <a:pt x="164" y="433"/>
                    <a:pt x="164" y="437"/>
                  </a:cubicBezTo>
                  <a:cubicBezTo>
                    <a:pt x="162" y="462"/>
                    <a:pt x="163" y="487"/>
                    <a:pt x="163" y="512"/>
                  </a:cubicBezTo>
                  <a:cubicBezTo>
                    <a:pt x="163" y="513"/>
                    <a:pt x="164" y="514"/>
                    <a:pt x="165" y="514"/>
                  </a:cubicBezTo>
                  <a:cubicBezTo>
                    <a:pt x="165" y="515"/>
                    <a:pt x="165" y="515"/>
                    <a:pt x="166" y="515"/>
                  </a:cubicBezTo>
                  <a:cubicBezTo>
                    <a:pt x="166" y="515"/>
                    <a:pt x="166" y="515"/>
                    <a:pt x="166" y="515"/>
                  </a:cubicBezTo>
                  <a:cubicBezTo>
                    <a:pt x="167" y="517"/>
                    <a:pt x="168" y="517"/>
                    <a:pt x="169" y="517"/>
                  </a:cubicBezTo>
                  <a:cubicBezTo>
                    <a:pt x="178" y="522"/>
                    <a:pt x="190" y="521"/>
                    <a:pt x="199" y="520"/>
                  </a:cubicBezTo>
                  <a:cubicBezTo>
                    <a:pt x="201" y="520"/>
                    <a:pt x="203" y="521"/>
                    <a:pt x="205" y="521"/>
                  </a:cubicBezTo>
                  <a:cubicBezTo>
                    <a:pt x="212" y="522"/>
                    <a:pt x="222" y="523"/>
                    <a:pt x="230" y="520"/>
                  </a:cubicBezTo>
                  <a:cubicBezTo>
                    <a:pt x="234" y="520"/>
                    <a:pt x="237" y="519"/>
                    <a:pt x="241" y="518"/>
                  </a:cubicBezTo>
                  <a:cubicBezTo>
                    <a:pt x="242" y="518"/>
                    <a:pt x="243" y="518"/>
                    <a:pt x="243" y="516"/>
                  </a:cubicBezTo>
                  <a:cubicBezTo>
                    <a:pt x="243" y="516"/>
                    <a:pt x="243" y="516"/>
                    <a:pt x="243" y="515"/>
                  </a:cubicBezTo>
                  <a:cubicBezTo>
                    <a:pt x="245" y="514"/>
                    <a:pt x="246" y="513"/>
                    <a:pt x="246" y="511"/>
                  </a:cubicBezTo>
                  <a:cubicBezTo>
                    <a:pt x="246" y="504"/>
                    <a:pt x="247" y="497"/>
                    <a:pt x="244" y="491"/>
                  </a:cubicBezTo>
                  <a:cubicBezTo>
                    <a:pt x="244" y="489"/>
                    <a:pt x="244" y="486"/>
                    <a:pt x="243" y="483"/>
                  </a:cubicBezTo>
                  <a:cubicBezTo>
                    <a:pt x="243" y="482"/>
                    <a:pt x="243" y="480"/>
                    <a:pt x="243" y="479"/>
                  </a:cubicBezTo>
                  <a:cubicBezTo>
                    <a:pt x="243" y="465"/>
                    <a:pt x="242" y="452"/>
                    <a:pt x="241" y="439"/>
                  </a:cubicBezTo>
                  <a:cubicBezTo>
                    <a:pt x="239" y="411"/>
                    <a:pt x="236" y="384"/>
                    <a:pt x="234" y="356"/>
                  </a:cubicBezTo>
                  <a:cubicBezTo>
                    <a:pt x="232" y="329"/>
                    <a:pt x="232" y="301"/>
                    <a:pt x="233" y="273"/>
                  </a:cubicBezTo>
                  <a:cubicBezTo>
                    <a:pt x="234" y="248"/>
                    <a:pt x="236" y="222"/>
                    <a:pt x="234" y="197"/>
                  </a:cubicBezTo>
                  <a:cubicBezTo>
                    <a:pt x="249" y="197"/>
                    <a:pt x="265" y="197"/>
                    <a:pt x="281" y="198"/>
                  </a:cubicBezTo>
                  <a:cubicBezTo>
                    <a:pt x="294" y="199"/>
                    <a:pt x="307" y="200"/>
                    <a:pt x="320" y="201"/>
                  </a:cubicBezTo>
                  <a:cubicBezTo>
                    <a:pt x="328" y="202"/>
                    <a:pt x="335" y="202"/>
                    <a:pt x="342" y="203"/>
                  </a:cubicBezTo>
                  <a:cubicBezTo>
                    <a:pt x="346" y="203"/>
                    <a:pt x="351" y="204"/>
                    <a:pt x="355" y="203"/>
                  </a:cubicBezTo>
                  <a:cubicBezTo>
                    <a:pt x="357" y="204"/>
                    <a:pt x="358" y="204"/>
                    <a:pt x="360" y="202"/>
                  </a:cubicBezTo>
                  <a:cubicBezTo>
                    <a:pt x="385" y="176"/>
                    <a:pt x="423" y="167"/>
                    <a:pt x="447" y="140"/>
                  </a:cubicBezTo>
                  <a:cubicBezTo>
                    <a:pt x="449" y="138"/>
                    <a:pt x="448" y="135"/>
                    <a:pt x="446" y="133"/>
                  </a:cubicBezTo>
                  <a:close/>
                  <a:moveTo>
                    <a:pt x="359" y="190"/>
                  </a:moveTo>
                  <a:cubicBezTo>
                    <a:pt x="332" y="190"/>
                    <a:pt x="305" y="189"/>
                    <a:pt x="279" y="189"/>
                  </a:cubicBezTo>
                  <a:cubicBezTo>
                    <a:pt x="247" y="189"/>
                    <a:pt x="216" y="190"/>
                    <a:pt x="184" y="191"/>
                  </a:cubicBezTo>
                  <a:cubicBezTo>
                    <a:pt x="155" y="192"/>
                    <a:pt x="125" y="190"/>
                    <a:pt x="95" y="190"/>
                  </a:cubicBezTo>
                  <a:cubicBezTo>
                    <a:pt x="69" y="190"/>
                    <a:pt x="42" y="190"/>
                    <a:pt x="19" y="179"/>
                  </a:cubicBezTo>
                  <a:cubicBezTo>
                    <a:pt x="48" y="171"/>
                    <a:pt x="79" y="171"/>
                    <a:pt x="109" y="170"/>
                  </a:cubicBezTo>
                  <a:cubicBezTo>
                    <a:pt x="145" y="169"/>
                    <a:pt x="180" y="168"/>
                    <a:pt x="216" y="169"/>
                  </a:cubicBezTo>
                  <a:cubicBezTo>
                    <a:pt x="217" y="169"/>
                    <a:pt x="217" y="168"/>
                    <a:pt x="216" y="168"/>
                  </a:cubicBezTo>
                  <a:cubicBezTo>
                    <a:pt x="180" y="165"/>
                    <a:pt x="145" y="167"/>
                    <a:pt x="109" y="167"/>
                  </a:cubicBezTo>
                  <a:cubicBezTo>
                    <a:pt x="77" y="168"/>
                    <a:pt x="45" y="168"/>
                    <a:pt x="14" y="177"/>
                  </a:cubicBezTo>
                  <a:cubicBezTo>
                    <a:pt x="14" y="177"/>
                    <a:pt x="14" y="177"/>
                    <a:pt x="14" y="177"/>
                  </a:cubicBezTo>
                  <a:cubicBezTo>
                    <a:pt x="15" y="174"/>
                    <a:pt x="16" y="173"/>
                    <a:pt x="20" y="171"/>
                  </a:cubicBezTo>
                  <a:cubicBezTo>
                    <a:pt x="26" y="169"/>
                    <a:pt x="31" y="167"/>
                    <a:pt x="37" y="165"/>
                  </a:cubicBezTo>
                  <a:cubicBezTo>
                    <a:pt x="42" y="163"/>
                    <a:pt x="41" y="156"/>
                    <a:pt x="40" y="152"/>
                  </a:cubicBezTo>
                  <a:cubicBezTo>
                    <a:pt x="39" y="148"/>
                    <a:pt x="36" y="145"/>
                    <a:pt x="32" y="144"/>
                  </a:cubicBezTo>
                  <a:cubicBezTo>
                    <a:pt x="35" y="141"/>
                    <a:pt x="38" y="139"/>
                    <a:pt x="41" y="136"/>
                  </a:cubicBezTo>
                  <a:cubicBezTo>
                    <a:pt x="42" y="136"/>
                    <a:pt x="42" y="136"/>
                    <a:pt x="42" y="135"/>
                  </a:cubicBezTo>
                  <a:cubicBezTo>
                    <a:pt x="53" y="137"/>
                    <a:pt x="64" y="136"/>
                    <a:pt x="76" y="135"/>
                  </a:cubicBezTo>
                  <a:cubicBezTo>
                    <a:pt x="89" y="134"/>
                    <a:pt x="103" y="132"/>
                    <a:pt x="117" y="131"/>
                  </a:cubicBezTo>
                  <a:cubicBezTo>
                    <a:pt x="147" y="131"/>
                    <a:pt x="177" y="132"/>
                    <a:pt x="207" y="133"/>
                  </a:cubicBezTo>
                  <a:cubicBezTo>
                    <a:pt x="245" y="135"/>
                    <a:pt x="283" y="137"/>
                    <a:pt x="322" y="135"/>
                  </a:cubicBezTo>
                  <a:cubicBezTo>
                    <a:pt x="341" y="135"/>
                    <a:pt x="360" y="136"/>
                    <a:pt x="379" y="136"/>
                  </a:cubicBezTo>
                  <a:cubicBezTo>
                    <a:pt x="398" y="137"/>
                    <a:pt x="418" y="134"/>
                    <a:pt x="437" y="138"/>
                  </a:cubicBezTo>
                  <a:cubicBezTo>
                    <a:pt x="414" y="160"/>
                    <a:pt x="383" y="169"/>
                    <a:pt x="359" y="190"/>
                  </a:cubicBezTo>
                  <a:close/>
                  <a:moveTo>
                    <a:pt x="26" y="142"/>
                  </a:moveTo>
                  <a:cubicBezTo>
                    <a:pt x="26" y="141"/>
                    <a:pt x="25" y="141"/>
                    <a:pt x="24" y="140"/>
                  </a:cubicBezTo>
                  <a:cubicBezTo>
                    <a:pt x="26" y="139"/>
                    <a:pt x="28" y="139"/>
                    <a:pt x="30" y="139"/>
                  </a:cubicBezTo>
                  <a:cubicBezTo>
                    <a:pt x="29" y="140"/>
                    <a:pt x="27" y="141"/>
                    <a:pt x="26" y="142"/>
                  </a:cubicBezTo>
                  <a:close/>
                  <a:moveTo>
                    <a:pt x="26" y="148"/>
                  </a:moveTo>
                  <a:cubicBezTo>
                    <a:pt x="27" y="148"/>
                    <a:pt x="27" y="148"/>
                    <a:pt x="27" y="148"/>
                  </a:cubicBezTo>
                  <a:cubicBezTo>
                    <a:pt x="28" y="151"/>
                    <a:pt x="29" y="154"/>
                    <a:pt x="29" y="156"/>
                  </a:cubicBezTo>
                  <a:cubicBezTo>
                    <a:pt x="29" y="157"/>
                    <a:pt x="28" y="157"/>
                    <a:pt x="28" y="157"/>
                  </a:cubicBezTo>
                  <a:cubicBezTo>
                    <a:pt x="28" y="157"/>
                    <a:pt x="28" y="156"/>
                    <a:pt x="28" y="156"/>
                  </a:cubicBezTo>
                  <a:cubicBezTo>
                    <a:pt x="28" y="153"/>
                    <a:pt x="27" y="151"/>
                    <a:pt x="26" y="148"/>
                  </a:cubicBezTo>
                  <a:cubicBezTo>
                    <a:pt x="26" y="148"/>
                    <a:pt x="26" y="148"/>
                    <a:pt x="26" y="148"/>
                  </a:cubicBezTo>
                  <a:close/>
                  <a:moveTo>
                    <a:pt x="31" y="153"/>
                  </a:moveTo>
                  <a:cubicBezTo>
                    <a:pt x="31" y="152"/>
                    <a:pt x="31" y="150"/>
                    <a:pt x="30" y="149"/>
                  </a:cubicBezTo>
                  <a:cubicBezTo>
                    <a:pt x="34" y="150"/>
                    <a:pt x="36" y="154"/>
                    <a:pt x="36" y="159"/>
                  </a:cubicBezTo>
                  <a:cubicBezTo>
                    <a:pt x="36" y="161"/>
                    <a:pt x="32" y="161"/>
                    <a:pt x="31" y="161"/>
                  </a:cubicBezTo>
                  <a:cubicBezTo>
                    <a:pt x="30" y="161"/>
                    <a:pt x="30" y="161"/>
                    <a:pt x="29" y="161"/>
                  </a:cubicBezTo>
                  <a:cubicBezTo>
                    <a:pt x="31" y="159"/>
                    <a:pt x="32" y="157"/>
                    <a:pt x="31" y="154"/>
                  </a:cubicBezTo>
                  <a:cubicBezTo>
                    <a:pt x="31" y="154"/>
                    <a:pt x="31" y="154"/>
                    <a:pt x="31" y="154"/>
                  </a:cubicBezTo>
                  <a:cubicBezTo>
                    <a:pt x="32" y="154"/>
                    <a:pt x="32" y="154"/>
                    <a:pt x="31" y="153"/>
                  </a:cubicBezTo>
                  <a:close/>
                  <a:moveTo>
                    <a:pt x="25" y="163"/>
                  </a:moveTo>
                  <a:cubicBezTo>
                    <a:pt x="26" y="163"/>
                    <a:pt x="26" y="162"/>
                    <a:pt x="26" y="162"/>
                  </a:cubicBezTo>
                  <a:cubicBezTo>
                    <a:pt x="26" y="162"/>
                    <a:pt x="26" y="162"/>
                    <a:pt x="26" y="163"/>
                  </a:cubicBezTo>
                  <a:cubicBezTo>
                    <a:pt x="26" y="163"/>
                    <a:pt x="26" y="163"/>
                    <a:pt x="25" y="163"/>
                  </a:cubicBezTo>
                  <a:close/>
                  <a:moveTo>
                    <a:pt x="42" y="134"/>
                  </a:moveTo>
                  <a:cubicBezTo>
                    <a:pt x="42" y="134"/>
                    <a:pt x="43" y="134"/>
                    <a:pt x="43" y="133"/>
                  </a:cubicBezTo>
                  <a:cubicBezTo>
                    <a:pt x="44" y="133"/>
                    <a:pt x="44" y="130"/>
                    <a:pt x="43" y="129"/>
                  </a:cubicBezTo>
                  <a:cubicBezTo>
                    <a:pt x="42" y="129"/>
                    <a:pt x="42" y="129"/>
                    <a:pt x="41" y="129"/>
                  </a:cubicBezTo>
                  <a:cubicBezTo>
                    <a:pt x="42" y="129"/>
                    <a:pt x="43" y="129"/>
                    <a:pt x="44" y="129"/>
                  </a:cubicBezTo>
                  <a:cubicBezTo>
                    <a:pt x="59" y="129"/>
                    <a:pt x="75" y="130"/>
                    <a:pt x="90" y="131"/>
                  </a:cubicBezTo>
                  <a:cubicBezTo>
                    <a:pt x="94" y="131"/>
                    <a:pt x="98" y="131"/>
                    <a:pt x="101" y="131"/>
                  </a:cubicBezTo>
                  <a:cubicBezTo>
                    <a:pt x="96" y="131"/>
                    <a:pt x="90" y="132"/>
                    <a:pt x="85" y="132"/>
                  </a:cubicBezTo>
                  <a:cubicBezTo>
                    <a:pt x="71" y="134"/>
                    <a:pt x="56" y="136"/>
                    <a:pt x="42" y="134"/>
                  </a:cubicBezTo>
                  <a:cubicBezTo>
                    <a:pt x="42" y="134"/>
                    <a:pt x="42" y="134"/>
                    <a:pt x="42" y="134"/>
                  </a:cubicBezTo>
                  <a:close/>
                  <a:moveTo>
                    <a:pt x="15" y="119"/>
                  </a:moveTo>
                  <a:cubicBezTo>
                    <a:pt x="15" y="119"/>
                    <a:pt x="14" y="118"/>
                    <a:pt x="14" y="118"/>
                  </a:cubicBezTo>
                  <a:cubicBezTo>
                    <a:pt x="14" y="118"/>
                    <a:pt x="14" y="118"/>
                    <a:pt x="14" y="118"/>
                  </a:cubicBezTo>
                  <a:cubicBezTo>
                    <a:pt x="21" y="118"/>
                    <a:pt x="27" y="117"/>
                    <a:pt x="34" y="117"/>
                  </a:cubicBezTo>
                  <a:cubicBezTo>
                    <a:pt x="39" y="116"/>
                    <a:pt x="46" y="115"/>
                    <a:pt x="49" y="110"/>
                  </a:cubicBezTo>
                  <a:cubicBezTo>
                    <a:pt x="50" y="108"/>
                    <a:pt x="50" y="107"/>
                    <a:pt x="48" y="106"/>
                  </a:cubicBezTo>
                  <a:cubicBezTo>
                    <a:pt x="48" y="105"/>
                    <a:pt x="47" y="105"/>
                    <a:pt x="46" y="105"/>
                  </a:cubicBezTo>
                  <a:cubicBezTo>
                    <a:pt x="54" y="106"/>
                    <a:pt x="62" y="106"/>
                    <a:pt x="69" y="107"/>
                  </a:cubicBezTo>
                  <a:cubicBezTo>
                    <a:pt x="86" y="108"/>
                    <a:pt x="102" y="109"/>
                    <a:pt x="118" y="111"/>
                  </a:cubicBezTo>
                  <a:cubicBezTo>
                    <a:pt x="146" y="113"/>
                    <a:pt x="173" y="115"/>
                    <a:pt x="201" y="116"/>
                  </a:cubicBezTo>
                  <a:cubicBezTo>
                    <a:pt x="189" y="117"/>
                    <a:pt x="178" y="118"/>
                    <a:pt x="166" y="118"/>
                  </a:cubicBezTo>
                  <a:cubicBezTo>
                    <a:pt x="150" y="118"/>
                    <a:pt x="133" y="116"/>
                    <a:pt x="117" y="116"/>
                  </a:cubicBezTo>
                  <a:cubicBezTo>
                    <a:pt x="99" y="116"/>
                    <a:pt x="82" y="116"/>
                    <a:pt x="65" y="116"/>
                  </a:cubicBezTo>
                  <a:cubicBezTo>
                    <a:pt x="49" y="116"/>
                    <a:pt x="33" y="122"/>
                    <a:pt x="17" y="122"/>
                  </a:cubicBezTo>
                  <a:cubicBezTo>
                    <a:pt x="15" y="122"/>
                    <a:pt x="15" y="125"/>
                    <a:pt x="17" y="125"/>
                  </a:cubicBezTo>
                  <a:cubicBezTo>
                    <a:pt x="20" y="125"/>
                    <a:pt x="23" y="126"/>
                    <a:pt x="26" y="127"/>
                  </a:cubicBezTo>
                  <a:cubicBezTo>
                    <a:pt x="22" y="128"/>
                    <a:pt x="18" y="129"/>
                    <a:pt x="15" y="130"/>
                  </a:cubicBezTo>
                  <a:cubicBezTo>
                    <a:pt x="15" y="127"/>
                    <a:pt x="15" y="125"/>
                    <a:pt x="15" y="123"/>
                  </a:cubicBezTo>
                  <a:cubicBezTo>
                    <a:pt x="15" y="122"/>
                    <a:pt x="15" y="121"/>
                    <a:pt x="16" y="120"/>
                  </a:cubicBezTo>
                  <a:cubicBezTo>
                    <a:pt x="16" y="120"/>
                    <a:pt x="16" y="119"/>
                    <a:pt x="15" y="119"/>
                  </a:cubicBezTo>
                  <a:close/>
                  <a:moveTo>
                    <a:pt x="11" y="84"/>
                  </a:moveTo>
                  <a:cubicBezTo>
                    <a:pt x="9" y="84"/>
                    <a:pt x="7" y="86"/>
                    <a:pt x="6" y="90"/>
                  </a:cubicBezTo>
                  <a:cubicBezTo>
                    <a:pt x="7" y="87"/>
                    <a:pt x="7" y="85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21" y="86"/>
                    <a:pt x="46" y="92"/>
                    <a:pt x="55" y="78"/>
                  </a:cubicBezTo>
                  <a:cubicBezTo>
                    <a:pt x="55" y="77"/>
                    <a:pt x="55" y="74"/>
                    <a:pt x="53" y="74"/>
                  </a:cubicBezTo>
                  <a:cubicBezTo>
                    <a:pt x="47" y="73"/>
                    <a:pt x="41" y="73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1"/>
                    <a:pt x="35" y="71"/>
                    <a:pt x="35" y="71"/>
                  </a:cubicBezTo>
                  <a:cubicBezTo>
                    <a:pt x="35" y="71"/>
                    <a:pt x="35" y="71"/>
                    <a:pt x="35" y="70"/>
                  </a:cubicBezTo>
                  <a:cubicBezTo>
                    <a:pt x="36" y="70"/>
                    <a:pt x="38" y="70"/>
                    <a:pt x="40" y="70"/>
                  </a:cubicBezTo>
                  <a:cubicBezTo>
                    <a:pt x="55" y="67"/>
                    <a:pt x="70" y="75"/>
                    <a:pt x="85" y="77"/>
                  </a:cubicBezTo>
                  <a:cubicBezTo>
                    <a:pt x="89" y="78"/>
                    <a:pt x="94" y="78"/>
                    <a:pt x="98" y="79"/>
                  </a:cubicBezTo>
                  <a:cubicBezTo>
                    <a:pt x="90" y="80"/>
                    <a:pt x="83" y="82"/>
                    <a:pt x="76" y="84"/>
                  </a:cubicBezTo>
                  <a:cubicBezTo>
                    <a:pt x="74" y="85"/>
                    <a:pt x="74" y="87"/>
                    <a:pt x="76" y="87"/>
                  </a:cubicBezTo>
                  <a:cubicBezTo>
                    <a:pt x="79" y="89"/>
                    <a:pt x="83" y="89"/>
                    <a:pt x="87" y="90"/>
                  </a:cubicBezTo>
                  <a:cubicBezTo>
                    <a:pt x="81" y="91"/>
                    <a:pt x="76" y="91"/>
                    <a:pt x="71" y="92"/>
                  </a:cubicBezTo>
                  <a:cubicBezTo>
                    <a:pt x="62" y="92"/>
                    <a:pt x="54" y="92"/>
                    <a:pt x="45" y="93"/>
                  </a:cubicBezTo>
                  <a:cubicBezTo>
                    <a:pt x="45" y="93"/>
                    <a:pt x="45" y="93"/>
                    <a:pt x="45" y="93"/>
                  </a:cubicBezTo>
                  <a:cubicBezTo>
                    <a:pt x="53" y="95"/>
                    <a:pt x="62" y="94"/>
                    <a:pt x="71" y="94"/>
                  </a:cubicBezTo>
                  <a:cubicBezTo>
                    <a:pt x="79" y="93"/>
                    <a:pt x="87" y="94"/>
                    <a:pt x="95" y="92"/>
                  </a:cubicBezTo>
                  <a:cubicBezTo>
                    <a:pt x="110" y="94"/>
                    <a:pt x="125" y="93"/>
                    <a:pt x="140" y="95"/>
                  </a:cubicBezTo>
                  <a:cubicBezTo>
                    <a:pt x="152" y="96"/>
                    <a:pt x="163" y="101"/>
                    <a:pt x="175" y="103"/>
                  </a:cubicBezTo>
                  <a:cubicBezTo>
                    <a:pt x="185" y="105"/>
                    <a:pt x="196" y="105"/>
                    <a:pt x="206" y="105"/>
                  </a:cubicBezTo>
                  <a:cubicBezTo>
                    <a:pt x="218" y="104"/>
                    <a:pt x="229" y="102"/>
                    <a:pt x="241" y="101"/>
                  </a:cubicBezTo>
                  <a:cubicBezTo>
                    <a:pt x="255" y="100"/>
                    <a:pt x="269" y="100"/>
                    <a:pt x="282" y="100"/>
                  </a:cubicBezTo>
                  <a:cubicBezTo>
                    <a:pt x="309" y="100"/>
                    <a:pt x="336" y="102"/>
                    <a:pt x="363" y="101"/>
                  </a:cubicBezTo>
                  <a:cubicBezTo>
                    <a:pt x="364" y="101"/>
                    <a:pt x="364" y="99"/>
                    <a:pt x="363" y="99"/>
                  </a:cubicBezTo>
                  <a:cubicBezTo>
                    <a:pt x="337" y="98"/>
                    <a:pt x="311" y="97"/>
                    <a:pt x="285" y="97"/>
                  </a:cubicBezTo>
                  <a:cubicBezTo>
                    <a:pt x="260" y="97"/>
                    <a:pt x="236" y="99"/>
                    <a:pt x="211" y="101"/>
                  </a:cubicBezTo>
                  <a:cubicBezTo>
                    <a:pt x="200" y="102"/>
                    <a:pt x="189" y="102"/>
                    <a:pt x="179" y="100"/>
                  </a:cubicBezTo>
                  <a:cubicBezTo>
                    <a:pt x="167" y="99"/>
                    <a:pt x="156" y="95"/>
                    <a:pt x="145" y="93"/>
                  </a:cubicBezTo>
                  <a:cubicBezTo>
                    <a:pt x="124" y="89"/>
                    <a:pt x="102" y="92"/>
                    <a:pt x="81" y="86"/>
                  </a:cubicBezTo>
                  <a:cubicBezTo>
                    <a:pt x="96" y="81"/>
                    <a:pt x="111" y="81"/>
                    <a:pt x="126" y="82"/>
                  </a:cubicBezTo>
                  <a:cubicBezTo>
                    <a:pt x="130" y="82"/>
                    <a:pt x="135" y="82"/>
                    <a:pt x="140" y="83"/>
                  </a:cubicBezTo>
                  <a:cubicBezTo>
                    <a:pt x="144" y="83"/>
                    <a:pt x="148" y="83"/>
                    <a:pt x="152" y="84"/>
                  </a:cubicBezTo>
                  <a:cubicBezTo>
                    <a:pt x="155" y="84"/>
                    <a:pt x="158" y="84"/>
                    <a:pt x="160" y="85"/>
                  </a:cubicBezTo>
                  <a:cubicBezTo>
                    <a:pt x="169" y="86"/>
                    <a:pt x="177" y="87"/>
                    <a:pt x="186" y="89"/>
                  </a:cubicBezTo>
                  <a:cubicBezTo>
                    <a:pt x="186" y="89"/>
                    <a:pt x="187" y="88"/>
                    <a:pt x="186" y="88"/>
                  </a:cubicBezTo>
                  <a:cubicBezTo>
                    <a:pt x="184" y="87"/>
                    <a:pt x="182" y="87"/>
                    <a:pt x="180" y="86"/>
                  </a:cubicBezTo>
                  <a:cubicBezTo>
                    <a:pt x="198" y="87"/>
                    <a:pt x="215" y="87"/>
                    <a:pt x="233" y="87"/>
                  </a:cubicBezTo>
                  <a:cubicBezTo>
                    <a:pt x="264" y="87"/>
                    <a:pt x="294" y="87"/>
                    <a:pt x="325" y="90"/>
                  </a:cubicBezTo>
                  <a:cubicBezTo>
                    <a:pt x="341" y="91"/>
                    <a:pt x="356" y="93"/>
                    <a:pt x="372" y="97"/>
                  </a:cubicBezTo>
                  <a:cubicBezTo>
                    <a:pt x="380" y="98"/>
                    <a:pt x="388" y="101"/>
                    <a:pt x="395" y="103"/>
                  </a:cubicBezTo>
                  <a:cubicBezTo>
                    <a:pt x="385" y="104"/>
                    <a:pt x="375" y="105"/>
                    <a:pt x="365" y="106"/>
                  </a:cubicBezTo>
                  <a:cubicBezTo>
                    <a:pt x="349" y="108"/>
                    <a:pt x="332" y="107"/>
                    <a:pt x="315" y="107"/>
                  </a:cubicBezTo>
                  <a:cubicBezTo>
                    <a:pt x="281" y="107"/>
                    <a:pt x="248" y="111"/>
                    <a:pt x="214" y="115"/>
                  </a:cubicBezTo>
                  <a:cubicBezTo>
                    <a:pt x="185" y="114"/>
                    <a:pt x="156" y="113"/>
                    <a:pt x="127" y="110"/>
                  </a:cubicBezTo>
                  <a:cubicBezTo>
                    <a:pt x="111" y="108"/>
                    <a:pt x="95" y="107"/>
                    <a:pt x="78" y="106"/>
                  </a:cubicBezTo>
                  <a:cubicBezTo>
                    <a:pt x="66" y="105"/>
                    <a:pt x="51" y="107"/>
                    <a:pt x="39" y="102"/>
                  </a:cubicBezTo>
                  <a:cubicBezTo>
                    <a:pt x="39" y="102"/>
                    <a:pt x="38" y="102"/>
                    <a:pt x="39" y="102"/>
                  </a:cubicBezTo>
                  <a:cubicBezTo>
                    <a:pt x="40" y="103"/>
                    <a:pt x="41" y="103"/>
                    <a:pt x="42" y="103"/>
                  </a:cubicBezTo>
                  <a:cubicBezTo>
                    <a:pt x="34" y="102"/>
                    <a:pt x="26" y="105"/>
                    <a:pt x="19" y="106"/>
                  </a:cubicBezTo>
                  <a:cubicBezTo>
                    <a:pt x="13" y="107"/>
                    <a:pt x="9" y="105"/>
                    <a:pt x="9" y="98"/>
                  </a:cubicBezTo>
                  <a:cubicBezTo>
                    <a:pt x="9" y="94"/>
                    <a:pt x="9" y="88"/>
                    <a:pt x="11" y="84"/>
                  </a:cubicBezTo>
                  <a:cubicBezTo>
                    <a:pt x="11" y="84"/>
                    <a:pt x="11" y="84"/>
                    <a:pt x="11" y="84"/>
                  </a:cubicBezTo>
                  <a:close/>
                  <a:moveTo>
                    <a:pt x="16" y="72"/>
                  </a:moveTo>
                  <a:cubicBezTo>
                    <a:pt x="16" y="73"/>
                    <a:pt x="17" y="73"/>
                    <a:pt x="18" y="74"/>
                  </a:cubicBezTo>
                  <a:cubicBezTo>
                    <a:pt x="20" y="75"/>
                    <a:pt x="23" y="76"/>
                    <a:pt x="26" y="76"/>
                  </a:cubicBezTo>
                  <a:cubicBezTo>
                    <a:pt x="24" y="76"/>
                    <a:pt x="21" y="76"/>
                    <a:pt x="19" y="77"/>
                  </a:cubicBezTo>
                  <a:cubicBezTo>
                    <a:pt x="18" y="76"/>
                    <a:pt x="17" y="75"/>
                    <a:pt x="15" y="73"/>
                  </a:cubicBezTo>
                  <a:cubicBezTo>
                    <a:pt x="15" y="73"/>
                    <a:pt x="15" y="73"/>
                    <a:pt x="15" y="72"/>
                  </a:cubicBezTo>
                  <a:cubicBezTo>
                    <a:pt x="15" y="72"/>
                    <a:pt x="16" y="72"/>
                    <a:pt x="16" y="72"/>
                  </a:cubicBezTo>
                  <a:close/>
                  <a:moveTo>
                    <a:pt x="25" y="80"/>
                  </a:moveTo>
                  <a:cubicBezTo>
                    <a:pt x="25" y="80"/>
                    <a:pt x="25" y="80"/>
                    <a:pt x="26" y="80"/>
                  </a:cubicBezTo>
                  <a:cubicBezTo>
                    <a:pt x="26" y="80"/>
                    <a:pt x="26" y="80"/>
                    <a:pt x="26" y="81"/>
                  </a:cubicBezTo>
                  <a:cubicBezTo>
                    <a:pt x="25" y="80"/>
                    <a:pt x="23" y="80"/>
                    <a:pt x="22" y="80"/>
                  </a:cubicBezTo>
                  <a:cubicBezTo>
                    <a:pt x="23" y="80"/>
                    <a:pt x="24" y="80"/>
                    <a:pt x="25" y="80"/>
                  </a:cubicBezTo>
                  <a:close/>
                  <a:moveTo>
                    <a:pt x="44" y="80"/>
                  </a:moveTo>
                  <a:cubicBezTo>
                    <a:pt x="44" y="80"/>
                    <a:pt x="44" y="80"/>
                    <a:pt x="43" y="80"/>
                  </a:cubicBezTo>
                  <a:cubicBezTo>
                    <a:pt x="41" y="79"/>
                    <a:pt x="39" y="79"/>
                    <a:pt x="37" y="78"/>
                  </a:cubicBezTo>
                  <a:cubicBezTo>
                    <a:pt x="35" y="78"/>
                    <a:pt x="33" y="78"/>
                    <a:pt x="32" y="77"/>
                  </a:cubicBezTo>
                  <a:cubicBezTo>
                    <a:pt x="36" y="78"/>
                    <a:pt x="41" y="78"/>
                    <a:pt x="46" y="79"/>
                  </a:cubicBezTo>
                  <a:cubicBezTo>
                    <a:pt x="45" y="79"/>
                    <a:pt x="44" y="79"/>
                    <a:pt x="44" y="80"/>
                  </a:cubicBezTo>
                  <a:close/>
                  <a:moveTo>
                    <a:pt x="16" y="68"/>
                  </a:moveTo>
                  <a:cubicBezTo>
                    <a:pt x="16" y="68"/>
                    <a:pt x="16" y="68"/>
                    <a:pt x="15" y="68"/>
                  </a:cubicBezTo>
                  <a:cubicBezTo>
                    <a:pt x="15" y="68"/>
                    <a:pt x="16" y="68"/>
                    <a:pt x="15" y="68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8"/>
                    <a:pt x="16" y="68"/>
                    <a:pt x="16" y="68"/>
                  </a:cubicBezTo>
                  <a:close/>
                  <a:moveTo>
                    <a:pt x="15" y="80"/>
                  </a:moveTo>
                  <a:cubicBezTo>
                    <a:pt x="13" y="80"/>
                    <a:pt x="11" y="81"/>
                    <a:pt x="8" y="81"/>
                  </a:cubicBezTo>
                  <a:cubicBezTo>
                    <a:pt x="9" y="79"/>
                    <a:pt x="10" y="76"/>
                    <a:pt x="12" y="74"/>
                  </a:cubicBezTo>
                  <a:cubicBezTo>
                    <a:pt x="13" y="77"/>
                    <a:pt x="15" y="77"/>
                    <a:pt x="15" y="80"/>
                  </a:cubicBezTo>
                  <a:close/>
                  <a:moveTo>
                    <a:pt x="129" y="127"/>
                  </a:moveTo>
                  <a:cubicBezTo>
                    <a:pt x="118" y="127"/>
                    <a:pt x="107" y="127"/>
                    <a:pt x="97" y="127"/>
                  </a:cubicBezTo>
                  <a:cubicBezTo>
                    <a:pt x="80" y="127"/>
                    <a:pt x="63" y="125"/>
                    <a:pt x="47" y="125"/>
                  </a:cubicBezTo>
                  <a:cubicBezTo>
                    <a:pt x="41" y="125"/>
                    <a:pt x="36" y="125"/>
                    <a:pt x="30" y="124"/>
                  </a:cubicBezTo>
                  <a:cubicBezTo>
                    <a:pt x="41" y="123"/>
                    <a:pt x="51" y="120"/>
                    <a:pt x="62" y="120"/>
                  </a:cubicBezTo>
                  <a:cubicBezTo>
                    <a:pt x="79" y="119"/>
                    <a:pt x="96" y="120"/>
                    <a:pt x="114" y="120"/>
                  </a:cubicBezTo>
                  <a:cubicBezTo>
                    <a:pt x="130" y="120"/>
                    <a:pt x="147" y="121"/>
                    <a:pt x="163" y="121"/>
                  </a:cubicBezTo>
                  <a:cubicBezTo>
                    <a:pt x="180" y="122"/>
                    <a:pt x="197" y="120"/>
                    <a:pt x="214" y="118"/>
                  </a:cubicBezTo>
                  <a:cubicBezTo>
                    <a:pt x="218" y="118"/>
                    <a:pt x="222" y="117"/>
                    <a:pt x="226" y="117"/>
                  </a:cubicBezTo>
                  <a:cubicBezTo>
                    <a:pt x="244" y="117"/>
                    <a:pt x="262" y="118"/>
                    <a:pt x="280" y="119"/>
                  </a:cubicBezTo>
                  <a:cubicBezTo>
                    <a:pt x="266" y="119"/>
                    <a:pt x="251" y="119"/>
                    <a:pt x="237" y="119"/>
                  </a:cubicBezTo>
                  <a:cubicBezTo>
                    <a:pt x="203" y="119"/>
                    <a:pt x="169" y="122"/>
                    <a:pt x="135" y="127"/>
                  </a:cubicBezTo>
                  <a:cubicBezTo>
                    <a:pt x="133" y="127"/>
                    <a:pt x="131" y="127"/>
                    <a:pt x="129" y="127"/>
                  </a:cubicBezTo>
                  <a:close/>
                  <a:moveTo>
                    <a:pt x="436" y="135"/>
                  </a:moveTo>
                  <a:cubicBezTo>
                    <a:pt x="435" y="135"/>
                    <a:pt x="434" y="135"/>
                    <a:pt x="434" y="135"/>
                  </a:cubicBezTo>
                  <a:cubicBezTo>
                    <a:pt x="433" y="135"/>
                    <a:pt x="433" y="135"/>
                    <a:pt x="433" y="135"/>
                  </a:cubicBezTo>
                  <a:cubicBezTo>
                    <a:pt x="418" y="132"/>
                    <a:pt x="403" y="134"/>
                    <a:pt x="388" y="133"/>
                  </a:cubicBezTo>
                  <a:cubicBezTo>
                    <a:pt x="369" y="133"/>
                    <a:pt x="350" y="131"/>
                    <a:pt x="331" y="132"/>
                  </a:cubicBezTo>
                  <a:cubicBezTo>
                    <a:pt x="312" y="132"/>
                    <a:pt x="293" y="133"/>
                    <a:pt x="274" y="133"/>
                  </a:cubicBezTo>
                  <a:cubicBezTo>
                    <a:pt x="253" y="132"/>
                    <a:pt x="233" y="131"/>
                    <a:pt x="213" y="130"/>
                  </a:cubicBezTo>
                  <a:cubicBezTo>
                    <a:pt x="194" y="129"/>
                    <a:pt x="175" y="129"/>
                    <a:pt x="156" y="128"/>
                  </a:cubicBezTo>
                  <a:cubicBezTo>
                    <a:pt x="151" y="128"/>
                    <a:pt x="146" y="128"/>
                    <a:pt x="141" y="128"/>
                  </a:cubicBezTo>
                  <a:cubicBezTo>
                    <a:pt x="170" y="124"/>
                    <a:pt x="199" y="121"/>
                    <a:pt x="228" y="121"/>
                  </a:cubicBezTo>
                  <a:cubicBezTo>
                    <a:pt x="256" y="121"/>
                    <a:pt x="284" y="122"/>
                    <a:pt x="313" y="120"/>
                  </a:cubicBezTo>
                  <a:cubicBezTo>
                    <a:pt x="317" y="120"/>
                    <a:pt x="322" y="120"/>
                    <a:pt x="326" y="120"/>
                  </a:cubicBezTo>
                  <a:cubicBezTo>
                    <a:pt x="343" y="121"/>
                    <a:pt x="360" y="121"/>
                    <a:pt x="377" y="122"/>
                  </a:cubicBezTo>
                  <a:cubicBezTo>
                    <a:pt x="386" y="122"/>
                    <a:pt x="394" y="123"/>
                    <a:pt x="402" y="124"/>
                  </a:cubicBezTo>
                  <a:cubicBezTo>
                    <a:pt x="404" y="125"/>
                    <a:pt x="406" y="125"/>
                    <a:pt x="408" y="126"/>
                  </a:cubicBezTo>
                  <a:cubicBezTo>
                    <a:pt x="409" y="127"/>
                    <a:pt x="410" y="125"/>
                    <a:pt x="409" y="124"/>
                  </a:cubicBezTo>
                  <a:cubicBezTo>
                    <a:pt x="414" y="125"/>
                    <a:pt x="418" y="125"/>
                    <a:pt x="423" y="125"/>
                  </a:cubicBezTo>
                  <a:cubicBezTo>
                    <a:pt x="423" y="125"/>
                    <a:pt x="423" y="124"/>
                    <a:pt x="423" y="124"/>
                  </a:cubicBezTo>
                  <a:cubicBezTo>
                    <a:pt x="427" y="128"/>
                    <a:pt x="431" y="132"/>
                    <a:pt x="436" y="135"/>
                  </a:cubicBezTo>
                  <a:close/>
                  <a:moveTo>
                    <a:pt x="343" y="118"/>
                  </a:moveTo>
                  <a:cubicBezTo>
                    <a:pt x="358" y="118"/>
                    <a:pt x="373" y="118"/>
                    <a:pt x="387" y="120"/>
                  </a:cubicBezTo>
                  <a:cubicBezTo>
                    <a:pt x="385" y="120"/>
                    <a:pt x="382" y="120"/>
                    <a:pt x="380" y="120"/>
                  </a:cubicBezTo>
                  <a:cubicBezTo>
                    <a:pt x="368" y="119"/>
                    <a:pt x="355" y="118"/>
                    <a:pt x="343" y="118"/>
                  </a:cubicBezTo>
                  <a:close/>
                  <a:moveTo>
                    <a:pt x="421" y="122"/>
                  </a:moveTo>
                  <a:cubicBezTo>
                    <a:pt x="415" y="122"/>
                    <a:pt x="408" y="122"/>
                    <a:pt x="402" y="122"/>
                  </a:cubicBezTo>
                  <a:cubicBezTo>
                    <a:pt x="379" y="115"/>
                    <a:pt x="355" y="116"/>
                    <a:pt x="332" y="117"/>
                  </a:cubicBezTo>
                  <a:cubicBezTo>
                    <a:pt x="325" y="117"/>
                    <a:pt x="318" y="118"/>
                    <a:pt x="311" y="118"/>
                  </a:cubicBezTo>
                  <a:cubicBezTo>
                    <a:pt x="287" y="117"/>
                    <a:pt x="264" y="116"/>
                    <a:pt x="240" y="115"/>
                  </a:cubicBezTo>
                  <a:cubicBezTo>
                    <a:pt x="264" y="113"/>
                    <a:pt x="288" y="111"/>
                    <a:pt x="312" y="110"/>
                  </a:cubicBezTo>
                  <a:cubicBezTo>
                    <a:pt x="329" y="110"/>
                    <a:pt x="346" y="111"/>
                    <a:pt x="362" y="110"/>
                  </a:cubicBezTo>
                  <a:cubicBezTo>
                    <a:pt x="377" y="109"/>
                    <a:pt x="391" y="107"/>
                    <a:pt x="406" y="106"/>
                  </a:cubicBezTo>
                  <a:cubicBezTo>
                    <a:pt x="411" y="111"/>
                    <a:pt x="416" y="117"/>
                    <a:pt x="421" y="122"/>
                  </a:cubicBezTo>
                  <a:close/>
                  <a:moveTo>
                    <a:pt x="163" y="47"/>
                  </a:moveTo>
                  <a:cubicBezTo>
                    <a:pt x="175" y="42"/>
                    <a:pt x="191" y="48"/>
                    <a:pt x="204" y="49"/>
                  </a:cubicBezTo>
                  <a:cubicBezTo>
                    <a:pt x="204" y="49"/>
                    <a:pt x="204" y="48"/>
                    <a:pt x="204" y="48"/>
                  </a:cubicBezTo>
                  <a:cubicBezTo>
                    <a:pt x="191" y="47"/>
                    <a:pt x="175" y="40"/>
                    <a:pt x="163" y="44"/>
                  </a:cubicBezTo>
                  <a:cubicBezTo>
                    <a:pt x="163" y="44"/>
                    <a:pt x="163" y="43"/>
                    <a:pt x="163" y="42"/>
                  </a:cubicBezTo>
                  <a:cubicBezTo>
                    <a:pt x="172" y="43"/>
                    <a:pt x="181" y="41"/>
                    <a:pt x="191" y="42"/>
                  </a:cubicBezTo>
                  <a:cubicBezTo>
                    <a:pt x="199" y="44"/>
                    <a:pt x="206" y="46"/>
                    <a:pt x="214" y="45"/>
                  </a:cubicBezTo>
                  <a:cubicBezTo>
                    <a:pt x="215" y="45"/>
                    <a:pt x="215" y="44"/>
                    <a:pt x="214" y="44"/>
                  </a:cubicBezTo>
                  <a:cubicBezTo>
                    <a:pt x="205" y="43"/>
                    <a:pt x="196" y="41"/>
                    <a:pt x="186" y="39"/>
                  </a:cubicBezTo>
                  <a:cubicBezTo>
                    <a:pt x="179" y="37"/>
                    <a:pt x="171" y="40"/>
                    <a:pt x="163" y="39"/>
                  </a:cubicBezTo>
                  <a:cubicBezTo>
                    <a:pt x="163" y="36"/>
                    <a:pt x="163" y="33"/>
                    <a:pt x="164" y="30"/>
                  </a:cubicBezTo>
                  <a:cubicBezTo>
                    <a:pt x="164" y="30"/>
                    <a:pt x="164" y="30"/>
                    <a:pt x="165" y="30"/>
                  </a:cubicBezTo>
                  <a:cubicBezTo>
                    <a:pt x="181" y="24"/>
                    <a:pt x="198" y="32"/>
                    <a:pt x="214" y="30"/>
                  </a:cubicBezTo>
                  <a:cubicBezTo>
                    <a:pt x="215" y="30"/>
                    <a:pt x="215" y="30"/>
                    <a:pt x="214" y="30"/>
                  </a:cubicBezTo>
                  <a:cubicBezTo>
                    <a:pt x="198" y="29"/>
                    <a:pt x="180" y="21"/>
                    <a:pt x="164" y="27"/>
                  </a:cubicBezTo>
                  <a:cubicBezTo>
                    <a:pt x="164" y="27"/>
                    <a:pt x="164" y="27"/>
                    <a:pt x="164" y="27"/>
                  </a:cubicBezTo>
                  <a:cubicBezTo>
                    <a:pt x="164" y="23"/>
                    <a:pt x="165" y="19"/>
                    <a:pt x="165" y="16"/>
                  </a:cubicBezTo>
                  <a:cubicBezTo>
                    <a:pt x="167" y="15"/>
                    <a:pt x="170" y="15"/>
                    <a:pt x="171" y="15"/>
                  </a:cubicBezTo>
                  <a:cubicBezTo>
                    <a:pt x="176" y="15"/>
                    <a:pt x="181" y="15"/>
                    <a:pt x="187" y="15"/>
                  </a:cubicBezTo>
                  <a:cubicBezTo>
                    <a:pt x="196" y="15"/>
                    <a:pt x="205" y="15"/>
                    <a:pt x="214" y="14"/>
                  </a:cubicBezTo>
                  <a:cubicBezTo>
                    <a:pt x="214" y="14"/>
                    <a:pt x="214" y="14"/>
                    <a:pt x="214" y="14"/>
                  </a:cubicBezTo>
                  <a:cubicBezTo>
                    <a:pt x="209" y="14"/>
                    <a:pt x="175" y="9"/>
                    <a:pt x="165" y="13"/>
                  </a:cubicBezTo>
                  <a:cubicBezTo>
                    <a:pt x="165" y="10"/>
                    <a:pt x="165" y="8"/>
                    <a:pt x="165" y="6"/>
                  </a:cubicBezTo>
                  <a:cubicBezTo>
                    <a:pt x="178" y="6"/>
                    <a:pt x="189" y="9"/>
                    <a:pt x="202" y="10"/>
                  </a:cubicBezTo>
                  <a:cubicBezTo>
                    <a:pt x="209" y="11"/>
                    <a:pt x="233" y="6"/>
                    <a:pt x="233" y="19"/>
                  </a:cubicBezTo>
                  <a:cubicBezTo>
                    <a:pt x="232" y="23"/>
                    <a:pt x="231" y="28"/>
                    <a:pt x="230" y="32"/>
                  </a:cubicBezTo>
                  <a:cubicBezTo>
                    <a:pt x="229" y="36"/>
                    <a:pt x="229" y="40"/>
                    <a:pt x="229" y="44"/>
                  </a:cubicBezTo>
                  <a:cubicBezTo>
                    <a:pt x="229" y="46"/>
                    <a:pt x="229" y="52"/>
                    <a:pt x="231" y="54"/>
                  </a:cubicBezTo>
                  <a:cubicBezTo>
                    <a:pt x="223" y="54"/>
                    <a:pt x="215" y="54"/>
                    <a:pt x="206" y="53"/>
                  </a:cubicBezTo>
                  <a:cubicBezTo>
                    <a:pt x="192" y="52"/>
                    <a:pt x="177" y="51"/>
                    <a:pt x="162" y="49"/>
                  </a:cubicBezTo>
                  <a:cubicBezTo>
                    <a:pt x="162" y="48"/>
                    <a:pt x="162" y="48"/>
                    <a:pt x="163" y="47"/>
                  </a:cubicBezTo>
                  <a:close/>
                  <a:moveTo>
                    <a:pt x="104" y="56"/>
                  </a:moveTo>
                  <a:cubicBezTo>
                    <a:pt x="135" y="56"/>
                    <a:pt x="166" y="60"/>
                    <a:pt x="198" y="63"/>
                  </a:cubicBezTo>
                  <a:cubicBezTo>
                    <a:pt x="229" y="67"/>
                    <a:pt x="260" y="66"/>
                    <a:pt x="292" y="67"/>
                  </a:cubicBezTo>
                  <a:cubicBezTo>
                    <a:pt x="306" y="67"/>
                    <a:pt x="319" y="69"/>
                    <a:pt x="333" y="69"/>
                  </a:cubicBezTo>
                  <a:cubicBezTo>
                    <a:pt x="339" y="69"/>
                    <a:pt x="345" y="69"/>
                    <a:pt x="351" y="69"/>
                  </a:cubicBezTo>
                  <a:cubicBezTo>
                    <a:pt x="357" y="70"/>
                    <a:pt x="362" y="72"/>
                    <a:pt x="368" y="72"/>
                  </a:cubicBezTo>
                  <a:cubicBezTo>
                    <a:pt x="368" y="72"/>
                    <a:pt x="369" y="72"/>
                    <a:pt x="370" y="71"/>
                  </a:cubicBezTo>
                  <a:cubicBezTo>
                    <a:pt x="381" y="80"/>
                    <a:pt x="391" y="90"/>
                    <a:pt x="401" y="101"/>
                  </a:cubicBezTo>
                  <a:cubicBezTo>
                    <a:pt x="391" y="99"/>
                    <a:pt x="380" y="95"/>
                    <a:pt x="370" y="93"/>
                  </a:cubicBezTo>
                  <a:cubicBezTo>
                    <a:pt x="356" y="90"/>
                    <a:pt x="342" y="88"/>
                    <a:pt x="328" y="87"/>
                  </a:cubicBezTo>
                  <a:cubicBezTo>
                    <a:pt x="296" y="83"/>
                    <a:pt x="265" y="84"/>
                    <a:pt x="233" y="84"/>
                  </a:cubicBezTo>
                  <a:cubicBezTo>
                    <a:pt x="219" y="84"/>
                    <a:pt x="204" y="84"/>
                    <a:pt x="189" y="84"/>
                  </a:cubicBezTo>
                  <a:cubicBezTo>
                    <a:pt x="176" y="83"/>
                    <a:pt x="163" y="82"/>
                    <a:pt x="150" y="80"/>
                  </a:cubicBezTo>
                  <a:cubicBezTo>
                    <a:pt x="148" y="80"/>
                    <a:pt x="147" y="80"/>
                    <a:pt x="146" y="80"/>
                  </a:cubicBezTo>
                  <a:cubicBezTo>
                    <a:pt x="129" y="78"/>
                    <a:pt x="113" y="77"/>
                    <a:pt x="97" y="76"/>
                  </a:cubicBezTo>
                  <a:cubicBezTo>
                    <a:pt x="82" y="74"/>
                    <a:pt x="68" y="69"/>
                    <a:pt x="52" y="67"/>
                  </a:cubicBezTo>
                  <a:cubicBezTo>
                    <a:pt x="42" y="65"/>
                    <a:pt x="30" y="71"/>
                    <a:pt x="21" y="67"/>
                  </a:cubicBezTo>
                  <a:cubicBezTo>
                    <a:pt x="21" y="66"/>
                    <a:pt x="21" y="65"/>
                    <a:pt x="21" y="63"/>
                  </a:cubicBezTo>
                  <a:cubicBezTo>
                    <a:pt x="32" y="61"/>
                    <a:pt x="44" y="64"/>
                    <a:pt x="55" y="66"/>
                  </a:cubicBezTo>
                  <a:cubicBezTo>
                    <a:pt x="57" y="67"/>
                    <a:pt x="59" y="67"/>
                    <a:pt x="61" y="67"/>
                  </a:cubicBezTo>
                  <a:cubicBezTo>
                    <a:pt x="65" y="68"/>
                    <a:pt x="68" y="69"/>
                    <a:pt x="72" y="69"/>
                  </a:cubicBezTo>
                  <a:cubicBezTo>
                    <a:pt x="80" y="70"/>
                    <a:pt x="87" y="70"/>
                    <a:pt x="95" y="71"/>
                  </a:cubicBezTo>
                  <a:cubicBezTo>
                    <a:pt x="126" y="74"/>
                    <a:pt x="158" y="75"/>
                    <a:pt x="189" y="76"/>
                  </a:cubicBezTo>
                  <a:cubicBezTo>
                    <a:pt x="207" y="76"/>
                    <a:pt x="225" y="77"/>
                    <a:pt x="243" y="76"/>
                  </a:cubicBezTo>
                  <a:cubicBezTo>
                    <a:pt x="253" y="78"/>
                    <a:pt x="264" y="79"/>
                    <a:pt x="274" y="80"/>
                  </a:cubicBezTo>
                  <a:cubicBezTo>
                    <a:pt x="302" y="84"/>
                    <a:pt x="331" y="87"/>
                    <a:pt x="359" y="85"/>
                  </a:cubicBezTo>
                  <a:cubicBezTo>
                    <a:pt x="360" y="84"/>
                    <a:pt x="360" y="83"/>
                    <a:pt x="359" y="83"/>
                  </a:cubicBezTo>
                  <a:cubicBezTo>
                    <a:pt x="325" y="85"/>
                    <a:pt x="292" y="80"/>
                    <a:pt x="258" y="76"/>
                  </a:cubicBezTo>
                  <a:cubicBezTo>
                    <a:pt x="266" y="76"/>
                    <a:pt x="275" y="76"/>
                    <a:pt x="283" y="76"/>
                  </a:cubicBezTo>
                  <a:cubicBezTo>
                    <a:pt x="314" y="75"/>
                    <a:pt x="345" y="78"/>
                    <a:pt x="376" y="77"/>
                  </a:cubicBezTo>
                  <a:cubicBezTo>
                    <a:pt x="376" y="77"/>
                    <a:pt x="376" y="76"/>
                    <a:pt x="376" y="76"/>
                  </a:cubicBezTo>
                  <a:cubicBezTo>
                    <a:pt x="345" y="76"/>
                    <a:pt x="314" y="73"/>
                    <a:pt x="283" y="73"/>
                  </a:cubicBezTo>
                  <a:cubicBezTo>
                    <a:pt x="267" y="74"/>
                    <a:pt x="252" y="74"/>
                    <a:pt x="236" y="74"/>
                  </a:cubicBezTo>
                  <a:cubicBezTo>
                    <a:pt x="223" y="72"/>
                    <a:pt x="210" y="71"/>
                    <a:pt x="197" y="70"/>
                  </a:cubicBezTo>
                  <a:cubicBezTo>
                    <a:pt x="169" y="69"/>
                    <a:pt x="141" y="70"/>
                    <a:pt x="113" y="67"/>
                  </a:cubicBezTo>
                  <a:cubicBezTo>
                    <a:pt x="103" y="66"/>
                    <a:pt x="93" y="66"/>
                    <a:pt x="83" y="67"/>
                  </a:cubicBezTo>
                  <a:cubicBezTo>
                    <a:pt x="82" y="67"/>
                    <a:pt x="81" y="67"/>
                    <a:pt x="80" y="67"/>
                  </a:cubicBezTo>
                  <a:cubicBezTo>
                    <a:pt x="68" y="65"/>
                    <a:pt x="56" y="64"/>
                    <a:pt x="44" y="62"/>
                  </a:cubicBezTo>
                  <a:cubicBezTo>
                    <a:pt x="37" y="60"/>
                    <a:pt x="29" y="59"/>
                    <a:pt x="22" y="61"/>
                  </a:cubicBezTo>
                  <a:cubicBezTo>
                    <a:pt x="22" y="58"/>
                    <a:pt x="22" y="56"/>
                    <a:pt x="23" y="54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4" y="52"/>
                    <a:pt x="24" y="52"/>
                    <a:pt x="24" y="51"/>
                  </a:cubicBezTo>
                  <a:cubicBezTo>
                    <a:pt x="48" y="60"/>
                    <a:pt x="78" y="57"/>
                    <a:pt x="104" y="56"/>
                  </a:cubicBezTo>
                  <a:close/>
                  <a:moveTo>
                    <a:pt x="95" y="68"/>
                  </a:moveTo>
                  <a:cubicBezTo>
                    <a:pt x="99" y="68"/>
                    <a:pt x="103" y="68"/>
                    <a:pt x="107" y="68"/>
                  </a:cubicBezTo>
                  <a:cubicBezTo>
                    <a:pt x="120" y="69"/>
                    <a:pt x="133" y="71"/>
                    <a:pt x="146" y="71"/>
                  </a:cubicBezTo>
                  <a:cubicBezTo>
                    <a:pt x="161" y="71"/>
                    <a:pt x="176" y="72"/>
                    <a:pt x="191" y="72"/>
                  </a:cubicBezTo>
                  <a:cubicBezTo>
                    <a:pt x="199" y="73"/>
                    <a:pt x="206" y="73"/>
                    <a:pt x="214" y="74"/>
                  </a:cubicBezTo>
                  <a:cubicBezTo>
                    <a:pt x="205" y="74"/>
                    <a:pt x="196" y="73"/>
                    <a:pt x="186" y="73"/>
                  </a:cubicBezTo>
                  <a:cubicBezTo>
                    <a:pt x="156" y="72"/>
                    <a:pt x="126" y="71"/>
                    <a:pt x="95" y="68"/>
                  </a:cubicBezTo>
                  <a:close/>
                  <a:moveTo>
                    <a:pt x="18" y="62"/>
                  </a:moveTo>
                  <a:cubicBezTo>
                    <a:pt x="17" y="62"/>
                    <a:pt x="17" y="62"/>
                    <a:pt x="16" y="62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60"/>
                    <a:pt x="18" y="60"/>
                    <a:pt x="18" y="59"/>
                  </a:cubicBezTo>
                  <a:cubicBezTo>
                    <a:pt x="18" y="60"/>
                    <a:pt x="18" y="61"/>
                    <a:pt x="18" y="62"/>
                  </a:cubicBezTo>
                  <a:close/>
                  <a:moveTo>
                    <a:pt x="5" y="100"/>
                  </a:moveTo>
                  <a:cubicBezTo>
                    <a:pt x="5" y="104"/>
                    <a:pt x="6" y="106"/>
                    <a:pt x="7" y="108"/>
                  </a:cubicBezTo>
                  <a:cubicBezTo>
                    <a:pt x="16" y="118"/>
                    <a:pt x="31" y="106"/>
                    <a:pt x="42" y="109"/>
                  </a:cubicBezTo>
                  <a:cubicBezTo>
                    <a:pt x="38" y="112"/>
                    <a:pt x="29" y="111"/>
                    <a:pt x="25" y="112"/>
                  </a:cubicBezTo>
                  <a:cubicBezTo>
                    <a:pt x="20" y="112"/>
                    <a:pt x="14" y="111"/>
                    <a:pt x="10" y="115"/>
                  </a:cubicBezTo>
                  <a:cubicBezTo>
                    <a:pt x="10" y="115"/>
                    <a:pt x="10" y="115"/>
                    <a:pt x="9" y="116"/>
                  </a:cubicBezTo>
                  <a:cubicBezTo>
                    <a:pt x="6" y="112"/>
                    <a:pt x="5" y="106"/>
                    <a:pt x="5" y="100"/>
                  </a:cubicBezTo>
                  <a:close/>
                  <a:moveTo>
                    <a:pt x="22" y="144"/>
                  </a:moveTo>
                  <a:cubicBezTo>
                    <a:pt x="21" y="145"/>
                    <a:pt x="21" y="146"/>
                    <a:pt x="21" y="147"/>
                  </a:cubicBezTo>
                  <a:cubicBezTo>
                    <a:pt x="18" y="144"/>
                    <a:pt x="15" y="142"/>
                    <a:pt x="13" y="138"/>
                  </a:cubicBezTo>
                  <a:cubicBezTo>
                    <a:pt x="12" y="137"/>
                    <a:pt x="12" y="135"/>
                    <a:pt x="12" y="134"/>
                  </a:cubicBezTo>
                  <a:cubicBezTo>
                    <a:pt x="12" y="134"/>
                    <a:pt x="13" y="134"/>
                    <a:pt x="14" y="134"/>
                  </a:cubicBezTo>
                  <a:cubicBezTo>
                    <a:pt x="20" y="133"/>
                    <a:pt x="29" y="130"/>
                    <a:pt x="36" y="132"/>
                  </a:cubicBezTo>
                  <a:cubicBezTo>
                    <a:pt x="35" y="132"/>
                    <a:pt x="34" y="133"/>
                    <a:pt x="33" y="133"/>
                  </a:cubicBezTo>
                  <a:cubicBezTo>
                    <a:pt x="28" y="134"/>
                    <a:pt x="24" y="135"/>
                    <a:pt x="19" y="135"/>
                  </a:cubicBezTo>
                  <a:cubicBezTo>
                    <a:pt x="16" y="135"/>
                    <a:pt x="16" y="140"/>
                    <a:pt x="19" y="140"/>
                  </a:cubicBezTo>
                  <a:cubicBezTo>
                    <a:pt x="20" y="140"/>
                    <a:pt x="21" y="140"/>
                    <a:pt x="22" y="140"/>
                  </a:cubicBezTo>
                  <a:cubicBezTo>
                    <a:pt x="22" y="142"/>
                    <a:pt x="23" y="143"/>
                    <a:pt x="24" y="144"/>
                  </a:cubicBezTo>
                  <a:cubicBezTo>
                    <a:pt x="24" y="145"/>
                    <a:pt x="24" y="145"/>
                    <a:pt x="24" y="145"/>
                  </a:cubicBezTo>
                  <a:cubicBezTo>
                    <a:pt x="24" y="145"/>
                    <a:pt x="24" y="144"/>
                    <a:pt x="24" y="144"/>
                  </a:cubicBezTo>
                  <a:cubicBezTo>
                    <a:pt x="23" y="143"/>
                    <a:pt x="22" y="144"/>
                    <a:pt x="22" y="144"/>
                  </a:cubicBezTo>
                  <a:close/>
                  <a:moveTo>
                    <a:pt x="28" y="158"/>
                  </a:moveTo>
                  <a:cubicBezTo>
                    <a:pt x="27" y="160"/>
                    <a:pt x="26" y="161"/>
                    <a:pt x="24" y="163"/>
                  </a:cubicBezTo>
                  <a:cubicBezTo>
                    <a:pt x="21" y="165"/>
                    <a:pt x="19" y="166"/>
                    <a:pt x="16" y="167"/>
                  </a:cubicBezTo>
                  <a:cubicBezTo>
                    <a:pt x="16" y="167"/>
                    <a:pt x="16" y="167"/>
                    <a:pt x="16" y="167"/>
                  </a:cubicBezTo>
                  <a:cubicBezTo>
                    <a:pt x="18" y="163"/>
                    <a:pt x="24" y="161"/>
                    <a:pt x="28" y="158"/>
                  </a:cubicBezTo>
                  <a:close/>
                  <a:moveTo>
                    <a:pt x="60" y="195"/>
                  </a:moveTo>
                  <a:cubicBezTo>
                    <a:pt x="60" y="194"/>
                    <a:pt x="59" y="193"/>
                    <a:pt x="58" y="194"/>
                  </a:cubicBezTo>
                  <a:cubicBezTo>
                    <a:pt x="43" y="196"/>
                    <a:pt x="30" y="190"/>
                    <a:pt x="16" y="188"/>
                  </a:cubicBezTo>
                  <a:cubicBezTo>
                    <a:pt x="16" y="186"/>
                    <a:pt x="15" y="184"/>
                    <a:pt x="15" y="182"/>
                  </a:cubicBezTo>
                  <a:cubicBezTo>
                    <a:pt x="15" y="181"/>
                    <a:pt x="15" y="180"/>
                    <a:pt x="14" y="180"/>
                  </a:cubicBezTo>
                  <a:cubicBezTo>
                    <a:pt x="36" y="191"/>
                    <a:pt x="61" y="193"/>
                    <a:pt x="85" y="193"/>
                  </a:cubicBezTo>
                  <a:cubicBezTo>
                    <a:pt x="93" y="193"/>
                    <a:pt x="101" y="193"/>
                    <a:pt x="109" y="193"/>
                  </a:cubicBezTo>
                  <a:cubicBezTo>
                    <a:pt x="93" y="194"/>
                    <a:pt x="76" y="194"/>
                    <a:pt x="60" y="195"/>
                  </a:cubicBezTo>
                  <a:close/>
                  <a:moveTo>
                    <a:pt x="168" y="490"/>
                  </a:moveTo>
                  <a:cubicBezTo>
                    <a:pt x="168" y="490"/>
                    <a:pt x="168" y="490"/>
                    <a:pt x="168" y="489"/>
                  </a:cubicBezTo>
                  <a:cubicBezTo>
                    <a:pt x="168" y="488"/>
                    <a:pt x="168" y="486"/>
                    <a:pt x="168" y="484"/>
                  </a:cubicBezTo>
                  <a:cubicBezTo>
                    <a:pt x="168" y="486"/>
                    <a:pt x="169" y="488"/>
                    <a:pt x="169" y="490"/>
                  </a:cubicBezTo>
                  <a:cubicBezTo>
                    <a:pt x="168" y="490"/>
                    <a:pt x="168" y="490"/>
                    <a:pt x="168" y="490"/>
                  </a:cubicBezTo>
                  <a:close/>
                  <a:moveTo>
                    <a:pt x="228" y="353"/>
                  </a:moveTo>
                  <a:cubicBezTo>
                    <a:pt x="230" y="381"/>
                    <a:pt x="233" y="408"/>
                    <a:pt x="235" y="436"/>
                  </a:cubicBezTo>
                  <a:cubicBezTo>
                    <a:pt x="236" y="449"/>
                    <a:pt x="237" y="462"/>
                    <a:pt x="238" y="476"/>
                  </a:cubicBezTo>
                  <a:cubicBezTo>
                    <a:pt x="238" y="478"/>
                    <a:pt x="238" y="481"/>
                    <a:pt x="238" y="483"/>
                  </a:cubicBezTo>
                  <a:cubicBezTo>
                    <a:pt x="237" y="486"/>
                    <a:pt x="237" y="490"/>
                    <a:pt x="237" y="493"/>
                  </a:cubicBezTo>
                  <a:cubicBezTo>
                    <a:pt x="236" y="497"/>
                    <a:pt x="236" y="502"/>
                    <a:pt x="236" y="506"/>
                  </a:cubicBezTo>
                  <a:cubicBezTo>
                    <a:pt x="231" y="507"/>
                    <a:pt x="225" y="508"/>
                    <a:pt x="220" y="509"/>
                  </a:cubicBezTo>
                  <a:cubicBezTo>
                    <a:pt x="215" y="509"/>
                    <a:pt x="210" y="509"/>
                    <a:pt x="206" y="510"/>
                  </a:cubicBezTo>
                  <a:cubicBezTo>
                    <a:pt x="212" y="506"/>
                    <a:pt x="219" y="504"/>
                    <a:pt x="225" y="500"/>
                  </a:cubicBezTo>
                  <a:cubicBezTo>
                    <a:pt x="225" y="500"/>
                    <a:pt x="225" y="500"/>
                    <a:pt x="225" y="500"/>
                  </a:cubicBezTo>
                  <a:cubicBezTo>
                    <a:pt x="218" y="502"/>
                    <a:pt x="212" y="504"/>
                    <a:pt x="206" y="507"/>
                  </a:cubicBezTo>
                  <a:cubicBezTo>
                    <a:pt x="204" y="508"/>
                    <a:pt x="202" y="509"/>
                    <a:pt x="199" y="510"/>
                  </a:cubicBezTo>
                  <a:cubicBezTo>
                    <a:pt x="191" y="510"/>
                    <a:pt x="183" y="510"/>
                    <a:pt x="174" y="509"/>
                  </a:cubicBezTo>
                  <a:cubicBezTo>
                    <a:pt x="174" y="505"/>
                    <a:pt x="172" y="501"/>
                    <a:pt x="171" y="497"/>
                  </a:cubicBezTo>
                  <a:cubicBezTo>
                    <a:pt x="173" y="487"/>
                    <a:pt x="172" y="476"/>
                    <a:pt x="171" y="466"/>
                  </a:cubicBezTo>
                  <a:cubicBezTo>
                    <a:pt x="170" y="462"/>
                    <a:pt x="170" y="458"/>
                    <a:pt x="170" y="455"/>
                  </a:cubicBezTo>
                  <a:cubicBezTo>
                    <a:pt x="170" y="455"/>
                    <a:pt x="170" y="455"/>
                    <a:pt x="171" y="454"/>
                  </a:cubicBezTo>
                  <a:cubicBezTo>
                    <a:pt x="183" y="441"/>
                    <a:pt x="204" y="442"/>
                    <a:pt x="218" y="430"/>
                  </a:cubicBezTo>
                  <a:cubicBezTo>
                    <a:pt x="218" y="430"/>
                    <a:pt x="218" y="430"/>
                    <a:pt x="218" y="430"/>
                  </a:cubicBezTo>
                  <a:cubicBezTo>
                    <a:pt x="203" y="441"/>
                    <a:pt x="183" y="439"/>
                    <a:pt x="170" y="452"/>
                  </a:cubicBezTo>
                  <a:cubicBezTo>
                    <a:pt x="169" y="445"/>
                    <a:pt x="169" y="437"/>
                    <a:pt x="169" y="429"/>
                  </a:cubicBezTo>
                  <a:cubicBezTo>
                    <a:pt x="169" y="427"/>
                    <a:pt x="169" y="424"/>
                    <a:pt x="169" y="422"/>
                  </a:cubicBezTo>
                  <a:cubicBezTo>
                    <a:pt x="185" y="414"/>
                    <a:pt x="203" y="413"/>
                    <a:pt x="216" y="402"/>
                  </a:cubicBezTo>
                  <a:cubicBezTo>
                    <a:pt x="216" y="401"/>
                    <a:pt x="216" y="401"/>
                    <a:pt x="216" y="401"/>
                  </a:cubicBezTo>
                  <a:cubicBezTo>
                    <a:pt x="202" y="410"/>
                    <a:pt x="184" y="412"/>
                    <a:pt x="170" y="419"/>
                  </a:cubicBezTo>
                  <a:cubicBezTo>
                    <a:pt x="170" y="411"/>
                    <a:pt x="170" y="402"/>
                    <a:pt x="171" y="394"/>
                  </a:cubicBezTo>
                  <a:cubicBezTo>
                    <a:pt x="173" y="391"/>
                    <a:pt x="175" y="388"/>
                    <a:pt x="178" y="386"/>
                  </a:cubicBezTo>
                  <a:cubicBezTo>
                    <a:pt x="182" y="383"/>
                    <a:pt x="186" y="381"/>
                    <a:pt x="190" y="378"/>
                  </a:cubicBezTo>
                  <a:cubicBezTo>
                    <a:pt x="198" y="374"/>
                    <a:pt x="205" y="370"/>
                    <a:pt x="211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03" y="370"/>
                    <a:pt x="194" y="374"/>
                    <a:pt x="186" y="378"/>
                  </a:cubicBezTo>
                  <a:cubicBezTo>
                    <a:pt x="181" y="381"/>
                    <a:pt x="175" y="384"/>
                    <a:pt x="171" y="389"/>
                  </a:cubicBezTo>
                  <a:cubicBezTo>
                    <a:pt x="171" y="383"/>
                    <a:pt x="171" y="377"/>
                    <a:pt x="171" y="371"/>
                  </a:cubicBezTo>
                  <a:cubicBezTo>
                    <a:pt x="174" y="368"/>
                    <a:pt x="176" y="366"/>
                    <a:pt x="179" y="364"/>
                  </a:cubicBezTo>
                  <a:cubicBezTo>
                    <a:pt x="183" y="360"/>
                    <a:pt x="188" y="358"/>
                    <a:pt x="193" y="355"/>
                  </a:cubicBezTo>
                  <a:cubicBezTo>
                    <a:pt x="203" y="351"/>
                    <a:pt x="213" y="347"/>
                    <a:pt x="222" y="341"/>
                  </a:cubicBezTo>
                  <a:cubicBezTo>
                    <a:pt x="222" y="341"/>
                    <a:pt x="222" y="340"/>
                    <a:pt x="221" y="340"/>
                  </a:cubicBezTo>
                  <a:cubicBezTo>
                    <a:pt x="211" y="346"/>
                    <a:pt x="201" y="350"/>
                    <a:pt x="190" y="355"/>
                  </a:cubicBezTo>
                  <a:cubicBezTo>
                    <a:pt x="185" y="357"/>
                    <a:pt x="176" y="361"/>
                    <a:pt x="171" y="367"/>
                  </a:cubicBezTo>
                  <a:cubicBezTo>
                    <a:pt x="171" y="361"/>
                    <a:pt x="171" y="356"/>
                    <a:pt x="171" y="350"/>
                  </a:cubicBezTo>
                  <a:cubicBezTo>
                    <a:pt x="170" y="343"/>
                    <a:pt x="170" y="335"/>
                    <a:pt x="169" y="328"/>
                  </a:cubicBezTo>
                  <a:cubicBezTo>
                    <a:pt x="175" y="324"/>
                    <a:pt x="181" y="319"/>
                    <a:pt x="187" y="316"/>
                  </a:cubicBezTo>
                  <a:cubicBezTo>
                    <a:pt x="194" y="313"/>
                    <a:pt x="201" y="309"/>
                    <a:pt x="206" y="303"/>
                  </a:cubicBezTo>
                  <a:cubicBezTo>
                    <a:pt x="206" y="303"/>
                    <a:pt x="205" y="302"/>
                    <a:pt x="205" y="303"/>
                  </a:cubicBezTo>
                  <a:cubicBezTo>
                    <a:pt x="195" y="311"/>
                    <a:pt x="178" y="314"/>
                    <a:pt x="169" y="325"/>
                  </a:cubicBezTo>
                  <a:cubicBezTo>
                    <a:pt x="169" y="318"/>
                    <a:pt x="168" y="311"/>
                    <a:pt x="168" y="305"/>
                  </a:cubicBezTo>
                  <a:cubicBezTo>
                    <a:pt x="174" y="302"/>
                    <a:pt x="180" y="299"/>
                    <a:pt x="186" y="296"/>
                  </a:cubicBezTo>
                  <a:cubicBezTo>
                    <a:pt x="195" y="293"/>
                    <a:pt x="203" y="290"/>
                    <a:pt x="210" y="285"/>
                  </a:cubicBezTo>
                  <a:cubicBezTo>
                    <a:pt x="211" y="284"/>
                    <a:pt x="210" y="283"/>
                    <a:pt x="210" y="283"/>
                  </a:cubicBezTo>
                  <a:cubicBezTo>
                    <a:pt x="201" y="289"/>
                    <a:pt x="192" y="292"/>
                    <a:pt x="183" y="295"/>
                  </a:cubicBezTo>
                  <a:cubicBezTo>
                    <a:pt x="178" y="297"/>
                    <a:pt x="173" y="299"/>
                    <a:pt x="168" y="302"/>
                  </a:cubicBezTo>
                  <a:cubicBezTo>
                    <a:pt x="167" y="296"/>
                    <a:pt x="167" y="291"/>
                    <a:pt x="167" y="286"/>
                  </a:cubicBezTo>
                  <a:cubicBezTo>
                    <a:pt x="180" y="276"/>
                    <a:pt x="195" y="271"/>
                    <a:pt x="209" y="264"/>
                  </a:cubicBezTo>
                  <a:cubicBezTo>
                    <a:pt x="210" y="263"/>
                    <a:pt x="209" y="263"/>
                    <a:pt x="209" y="263"/>
                  </a:cubicBezTo>
                  <a:cubicBezTo>
                    <a:pt x="201" y="267"/>
                    <a:pt x="192" y="269"/>
                    <a:pt x="184" y="273"/>
                  </a:cubicBezTo>
                  <a:cubicBezTo>
                    <a:pt x="178" y="275"/>
                    <a:pt x="171" y="278"/>
                    <a:pt x="167" y="283"/>
                  </a:cubicBezTo>
                  <a:cubicBezTo>
                    <a:pt x="167" y="279"/>
                    <a:pt x="166" y="276"/>
                    <a:pt x="166" y="273"/>
                  </a:cubicBezTo>
                  <a:cubicBezTo>
                    <a:pt x="166" y="271"/>
                    <a:pt x="166" y="269"/>
                    <a:pt x="166" y="268"/>
                  </a:cubicBezTo>
                  <a:cubicBezTo>
                    <a:pt x="169" y="266"/>
                    <a:pt x="172" y="264"/>
                    <a:pt x="175" y="263"/>
                  </a:cubicBezTo>
                  <a:cubicBezTo>
                    <a:pt x="179" y="261"/>
                    <a:pt x="183" y="260"/>
                    <a:pt x="187" y="258"/>
                  </a:cubicBezTo>
                  <a:cubicBezTo>
                    <a:pt x="194" y="256"/>
                    <a:pt x="200" y="253"/>
                    <a:pt x="206" y="248"/>
                  </a:cubicBezTo>
                  <a:cubicBezTo>
                    <a:pt x="206" y="248"/>
                    <a:pt x="206" y="247"/>
                    <a:pt x="205" y="248"/>
                  </a:cubicBezTo>
                  <a:cubicBezTo>
                    <a:pt x="197" y="254"/>
                    <a:pt x="188" y="256"/>
                    <a:pt x="178" y="259"/>
                  </a:cubicBezTo>
                  <a:cubicBezTo>
                    <a:pt x="174" y="260"/>
                    <a:pt x="169" y="262"/>
                    <a:pt x="166" y="264"/>
                  </a:cubicBezTo>
                  <a:cubicBezTo>
                    <a:pt x="166" y="254"/>
                    <a:pt x="165" y="244"/>
                    <a:pt x="165" y="234"/>
                  </a:cubicBezTo>
                  <a:cubicBezTo>
                    <a:pt x="166" y="234"/>
                    <a:pt x="167" y="233"/>
                    <a:pt x="167" y="233"/>
                  </a:cubicBezTo>
                  <a:cubicBezTo>
                    <a:pt x="172" y="230"/>
                    <a:pt x="178" y="229"/>
                    <a:pt x="183" y="227"/>
                  </a:cubicBezTo>
                  <a:cubicBezTo>
                    <a:pt x="191" y="224"/>
                    <a:pt x="200" y="222"/>
                    <a:pt x="207" y="219"/>
                  </a:cubicBezTo>
                  <a:cubicBezTo>
                    <a:pt x="208" y="219"/>
                    <a:pt x="207" y="218"/>
                    <a:pt x="207" y="218"/>
                  </a:cubicBezTo>
                  <a:cubicBezTo>
                    <a:pt x="198" y="221"/>
                    <a:pt x="188" y="223"/>
                    <a:pt x="178" y="226"/>
                  </a:cubicBezTo>
                  <a:cubicBezTo>
                    <a:pt x="175" y="227"/>
                    <a:pt x="169" y="228"/>
                    <a:pt x="165" y="231"/>
                  </a:cubicBezTo>
                  <a:cubicBezTo>
                    <a:pt x="165" y="226"/>
                    <a:pt x="165" y="221"/>
                    <a:pt x="164" y="217"/>
                  </a:cubicBezTo>
                  <a:cubicBezTo>
                    <a:pt x="169" y="215"/>
                    <a:pt x="174" y="213"/>
                    <a:pt x="180" y="212"/>
                  </a:cubicBezTo>
                  <a:cubicBezTo>
                    <a:pt x="189" y="210"/>
                    <a:pt x="198" y="209"/>
                    <a:pt x="207" y="208"/>
                  </a:cubicBezTo>
                  <a:cubicBezTo>
                    <a:pt x="208" y="208"/>
                    <a:pt x="208" y="207"/>
                    <a:pt x="207" y="207"/>
                  </a:cubicBezTo>
                  <a:cubicBezTo>
                    <a:pt x="198" y="207"/>
                    <a:pt x="190" y="208"/>
                    <a:pt x="181" y="209"/>
                  </a:cubicBezTo>
                  <a:cubicBezTo>
                    <a:pt x="176" y="210"/>
                    <a:pt x="170" y="211"/>
                    <a:pt x="164" y="214"/>
                  </a:cubicBezTo>
                  <a:cubicBezTo>
                    <a:pt x="164" y="208"/>
                    <a:pt x="163" y="203"/>
                    <a:pt x="162" y="197"/>
                  </a:cubicBezTo>
                  <a:cubicBezTo>
                    <a:pt x="175" y="197"/>
                    <a:pt x="188" y="197"/>
                    <a:pt x="200" y="197"/>
                  </a:cubicBezTo>
                  <a:cubicBezTo>
                    <a:pt x="210" y="196"/>
                    <a:pt x="221" y="196"/>
                    <a:pt x="231" y="197"/>
                  </a:cubicBezTo>
                  <a:cubicBezTo>
                    <a:pt x="229" y="208"/>
                    <a:pt x="229" y="219"/>
                    <a:pt x="229" y="230"/>
                  </a:cubicBezTo>
                  <a:cubicBezTo>
                    <a:pt x="228" y="244"/>
                    <a:pt x="228" y="257"/>
                    <a:pt x="227" y="270"/>
                  </a:cubicBezTo>
                  <a:cubicBezTo>
                    <a:pt x="226" y="298"/>
                    <a:pt x="226" y="326"/>
                    <a:pt x="228" y="353"/>
                  </a:cubicBezTo>
                  <a:close/>
                  <a:moveTo>
                    <a:pt x="345" y="197"/>
                  </a:moveTo>
                  <a:cubicBezTo>
                    <a:pt x="338" y="196"/>
                    <a:pt x="331" y="196"/>
                    <a:pt x="323" y="195"/>
                  </a:cubicBezTo>
                  <a:cubicBezTo>
                    <a:pt x="310" y="194"/>
                    <a:pt x="297" y="193"/>
                    <a:pt x="284" y="192"/>
                  </a:cubicBezTo>
                  <a:cubicBezTo>
                    <a:pt x="280" y="192"/>
                    <a:pt x="276" y="192"/>
                    <a:pt x="272" y="192"/>
                  </a:cubicBezTo>
                  <a:cubicBezTo>
                    <a:pt x="272" y="192"/>
                    <a:pt x="272" y="192"/>
                    <a:pt x="273" y="192"/>
                  </a:cubicBezTo>
                  <a:cubicBezTo>
                    <a:pt x="300" y="192"/>
                    <a:pt x="328" y="193"/>
                    <a:pt x="356" y="193"/>
                  </a:cubicBezTo>
                  <a:cubicBezTo>
                    <a:pt x="355" y="194"/>
                    <a:pt x="355" y="195"/>
                    <a:pt x="354" y="196"/>
                  </a:cubicBezTo>
                  <a:cubicBezTo>
                    <a:pt x="353" y="196"/>
                    <a:pt x="353" y="197"/>
                    <a:pt x="353" y="197"/>
                  </a:cubicBezTo>
                  <a:cubicBezTo>
                    <a:pt x="350" y="197"/>
                    <a:pt x="348" y="197"/>
                    <a:pt x="345" y="197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4" name="Freeform 591"/>
            <p:cNvSpPr/>
            <p:nvPr>
              <p:custDataLst>
                <p:tags r:id="rId6"/>
              </p:custDataLst>
            </p:nvPr>
          </p:nvSpPr>
          <p:spPr bwMode="auto">
            <a:xfrm>
              <a:off x="9097" y="9701"/>
              <a:ext cx="285" cy="10"/>
            </a:xfrm>
            <a:custGeom>
              <a:avLst/>
              <a:gdLst>
                <a:gd name="T0" fmla="*/ 296 w 298"/>
                <a:gd name="T1" fmla="*/ 4 h 10"/>
                <a:gd name="T2" fmla="*/ 138 w 298"/>
                <a:gd name="T3" fmla="*/ 4 h 10"/>
                <a:gd name="T4" fmla="*/ 62 w 298"/>
                <a:gd name="T5" fmla="*/ 3 h 10"/>
                <a:gd name="T6" fmla="*/ 1 w 298"/>
                <a:gd name="T7" fmla="*/ 0 h 10"/>
                <a:gd name="T8" fmla="*/ 1 w 298"/>
                <a:gd name="T9" fmla="*/ 0 h 10"/>
                <a:gd name="T10" fmla="*/ 56 w 298"/>
                <a:gd name="T11" fmla="*/ 6 h 10"/>
                <a:gd name="T12" fmla="*/ 90 w 298"/>
                <a:gd name="T13" fmla="*/ 6 h 10"/>
                <a:gd name="T14" fmla="*/ 132 w 298"/>
                <a:gd name="T15" fmla="*/ 7 h 10"/>
                <a:gd name="T16" fmla="*/ 296 w 298"/>
                <a:gd name="T17" fmla="*/ 6 h 10"/>
                <a:gd name="T18" fmla="*/ 296 w 298"/>
                <a:gd name="T19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8" h="10">
                  <a:moveTo>
                    <a:pt x="296" y="4"/>
                  </a:moveTo>
                  <a:cubicBezTo>
                    <a:pt x="244" y="2"/>
                    <a:pt x="191" y="6"/>
                    <a:pt x="138" y="4"/>
                  </a:cubicBezTo>
                  <a:cubicBezTo>
                    <a:pt x="113" y="3"/>
                    <a:pt x="88" y="4"/>
                    <a:pt x="62" y="3"/>
                  </a:cubicBezTo>
                  <a:cubicBezTo>
                    <a:pt x="42" y="2"/>
                    <a:pt x="21" y="6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6" y="10"/>
                    <a:pt x="38" y="6"/>
                    <a:pt x="56" y="6"/>
                  </a:cubicBezTo>
                  <a:cubicBezTo>
                    <a:pt x="67" y="5"/>
                    <a:pt x="79" y="6"/>
                    <a:pt x="90" y="6"/>
                  </a:cubicBezTo>
                  <a:cubicBezTo>
                    <a:pt x="104" y="7"/>
                    <a:pt x="118" y="6"/>
                    <a:pt x="132" y="7"/>
                  </a:cubicBezTo>
                  <a:cubicBezTo>
                    <a:pt x="187" y="9"/>
                    <a:pt x="242" y="9"/>
                    <a:pt x="296" y="6"/>
                  </a:cubicBezTo>
                  <a:cubicBezTo>
                    <a:pt x="298" y="6"/>
                    <a:pt x="298" y="4"/>
                    <a:pt x="296" y="4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5" name="Freeform 592"/>
            <p:cNvSpPr/>
            <p:nvPr>
              <p:custDataLst>
                <p:tags r:id="rId7"/>
              </p:custDataLst>
            </p:nvPr>
          </p:nvSpPr>
          <p:spPr bwMode="auto">
            <a:xfrm>
              <a:off x="9114" y="9673"/>
              <a:ext cx="53" cy="15"/>
            </a:xfrm>
            <a:custGeom>
              <a:avLst/>
              <a:gdLst>
                <a:gd name="T0" fmla="*/ 53 w 54"/>
                <a:gd name="T1" fmla="*/ 0 h 15"/>
                <a:gd name="T2" fmla="*/ 28 w 54"/>
                <a:gd name="T3" fmla="*/ 6 h 15"/>
                <a:gd name="T4" fmla="*/ 0 w 54"/>
                <a:gd name="T5" fmla="*/ 10 h 15"/>
                <a:gd name="T6" fmla="*/ 0 w 54"/>
                <a:gd name="T7" fmla="*/ 10 h 15"/>
                <a:gd name="T8" fmla="*/ 19 w 54"/>
                <a:gd name="T9" fmla="*/ 10 h 15"/>
                <a:gd name="T10" fmla="*/ 53 w 54"/>
                <a:gd name="T11" fmla="*/ 2 h 15"/>
                <a:gd name="T12" fmla="*/ 53 w 54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15">
                  <a:moveTo>
                    <a:pt x="53" y="0"/>
                  </a:moveTo>
                  <a:cubicBezTo>
                    <a:pt x="45" y="0"/>
                    <a:pt x="36" y="3"/>
                    <a:pt x="28" y="6"/>
                  </a:cubicBezTo>
                  <a:cubicBezTo>
                    <a:pt x="21" y="8"/>
                    <a:pt x="8" y="14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5"/>
                    <a:pt x="14" y="11"/>
                    <a:pt x="19" y="10"/>
                  </a:cubicBezTo>
                  <a:cubicBezTo>
                    <a:pt x="31" y="8"/>
                    <a:pt x="41" y="3"/>
                    <a:pt x="53" y="2"/>
                  </a:cubicBezTo>
                  <a:cubicBezTo>
                    <a:pt x="54" y="2"/>
                    <a:pt x="54" y="0"/>
                    <a:pt x="53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6" name="Freeform 593"/>
            <p:cNvSpPr/>
            <p:nvPr>
              <p:custDataLst>
                <p:tags r:id="rId8"/>
              </p:custDataLst>
            </p:nvPr>
          </p:nvSpPr>
          <p:spPr bwMode="auto">
            <a:xfrm>
              <a:off x="9235" y="9670"/>
              <a:ext cx="234" cy="27"/>
            </a:xfrm>
            <a:custGeom>
              <a:avLst/>
              <a:gdLst>
                <a:gd name="T0" fmla="*/ 245 w 245"/>
                <a:gd name="T1" fmla="*/ 3 h 28"/>
                <a:gd name="T2" fmla="*/ 196 w 245"/>
                <a:gd name="T3" fmla="*/ 7 h 28"/>
                <a:gd name="T4" fmla="*/ 138 w 245"/>
                <a:gd name="T5" fmla="*/ 3 h 28"/>
                <a:gd name="T6" fmla="*/ 68 w 245"/>
                <a:gd name="T7" fmla="*/ 2 h 28"/>
                <a:gd name="T8" fmla="*/ 34 w 245"/>
                <a:gd name="T9" fmla="*/ 1 h 28"/>
                <a:gd name="T10" fmla="*/ 2 w 245"/>
                <a:gd name="T11" fmla="*/ 6 h 28"/>
                <a:gd name="T12" fmla="*/ 2 w 245"/>
                <a:gd name="T13" fmla="*/ 8 h 28"/>
                <a:gd name="T14" fmla="*/ 130 w 245"/>
                <a:gd name="T15" fmla="*/ 20 h 28"/>
                <a:gd name="T16" fmla="*/ 178 w 245"/>
                <a:gd name="T17" fmla="*/ 25 h 28"/>
                <a:gd name="T18" fmla="*/ 208 w 245"/>
                <a:gd name="T19" fmla="*/ 24 h 28"/>
                <a:gd name="T20" fmla="*/ 207 w 245"/>
                <a:gd name="T21" fmla="*/ 22 h 28"/>
                <a:gd name="T22" fmla="*/ 191 w 245"/>
                <a:gd name="T23" fmla="*/ 23 h 28"/>
                <a:gd name="T24" fmla="*/ 173 w 245"/>
                <a:gd name="T25" fmla="*/ 22 h 28"/>
                <a:gd name="T26" fmla="*/ 122 w 245"/>
                <a:gd name="T27" fmla="*/ 17 h 28"/>
                <a:gd name="T28" fmla="*/ 12 w 245"/>
                <a:gd name="T29" fmla="*/ 7 h 28"/>
                <a:gd name="T30" fmla="*/ 29 w 245"/>
                <a:gd name="T31" fmla="*/ 3 h 28"/>
                <a:gd name="T32" fmla="*/ 68 w 245"/>
                <a:gd name="T33" fmla="*/ 4 h 28"/>
                <a:gd name="T34" fmla="*/ 141 w 245"/>
                <a:gd name="T35" fmla="*/ 5 h 28"/>
                <a:gd name="T36" fmla="*/ 200 w 245"/>
                <a:gd name="T37" fmla="*/ 9 h 28"/>
                <a:gd name="T38" fmla="*/ 245 w 245"/>
                <a:gd name="T39" fmla="*/ 3 h 28"/>
                <a:gd name="T40" fmla="*/ 245 w 245"/>
                <a:gd name="T4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5" h="28">
                  <a:moveTo>
                    <a:pt x="245" y="3"/>
                  </a:moveTo>
                  <a:cubicBezTo>
                    <a:pt x="231" y="11"/>
                    <a:pt x="211" y="8"/>
                    <a:pt x="196" y="7"/>
                  </a:cubicBezTo>
                  <a:cubicBezTo>
                    <a:pt x="177" y="6"/>
                    <a:pt x="157" y="4"/>
                    <a:pt x="138" y="3"/>
                  </a:cubicBezTo>
                  <a:cubicBezTo>
                    <a:pt x="114" y="1"/>
                    <a:pt x="91" y="3"/>
                    <a:pt x="68" y="2"/>
                  </a:cubicBezTo>
                  <a:cubicBezTo>
                    <a:pt x="56" y="1"/>
                    <a:pt x="45" y="0"/>
                    <a:pt x="34" y="1"/>
                  </a:cubicBezTo>
                  <a:cubicBezTo>
                    <a:pt x="23" y="2"/>
                    <a:pt x="13" y="5"/>
                    <a:pt x="2" y="6"/>
                  </a:cubicBezTo>
                  <a:cubicBezTo>
                    <a:pt x="0" y="6"/>
                    <a:pt x="0" y="8"/>
                    <a:pt x="2" y="8"/>
                  </a:cubicBezTo>
                  <a:cubicBezTo>
                    <a:pt x="45" y="12"/>
                    <a:pt x="88" y="14"/>
                    <a:pt x="130" y="20"/>
                  </a:cubicBezTo>
                  <a:cubicBezTo>
                    <a:pt x="146" y="23"/>
                    <a:pt x="162" y="24"/>
                    <a:pt x="178" y="25"/>
                  </a:cubicBezTo>
                  <a:cubicBezTo>
                    <a:pt x="187" y="25"/>
                    <a:pt x="200" y="28"/>
                    <a:pt x="208" y="24"/>
                  </a:cubicBezTo>
                  <a:cubicBezTo>
                    <a:pt x="210" y="23"/>
                    <a:pt x="208" y="21"/>
                    <a:pt x="207" y="22"/>
                  </a:cubicBezTo>
                  <a:cubicBezTo>
                    <a:pt x="203" y="24"/>
                    <a:pt x="196" y="23"/>
                    <a:pt x="191" y="23"/>
                  </a:cubicBezTo>
                  <a:cubicBezTo>
                    <a:pt x="185" y="23"/>
                    <a:pt x="179" y="22"/>
                    <a:pt x="173" y="22"/>
                  </a:cubicBezTo>
                  <a:cubicBezTo>
                    <a:pt x="156" y="21"/>
                    <a:pt x="139" y="19"/>
                    <a:pt x="122" y="17"/>
                  </a:cubicBezTo>
                  <a:cubicBezTo>
                    <a:pt x="85" y="12"/>
                    <a:pt x="48" y="10"/>
                    <a:pt x="12" y="7"/>
                  </a:cubicBezTo>
                  <a:cubicBezTo>
                    <a:pt x="18" y="6"/>
                    <a:pt x="23" y="5"/>
                    <a:pt x="29" y="3"/>
                  </a:cubicBezTo>
                  <a:cubicBezTo>
                    <a:pt x="42" y="1"/>
                    <a:pt x="55" y="3"/>
                    <a:pt x="68" y="4"/>
                  </a:cubicBezTo>
                  <a:cubicBezTo>
                    <a:pt x="92" y="5"/>
                    <a:pt x="116" y="3"/>
                    <a:pt x="141" y="5"/>
                  </a:cubicBezTo>
                  <a:cubicBezTo>
                    <a:pt x="160" y="6"/>
                    <a:pt x="180" y="8"/>
                    <a:pt x="200" y="9"/>
                  </a:cubicBezTo>
                  <a:cubicBezTo>
                    <a:pt x="214" y="10"/>
                    <a:pt x="232" y="12"/>
                    <a:pt x="245" y="3"/>
                  </a:cubicBezTo>
                  <a:cubicBezTo>
                    <a:pt x="245" y="3"/>
                    <a:pt x="245" y="3"/>
                    <a:pt x="245" y="3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7" name="Freeform 594"/>
            <p:cNvSpPr/>
            <p:nvPr>
              <p:custDataLst>
                <p:tags r:id="rId9"/>
              </p:custDataLst>
            </p:nvPr>
          </p:nvSpPr>
          <p:spPr bwMode="auto">
            <a:xfrm>
              <a:off x="9226" y="9752"/>
              <a:ext cx="41" cy="15"/>
            </a:xfrm>
            <a:custGeom>
              <a:avLst/>
              <a:gdLst>
                <a:gd name="T0" fmla="*/ 44 w 44"/>
                <a:gd name="T1" fmla="*/ 0 h 15"/>
                <a:gd name="T2" fmla="*/ 20 w 44"/>
                <a:gd name="T3" fmla="*/ 6 h 15"/>
                <a:gd name="T4" fmla="*/ 0 w 44"/>
                <a:gd name="T5" fmla="*/ 14 h 15"/>
                <a:gd name="T6" fmla="*/ 1 w 44"/>
                <a:gd name="T7" fmla="*/ 15 h 15"/>
                <a:gd name="T8" fmla="*/ 44 w 44"/>
                <a:gd name="T9" fmla="*/ 0 h 15"/>
                <a:gd name="T10" fmla="*/ 44 w 44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15">
                  <a:moveTo>
                    <a:pt x="44" y="0"/>
                  </a:moveTo>
                  <a:cubicBezTo>
                    <a:pt x="36" y="3"/>
                    <a:pt x="28" y="4"/>
                    <a:pt x="20" y="6"/>
                  </a:cubicBezTo>
                  <a:cubicBezTo>
                    <a:pt x="14" y="8"/>
                    <a:pt x="6" y="9"/>
                    <a:pt x="0" y="14"/>
                  </a:cubicBezTo>
                  <a:cubicBezTo>
                    <a:pt x="0" y="14"/>
                    <a:pt x="1" y="15"/>
                    <a:pt x="1" y="15"/>
                  </a:cubicBezTo>
                  <a:cubicBezTo>
                    <a:pt x="15" y="9"/>
                    <a:pt x="31" y="7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8" name="Freeform 595"/>
            <p:cNvSpPr/>
            <p:nvPr>
              <p:custDataLst>
                <p:tags r:id="rId10"/>
              </p:custDataLst>
            </p:nvPr>
          </p:nvSpPr>
          <p:spPr bwMode="auto">
            <a:xfrm>
              <a:off x="9235" y="9844"/>
              <a:ext cx="20" cy="17"/>
            </a:xfrm>
            <a:custGeom>
              <a:avLst/>
              <a:gdLst>
                <a:gd name="T0" fmla="*/ 21 w 22"/>
                <a:gd name="T1" fmla="*/ 0 h 19"/>
                <a:gd name="T2" fmla="*/ 8 w 22"/>
                <a:gd name="T3" fmla="*/ 9 h 19"/>
                <a:gd name="T4" fmla="*/ 0 w 22"/>
                <a:gd name="T5" fmla="*/ 18 h 19"/>
                <a:gd name="T6" fmla="*/ 1 w 22"/>
                <a:gd name="T7" fmla="*/ 18 h 19"/>
                <a:gd name="T8" fmla="*/ 6 w 22"/>
                <a:gd name="T9" fmla="*/ 13 h 19"/>
                <a:gd name="T10" fmla="*/ 12 w 22"/>
                <a:gd name="T11" fmla="*/ 9 h 19"/>
                <a:gd name="T12" fmla="*/ 22 w 22"/>
                <a:gd name="T13" fmla="*/ 1 h 19"/>
                <a:gd name="T14" fmla="*/ 21 w 22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9">
                  <a:moveTo>
                    <a:pt x="21" y="0"/>
                  </a:moveTo>
                  <a:cubicBezTo>
                    <a:pt x="17" y="4"/>
                    <a:pt x="13" y="6"/>
                    <a:pt x="8" y="9"/>
                  </a:cubicBezTo>
                  <a:cubicBezTo>
                    <a:pt x="5" y="11"/>
                    <a:pt x="1" y="14"/>
                    <a:pt x="0" y="18"/>
                  </a:cubicBezTo>
                  <a:cubicBezTo>
                    <a:pt x="0" y="18"/>
                    <a:pt x="1" y="19"/>
                    <a:pt x="1" y="18"/>
                  </a:cubicBezTo>
                  <a:cubicBezTo>
                    <a:pt x="3" y="17"/>
                    <a:pt x="4" y="15"/>
                    <a:pt x="6" y="13"/>
                  </a:cubicBezTo>
                  <a:cubicBezTo>
                    <a:pt x="7" y="11"/>
                    <a:pt x="10" y="10"/>
                    <a:pt x="12" y="9"/>
                  </a:cubicBezTo>
                  <a:cubicBezTo>
                    <a:pt x="15" y="6"/>
                    <a:pt x="19" y="4"/>
                    <a:pt x="22" y="1"/>
                  </a:cubicBezTo>
                  <a:cubicBezTo>
                    <a:pt x="22" y="1"/>
                    <a:pt x="21" y="0"/>
                    <a:pt x="21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9" name="Freeform 596"/>
            <p:cNvSpPr/>
            <p:nvPr>
              <p:custDataLst>
                <p:tags r:id="rId11"/>
              </p:custDataLst>
            </p:nvPr>
          </p:nvSpPr>
          <p:spPr bwMode="auto">
            <a:xfrm>
              <a:off x="9231" y="9902"/>
              <a:ext cx="41" cy="19"/>
            </a:xfrm>
            <a:custGeom>
              <a:avLst/>
              <a:gdLst>
                <a:gd name="T0" fmla="*/ 44 w 44"/>
                <a:gd name="T1" fmla="*/ 0 h 21"/>
                <a:gd name="T2" fmla="*/ 18 w 44"/>
                <a:gd name="T3" fmla="*/ 8 h 21"/>
                <a:gd name="T4" fmla="*/ 1 w 44"/>
                <a:gd name="T5" fmla="*/ 19 h 21"/>
                <a:gd name="T6" fmla="*/ 2 w 44"/>
                <a:gd name="T7" fmla="*/ 20 h 21"/>
                <a:gd name="T8" fmla="*/ 19 w 44"/>
                <a:gd name="T9" fmla="*/ 9 h 21"/>
                <a:gd name="T10" fmla="*/ 44 w 44"/>
                <a:gd name="T11" fmla="*/ 0 h 21"/>
                <a:gd name="T12" fmla="*/ 44 w 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21">
                  <a:moveTo>
                    <a:pt x="44" y="0"/>
                  </a:moveTo>
                  <a:cubicBezTo>
                    <a:pt x="35" y="0"/>
                    <a:pt x="26" y="4"/>
                    <a:pt x="18" y="8"/>
                  </a:cubicBezTo>
                  <a:cubicBezTo>
                    <a:pt x="13" y="10"/>
                    <a:pt x="3" y="14"/>
                    <a:pt x="1" y="19"/>
                  </a:cubicBezTo>
                  <a:cubicBezTo>
                    <a:pt x="0" y="20"/>
                    <a:pt x="1" y="21"/>
                    <a:pt x="2" y="20"/>
                  </a:cubicBezTo>
                  <a:cubicBezTo>
                    <a:pt x="8" y="17"/>
                    <a:pt x="13" y="13"/>
                    <a:pt x="19" y="9"/>
                  </a:cubicBezTo>
                  <a:cubicBezTo>
                    <a:pt x="27" y="5"/>
                    <a:pt x="36" y="2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0" name="Freeform 597"/>
            <p:cNvSpPr/>
            <p:nvPr>
              <p:custDataLst>
                <p:tags r:id="rId12"/>
              </p:custDataLst>
            </p:nvPr>
          </p:nvSpPr>
          <p:spPr bwMode="auto">
            <a:xfrm>
              <a:off x="9228" y="9934"/>
              <a:ext cx="39" cy="15"/>
            </a:xfrm>
            <a:custGeom>
              <a:avLst/>
              <a:gdLst>
                <a:gd name="T0" fmla="*/ 41 w 41"/>
                <a:gd name="T1" fmla="*/ 0 h 16"/>
                <a:gd name="T2" fmla="*/ 1 w 41"/>
                <a:gd name="T3" fmla="*/ 14 h 16"/>
                <a:gd name="T4" fmla="*/ 2 w 41"/>
                <a:gd name="T5" fmla="*/ 15 h 16"/>
                <a:gd name="T6" fmla="*/ 41 w 41"/>
                <a:gd name="T7" fmla="*/ 0 h 16"/>
                <a:gd name="T8" fmla="*/ 41 w 41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6">
                  <a:moveTo>
                    <a:pt x="41" y="0"/>
                  </a:moveTo>
                  <a:cubicBezTo>
                    <a:pt x="27" y="4"/>
                    <a:pt x="14" y="7"/>
                    <a:pt x="1" y="14"/>
                  </a:cubicBezTo>
                  <a:cubicBezTo>
                    <a:pt x="0" y="14"/>
                    <a:pt x="1" y="16"/>
                    <a:pt x="2" y="15"/>
                  </a:cubicBezTo>
                  <a:cubicBezTo>
                    <a:pt x="14" y="9"/>
                    <a:pt x="28" y="5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1" name="Freeform 598"/>
            <p:cNvSpPr/>
            <p:nvPr>
              <p:custDataLst>
                <p:tags r:id="rId13"/>
              </p:custDataLst>
            </p:nvPr>
          </p:nvSpPr>
          <p:spPr bwMode="auto">
            <a:xfrm>
              <a:off x="9230" y="9960"/>
              <a:ext cx="37" cy="24"/>
            </a:xfrm>
            <a:custGeom>
              <a:avLst/>
              <a:gdLst>
                <a:gd name="T0" fmla="*/ 40 w 40"/>
                <a:gd name="T1" fmla="*/ 1 h 24"/>
                <a:gd name="T2" fmla="*/ 39 w 40"/>
                <a:gd name="T3" fmla="*/ 0 h 24"/>
                <a:gd name="T4" fmla="*/ 18 w 40"/>
                <a:gd name="T5" fmla="*/ 11 h 24"/>
                <a:gd name="T6" fmla="*/ 1 w 40"/>
                <a:gd name="T7" fmla="*/ 21 h 24"/>
                <a:gd name="T8" fmla="*/ 3 w 40"/>
                <a:gd name="T9" fmla="*/ 23 h 24"/>
                <a:gd name="T10" fmla="*/ 40 w 40"/>
                <a:gd name="T11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24">
                  <a:moveTo>
                    <a:pt x="40" y="1"/>
                  </a:moveTo>
                  <a:cubicBezTo>
                    <a:pt x="40" y="1"/>
                    <a:pt x="40" y="0"/>
                    <a:pt x="39" y="0"/>
                  </a:cubicBezTo>
                  <a:cubicBezTo>
                    <a:pt x="33" y="5"/>
                    <a:pt x="26" y="8"/>
                    <a:pt x="18" y="11"/>
                  </a:cubicBezTo>
                  <a:cubicBezTo>
                    <a:pt x="12" y="13"/>
                    <a:pt x="5" y="16"/>
                    <a:pt x="1" y="21"/>
                  </a:cubicBezTo>
                  <a:cubicBezTo>
                    <a:pt x="0" y="23"/>
                    <a:pt x="2" y="24"/>
                    <a:pt x="3" y="23"/>
                  </a:cubicBezTo>
                  <a:cubicBezTo>
                    <a:pt x="14" y="13"/>
                    <a:pt x="30" y="12"/>
                    <a:pt x="40" y="1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2" name="Freeform 599"/>
            <p:cNvSpPr/>
            <p:nvPr>
              <p:custDataLst>
                <p:tags r:id="rId14"/>
              </p:custDataLst>
            </p:nvPr>
          </p:nvSpPr>
          <p:spPr bwMode="auto">
            <a:xfrm>
              <a:off x="9231" y="9973"/>
              <a:ext cx="44" cy="27"/>
            </a:xfrm>
            <a:custGeom>
              <a:avLst/>
              <a:gdLst>
                <a:gd name="T0" fmla="*/ 46 w 47"/>
                <a:gd name="T1" fmla="*/ 1 h 28"/>
                <a:gd name="T2" fmla="*/ 1 w 47"/>
                <a:gd name="T3" fmla="*/ 25 h 28"/>
                <a:gd name="T4" fmla="*/ 3 w 47"/>
                <a:gd name="T5" fmla="*/ 27 h 28"/>
                <a:gd name="T6" fmla="*/ 47 w 47"/>
                <a:gd name="T7" fmla="*/ 1 h 28"/>
                <a:gd name="T8" fmla="*/ 46 w 47"/>
                <a:gd name="T9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8">
                  <a:moveTo>
                    <a:pt x="46" y="1"/>
                  </a:moveTo>
                  <a:cubicBezTo>
                    <a:pt x="32" y="10"/>
                    <a:pt x="16" y="16"/>
                    <a:pt x="1" y="25"/>
                  </a:cubicBezTo>
                  <a:cubicBezTo>
                    <a:pt x="0" y="26"/>
                    <a:pt x="1" y="28"/>
                    <a:pt x="3" y="27"/>
                  </a:cubicBezTo>
                  <a:cubicBezTo>
                    <a:pt x="17" y="18"/>
                    <a:pt x="33" y="12"/>
                    <a:pt x="47" y="1"/>
                  </a:cubicBezTo>
                  <a:cubicBezTo>
                    <a:pt x="47" y="1"/>
                    <a:pt x="47" y="0"/>
                    <a:pt x="46" y="1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3" name="Freeform 600"/>
            <p:cNvSpPr/>
            <p:nvPr>
              <p:custDataLst>
                <p:tags r:id="rId15"/>
              </p:custDataLst>
            </p:nvPr>
          </p:nvSpPr>
          <p:spPr bwMode="auto">
            <a:xfrm>
              <a:off x="9233" y="9996"/>
              <a:ext cx="39" cy="19"/>
            </a:xfrm>
            <a:custGeom>
              <a:avLst/>
              <a:gdLst>
                <a:gd name="T0" fmla="*/ 40 w 41"/>
                <a:gd name="T1" fmla="*/ 0 h 21"/>
                <a:gd name="T2" fmla="*/ 4 w 41"/>
                <a:gd name="T3" fmla="*/ 21 h 21"/>
                <a:gd name="T4" fmla="*/ 5 w 41"/>
                <a:gd name="T5" fmla="*/ 20 h 21"/>
                <a:gd name="T6" fmla="*/ 10 w 41"/>
                <a:gd name="T7" fmla="*/ 17 h 21"/>
                <a:gd name="T8" fmla="*/ 21 w 41"/>
                <a:gd name="T9" fmla="*/ 11 h 21"/>
                <a:gd name="T10" fmla="*/ 40 w 41"/>
                <a:gd name="T11" fmla="*/ 1 h 21"/>
                <a:gd name="T12" fmla="*/ 40 w 41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21">
                  <a:moveTo>
                    <a:pt x="40" y="0"/>
                  </a:moveTo>
                  <a:cubicBezTo>
                    <a:pt x="36" y="3"/>
                    <a:pt x="0" y="16"/>
                    <a:pt x="4" y="21"/>
                  </a:cubicBezTo>
                  <a:cubicBezTo>
                    <a:pt x="5" y="21"/>
                    <a:pt x="5" y="21"/>
                    <a:pt x="5" y="20"/>
                  </a:cubicBezTo>
                  <a:cubicBezTo>
                    <a:pt x="5" y="20"/>
                    <a:pt x="10" y="18"/>
                    <a:pt x="10" y="17"/>
                  </a:cubicBezTo>
                  <a:cubicBezTo>
                    <a:pt x="14" y="15"/>
                    <a:pt x="18" y="13"/>
                    <a:pt x="21" y="11"/>
                  </a:cubicBezTo>
                  <a:cubicBezTo>
                    <a:pt x="28" y="8"/>
                    <a:pt x="35" y="5"/>
                    <a:pt x="40" y="1"/>
                  </a:cubicBezTo>
                  <a:cubicBezTo>
                    <a:pt x="41" y="1"/>
                    <a:pt x="40" y="0"/>
                    <a:pt x="40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26327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Homework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7240" y="2761615"/>
            <a:ext cx="7886700" cy="1625600"/>
          </a:xfrm>
        </p:spPr>
        <p:txBody>
          <a:bodyPr>
            <a:noAutofit/>
          </a:bodyPr>
          <a:lstStyle/>
          <a:p>
            <a:r>
              <a:rPr lang="en-US" altLang="zh-CN" sz="4400" dirty="0"/>
              <a:t>Homework 3-2</a:t>
            </a:r>
          </a:p>
          <a:p>
            <a:pPr lvl="1"/>
            <a:r>
              <a:rPr lang="en-US" altLang="zh-CN" sz="3600" dirty="0"/>
              <a:t>Textbook exercises 4.19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9EE5D4-E270-4C01-B378-30AFD48DDCCD}" type="datetime1">
              <a:rPr lang="zh-CN" altLang="en-US" sz="750" smtClean="0"/>
              <a:pPr>
                <a:defRPr/>
              </a:pPr>
              <a:t>2025/12/13</a:t>
            </a:fld>
            <a:endParaRPr lang="zh-CN" altLang="en-US" sz="75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790"/>
              <a:t>AVL Trees  - Lecture 4-2</a:t>
            </a:r>
            <a:endParaRPr lang="zh-CN" altLang="en-US" sz="79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z="750" smtClean="0"/>
              <a:pPr>
                <a:defRPr/>
              </a:pPr>
              <a:t>58</a:t>
            </a:fld>
            <a:endParaRPr lang="zh-CN" altLang="en-US" sz="750"/>
          </a:p>
        </p:txBody>
      </p:sp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jE3N2U4NjNlNWU0ZjI3MTNhYzNkMTFiY2Y3MzViMD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866</TotalTime>
  <Words>2992</Words>
  <Application>Microsoft Office PowerPoint</Application>
  <PresentationFormat>全屏显示(4:3)</PresentationFormat>
  <Paragraphs>811</Paragraphs>
  <Slides>58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70" baseType="lpstr">
      <vt:lpstr>Lucida Grande</vt:lpstr>
      <vt:lpstr>Monotype Sorts</vt:lpstr>
      <vt:lpstr>Noto Serif CJK SC</vt:lpstr>
      <vt:lpstr>宋体</vt:lpstr>
      <vt:lpstr>Arial</vt:lpstr>
      <vt:lpstr>Calibri</vt:lpstr>
      <vt:lpstr>Symbol</vt:lpstr>
      <vt:lpstr>Times New Roman</vt:lpstr>
      <vt:lpstr>Wingdings 2</vt:lpstr>
      <vt:lpstr>HDOfficeLightV0</vt:lpstr>
      <vt:lpstr>Equation</vt:lpstr>
      <vt:lpstr>Equation.DSMT4</vt:lpstr>
      <vt:lpstr>Trees</vt:lpstr>
      <vt:lpstr>PowerPoint 演示文稿</vt:lpstr>
      <vt:lpstr>AVL Trees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Solving   aX(n) + bX(n-1) + cX(n-2) = 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908</cp:revision>
  <dcterms:created xsi:type="dcterms:W3CDTF">2000-11-03T19:18:00Z</dcterms:created>
  <dcterms:modified xsi:type="dcterms:W3CDTF">2025-12-13T15:48:28Z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F08981215CBE437F82EBA2CBBCB4DF18_12</vt:lpwstr>
  </property>
  <property fmtid="{D5CDD505-2E9C-101B-9397-08002B2CF9AE}" pid="3" name="KSOProductBuildVer">
    <vt:lpwstr>2052-12.1.0.15120</vt:lpwstr>
  </property>
</Properties>
</file>